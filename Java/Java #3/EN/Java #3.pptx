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A6CAD6-F954-4BB0-A611-77E982253B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99151F-45C3-46C2-A926-28EA6D57BD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587B2C-C402-413E-9901-36F8A1D90A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D95D08-96FC-4D5D-8CE7-C665B8811D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BA2890-1457-4EE5-AB48-32A804F8B2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964A71-A1FF-4946-BAE8-0E6BB649DC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5A0BBE-A9E4-4808-98F7-81A6EB65D1C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E2BF9E-3325-4B9C-B850-FCFC6F7AE4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342B61-F6AC-4430-97F9-A6966E0650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68435D-0BFF-46FB-A641-8A75325CE7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1560C4-96C9-4233-82FE-A9574BFF6D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68F085-73B1-4FEF-B126-5DA4604AD1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82D0D7-061E-4126-9B37-25D128D67B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720C3F-1758-4701-9707-EE89D22795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90A83A-9AEB-4B45-B003-F52730DC98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075159-1CEC-44D2-A626-8B330BD818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846EE03-590F-4C2B-B2BA-10EDFFAAA2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D47D10-9EEF-4926-8B63-24945D2557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20EA60-1F9F-4B02-8CCE-933BEE399A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8DE3F2-9440-496C-BA4C-77CFF4E916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768037-B0A5-46E9-B03E-505110C0E6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A5A342C-EAB3-4A84-85C3-E2A574EFD93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8EF5C0-32AA-46BF-B44D-C41A2B4C7F8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5EAD5A-4418-42AD-AF32-BBAB30057DB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01C233E-61A6-41E7-8781-39F99AD2EB3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573417C-B790-41B2-99EF-DBA95C414F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2DC04D-11CB-49A5-A9A4-1C2723E504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5D13974-D73D-4F36-991B-DA3A6B0617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89A765-E2D7-4F59-B123-EBB1DADA59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0CF47C-2DF6-4BEA-8ADF-AC23F2D461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199D304-9471-495F-8610-A9613668C6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5317C97-FA77-4FCD-8349-27DACE33EB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0AFAD8-9656-44F9-B3AF-39ECB8A0F2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C3EC2FB-8DD6-468E-B489-A16C4ECDA2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3AEB88-12BC-4030-95E4-5766115D1B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02C6659-ED78-4690-92FA-1CA880EAC84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683433-B1C9-4F95-B745-3D8A6BADA3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7A0B4B6-873C-4227-863F-E94C59F7A1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BECD63-9540-497E-892D-182FD4C00C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EA63B2-1676-4ED8-9979-6A45B38B7B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A335600-09AD-463A-A2F3-DFBADFA52B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3B4E5A5-CA8D-47F5-8924-B12F184890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11D9336-77DE-47DB-811E-32D0C9AC13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9991203-3414-4448-A900-455D480F0B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C4AB0AD-6F15-4DEF-A4FD-FA1248B6B0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BA7788F-566A-4BAD-B1CB-48BBB32CCD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A0C4C0D-993B-4BC1-BDD5-CF8AE4FD91E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47ABAB0-1D7C-4CEC-81E2-9B86B498E9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914F794-3F8A-4364-842D-F43CA647FC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C5F0D6-553C-4EE4-8C9B-0DA8A0E9F6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398A784-298F-4504-86DE-7D541720D5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60FB52-2C5C-495B-B3FD-7545CD4E3B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AA0A05E-25E1-486A-9373-FEABC74588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2D189B0-9E77-40E5-9019-64EE6DDE66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371CD03-CB5D-431C-BC67-D8ED7FC2EF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061B567-6E2F-4704-B1F3-81A45AA3F3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02C5FB0-6C31-4D9A-8B96-BB5344A2149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38A87E9-F45C-42BF-BDF0-4201338F92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188E19-7AF9-4140-AFC3-337021C8470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993B3A8-4E1B-444C-8566-6323B7D7E4E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99B16EC-5036-4803-B34B-A881DA1C6C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6A9D514-1873-4FE8-86E2-A8548CB5E4D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0671C9C-0C75-4901-9F9A-F33DE4020A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7E508DB-5ADC-4667-BF14-90ADD7C295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2EED0E5-EBB7-4C39-85B6-6EF258E406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E5DA1AE-E12C-4F56-AED9-84875893D9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D557EDB-FCA6-4855-B8A3-DE7FF3883D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A887F0B-4BD5-473A-8B9B-559E70259E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DB5881A-8DAA-4907-9DEE-31A38B6D86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85C8960-7177-40F6-AB78-9051F1AE82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A1DBD9E-80E0-433A-AC6B-DD000A0451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25AFAC1-B9A8-489F-835C-39927C8AD3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3FF8103-B21E-45BC-8A70-20E12B024F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3551D54-7A67-4E79-91C2-A61E5FA1FC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79B266F-D4E3-4CCE-9AC6-262274840E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FF8890E-2CEC-4881-A617-4203287708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25FC10F-0D9A-4F9F-8BC1-35A1089C8C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0F390C5-2AD6-4505-AF52-B0E77D98F8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DCDE025-BF7A-438F-A919-4355107C82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B3D2AE6-9298-4961-B5DD-1D77C2B8D1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ECF294F-7F92-4228-BDDE-E949AE5428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D654D7F-2F81-4013-A7C5-51F06A44C76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8399D39-CD82-43EC-8950-80BA6EE0547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5D4840F-33F8-4341-8096-ACCB440F6E1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A4616E1-1366-4766-B5B0-970D75A656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0BF76DA-EB8F-4906-B43E-2CFAAEF3AD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AB22995-98C3-4409-9C52-0DB7783483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8FD632D-B96B-4CF8-B38E-3F3A3492FB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C4B68D6-168A-4265-A00F-AC9E1456C50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CFC45DE-FC50-474D-8E16-FD502B06AE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0B07173-EB83-4557-BA28-611EF691AF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1A06323-D775-418D-9DAC-728138B507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F48F01F-C03D-4E75-81E5-5AE68302E3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6AACA04-8DA3-46BE-BA15-E5D3B89CD6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0A1C7FE-0860-4097-A975-23DC20C188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C72A3BC-0FAA-485B-B70B-BEB4160D83E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A7DD298-2256-4316-A7A3-BEEFD7F58E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65A45CF-4A66-424E-B2F7-2D553C03E9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6120287-6CFE-49FC-AD71-DBEB0DCA61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CC17C29-B1A0-451C-8A9D-D1A73D93EE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0E106E6-7ACD-4D62-9C4E-186F8AF0ED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3940882-BE7D-46DF-A8AF-3116C7F036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6F38191-1360-4927-A172-883DC16517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1611306-8F2D-4A7E-A1F7-952635E80E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CCB51E2-C670-4D1F-B812-A88D7FA812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4B027BB-8D5A-48CB-A41D-F374CFD306B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20447C9-214A-44D0-91C8-AC9C769E80C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D013BF9-4D74-428F-A0CE-606A4139DFF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76FE78E-B3D1-4701-8A3B-BEB3024ADB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0A50B01-A97B-4B6B-A03F-2384D0E164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4DD4E95-48D7-48BF-BF56-488A6BD4EB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5EA13F4-D2D3-49A2-8FB8-426B96E07F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369A63C-E5D9-4BE4-BB50-FB0948FDA1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7DB316B-D0A8-48F6-B1AE-F65900569B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7B5DF22-A87B-4B57-8A87-FDB5FE225B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517DDD5-F3B4-42F0-841F-7238D74D4F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A16F2C5-A718-409B-B7E2-68CA605072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38BA435-0733-4A4D-BB4D-200579823A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1CC8ADF-330B-43E3-B80E-40DFBDF5B0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E90E20C-62A3-4811-969D-C88BBA6348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61C3925-EC0E-4F76-A991-3B6082D7D7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F1102AF-9739-4F59-A70B-70D539A38B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53F7FA6-17CD-47AD-BDEC-F4EECC88E2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7064775-2FB3-472C-A40B-2A843A2A6B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3A8D349-C053-43BD-A7A5-0F6144271A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28D6218-2E75-40ED-8687-7A012EB040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B8CD836-C77A-4051-90B6-F021FDFDFF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7E3915F-6465-4EC3-82BA-DF7D5B5D5F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1B9AE7F-C9DF-4096-8ED7-9AC90C4450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6D1D31E-CE20-4FB0-A675-4CA8168DDD8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53E1C2D-5F35-46A8-A040-F0878551721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242DD47-1DFA-492B-94D2-FDBAA1F86CF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878828A-E9CE-4B50-BD64-A91A9583CF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4DE1578-ABF2-4F86-85BD-C9C261F7DE4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3D26A4E-2FB3-4C6A-803A-E6AD5E0CC7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DFD40E7-623B-4584-871D-DC80F333B1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6E05EE4-AEBC-4B94-B845-2A8D1253E5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A31E676-91A9-42EA-B3DC-EF1BA74619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5788F3D-5076-4578-A105-06AB41F442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4D69C3A-021A-48E8-A004-BDBE6345D7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347AC05-5329-4EFC-A3B1-2D004E9E54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A88A399-90CD-4BF6-9502-30E67DBDE2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1213C2B-476C-44A1-9632-96D6379C384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A4BB5D0-F79E-4FF6-9ED5-BFB6CAF1947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0A725A-9FD4-4813-828B-71C1C06DF12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9DC336-9DED-49FA-98E3-DEB75D7A7E8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94EFF4-E0AE-43F2-9E1B-FBDB539A235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A53473-2233-48D7-B666-9EBEE48D4DB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E188AD-F25D-4E2D-8279-EF4967A104C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C35F4E-9955-49EF-BE8F-691C246E0F5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9E8063-BE10-45C0-A129-25CA245785C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308231-B555-4DF2-B795-DF05244D274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6D6DF9-32DE-4E0A-B002-D7B0E3EB66A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BB6464-02C8-42DB-A6FB-B351B57F47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5F6885-B708-4A2F-846D-ABE44E09E04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E89EFB-3EB9-4043-940E-F7A448EE5B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Rectangle 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1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Rounded Rectangle 2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ounded Rectangle 21"/>
          <p:cNvSpPr/>
          <p:nvPr/>
        </p:nvSpPr>
        <p:spPr>
          <a:xfrm>
            <a:off x="914400" y="3108960"/>
            <a:ext cx="32860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Rounded Rectangle 2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2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Rounded Rectangle 2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ounded Rectangle 25"/>
          <p:cNvSpPr/>
          <p:nvPr/>
        </p:nvSpPr>
        <p:spPr>
          <a:xfrm>
            <a:off x="7955280" y="3108960"/>
            <a:ext cx="347004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Rectangle 3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3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3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4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4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4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4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4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4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4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4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Rounded Rectangle 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ounded Rectangle 10"/>
          <p:cNvSpPr/>
          <p:nvPr/>
        </p:nvSpPr>
        <p:spPr>
          <a:xfrm>
            <a:off x="826200" y="2925720"/>
            <a:ext cx="3389760" cy="370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Rounded Rectangle 1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"/>
          <p:cNvSpPr/>
          <p:nvPr/>
        </p:nvSpPr>
        <p:spPr>
          <a:xfrm>
            <a:off x="4434840" y="3108960"/>
            <a:ext cx="32860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Rounded Rectangle 1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ounded Rectangle 14"/>
          <p:cNvSpPr/>
          <p:nvPr/>
        </p:nvSpPr>
        <p:spPr>
          <a:xfrm>
            <a:off x="7955280" y="3108960"/>
            <a:ext cx="347004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Rectangle 16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6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6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6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7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7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7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7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ounded Rectangle 73"/>
          <p:cNvSpPr/>
          <p:nvPr/>
        </p:nvSpPr>
        <p:spPr>
          <a:xfrm>
            <a:off x="685800" y="2971800"/>
            <a:ext cx="351684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Rounded Rectangle 74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75"/>
          <p:cNvSpPr/>
          <p:nvPr/>
        </p:nvSpPr>
        <p:spPr>
          <a:xfrm>
            <a:off x="4434840" y="3108960"/>
            <a:ext cx="32882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Rounded Rectangle 7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ounded Rectangle 77"/>
          <p:cNvSpPr/>
          <p:nvPr/>
        </p:nvSpPr>
        <p:spPr>
          <a:xfrm>
            <a:off x="7955280" y="2971800"/>
            <a:ext cx="370080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Rectangle 14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4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4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4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4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4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5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5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5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5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5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5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5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5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5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6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Rounded Rectangle 6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ounded Rectangle 66"/>
          <p:cNvSpPr/>
          <p:nvPr/>
        </p:nvSpPr>
        <p:spPr>
          <a:xfrm>
            <a:off x="685800" y="3108960"/>
            <a:ext cx="351648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Rounded Rectangle 6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68"/>
          <p:cNvSpPr/>
          <p:nvPr/>
        </p:nvSpPr>
        <p:spPr>
          <a:xfrm>
            <a:off x="443484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Rounded Rectangle 6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ounded Rectangle 70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Rectangle 48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49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50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51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52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53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54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55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56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57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58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59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60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61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62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63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1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Rounded Rectangle 1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ounded Rectangle 18"/>
          <p:cNvSpPr/>
          <p:nvPr/>
        </p:nvSpPr>
        <p:spPr>
          <a:xfrm>
            <a:off x="685800" y="2743200"/>
            <a:ext cx="35146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Rounded Rectangle 1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26"/>
          <p:cNvSpPr/>
          <p:nvPr/>
        </p:nvSpPr>
        <p:spPr>
          <a:xfrm>
            <a:off x="4343400" y="2743200"/>
            <a:ext cx="3377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Rounded Rectangle 2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ounded Rectangle 28"/>
          <p:cNvSpPr/>
          <p:nvPr/>
        </p:nvSpPr>
        <p:spPr>
          <a:xfrm>
            <a:off x="7955280" y="2971800"/>
            <a:ext cx="369864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Rectangle 80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81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82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83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84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85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86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87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88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89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90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91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92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93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94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95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36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Rounded Rectangle 37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ounded Rectangle 38"/>
          <p:cNvSpPr/>
          <p:nvPr/>
        </p:nvSpPr>
        <p:spPr>
          <a:xfrm>
            <a:off x="685800" y="3108960"/>
            <a:ext cx="35150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Rounded Rectangle 3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40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Rounded Rectangle 41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ounded Rectangle 42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Rectangle 64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65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66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67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68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69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70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71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72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73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74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75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76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77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78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79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29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3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ounded Rectangle 31"/>
          <p:cNvSpPr/>
          <p:nvPr/>
        </p:nvSpPr>
        <p:spPr>
          <a:xfrm>
            <a:off x="457200" y="2971800"/>
            <a:ext cx="37436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Rounded Rectangle 3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33"/>
          <p:cNvSpPr/>
          <p:nvPr/>
        </p:nvSpPr>
        <p:spPr>
          <a:xfrm>
            <a:off x="4343400" y="2971800"/>
            <a:ext cx="342468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Rounded Rectangle 3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ounded Rectangle 35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Rectangle 96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9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9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9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0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0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0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0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0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0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0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0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0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0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1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1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4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Rounded Rectangle 4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ounded Rectangle 45"/>
          <p:cNvSpPr/>
          <p:nvPr/>
        </p:nvSpPr>
        <p:spPr>
          <a:xfrm>
            <a:off x="475560" y="2514600"/>
            <a:ext cx="372564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Rounded Rectangle 4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47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Rounded Rectangle 4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ounded Rectangle 49"/>
          <p:cNvSpPr/>
          <p:nvPr/>
        </p:nvSpPr>
        <p:spPr>
          <a:xfrm>
            <a:off x="7955280" y="2514600"/>
            <a:ext cx="3699360" cy="3405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Rectangle 11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11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11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11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11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11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11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11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12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12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2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12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2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2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2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2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5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Rounded Rectangle 5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ounded Rectangle 52"/>
          <p:cNvSpPr/>
          <p:nvPr/>
        </p:nvSpPr>
        <p:spPr>
          <a:xfrm>
            <a:off x="685800" y="2971800"/>
            <a:ext cx="351540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Rounded Rectangle 5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54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Rounded Rectangle 5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ounded Rectangle 56"/>
          <p:cNvSpPr/>
          <p:nvPr/>
        </p:nvSpPr>
        <p:spPr>
          <a:xfrm>
            <a:off x="7955280" y="2971800"/>
            <a:ext cx="3470760" cy="296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Rectangle 12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12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13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13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13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13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13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13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13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13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13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13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4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4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4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4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5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Rounded Rectangle 5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ounded Rectangle 59"/>
          <p:cNvSpPr/>
          <p:nvPr/>
        </p:nvSpPr>
        <p:spPr>
          <a:xfrm>
            <a:off x="685800" y="3108960"/>
            <a:ext cx="35161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Rounded Rectangle 6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61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Rounded Rectangle 6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ounded Rectangle 63"/>
          <p:cNvSpPr/>
          <p:nvPr/>
        </p:nvSpPr>
        <p:spPr>
          <a:xfrm>
            <a:off x="7955280" y="3108960"/>
            <a:ext cx="347148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ectangle 176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17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17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17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18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18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18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18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18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18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18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18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8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8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9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9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7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Rounded Rectangle 7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ounded Rectangle 80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" name="Rounded Rectangle 8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8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Rounded Rectangle 8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ounded Rectangle 84"/>
          <p:cNvSpPr/>
          <p:nvPr/>
        </p:nvSpPr>
        <p:spPr>
          <a:xfrm>
            <a:off x="7955280" y="2971800"/>
            <a:ext cx="370080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Rectangle 19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19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19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19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19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19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19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19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0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0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0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0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0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0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0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0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8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Rounded Rectangle 8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ounded Rectangle 87"/>
          <p:cNvSpPr/>
          <p:nvPr/>
        </p:nvSpPr>
        <p:spPr>
          <a:xfrm>
            <a:off x="595440" y="2743200"/>
            <a:ext cx="351720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Rounded Rectangle 88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89"/>
          <p:cNvSpPr/>
          <p:nvPr/>
        </p:nvSpPr>
        <p:spPr>
          <a:xfrm>
            <a:off x="4343400" y="2880360"/>
            <a:ext cx="3655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Rounded Rectangle 90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ounded Rectangle 91"/>
          <p:cNvSpPr/>
          <p:nvPr/>
        </p:nvSpPr>
        <p:spPr>
          <a:xfrm>
            <a:off x="8229600" y="2972880"/>
            <a:ext cx="365544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Rectangle 20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0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1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21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21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21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21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21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1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1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1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1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2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2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2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2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ounded Rectangle 92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41"/>
          <p:cNvSpPr/>
          <p:nvPr/>
        </p:nvSpPr>
        <p:spPr>
          <a:xfrm>
            <a:off x="2647440" y="1600200"/>
            <a:ext cx="58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Rounded Rectangle 93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ounded Rectangle 94"/>
          <p:cNvSpPr/>
          <p:nvPr/>
        </p:nvSpPr>
        <p:spPr>
          <a:xfrm>
            <a:off x="457200" y="2743200"/>
            <a:ext cx="37461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Rounded Rectangle 95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96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Rounded Rectangle 9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ounded Rectangle 98"/>
          <p:cNvSpPr/>
          <p:nvPr/>
        </p:nvSpPr>
        <p:spPr>
          <a:xfrm>
            <a:off x="7955280" y="2514600"/>
            <a:ext cx="393012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Rectangle 22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22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22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22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22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22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23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23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23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23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23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23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3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3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3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3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ounded Rectangle 9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TextBox 44"/>
          <p:cNvSpPr/>
          <p:nvPr/>
        </p:nvSpPr>
        <p:spPr>
          <a:xfrm>
            <a:off x="2094480" y="2057400"/>
            <a:ext cx="678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Rounded Rectangle 10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ounded Rectangle 101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Rounded Rectangle 10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ounded Rectangle 10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Rounded Rectangle 10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ounded Rectangle 105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Rectangle 24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24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24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24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24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24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24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24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24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24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25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25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5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5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5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5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ounded Rectangle 10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Box 47"/>
          <p:cNvSpPr/>
          <p:nvPr/>
        </p:nvSpPr>
        <p:spPr>
          <a:xfrm>
            <a:off x="2286000" y="1826640"/>
            <a:ext cx="64314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Rounded Rectangle 10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ounded Rectangle 10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Rounded Rectangle 10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ounded Rectangle 110"/>
          <p:cNvSpPr/>
          <p:nvPr/>
        </p:nvSpPr>
        <p:spPr>
          <a:xfrm>
            <a:off x="4343400" y="3108960"/>
            <a:ext cx="33811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Rounded Rectangle 11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ounded Rectangle 112"/>
          <p:cNvSpPr/>
          <p:nvPr/>
        </p:nvSpPr>
        <p:spPr>
          <a:xfrm>
            <a:off x="7955280" y="2971800"/>
            <a:ext cx="39308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Rectangle 256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25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25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25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6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6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6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6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6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6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6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6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6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6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7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7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ounded Rectangle 11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TextBox 49"/>
          <p:cNvSpPr/>
          <p:nvPr/>
        </p:nvSpPr>
        <p:spPr>
          <a:xfrm>
            <a:off x="1458000" y="1005840"/>
            <a:ext cx="805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TYPE CASTING IN EXPRESSIONS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Rounded Rectangle 11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ounded Rectangle 115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promotes smaller types in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Operations follow the largest data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 (in most cases)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converted to int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Rounded Rectangle 11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ounded Rectangle 117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= largest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5" name="Rounded Rectangle 11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ounded Rectangle 119"/>
          <p:cNvSpPr/>
          <p:nvPr/>
        </p:nvSpPr>
        <p:spPr>
          <a:xfrm>
            <a:off x="7955280" y="2971800"/>
            <a:ext cx="3702960" cy="287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TextBox 51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2026-03-23T22:11:42Z</dcterms:modified>
  <cp:revision>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