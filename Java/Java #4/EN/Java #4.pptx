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9A5327-AEB1-402C-99F7-E9247B9703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BC5BFA-D948-4486-ACDB-521999AADB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375110-56E4-42EE-B0DA-87717210AC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2CFCA6-E17E-4D79-BE49-BF9D497942D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7D766E-5D0E-4512-AD8F-27555D7EC4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102D93-59EF-4BBB-A56C-F8822F5275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582E87-7D52-4574-95E6-8A84346414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C02973-2C88-4F7A-AE55-C410468B81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81A8C2-1A5E-4225-8DD7-95C90E63F5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7E379A-6E81-4E62-8473-4D7BBC24F33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885820-6317-4550-BD3E-96C9A87B04F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699285-2C77-474B-820F-B92AF960A0F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1B7203-9D8D-4C1B-A0CD-EE9F05F44E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760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68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540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68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540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68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8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400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68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184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364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644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5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4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68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5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64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64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9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60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608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432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5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79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36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5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79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30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3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50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724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87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6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20040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64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792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2026-05-11T23:04:56Z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