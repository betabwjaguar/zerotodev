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17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_rels/slideLayout35.xml.rels" ContentType="application/vnd.openxmlformats-package.relationships+xml"/>
  <Override PartName="/ppt/slideLayouts/_rels/slideLayout119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37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38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39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118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08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09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28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129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148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149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200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201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202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203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204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158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159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168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169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178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179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96.xml.rels" ContentType="application/vnd.openxmlformats-package.relationships+xml"/>
  <Override PartName="/ppt/slideLayouts/_rels/slideLayout97.xml.rels" ContentType="application/vnd.openxmlformats-package.relationships+xml"/>
  <Override PartName="/ppt/slideLayouts/_rels/slideLayout98.xml.rels" ContentType="application/vnd.openxmlformats-package.relationships+xml"/>
  <Override PartName="/ppt/slideLayouts/_rels/slideLayout99.xml.rels" ContentType="application/vnd.openxmlformats-package.relationships+xml"/>
  <Override PartName="/ppt/slideLayouts/_rels/slideLayout100.xml.rels" ContentType="application/vnd.openxmlformats-package.relationships+xml"/>
  <Override PartName="/ppt/slideLayouts/_rels/slideLayout101.xml.rels" ContentType="application/vnd.openxmlformats-package.relationships+xml"/>
  <Override PartName="/ppt/slideLayouts/_rels/slideLayout102.xml.rels" ContentType="application/vnd.openxmlformats-package.relationships+xml"/>
  <Override PartName="/ppt/slideLayouts/_rels/slideLayout103.xml.rels" ContentType="application/vnd.openxmlformats-package.relationships+xml"/>
  <Override PartName="/ppt/slideLayouts/_rels/slideLayout104.xml.rels" ContentType="application/vnd.openxmlformats-package.relationships+xml"/>
  <Override PartName="/ppt/slideLayouts/_rels/slideLayout105.xml.rels" ContentType="application/vnd.openxmlformats-package.relationships+xml"/>
  <Override PartName="/ppt/slideLayouts/_rels/slideLayout106.xml.rels" ContentType="application/vnd.openxmlformats-package.relationships+xml"/>
  <Override PartName="/ppt/slideLayouts/_rels/slideLayout107.xml.rels" ContentType="application/vnd.openxmlformats-package.relationships+xml"/>
  <Override PartName="/ppt/slideLayouts/_rels/slideLayout110.xml.rels" ContentType="application/vnd.openxmlformats-package.relationships+xml"/>
  <Override PartName="/ppt/slideLayouts/_rels/slideLayout111.xml.rels" ContentType="application/vnd.openxmlformats-package.relationships+xml"/>
  <Override PartName="/ppt/slideLayouts/_rels/slideLayout112.xml.rels" ContentType="application/vnd.openxmlformats-package.relationships+xml"/>
  <Override PartName="/ppt/slideLayouts/_rels/slideLayout113.xml.rels" ContentType="application/vnd.openxmlformats-package.relationships+xml"/>
  <Override PartName="/ppt/slideLayouts/_rels/slideLayout114.xml.rels" ContentType="application/vnd.openxmlformats-package.relationships+xml"/>
  <Override PartName="/ppt/slideLayouts/_rels/slideLayout115.xml.rels" ContentType="application/vnd.openxmlformats-package.relationships+xml"/>
  <Override PartName="/ppt/slideLayouts/_rels/slideLayout116.xml.rels" ContentType="application/vnd.openxmlformats-package.relationships+xml"/>
  <Override PartName="/ppt/slideLayouts/_rels/slideLayout117.xml.rels" ContentType="application/vnd.openxmlformats-package.relationships+xml"/>
  <Override PartName="/ppt/slideLayouts/_rels/slideLayout120.xml.rels" ContentType="application/vnd.openxmlformats-package.relationships+xml"/>
  <Override PartName="/ppt/slideLayouts/_rels/slideLayout121.xml.rels" ContentType="application/vnd.openxmlformats-package.relationships+xml"/>
  <Override PartName="/ppt/slideLayouts/_rels/slideLayout122.xml.rels" ContentType="application/vnd.openxmlformats-package.relationships+xml"/>
  <Override PartName="/ppt/slideLayouts/_rels/slideLayout123.xml.rels" ContentType="application/vnd.openxmlformats-package.relationships+xml"/>
  <Override PartName="/ppt/slideLayouts/_rels/slideLayout124.xml.rels" ContentType="application/vnd.openxmlformats-package.relationships+xml"/>
  <Override PartName="/ppt/slideLayouts/_rels/slideLayout125.xml.rels" ContentType="application/vnd.openxmlformats-package.relationships+xml"/>
  <Override PartName="/ppt/slideLayouts/_rels/slideLayout126.xml.rels" ContentType="application/vnd.openxmlformats-package.relationships+xml"/>
  <Override PartName="/ppt/slideLayouts/_rels/slideLayout127.xml.rels" ContentType="application/vnd.openxmlformats-package.relationships+xml"/>
  <Override PartName="/ppt/slideLayouts/_rels/slideLayout130.xml.rels" ContentType="application/vnd.openxmlformats-package.relationships+xml"/>
  <Override PartName="/ppt/slideLayouts/_rels/slideLayout131.xml.rels" ContentType="application/vnd.openxmlformats-package.relationships+xml"/>
  <Override PartName="/ppt/slideLayouts/_rels/slideLayout132.xml.rels" ContentType="application/vnd.openxmlformats-package.relationships+xml"/>
  <Override PartName="/ppt/slideLayouts/_rels/slideLayout133.xml.rels" ContentType="application/vnd.openxmlformats-package.relationships+xml"/>
  <Override PartName="/ppt/slideLayouts/_rels/slideLayout134.xml.rels" ContentType="application/vnd.openxmlformats-package.relationships+xml"/>
  <Override PartName="/ppt/slideLayouts/_rels/slideLayout135.xml.rels" ContentType="application/vnd.openxmlformats-package.relationships+xml"/>
  <Override PartName="/ppt/slideLayouts/_rels/slideLayout136.xml.rels" ContentType="application/vnd.openxmlformats-package.relationships+xml"/>
  <Override PartName="/ppt/slideLayouts/_rels/slideLayout140.xml.rels" ContentType="application/vnd.openxmlformats-package.relationships+xml"/>
  <Override PartName="/ppt/slideLayouts/_rels/slideLayout141.xml.rels" ContentType="application/vnd.openxmlformats-package.relationships+xml"/>
  <Override PartName="/ppt/slideLayouts/_rels/slideLayout142.xml.rels" ContentType="application/vnd.openxmlformats-package.relationships+xml"/>
  <Override PartName="/ppt/slideLayouts/_rels/slideLayout143.xml.rels" ContentType="application/vnd.openxmlformats-package.relationships+xml"/>
  <Override PartName="/ppt/slideLayouts/_rels/slideLayout144.xml.rels" ContentType="application/vnd.openxmlformats-package.relationships+xml"/>
  <Override PartName="/ppt/slideLayouts/_rels/slideLayout145.xml.rels" ContentType="application/vnd.openxmlformats-package.relationships+xml"/>
  <Override PartName="/ppt/slideLayouts/_rels/slideLayout146.xml.rels" ContentType="application/vnd.openxmlformats-package.relationships+xml"/>
  <Override PartName="/ppt/slideLayouts/_rels/slideLayout147.xml.rels" ContentType="application/vnd.openxmlformats-package.relationships+xml"/>
  <Override PartName="/ppt/slideLayouts/_rels/slideLayout150.xml.rels" ContentType="application/vnd.openxmlformats-package.relationships+xml"/>
  <Override PartName="/ppt/slideLayouts/_rels/slideLayout151.xml.rels" ContentType="application/vnd.openxmlformats-package.relationships+xml"/>
  <Override PartName="/ppt/slideLayouts/_rels/slideLayout152.xml.rels" ContentType="application/vnd.openxmlformats-package.relationships+xml"/>
  <Override PartName="/ppt/slideLayouts/_rels/slideLayout153.xml.rels" ContentType="application/vnd.openxmlformats-package.relationships+xml"/>
  <Override PartName="/ppt/slideLayouts/_rels/slideLayout154.xml.rels" ContentType="application/vnd.openxmlformats-package.relationships+xml"/>
  <Override PartName="/ppt/slideLayouts/_rels/slideLayout155.xml.rels" ContentType="application/vnd.openxmlformats-package.relationships+xml"/>
  <Override PartName="/ppt/slideLayouts/_rels/slideLayout156.xml.rels" ContentType="application/vnd.openxmlformats-package.relationships+xml"/>
  <Override PartName="/ppt/slideLayouts/_rels/slideLayout157.xml.rels" ContentType="application/vnd.openxmlformats-package.relationships+xml"/>
  <Override PartName="/ppt/slideLayouts/_rels/slideLayout160.xml.rels" ContentType="application/vnd.openxmlformats-package.relationships+xml"/>
  <Override PartName="/ppt/slideLayouts/_rels/slideLayout161.xml.rels" ContentType="application/vnd.openxmlformats-package.relationships+xml"/>
  <Override PartName="/ppt/slideLayouts/_rels/slideLayout162.xml.rels" ContentType="application/vnd.openxmlformats-package.relationships+xml"/>
  <Override PartName="/ppt/slideLayouts/_rels/slideLayout163.xml.rels" ContentType="application/vnd.openxmlformats-package.relationships+xml"/>
  <Override PartName="/ppt/slideLayouts/_rels/slideLayout164.xml.rels" ContentType="application/vnd.openxmlformats-package.relationships+xml"/>
  <Override PartName="/ppt/slideLayouts/_rels/slideLayout165.xml.rels" ContentType="application/vnd.openxmlformats-package.relationships+xml"/>
  <Override PartName="/ppt/slideLayouts/_rels/slideLayout166.xml.rels" ContentType="application/vnd.openxmlformats-package.relationships+xml"/>
  <Override PartName="/ppt/slideLayouts/_rels/slideLayout167.xml.rels" ContentType="application/vnd.openxmlformats-package.relationships+xml"/>
  <Override PartName="/ppt/slideLayouts/_rels/slideLayout170.xml.rels" ContentType="application/vnd.openxmlformats-package.relationships+xml"/>
  <Override PartName="/ppt/slideLayouts/_rels/slideLayout171.xml.rels" ContentType="application/vnd.openxmlformats-package.relationships+xml"/>
  <Override PartName="/ppt/slideLayouts/_rels/slideLayout172.xml.rels" ContentType="application/vnd.openxmlformats-package.relationships+xml"/>
  <Override PartName="/ppt/slideLayouts/_rels/slideLayout173.xml.rels" ContentType="application/vnd.openxmlformats-package.relationships+xml"/>
  <Override PartName="/ppt/slideLayouts/_rels/slideLayout174.xml.rels" ContentType="application/vnd.openxmlformats-package.relationships+xml"/>
  <Override PartName="/ppt/slideLayouts/_rels/slideLayout175.xml.rels" ContentType="application/vnd.openxmlformats-package.relationships+xml"/>
  <Override PartName="/ppt/slideLayouts/_rels/slideLayout176.xml.rels" ContentType="application/vnd.openxmlformats-package.relationships+xml"/>
  <Override PartName="/ppt/slideLayouts/_rels/slideLayout177.xml.rels" ContentType="application/vnd.openxmlformats-package.relationships+xml"/>
  <Override PartName="/ppt/slideLayouts/_rels/slideLayout180.xml.rels" ContentType="application/vnd.openxmlformats-package.relationships+xml"/>
  <Override PartName="/ppt/slideLayouts/_rels/slideLayout181.xml.rels" ContentType="application/vnd.openxmlformats-package.relationships+xml"/>
  <Override PartName="/ppt/slideLayouts/_rels/slideLayout182.xml.rels" ContentType="application/vnd.openxmlformats-package.relationships+xml"/>
  <Override PartName="/ppt/slideLayouts/_rels/slideLayout183.xml.rels" ContentType="application/vnd.openxmlformats-package.relationships+xml"/>
  <Override PartName="/ppt/slideLayouts/_rels/slideLayout184.xml.rels" ContentType="application/vnd.openxmlformats-package.relationships+xml"/>
  <Override PartName="/ppt/slideLayouts/_rels/slideLayout185.xml.rels" ContentType="application/vnd.openxmlformats-package.relationships+xml"/>
  <Override PartName="/ppt/slideLayouts/_rels/slideLayout186.xml.rels" ContentType="application/vnd.openxmlformats-package.relationships+xml"/>
  <Override PartName="/ppt/slideLayouts/_rels/slideLayout187.xml.rels" ContentType="application/vnd.openxmlformats-package.relationships+xml"/>
  <Override PartName="/ppt/slideLayouts/_rels/slideLayout188.xml.rels" ContentType="application/vnd.openxmlformats-package.relationships+xml"/>
  <Override PartName="/ppt/slideLayouts/_rels/slideLayout189.xml.rels" ContentType="application/vnd.openxmlformats-package.relationships+xml"/>
  <Override PartName="/ppt/slideLayouts/_rels/slideLayout190.xml.rels" ContentType="application/vnd.openxmlformats-package.relationships+xml"/>
  <Override PartName="/ppt/slideLayouts/_rels/slideLayout191.xml.rels" ContentType="application/vnd.openxmlformats-package.relationships+xml"/>
  <Override PartName="/ppt/slideLayouts/_rels/slideLayout192.xml.rels" ContentType="application/vnd.openxmlformats-package.relationships+xml"/>
  <Override PartName="/ppt/slideLayouts/_rels/slideLayout193.xml.rels" ContentType="application/vnd.openxmlformats-package.relationships+xml"/>
  <Override PartName="/ppt/slideLayouts/_rels/slideLayout194.xml.rels" ContentType="application/vnd.openxmlformats-package.relationships+xml"/>
  <Override PartName="/ppt/slideLayouts/_rels/slideLayout195.xml.rels" ContentType="application/vnd.openxmlformats-package.relationships+xml"/>
  <Override PartName="/ppt/slideLayouts/_rels/slideLayout196.xml.rels" ContentType="application/vnd.openxmlformats-package.relationships+xml"/>
  <Override PartName="/ppt/slideLayouts/_rels/slideLayout197.xml.rels" ContentType="application/vnd.openxmlformats-package.relationships+xml"/>
  <Override PartName="/ppt/slideLayouts/_rels/slideLayout198.xml.rels" ContentType="application/vnd.openxmlformats-package.relationships+xml"/>
  <Override PartName="/ppt/slideLayouts/_rels/slideLayout199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  <p:sldMasterId id="2147483752" r:id="rId10"/>
    <p:sldMasterId id="2147483765" r:id="rId11"/>
    <p:sldMasterId id="2147483778" r:id="rId12"/>
    <p:sldMasterId id="2147483791" r:id="rId13"/>
    <p:sldMasterId id="2147483804" r:id="rId14"/>
    <p:sldMasterId id="2147483817" r:id="rId15"/>
    <p:sldMasterId id="2147483830" r:id="rId16"/>
    <p:sldMasterId id="2147483843" r:id="rId17"/>
    <p:sldMasterId id="2147483856" r:id="rId18"/>
  </p:sld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  <p:sldId id="274" r:id="rId37"/>
    <p:sldId id="275" r:id="rId38"/>
    <p:sldId id="276" r:id="rId39"/>
    <p:sldId id="277" r:id="rId40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slide" Target="slides/slide19.xml"/><Relationship Id="rId38" Type="http://schemas.openxmlformats.org/officeDocument/2006/relationships/slide" Target="slides/slide20.xml"/><Relationship Id="rId39" Type="http://schemas.openxmlformats.org/officeDocument/2006/relationships/slide" Target="slides/slide21.xml"/><Relationship Id="rId40" Type="http://schemas.openxmlformats.org/officeDocument/2006/relationships/slide" Target="slides/slide22.xml"/><Relationship Id="rId4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91EF32E-0BB6-40EA-95B8-A26EA12DDBB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D51C5B3-9D35-4792-94F8-8AC6DE14584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A6083AB-305A-4197-A0EB-3E163BA1F96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6E0D69E-084E-4D48-82F4-C6EC4FF5FCC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6B608AD-D270-4473-B77F-9CF45395EC2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ADB5A7E-E0D5-4FE0-9840-E65019D455C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A9197D1-5E01-4AFB-B96F-F959CC839DA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6840AAB-40C0-4E52-8BB1-F8ADBE62138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1A970AE-DA4A-4A3A-9DCE-F6E17945F18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D7ACBF0-ACF9-462C-9AD8-5278F046521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440BD92-AA89-4DCE-9A63-DC8E3E36F16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B1E1F31-AB28-4D9F-BF7C-F0AB50D8D6F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1A38FFB-2555-4D81-B117-2690D500885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21CA5AF-C1BF-498A-B3F6-C128C71820D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64145E9-FDC5-409C-B2A6-FDBE104D950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3DF54C1-288B-4775-994C-93DE786095B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E26A864-0215-4778-971C-13747F16FBD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628F0A6-A86D-4515-B3DE-DA05B47A6D2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6B620E5-4A16-4752-8889-C5E95D08971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213FFA7-A428-4F20-BFA8-5C445549534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F02F676-516D-4B58-A460-BC450D82BAF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20DCCFE-D6C8-4F28-90A7-2AE2E2CC2B7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79CF42E-A40A-465B-B4EB-979A7C59323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0209488-68E1-4903-812B-112971BE9AD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A8DDAD3-4B02-4E0C-A2F1-1239DEE4E59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40A5EE0-0DBC-49BF-BFDB-C5B55E85758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7C3F061-8D07-4857-A690-68FC9A278CD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97EEE7F-1445-44FA-B0FF-18E73236E8B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67D249C-1000-429D-BCD9-1A71EA89445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25E23E0-CFA2-461C-91C1-10461FE2D63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84B10CE-920C-42BB-B295-5F68BF3A071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B00ED3A-766F-485D-B649-C373D5A5BD1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BB2344C-8D21-4E86-91AE-E73631352C2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BA11289-7FCD-4CCF-9BF8-B1B09DC0B5C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7CFD1FF-8525-4521-B352-7731400B295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CA454E1-3F99-40B3-B93A-0EDFBBB786F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3AFEB32-6EEA-4200-9944-53E0802EE91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95E641C-FC95-4CDB-9495-1B58742E3D2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786555B-FDD3-4AE5-8740-763E1C6DFCB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28406C5-0AA9-4013-A89E-98A6DD0E8F7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803BD63-3DA4-4D8C-BA22-A948A26B929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20785CB-CD3F-4E7A-8486-557458EF0EA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B133537-89F5-4356-96AA-3C6BFBB0F1F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92DB2A8-31BC-4C0E-96D6-A17FEC3C078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F0C29A6-DF70-48FE-86DE-E86833BB529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02D3FF5-F107-4F9E-8EC6-232DE506ED9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FC3E9DA-ADFF-4CFD-B327-CF6E0A368AC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60C68BB-6354-4680-87B7-A24D974977F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5BAE4A5-CE99-4462-8F8A-28E6E4876E6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8AC346B-C1FD-421A-9647-8A3A4818463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7707237-A9D2-4CA1-B7B8-67A5369C866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CDAF343-85CF-4568-A509-046CA793DE7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DA15F16-90B2-4465-9D91-9A35335C467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62EBCD5-4EE3-4B76-88D1-550F9D16E43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D6BB79A-8C92-4ABB-8320-5B07BDC6970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244290E-2D28-421D-8248-7672A819285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8462EFF-D4EA-4BEF-AB96-75C451542CB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A169E91-FC64-4867-83C1-51EEC74C1B0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E212F36-1CD5-435A-9CA6-5F962ED2061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C7A8486-1936-41A2-8443-46C9C2F7412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4E93696-DE29-4B9B-A0CA-B4C5F84A895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F8CAFD47-A0BA-4CC4-850E-76AA3A15E13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9B4110C5-26C3-4236-A4D5-D54D64F554D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531C5FFC-8304-4A50-A320-30753D84718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801085E-25EC-468B-AD63-22A62B594D6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5E183EE1-3E97-41A4-9633-C692DAE2EA9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91C18246-7744-402D-838F-200FDEDA467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895C983-7BA6-4B0E-ABAC-5F1BD6FE534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1174D926-1241-4C02-B4E8-F1873CA62BE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97ED1BEA-3F70-4BC5-B55B-73301DC1762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8CD9480-A678-4A35-918E-C1A1E5FE920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9A57BC93-3DC5-4AB6-BF00-2B6D1CDE4AE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529C8BB-E5BF-42C5-A235-D328C104468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22C98F2-35BB-4ACF-B82E-6CF6B39E267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6860AF5-45A3-4337-8200-804D97B10B0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47BA74E8-75C7-4026-9CEF-154BE1CC2DB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134FBE0-5D00-46FB-B252-EEF6AF4C969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31DEAA20-A5D9-4B9D-9B8B-D60BAF7ED38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613E307-F179-4CBE-BB2C-8CCE832D1DE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F03F092-25A6-4751-AE7F-5DA989AC86C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696BDA9-4C2F-43BB-93F8-679F64106C9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88A3EF32-E491-4B8E-B683-21B41C43E98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CE3DB98-1623-48DE-8F0C-A74A08343E9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67A9224-40BD-4A6D-9BE5-10D240F2C4F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7C87EB9A-DD8B-4C75-AC30-72C64564FC7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26DC9C12-FC09-466E-8ECA-A37594AB3B4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4F8BCD7B-50B2-40FC-BE72-0A81C769F76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C6B2C64F-343F-4BD4-A3D6-425992D1952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3266EB58-7B18-498A-9DA2-5B528F8598F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57A6285F-65AF-4ED9-8026-E71CDDC3F9E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C9A51F2D-0750-4971-A060-570DEA48E27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1E2D6FB7-1425-420E-8317-3BF28CB4D07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E1EA9CF2-DFE3-4172-91C2-805880D0133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50BD5E27-7E13-4FB9-A775-849E52ED44E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B87C3EC2-087F-4B89-8602-D31F37D3B4B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E209E69A-2C01-431A-B8E2-B06EF8D74AC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B7B5949A-E30E-4393-A174-643C885E16C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8B161DD5-549F-44F8-95AB-AC73C15C0DE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C4FF36AE-8823-44AE-AE38-7D899948484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32972A60-D049-4409-B7A4-182757147B2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817BCB60-93F3-4EB9-8D4A-323F4E9720B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30DAC9AF-95BF-4C4A-941D-B5591A8CE3F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E039C29B-7AEB-4A7A-96A7-A0290EA79B7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DB7530A5-2944-45C4-BAC6-C23B7EE8915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A955361B-E76F-456A-9D81-9209B510853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0F7763E3-4566-4918-BDFD-694AB8433FD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26B65B22-5CBC-4603-9509-4B6D49CD3F0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B8BCE3CF-E2E8-432A-9C24-9F4EF8CE43B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87171595-F17C-42F5-B250-B407964B528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489FDC33-92F6-4FAD-8BD4-3A8E9CCBA54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60D5AFC0-E7DE-4689-BEB3-72EBAB1646C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4B65C661-80DF-4D4C-83B3-F867AA6C2F5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A8DCEFB7-9966-4757-9E52-C9B5F7B5A72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29B0A2C6-FED4-4D80-9F9B-2C7519A326E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D9387252-FD7F-403F-9788-4D9C2717844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95DE04AF-7C16-4BA6-8D7A-3530607BC05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788F4F0F-6CC4-4E28-8E09-341CFABDE5F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2DA09D12-565F-4AFF-A398-2ADFD99F63D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ED94D244-22BE-4E07-A1C9-1A85FB943AA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56E8B771-CB86-4DCF-935C-7CE3FA8F0C9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D25C73E1-B1C8-4294-A48D-6E896825DAE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144A9E0B-81F4-4E8D-89A6-DAD476A8AE8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D297C5B3-9698-4508-9374-C53CAB97494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19D8594E-8F5C-4BAB-99A2-B47B1FC3453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CA916DF1-83A8-4732-B3FD-B4A834EBAC9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A6D405F9-D4E0-43AD-922E-E2ABFCEAE6B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ADE4E550-0766-4DDE-AB52-EE9F712A8E0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5EE2EE19-36E3-4202-B58D-93B55D1A465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938D48A2-E125-4D5D-B9B6-811F89A8E01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DBC7F594-D8B7-40EA-A144-E2A30D29949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F95E31EB-0542-45CA-A184-CB578490F89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2EE6260B-561B-4CE6-BE37-F79CF6D1C3C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9CE5185E-9A17-4872-8B52-9EEBE7F8885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9236BA51-2571-4594-A455-3F27BDCE8B6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55CDE044-93AB-4A66-9A7D-FA3868A62B0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A85B66F5-8811-4265-B4ED-DBB6FBB80BE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17CD5261-D6E8-4ADD-90B4-E30616B6033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C6FBCEC1-EA75-4CDB-AB7E-E86C34B05B8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CF108412-16A6-4BA3-91BB-DA4D4533318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F482FFB1-1879-49AB-BE00-87729892DAE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A556A4F5-C0E8-41BA-8E40-1FA004C95E0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572E2181-A93E-4F6A-BC98-AA252D2E3E1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03DC7754-51FD-498B-A8D0-626B2674AD7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CDB917FD-5CC5-495D-B4A4-28C6C97D325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063FD034-4144-41EC-92A3-5E58E970845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673F656C-CE74-4E89-8FA0-1EC6BE022DB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34A85BA8-796C-4D92-82C0-3836C5E4B61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A79F666A-87DF-40BF-8BFB-583AAE96649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8CC0CB53-F389-46AD-989D-9A80BEC7EC8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F3DA75BD-F19F-4AD6-A2FE-04A1708BA26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4B116C95-0861-4D75-8E03-4A76368DA1F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8B209D16-7BF4-429E-90CA-1D881918CD9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1B7536CC-8EED-439E-A528-99DF78F5CA1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5CFC41E0-8394-490D-8570-71D8E09AA91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99D8DD34-BA4D-42B4-8DEE-81528DC5AD7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B8356B52-6D1E-4CB0-A637-3060BD04E84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CCDED566-07CB-47C4-B085-FE89E432948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4F768F49-8F12-4D60-82FA-05E4EAC60ED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3D59CC87-2269-4A41-B62D-683C571CAA9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8496B8C4-A08D-4BAC-952F-A56A94C9A29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41803430-1203-487A-8277-F97F2399292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4C714E94-4A86-419E-A408-FF026F89D04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48B85464-E7FD-408B-B6FC-51DE636AFB0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49D1B2BE-716E-47C1-B49D-72DD157B0B3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A066B6E0-12D1-4012-B570-D77C9D6EB98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4955B8E7-5A25-4E8E-9443-18BDFF8083C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B77AF103-F5E6-4B4A-99FA-3B88C1AE5EA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88CDF9E1-77B3-48D2-BC20-692AF26E3D8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0E42B9DC-B19C-435A-B9E6-A281201E34A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ABA60024-1290-4846-B9A7-BDEDA766F83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E6CD9392-5B37-445B-AAB3-3E2A125F593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D2E79FD9-BD06-4BB9-9F3B-CB52A0A7C05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76626B33-E795-47C5-A109-70B360FB028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062858E6-DC60-4115-B8F6-50C92675EE4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F976912E-4016-4FCF-9811-F3BBA0E6568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83EFE903-B1CD-48BC-B48A-EF692D62200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DF46DBE8-CD20-4A75-9D2A-F0774693462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E738F64A-B69A-48E3-AED9-47E33C05BB7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B5361325-B632-4141-8E50-650AA28C70A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8A539981-9618-4FFD-99E7-A5770A0C851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8644E15C-C59F-4D3C-BD7C-776B9921EBC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C77FBDB0-19F2-4379-A808-D9D4D2AD078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02C232DD-5F38-410C-A339-8209F78571F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22AD0124-6B5C-413C-8F18-E246175BA3F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4E6F2C5F-FDFC-4B0E-A127-F8072C9BE9B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82BC6945-0BE6-43DB-8FC7-41C43E6937C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A72271B6-4D20-4C04-BC95-25ADAA5395E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DD68CE3D-6B71-441D-A0CB-919FBBA63C8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283DBE5D-28FB-4C8F-A173-89397503489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B3122F7D-3455-4961-9E4F-84622BCE620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CF0CA295-F5E7-4B62-87F5-2A05EDBAE11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7E179BBB-C224-4CF2-ACCD-E26AAFACE60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6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7.xml"/><Relationship Id="rId3" Type="http://schemas.openxmlformats.org/officeDocument/2006/relationships/slideLayout" Target="../slideLayouts/slideLayout98.xml"/><Relationship Id="rId4" Type="http://schemas.openxmlformats.org/officeDocument/2006/relationships/slideLayout" Target="../slideLayouts/slideLayout99.xml"/><Relationship Id="rId5" Type="http://schemas.openxmlformats.org/officeDocument/2006/relationships/slideLayout" Target="../slideLayouts/slideLayout100.xml"/><Relationship Id="rId6" Type="http://schemas.openxmlformats.org/officeDocument/2006/relationships/slideLayout" Target="../slideLayouts/slideLayout101.xml"/><Relationship Id="rId7" Type="http://schemas.openxmlformats.org/officeDocument/2006/relationships/slideLayout" Target="../slideLayouts/slideLayout102.xml"/><Relationship Id="rId8" Type="http://schemas.openxmlformats.org/officeDocument/2006/relationships/slideLayout" Target="../slideLayouts/slideLayout103.xml"/><Relationship Id="rId9" Type="http://schemas.openxmlformats.org/officeDocument/2006/relationships/slideLayout" Target="../slideLayouts/slideLayout104.xml"/><Relationship Id="rId10" Type="http://schemas.openxmlformats.org/officeDocument/2006/relationships/slideLayout" Target="../slideLayouts/slideLayout105.xml"/><Relationship Id="rId11" Type="http://schemas.openxmlformats.org/officeDocument/2006/relationships/slideLayout" Target="../slideLayouts/slideLayout106.xml"/><Relationship Id="rId12" Type="http://schemas.openxmlformats.org/officeDocument/2006/relationships/slideLayout" Target="../slideLayouts/slideLayout107.xml"/><Relationship Id="rId13" Type="http://schemas.openxmlformats.org/officeDocument/2006/relationships/slideLayout" Target="../slideLayouts/slideLayout108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9.xml"/><Relationship Id="rId3" Type="http://schemas.openxmlformats.org/officeDocument/2006/relationships/slideLayout" Target="../slideLayouts/slideLayout110.xml"/><Relationship Id="rId4" Type="http://schemas.openxmlformats.org/officeDocument/2006/relationships/slideLayout" Target="../slideLayouts/slideLayout111.xml"/><Relationship Id="rId5" Type="http://schemas.openxmlformats.org/officeDocument/2006/relationships/slideLayout" Target="../slideLayouts/slideLayout112.xml"/><Relationship Id="rId6" Type="http://schemas.openxmlformats.org/officeDocument/2006/relationships/slideLayout" Target="../slideLayouts/slideLayout113.xml"/><Relationship Id="rId7" Type="http://schemas.openxmlformats.org/officeDocument/2006/relationships/slideLayout" Target="../slideLayouts/slideLayout114.xml"/><Relationship Id="rId8" Type="http://schemas.openxmlformats.org/officeDocument/2006/relationships/slideLayout" Target="../slideLayouts/slideLayout115.xml"/><Relationship Id="rId9" Type="http://schemas.openxmlformats.org/officeDocument/2006/relationships/slideLayout" Target="../slideLayouts/slideLayout116.xml"/><Relationship Id="rId10" Type="http://schemas.openxmlformats.org/officeDocument/2006/relationships/slideLayout" Target="../slideLayouts/slideLayout117.xml"/><Relationship Id="rId11" Type="http://schemas.openxmlformats.org/officeDocument/2006/relationships/slideLayout" Target="../slideLayouts/slideLayout118.xml"/><Relationship Id="rId12" Type="http://schemas.openxmlformats.org/officeDocument/2006/relationships/slideLayout" Target="../slideLayouts/slideLayout119.xml"/><Relationship Id="rId13" Type="http://schemas.openxmlformats.org/officeDocument/2006/relationships/slideLayout" Target="../slideLayouts/slideLayout12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21.xml"/><Relationship Id="rId3" Type="http://schemas.openxmlformats.org/officeDocument/2006/relationships/slideLayout" Target="../slideLayouts/slideLayout122.xml"/><Relationship Id="rId4" Type="http://schemas.openxmlformats.org/officeDocument/2006/relationships/slideLayout" Target="../slideLayouts/slideLayout123.xml"/><Relationship Id="rId5" Type="http://schemas.openxmlformats.org/officeDocument/2006/relationships/slideLayout" Target="../slideLayouts/slideLayout124.xml"/><Relationship Id="rId6" Type="http://schemas.openxmlformats.org/officeDocument/2006/relationships/slideLayout" Target="../slideLayouts/slideLayout125.xml"/><Relationship Id="rId7" Type="http://schemas.openxmlformats.org/officeDocument/2006/relationships/slideLayout" Target="../slideLayouts/slideLayout126.xml"/><Relationship Id="rId8" Type="http://schemas.openxmlformats.org/officeDocument/2006/relationships/slideLayout" Target="../slideLayouts/slideLayout127.xml"/><Relationship Id="rId9" Type="http://schemas.openxmlformats.org/officeDocument/2006/relationships/slideLayout" Target="../slideLayouts/slideLayout128.xml"/><Relationship Id="rId10" Type="http://schemas.openxmlformats.org/officeDocument/2006/relationships/slideLayout" Target="../slideLayouts/slideLayout129.xml"/><Relationship Id="rId11" Type="http://schemas.openxmlformats.org/officeDocument/2006/relationships/slideLayout" Target="../slideLayouts/slideLayout130.xml"/><Relationship Id="rId12" Type="http://schemas.openxmlformats.org/officeDocument/2006/relationships/slideLayout" Target="../slideLayouts/slideLayout131.xml"/><Relationship Id="rId13" Type="http://schemas.openxmlformats.org/officeDocument/2006/relationships/slideLayout" Target="../slideLayouts/slideLayout132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33.xml"/><Relationship Id="rId3" Type="http://schemas.openxmlformats.org/officeDocument/2006/relationships/slideLayout" Target="../slideLayouts/slideLayout134.xml"/><Relationship Id="rId4" Type="http://schemas.openxmlformats.org/officeDocument/2006/relationships/slideLayout" Target="../slideLayouts/slideLayout135.xml"/><Relationship Id="rId5" Type="http://schemas.openxmlformats.org/officeDocument/2006/relationships/slideLayout" Target="../slideLayouts/slideLayout136.xml"/><Relationship Id="rId6" Type="http://schemas.openxmlformats.org/officeDocument/2006/relationships/slideLayout" Target="../slideLayouts/slideLayout137.xml"/><Relationship Id="rId7" Type="http://schemas.openxmlformats.org/officeDocument/2006/relationships/slideLayout" Target="../slideLayouts/slideLayout138.xml"/><Relationship Id="rId8" Type="http://schemas.openxmlformats.org/officeDocument/2006/relationships/slideLayout" Target="../slideLayouts/slideLayout139.xml"/><Relationship Id="rId9" Type="http://schemas.openxmlformats.org/officeDocument/2006/relationships/slideLayout" Target="../slideLayouts/slideLayout140.xml"/><Relationship Id="rId10" Type="http://schemas.openxmlformats.org/officeDocument/2006/relationships/slideLayout" Target="../slideLayouts/slideLayout141.xml"/><Relationship Id="rId11" Type="http://schemas.openxmlformats.org/officeDocument/2006/relationships/slideLayout" Target="../slideLayouts/slideLayout142.xml"/><Relationship Id="rId12" Type="http://schemas.openxmlformats.org/officeDocument/2006/relationships/slideLayout" Target="../slideLayouts/slideLayout143.xml"/><Relationship Id="rId13" Type="http://schemas.openxmlformats.org/officeDocument/2006/relationships/slideLayout" Target="../slideLayouts/slideLayout144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45.xml"/><Relationship Id="rId3" Type="http://schemas.openxmlformats.org/officeDocument/2006/relationships/slideLayout" Target="../slideLayouts/slideLayout146.xml"/><Relationship Id="rId4" Type="http://schemas.openxmlformats.org/officeDocument/2006/relationships/slideLayout" Target="../slideLayouts/slideLayout147.xml"/><Relationship Id="rId5" Type="http://schemas.openxmlformats.org/officeDocument/2006/relationships/slideLayout" Target="../slideLayouts/slideLayout148.xml"/><Relationship Id="rId6" Type="http://schemas.openxmlformats.org/officeDocument/2006/relationships/slideLayout" Target="../slideLayouts/slideLayout149.xml"/><Relationship Id="rId7" Type="http://schemas.openxmlformats.org/officeDocument/2006/relationships/slideLayout" Target="../slideLayouts/slideLayout150.xml"/><Relationship Id="rId8" Type="http://schemas.openxmlformats.org/officeDocument/2006/relationships/slideLayout" Target="../slideLayouts/slideLayout151.xml"/><Relationship Id="rId9" Type="http://schemas.openxmlformats.org/officeDocument/2006/relationships/slideLayout" Target="../slideLayouts/slideLayout152.xml"/><Relationship Id="rId10" Type="http://schemas.openxmlformats.org/officeDocument/2006/relationships/slideLayout" Target="../slideLayouts/slideLayout153.xml"/><Relationship Id="rId11" Type="http://schemas.openxmlformats.org/officeDocument/2006/relationships/slideLayout" Target="../slideLayouts/slideLayout154.xml"/><Relationship Id="rId12" Type="http://schemas.openxmlformats.org/officeDocument/2006/relationships/slideLayout" Target="../slideLayouts/slideLayout155.xml"/><Relationship Id="rId13" Type="http://schemas.openxmlformats.org/officeDocument/2006/relationships/slideLayout" Target="../slideLayouts/slideLayout156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57.xml"/><Relationship Id="rId3" Type="http://schemas.openxmlformats.org/officeDocument/2006/relationships/slideLayout" Target="../slideLayouts/slideLayout158.xml"/><Relationship Id="rId4" Type="http://schemas.openxmlformats.org/officeDocument/2006/relationships/slideLayout" Target="../slideLayouts/slideLayout159.xml"/><Relationship Id="rId5" Type="http://schemas.openxmlformats.org/officeDocument/2006/relationships/slideLayout" Target="../slideLayouts/slideLayout160.xml"/><Relationship Id="rId6" Type="http://schemas.openxmlformats.org/officeDocument/2006/relationships/slideLayout" Target="../slideLayouts/slideLayout161.xml"/><Relationship Id="rId7" Type="http://schemas.openxmlformats.org/officeDocument/2006/relationships/slideLayout" Target="../slideLayouts/slideLayout162.xml"/><Relationship Id="rId8" Type="http://schemas.openxmlformats.org/officeDocument/2006/relationships/slideLayout" Target="../slideLayouts/slideLayout163.xml"/><Relationship Id="rId9" Type="http://schemas.openxmlformats.org/officeDocument/2006/relationships/slideLayout" Target="../slideLayouts/slideLayout164.xml"/><Relationship Id="rId10" Type="http://schemas.openxmlformats.org/officeDocument/2006/relationships/slideLayout" Target="../slideLayouts/slideLayout165.xml"/><Relationship Id="rId11" Type="http://schemas.openxmlformats.org/officeDocument/2006/relationships/slideLayout" Target="../slideLayouts/slideLayout166.xml"/><Relationship Id="rId12" Type="http://schemas.openxmlformats.org/officeDocument/2006/relationships/slideLayout" Target="../slideLayouts/slideLayout167.xml"/><Relationship Id="rId13" Type="http://schemas.openxmlformats.org/officeDocument/2006/relationships/slideLayout" Target="../slideLayouts/slideLayout168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slideLayout" Target="../slideLayouts/slideLayout169.xml"/><Relationship Id="rId3" Type="http://schemas.openxmlformats.org/officeDocument/2006/relationships/slideLayout" Target="../slideLayouts/slideLayout170.xml"/><Relationship Id="rId4" Type="http://schemas.openxmlformats.org/officeDocument/2006/relationships/slideLayout" Target="../slideLayouts/slideLayout171.xml"/><Relationship Id="rId5" Type="http://schemas.openxmlformats.org/officeDocument/2006/relationships/slideLayout" Target="../slideLayouts/slideLayout172.xml"/><Relationship Id="rId6" Type="http://schemas.openxmlformats.org/officeDocument/2006/relationships/slideLayout" Target="../slideLayouts/slideLayout173.xml"/><Relationship Id="rId7" Type="http://schemas.openxmlformats.org/officeDocument/2006/relationships/slideLayout" Target="../slideLayouts/slideLayout174.xml"/><Relationship Id="rId8" Type="http://schemas.openxmlformats.org/officeDocument/2006/relationships/slideLayout" Target="../slideLayouts/slideLayout175.xml"/><Relationship Id="rId9" Type="http://schemas.openxmlformats.org/officeDocument/2006/relationships/slideLayout" Target="../slideLayouts/slideLayout176.xml"/><Relationship Id="rId10" Type="http://schemas.openxmlformats.org/officeDocument/2006/relationships/slideLayout" Target="../slideLayouts/slideLayout177.xml"/><Relationship Id="rId11" Type="http://schemas.openxmlformats.org/officeDocument/2006/relationships/slideLayout" Target="../slideLayouts/slideLayout178.xml"/><Relationship Id="rId12" Type="http://schemas.openxmlformats.org/officeDocument/2006/relationships/slideLayout" Target="../slideLayouts/slideLayout179.xml"/><Relationship Id="rId13" Type="http://schemas.openxmlformats.org/officeDocument/2006/relationships/slideLayout" Target="../slideLayouts/slideLayout180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slideLayout" Target="../slideLayouts/slideLayout181.xml"/><Relationship Id="rId3" Type="http://schemas.openxmlformats.org/officeDocument/2006/relationships/slideLayout" Target="../slideLayouts/slideLayout182.xml"/><Relationship Id="rId4" Type="http://schemas.openxmlformats.org/officeDocument/2006/relationships/slideLayout" Target="../slideLayouts/slideLayout183.xml"/><Relationship Id="rId5" Type="http://schemas.openxmlformats.org/officeDocument/2006/relationships/slideLayout" Target="../slideLayouts/slideLayout184.xml"/><Relationship Id="rId6" Type="http://schemas.openxmlformats.org/officeDocument/2006/relationships/slideLayout" Target="../slideLayouts/slideLayout185.xml"/><Relationship Id="rId7" Type="http://schemas.openxmlformats.org/officeDocument/2006/relationships/slideLayout" Target="../slideLayouts/slideLayout186.xml"/><Relationship Id="rId8" Type="http://schemas.openxmlformats.org/officeDocument/2006/relationships/slideLayout" Target="../slideLayouts/slideLayout187.xml"/><Relationship Id="rId9" Type="http://schemas.openxmlformats.org/officeDocument/2006/relationships/slideLayout" Target="../slideLayouts/slideLayout188.xml"/><Relationship Id="rId10" Type="http://schemas.openxmlformats.org/officeDocument/2006/relationships/slideLayout" Target="../slideLayouts/slideLayout189.xml"/><Relationship Id="rId11" Type="http://schemas.openxmlformats.org/officeDocument/2006/relationships/slideLayout" Target="../slideLayouts/slideLayout190.xml"/><Relationship Id="rId12" Type="http://schemas.openxmlformats.org/officeDocument/2006/relationships/slideLayout" Target="../slideLayouts/slideLayout191.xml"/><Relationship Id="rId13" Type="http://schemas.openxmlformats.org/officeDocument/2006/relationships/slideLayout" Target="../slideLayouts/slideLayout192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93.xml"/><Relationship Id="rId3" Type="http://schemas.openxmlformats.org/officeDocument/2006/relationships/slideLayout" Target="../slideLayouts/slideLayout194.xml"/><Relationship Id="rId4" Type="http://schemas.openxmlformats.org/officeDocument/2006/relationships/slideLayout" Target="../slideLayouts/slideLayout195.xml"/><Relationship Id="rId5" Type="http://schemas.openxmlformats.org/officeDocument/2006/relationships/slideLayout" Target="../slideLayouts/slideLayout196.xml"/><Relationship Id="rId6" Type="http://schemas.openxmlformats.org/officeDocument/2006/relationships/slideLayout" Target="../slideLayouts/slideLayout197.xml"/><Relationship Id="rId7" Type="http://schemas.openxmlformats.org/officeDocument/2006/relationships/slideLayout" Target="../slideLayouts/slideLayout198.xml"/><Relationship Id="rId8" Type="http://schemas.openxmlformats.org/officeDocument/2006/relationships/slideLayout" Target="../slideLayouts/slideLayout199.xml"/><Relationship Id="rId9" Type="http://schemas.openxmlformats.org/officeDocument/2006/relationships/slideLayout" Target="../slideLayouts/slideLayout200.xml"/><Relationship Id="rId10" Type="http://schemas.openxmlformats.org/officeDocument/2006/relationships/slideLayout" Target="../slideLayouts/slideLayout201.xml"/><Relationship Id="rId11" Type="http://schemas.openxmlformats.org/officeDocument/2006/relationships/slideLayout" Target="../slideLayouts/slideLayout202.xml"/><Relationship Id="rId12" Type="http://schemas.openxmlformats.org/officeDocument/2006/relationships/slideLayout" Target="../slideLayouts/slideLayout203.xml"/><Relationship Id="rId13" Type="http://schemas.openxmlformats.org/officeDocument/2006/relationships/slideLayout" Target="../slideLayouts/slideLayout20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6840" cy="356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C791B92-D3B9-455B-A069-C2A3E6B1B6C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0AA315C-69B7-4F7A-B962-A93AFA4CBBFF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7BDA23F-88CB-4A7C-B74F-FB163F55A60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4334B77-49E6-4D95-80AD-BF96AF0B5CF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1D5C7CC-8118-4C35-B523-1D6D5862570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4B98BA1-4CF2-43C7-BE60-C704633CB49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B800057-E094-4715-9430-DB60D8AFB8E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PlaceHolder 2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80F75BC-5105-4EB5-B850-C3D6BFA5922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53" r:id="rId2"/>
    <p:sldLayoutId id="2147483754" r:id="rId3"/>
    <p:sldLayoutId id="2147483755" r:id="rId4"/>
    <p:sldLayoutId id="2147483756" r:id="rId5"/>
    <p:sldLayoutId id="2147483757" r:id="rId6"/>
    <p:sldLayoutId id="2147483758" r:id="rId7"/>
    <p:sldLayoutId id="2147483759" r:id="rId8"/>
    <p:sldLayoutId id="2147483760" r:id="rId9"/>
    <p:sldLayoutId id="2147483761" r:id="rId10"/>
    <p:sldLayoutId id="2147483762" r:id="rId11"/>
    <p:sldLayoutId id="2147483763" r:id="rId12"/>
    <p:sldLayoutId id="2147483764" r:id="rId1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E6EB696-F474-42AE-B818-939445CB00CF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9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66" r:id="rId2"/>
    <p:sldLayoutId id="2147483767" r:id="rId3"/>
    <p:sldLayoutId id="2147483768" r:id="rId4"/>
    <p:sldLayoutId id="2147483769" r:id="rId5"/>
    <p:sldLayoutId id="2147483770" r:id="rId6"/>
    <p:sldLayoutId id="2147483771" r:id="rId7"/>
    <p:sldLayoutId id="2147483772" r:id="rId8"/>
    <p:sldLayoutId id="2147483773" r:id="rId9"/>
    <p:sldLayoutId id="2147483774" r:id="rId10"/>
    <p:sldLayoutId id="2147483775" r:id="rId11"/>
    <p:sldLayoutId id="2147483776" r:id="rId12"/>
    <p:sldLayoutId id="2147483777" r:id="rId1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AA81429-AF78-4420-A24C-C22505026C9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79" r:id="rId2"/>
    <p:sldLayoutId id="2147483780" r:id="rId3"/>
    <p:sldLayoutId id="2147483781" r:id="rId4"/>
    <p:sldLayoutId id="2147483782" r:id="rId5"/>
    <p:sldLayoutId id="2147483783" r:id="rId6"/>
    <p:sldLayoutId id="2147483784" r:id="rId7"/>
    <p:sldLayoutId id="2147483785" r:id="rId8"/>
    <p:sldLayoutId id="2147483786" r:id="rId9"/>
    <p:sldLayoutId id="2147483787" r:id="rId10"/>
    <p:sldLayoutId id="2147483788" r:id="rId11"/>
    <p:sldLayoutId id="2147483789" r:id="rId12"/>
    <p:sldLayoutId id="2147483790" r:id="rId13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9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80E161A-CFB0-43DC-AC83-E8279A7CC27F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0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1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92" r:id="rId2"/>
    <p:sldLayoutId id="2147483793" r:id="rId3"/>
    <p:sldLayoutId id="2147483794" r:id="rId4"/>
    <p:sldLayoutId id="2147483795" r:id="rId5"/>
    <p:sldLayoutId id="2147483796" r:id="rId6"/>
    <p:sldLayoutId id="2147483797" r:id="rId7"/>
    <p:sldLayoutId id="2147483798" r:id="rId8"/>
    <p:sldLayoutId id="2147483799" r:id="rId9"/>
    <p:sldLayoutId id="2147483800" r:id="rId10"/>
    <p:sldLayoutId id="2147483801" r:id="rId11"/>
    <p:sldLayoutId id="2147483802" r:id="rId12"/>
    <p:sldLayoutId id="2147483803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/>
          <p:cNvSpPr>
            <a:spLocks noGrp="1"/>
          </p:cNvSpPr>
          <p:nvPr>
            <p:ph type="ftr" idx="34"/>
          </p:nvPr>
        </p:nvSpPr>
        <p:spPr>
          <a:xfrm>
            <a:off x="3124080" y="6356520"/>
            <a:ext cx="289224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0" name="PlaceHolder 2"/>
          <p:cNvSpPr>
            <a:spLocks noGrp="1"/>
          </p:cNvSpPr>
          <p:nvPr>
            <p:ph type="sldNum" idx="35"/>
          </p:nvPr>
        </p:nvSpPr>
        <p:spPr>
          <a:xfrm>
            <a:off x="655308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E9E23B4-11B3-4013-AF85-8C7D73B890F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1" name="PlaceHolder 3"/>
          <p:cNvSpPr>
            <a:spLocks noGrp="1"/>
          </p:cNvSpPr>
          <p:nvPr>
            <p:ph type="dt" idx="36"/>
          </p:nvPr>
        </p:nvSpPr>
        <p:spPr>
          <a:xfrm>
            <a:off x="45720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2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05" r:id="rId2"/>
    <p:sldLayoutId id="2147483806" r:id="rId3"/>
    <p:sldLayoutId id="2147483807" r:id="rId4"/>
    <p:sldLayoutId id="2147483808" r:id="rId5"/>
    <p:sldLayoutId id="2147483809" r:id="rId6"/>
    <p:sldLayoutId id="2147483810" r:id="rId7"/>
    <p:sldLayoutId id="2147483811" r:id="rId8"/>
    <p:sldLayoutId id="2147483812" r:id="rId9"/>
    <p:sldLayoutId id="2147483813" r:id="rId10"/>
    <p:sldLayoutId id="2147483814" r:id="rId11"/>
    <p:sldLayoutId id="2147483815" r:id="rId12"/>
    <p:sldLayoutId id="2147483816" r:id="rId13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PlaceHolder 1"/>
          <p:cNvSpPr>
            <a:spLocks noGrp="1"/>
          </p:cNvSpPr>
          <p:nvPr>
            <p:ph type="ftr" idx="37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1" name="PlaceHolder 2"/>
          <p:cNvSpPr>
            <a:spLocks noGrp="1"/>
          </p:cNvSpPr>
          <p:nvPr>
            <p:ph type="sldNum" idx="38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C610B54-13C6-4A85-9074-AF33FBB82B7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2" name="PlaceHolder 3"/>
          <p:cNvSpPr>
            <a:spLocks noGrp="1"/>
          </p:cNvSpPr>
          <p:nvPr>
            <p:ph type="dt" idx="39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  <p:sldLayoutId id="2147483828" r:id="rId12"/>
    <p:sldLayoutId id="2147483829" r:id="rId13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PlaceHolder 1"/>
          <p:cNvSpPr>
            <a:spLocks noGrp="1"/>
          </p:cNvSpPr>
          <p:nvPr>
            <p:ph type="ftr" idx="40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2" name="PlaceHolder 2"/>
          <p:cNvSpPr>
            <a:spLocks noGrp="1"/>
          </p:cNvSpPr>
          <p:nvPr>
            <p:ph type="sldNum" idx="41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BD2E382-BE4E-4FEF-97F4-22EBA748BC0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3" name="PlaceHolder 3"/>
          <p:cNvSpPr>
            <a:spLocks noGrp="1"/>
          </p:cNvSpPr>
          <p:nvPr>
            <p:ph type="dt" idx="42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31" r:id="rId2"/>
    <p:sldLayoutId id="2147483832" r:id="rId3"/>
    <p:sldLayoutId id="2147483833" r:id="rId4"/>
    <p:sldLayoutId id="2147483834" r:id="rId5"/>
    <p:sldLayoutId id="2147483835" r:id="rId6"/>
    <p:sldLayoutId id="2147483836" r:id="rId7"/>
    <p:sldLayoutId id="2147483837" r:id="rId8"/>
    <p:sldLayoutId id="2147483838" r:id="rId9"/>
    <p:sldLayoutId id="2147483839" r:id="rId10"/>
    <p:sldLayoutId id="2147483840" r:id="rId11"/>
    <p:sldLayoutId id="2147483841" r:id="rId12"/>
    <p:sldLayoutId id="2147483842" r:id="rId13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PlaceHolder 1"/>
          <p:cNvSpPr>
            <a:spLocks noGrp="1"/>
          </p:cNvSpPr>
          <p:nvPr>
            <p:ph type="ftr" idx="43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3" name="PlaceHolder 2"/>
          <p:cNvSpPr>
            <a:spLocks noGrp="1"/>
          </p:cNvSpPr>
          <p:nvPr>
            <p:ph type="sldNum" idx="44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56C078C-9487-466A-9E69-51CFBF5A216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4" name="PlaceHolder 3"/>
          <p:cNvSpPr>
            <a:spLocks noGrp="1"/>
          </p:cNvSpPr>
          <p:nvPr>
            <p:ph type="dt" idx="45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44" r:id="rId2"/>
    <p:sldLayoutId id="2147483845" r:id="rId3"/>
    <p:sldLayoutId id="2147483846" r:id="rId4"/>
    <p:sldLayoutId id="2147483847" r:id="rId5"/>
    <p:sldLayoutId id="2147483848" r:id="rId6"/>
    <p:sldLayoutId id="2147483849" r:id="rId7"/>
    <p:sldLayoutId id="2147483850" r:id="rId8"/>
    <p:sldLayoutId id="2147483851" r:id="rId9"/>
    <p:sldLayoutId id="2147483852" r:id="rId10"/>
    <p:sldLayoutId id="2147483853" r:id="rId11"/>
    <p:sldLayoutId id="2147483854" r:id="rId12"/>
    <p:sldLayoutId id="2147483855" r:id="rId13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PlaceHolder 1"/>
          <p:cNvSpPr>
            <a:spLocks noGrp="1"/>
          </p:cNvSpPr>
          <p:nvPr>
            <p:ph type="ftr" idx="46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2" name="PlaceHolder 2"/>
          <p:cNvSpPr>
            <a:spLocks noGrp="1"/>
          </p:cNvSpPr>
          <p:nvPr>
            <p:ph type="sldNum" idx="47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00DF49B-E763-4062-A355-FCC6F394556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3" name="PlaceHolder 3"/>
          <p:cNvSpPr>
            <a:spLocks noGrp="1"/>
          </p:cNvSpPr>
          <p:nvPr>
            <p:ph type="dt" idx="48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57" r:id="rId2"/>
    <p:sldLayoutId id="2147483858" r:id="rId3"/>
    <p:sldLayoutId id="2147483859" r:id="rId4"/>
    <p:sldLayoutId id="2147483860" r:id="rId5"/>
    <p:sldLayoutId id="2147483861" r:id="rId6"/>
    <p:sldLayoutId id="2147483862" r:id="rId7"/>
    <p:sldLayoutId id="2147483863" r:id="rId8"/>
    <p:sldLayoutId id="2147483864" r:id="rId9"/>
    <p:sldLayoutId id="2147483865" r:id="rId10"/>
    <p:sldLayoutId id="2147483866" r:id="rId11"/>
    <p:sldLayoutId id="2147483867" r:id="rId12"/>
    <p:sldLayoutId id="2147483868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45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7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57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Rectangle 32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ectangle 33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4" name="Rectangle 34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5" name="Rectangle 35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6" name="Rectangle 36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7" name="Rectangle 37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8" name="Rectangle 38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9" name="Rectangle 39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0" name="Rectangle 40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1" name="Rectangle 41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2" name="Rectangle 42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3" name="Rectangle 43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ectangle 44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5" name="Rectangle 45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6" name="Rectangle 46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ectangle 47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ounded Rectangle 8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9" name="TextBox 4"/>
          <p:cNvSpPr/>
          <p:nvPr/>
        </p:nvSpPr>
        <p:spPr>
          <a:xfrm>
            <a:off x="2913480" y="1005840"/>
            <a:ext cx="5144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TextBox 5"/>
          <p:cNvSpPr/>
          <p:nvPr/>
        </p:nvSpPr>
        <p:spPr>
          <a:xfrm>
            <a:off x="1237680" y="2057400"/>
            <a:ext cx="99684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Değişkenler, bir programda verileri saklamak için kullanılan isimlendirilmiş bellek konumlarıdır.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her değişken, hangi tür veriyi saklayabileceğini belirleyen belirli bir veri tipine sahip olmalıdır.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Rounded Rectangle 9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ounded Rectangle 10"/>
          <p:cNvSpPr/>
          <p:nvPr/>
        </p:nvSpPr>
        <p:spPr>
          <a:xfrm>
            <a:off x="914400" y="3108960"/>
            <a:ext cx="3283200" cy="328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değişken, veriyi saklamak için kullanılan isimlendirilmiş bir bellek konumudur.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Gerekliliği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Java'da her değişken belirli bir veri tipi ile tanımlanmalıdır.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Bellek Tahsisi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tipi, değişkenin hangi tür değeri tutacağını ve bellekte ne kadar yer kaplayacağını belirler.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Örnekleri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Örneğin, int tam sayıları saklar, double ondalık sayıları saklar ve String metin verilerini saklar.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Esnekliği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Değişkenler, programların çalışma sırasında veri saklamasına ve değiştirmesine olanak tanır.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3" name="Rounded Rectangle 11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ounded Rectangle 12"/>
          <p:cNvSpPr/>
          <p:nvPr/>
        </p:nvSpPr>
        <p:spPr>
          <a:xfrm>
            <a:off x="4434840" y="310896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Tanımla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(veri tipi + isim)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Değer 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Değişkeni Kullan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(yazdır / hesapla)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5" name="Rounded Rectangle 13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ounded Rectangle 14"/>
          <p:cNvSpPr/>
          <p:nvPr/>
        </p:nvSpPr>
        <p:spPr>
          <a:xfrm>
            <a:off x="7955280" y="3108960"/>
            <a:ext cx="3467160" cy="328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DegiskenOrnegi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       System.out.println(fiyat);        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7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Rectangle 16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ectangle 17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0" name="Rectangle 18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1" name="Rectangle 19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2" name="Rectangle 20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3" name="Rectangle 21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4" name="Rectangle 22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5" name="Rectangle 23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6" name="Rectangle 24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7" name="Rectangle 25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8" name="Rectangle 26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9" name="Rectangle 27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0" name="Rectangle 28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1" name="Rectangle 29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2" name="Rectangle 30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ectangle 31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ounded Rectangle 15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5" name="TextBox 7"/>
          <p:cNvSpPr/>
          <p:nvPr/>
        </p:nvSpPr>
        <p:spPr>
          <a:xfrm>
            <a:off x="2323800" y="1005840"/>
            <a:ext cx="6324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 TÜRLERİ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6" name="TextBox 8"/>
          <p:cNvSpPr/>
          <p:nvPr/>
        </p:nvSpPr>
        <p:spPr>
          <a:xfrm>
            <a:off x="655560" y="2057400"/>
            <a:ext cx="11132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değişkenleri, nerede tanımlandıklarına ve bir sınıf veya metot içinde nasıl kullanıldıklarına göre sınıflandırılır.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7" name="Rounded Rectangle 16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ounded Rectangle 17"/>
          <p:cNvSpPr/>
          <p:nvPr/>
        </p:nvSpPr>
        <p:spPr>
          <a:xfrm>
            <a:off x="931680" y="2925720"/>
            <a:ext cx="3175920" cy="369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 (Local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 bir metot, yapıcı metot (constructor) veya kod bloğu içinde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Sadece oluşturuldukları metot veya blok içerisinde erişilebilirler.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Değişkenleri (Instance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değişkenleri bir sınıf içinde fakat metotların dışında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Sınıfın oluşturulan her nesnesi bu değişkenlerin kendi kopyasına sahip olur.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Değişkenler (Static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değişkenler static anahtar kelimesi kullanılarak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değişkenler sınıfa aittir ve o sınıftan oluşturulan tüm nesneler tarafından ortak olarak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9" name="Rounded Rectangle 18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ounded Rectangle 19"/>
          <p:cNvSpPr/>
          <p:nvPr/>
        </p:nvSpPr>
        <p:spPr>
          <a:xfrm>
            <a:off x="4434840" y="3108960"/>
            <a:ext cx="3283200" cy="3055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Sınıf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Metot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1" name="Rounded Rectangle 20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ounded Rectangle 21"/>
          <p:cNvSpPr/>
          <p:nvPr/>
        </p:nvSpPr>
        <p:spPr>
          <a:xfrm>
            <a:off x="7955280" y="2971800"/>
            <a:ext cx="3696120" cy="342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DegiskenTurleri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nesneDegiskeni = 10;        // nesne değişkeni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int statikDegisken = 20; // statik değişken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degiskenleriGoster()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yerelDegisken = 30;     // yerel değişken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System.out.println(yerelDegisken);        System.out.println(nesneDegiskeni);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System.out.println(statikDegisken);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3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Rectangle 160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ectangle 161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6" name="Rectangle 162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7" name="Rectangle 163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8" name="Rectangle 164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9" name="Rectangle 165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0" name="Rectangle 166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1" name="Rectangle 167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2" name="Rectangle 168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3" name="Rectangle 169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4" name="Rectangle 170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5" name="Rectangle 171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6" name="Rectangle 172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7" name="Rectangle 173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8" name="Rectangle 174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9" name="Rectangle 175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0" name="Rounded Rectangle 71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1" name="TextBox 31"/>
          <p:cNvSpPr/>
          <p:nvPr/>
        </p:nvSpPr>
        <p:spPr>
          <a:xfrm>
            <a:off x="1937160" y="685800"/>
            <a:ext cx="7115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DEĞİŞKENLER ÖRNEĞİ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TextBox 32"/>
          <p:cNvSpPr/>
          <p:nvPr/>
        </p:nvSpPr>
        <p:spPr>
          <a:xfrm>
            <a:off x="2130120" y="1600200"/>
            <a:ext cx="6738840" cy="130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 farklı değişken türlerini birlikte kullanabilir.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Her değişken türünün farklı bir kapsamı (scope) ve yaşam süresi (lifetime) vardır.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Yerel değişkenler metodların içinde bulunur,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instance değişkenler nesnelere aittir ve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static değişkenler sınıfa aittir.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Rounded Rectangle 72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ounded Rectangle 73"/>
          <p:cNvSpPr/>
          <p:nvPr/>
        </p:nvSpPr>
        <p:spPr>
          <a:xfrm>
            <a:off x="685800" y="3108960"/>
            <a:ext cx="3514680" cy="3058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Scope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Exists only inside a method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Created when method starts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Destroyed when method ends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Belongs to an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Each object has its own copy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Shared by all objects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Belongs to the class itself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5" name="Rounded Rectangle 74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ounded Rectangle 75"/>
          <p:cNvSpPr/>
          <p:nvPr/>
        </p:nvSpPr>
        <p:spPr>
          <a:xfrm>
            <a:off x="4434840" y="3108960"/>
            <a:ext cx="3286080" cy="3058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Sınıf Oluştur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Değişken (paylaşılan)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Oluştur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Değişken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Metod Çağrılır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7" name="Rounded Rectangle 76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8" name="Rounded Rectangle 77"/>
          <p:cNvSpPr/>
          <p:nvPr/>
        </p:nvSpPr>
        <p:spPr>
          <a:xfrm>
            <a:off x="7955280" y="2971800"/>
            <a:ext cx="3698640" cy="3424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DegiskenOrnegi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String universite = "Tech University"; // static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ogrenciAdi; // instance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bilgileriGoster()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sinif = 2; // yerel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System.out.println(ogrenciAdi);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System.out.println(universite);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System.out.println(sinif);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DegiskenOrnegi s1 = new DegiskenOrnegi();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s1.ogrenciAdi = "Tuna";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s1.bilgileriGoster();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9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Rectangle 144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ectangle 145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2" name="Rectangle 146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3" name="Rectangle 147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4" name="Rectangle 148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5" name="Rectangle 149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6" name="Rectangle 150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7" name="Rectangle 151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8" name="Rectangle 152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9" name="Rectangle 153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0" name="Rectangle 154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1" name="Rectangle 155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2" name="Rectangle 156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3" name="Rectangle 157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4" name="Rectangle 158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5" name="Rectangle 159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6" name="Rounded Rectangle 64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7" name="TextBox 28"/>
          <p:cNvSpPr/>
          <p:nvPr/>
        </p:nvSpPr>
        <p:spPr>
          <a:xfrm>
            <a:off x="3013200" y="1005840"/>
            <a:ext cx="4945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VERİ TÜRLERİ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TextBox 29"/>
          <p:cNvSpPr/>
          <p:nvPr/>
        </p:nvSpPr>
        <p:spPr>
          <a:xfrm>
            <a:off x="1657080" y="2194560"/>
            <a:ext cx="76579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Veri türleri, bir değişkenin Java’da hangi tür değeri saklayabileceğini tanımlar.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değişkenin belirli bir veri türü olmalıdır.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9" name="Rounded Rectangle 65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ounded Rectangle 66"/>
          <p:cNvSpPr/>
          <p:nvPr/>
        </p:nvSpPr>
        <p:spPr>
          <a:xfrm>
            <a:off x="685800" y="3108960"/>
            <a:ext cx="3513960" cy="328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Türleri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, bir değişkende saklanan verinin türünü belirtir.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iki ana veri türü kategorisi vardır.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Basit değerleri doğrudan bellekte saklar.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int, double, char, 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Nesnelere ait referansları saklar.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String, Diziler (Arrays), Sınıflar (Classes)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1" name="Rounded Rectangle 67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2" name="Rounded Rectangle 68"/>
          <p:cNvSpPr/>
          <p:nvPr/>
        </p:nvSpPr>
        <p:spPr>
          <a:xfrm>
            <a:off x="4434840" y="3108960"/>
            <a:ext cx="3285360" cy="3057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Array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3" name="Rounded Rectangle 69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4" name="Rounded Rectangle 70"/>
          <p:cNvSpPr/>
          <p:nvPr/>
        </p:nvSpPr>
        <p:spPr>
          <a:xfrm>
            <a:off x="7955280" y="3108960"/>
            <a:ext cx="3697920" cy="3057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VeriTurleriOrnek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maas = 5500.5;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char not = 'A';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ogrenciMi = true;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"Tuna";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5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Rectangle 48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7" name="Rectangle 49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8" name="Rectangle 50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9" name="Rectangle 51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0" name="Rectangle 52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1" name="Rectangle 53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2" name="Rectangle 54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3" name="Rectangle 55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4" name="Rectangle 56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5" name="Rectangle 57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6" name="Rectangle 58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7" name="Rectangle 59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8" name="Rectangle 60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9" name="Rectangle 61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0" name="Rectangle 62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1" name="Rectangle 63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2" name="Rounded Rectangle 22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3" name="TextBox 10"/>
          <p:cNvSpPr/>
          <p:nvPr/>
        </p:nvSpPr>
        <p:spPr>
          <a:xfrm>
            <a:off x="1357920" y="1005840"/>
            <a:ext cx="82551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İLKESEL (PRIMITIVE) VERİ TİPLERİ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4" name="TextBox 11"/>
          <p:cNvSpPr/>
          <p:nvPr/>
        </p:nvSpPr>
        <p:spPr>
          <a:xfrm>
            <a:off x="1810800" y="1846080"/>
            <a:ext cx="74080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veri tipleri, Java’da sayılar, karakterler ve mantıksal değerler gibi basit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verileri saklamak için kullanılan temel veri tipleridir.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5" name="Rounded Rectangle 23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6" name="Rounded Rectangle 24"/>
          <p:cNvSpPr/>
          <p:nvPr/>
        </p:nvSpPr>
        <p:spPr>
          <a:xfrm>
            <a:off x="685800" y="2743200"/>
            <a:ext cx="3511800" cy="365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Sayısal Veri Tipleri (Numeric Types)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farklı türde sayıları saklamak için byte, short, int, long, float ve double gibi sayısal veri tipleri sağlar.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Veri Tipi (Character 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char veri tipi, Unicode sistemine göre tek bir karakter saklamak için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 Veri Tipi (Boolean 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veri tipi mantıksal değerleri temsil eder ve yalnızca true veya false değerlerini alabilir.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Bellek Verimliliği (Memory Efficiency)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 doğrudan bellekte saklanır ve referans veri tiplerine göre daha hızlı ve daha verimli çalışırlar.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7" name="Rounded Rectangle 25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8" name="Rounded Rectangle 26"/>
          <p:cNvSpPr/>
          <p:nvPr/>
        </p:nvSpPr>
        <p:spPr>
          <a:xfrm>
            <a:off x="4343400" y="2743200"/>
            <a:ext cx="3374640" cy="365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Sayısal Tipler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Tipi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 Tip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9" name="Rounded Rectangle 27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0" name="Rounded Rectangle 28"/>
          <p:cNvSpPr/>
          <p:nvPr/>
        </p:nvSpPr>
        <p:spPr>
          <a:xfrm>
            <a:off x="7955280" y="2971800"/>
            <a:ext cx="3695760" cy="3192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IlkelVeriOrnegi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not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ogrenciMi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System.out.println(not);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System.out.println(ogrenciMi);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1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Rectangle 80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3" name="Rectangle 64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4" name="Rectangle 65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5" name="Rectangle 66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6" name="Rectangle 67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7" name="Rectangle 68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8" name="Rectangle 69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9" name="Rectangle 70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0" name="Rectangle 71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1" name="Rectangle 72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2" name="Rectangle 73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3" name="Rectangle 74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4" name="Rectangle 75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5" name="Rectangle 76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6" name="Rectangle 77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7" name="Rectangle 78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8" name="Rounded Rectangle 29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9" name="TextBox 13"/>
          <p:cNvSpPr/>
          <p:nvPr/>
        </p:nvSpPr>
        <p:spPr>
          <a:xfrm>
            <a:off x="2441520" y="1005840"/>
            <a:ext cx="60865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REFERANS VERİ TİPLERİ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0" name="TextBox 14"/>
          <p:cNvSpPr/>
          <p:nvPr/>
        </p:nvSpPr>
        <p:spPr>
          <a:xfrm>
            <a:off x="2802600" y="2074680"/>
            <a:ext cx="53658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Referans veri tipleri, gerçek değerleri değil nesnelere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ait referansları (bellek adreslerini) saklar.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1" name="Rounded Rectangle 30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2" name="Rounded Rectangle 31"/>
          <p:cNvSpPr/>
          <p:nvPr/>
        </p:nvSpPr>
        <p:spPr>
          <a:xfrm>
            <a:off x="685800" y="2971800"/>
            <a:ext cx="3512520" cy="365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Tabanlı Tipler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tipleri, sınıflardan oluşturulan nesneleri temsil eder.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Bellek Referansı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Gerçek verinin kendisi yerine nesnenin bellekteki adresi saklanır.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Yaygın Örnekler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 arasında String, diziler (arrays), sınıflar (classes) ve nesneler (objects) bulunur.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Esnek Yapı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tipleri, karmaşık veri yapılarının ve birden fazla değerin saklanmasına olanak tanır.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3" name="Rounded Rectangle 32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4" name="Rounded Rectangle 33"/>
          <p:cNvSpPr/>
          <p:nvPr/>
        </p:nvSpPr>
        <p:spPr>
          <a:xfrm>
            <a:off x="4434840" y="310896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Diziler (Arrays)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Sınıflar (Classes)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(Objects)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5" name="Rounded Rectangle 34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6" name="Rounded Rectangle 35"/>
          <p:cNvSpPr/>
          <p:nvPr/>
        </p:nvSpPr>
        <p:spPr>
          <a:xfrm>
            <a:off x="7955280" y="3108960"/>
            <a:ext cx="3696480" cy="3056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ReferansOrnegi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int[] sayilar = {10, 20, 30};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System.out.println(sayilar[0]);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7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Rectangle 79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9" name="Rectangle 81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0" name="Rectangle 82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1" name="Rectangle 83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2" name="Rectangle 84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3" name="Rectangle 85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4" name="Rectangle 86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5" name="Rectangle 87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6" name="Rectangle 88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7" name="Rectangle 89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8" name="Rectangle 90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9" name="Rectangle 91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0" name="Rectangle 92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1" name="Rectangle 93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2" name="Rectangle 94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3" name="Rectangle 95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4" name="Rounded Rectangle 36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5" name="TextBox 16"/>
          <p:cNvSpPr/>
          <p:nvPr/>
        </p:nvSpPr>
        <p:spPr>
          <a:xfrm>
            <a:off x="1422000" y="1005840"/>
            <a:ext cx="8125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İLKESEL (PRIMITIVE) VE REFERANS TİPLERİ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TextBox 17"/>
          <p:cNvSpPr/>
          <p:nvPr/>
        </p:nvSpPr>
        <p:spPr>
          <a:xfrm>
            <a:off x="1388160" y="2057400"/>
            <a:ext cx="8781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veri tipleri iki ana kategoriye ayrılır: ilkel (primitive) tipler ve referans tipleri.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 gerçek değerleri saklarken, referans tipleri nesnelerin bellek adreslerini saklar.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7" name="Rounded Rectangle 37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8" name="Rounded Rectangle 38"/>
          <p:cNvSpPr/>
          <p:nvPr/>
        </p:nvSpPr>
        <p:spPr>
          <a:xfrm>
            <a:off x="457200" y="2971800"/>
            <a:ext cx="3741120" cy="342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(Primitive Types)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 gerçek değeri doğrudan bellekte saklar.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int, double, char, boolean.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 (Reference Types)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 nesnenin kendisini değil, bellekteki adresini saklar.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String, diziler (arrays) ve sınıf nesneleri.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Bellek Saklama (Memory Storage)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değerler doğrudan bellekte tutulur, referans tipleri ise bellekteki nesnelere işaret eder.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Kullanım Farkı (Usage Difference)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basit değerler için kullanılırken, referans tipleri daha karmaşık veri yapıları ve nesneler için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9" name="Rounded Rectangle 39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0" name="Rounded Rectangle 40"/>
          <p:cNvSpPr/>
          <p:nvPr/>
        </p:nvSpPr>
        <p:spPr>
          <a:xfrm>
            <a:off x="4343400" y="2971800"/>
            <a:ext cx="3422160" cy="328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Veri Tipleri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Diziler (Arrays)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(Objects)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1" name="Rounded Rectangle 41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2" name="Rounded Rectangle 42"/>
          <p:cNvSpPr/>
          <p:nvPr/>
        </p:nvSpPr>
        <p:spPr>
          <a:xfrm>
            <a:off x="7955280" y="3108960"/>
            <a:ext cx="3696480" cy="3056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PrimitiveVsReference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10;           // ilkel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    // ilkel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metin = "Java";   // referans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int[] sayilar = {1, 2, 3}; // referans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System.out.println(metin);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System.out.println(sayilar[0]);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3" name="TextBox 1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Rectangle 96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5" name="Rectangle 97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6" name="Rectangle 98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7" name="Rectangle 99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8" name="Rectangle 100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9" name="Rectangle 101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0" name="Rectangle 102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1" name="Rectangle 103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2" name="Rectangle 104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3" name="Rectangle 105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4" name="Rectangle 106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5" name="Rectangle 107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6" name="Rectangle 108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7" name="Rectangle 109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8" name="Rectangle 110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9" name="Rectangle 111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0" name="Rounded Rectangle 43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1" name="TextBox 19"/>
          <p:cNvSpPr/>
          <p:nvPr/>
        </p:nvSpPr>
        <p:spPr>
          <a:xfrm>
            <a:off x="1252800" y="1005840"/>
            <a:ext cx="84639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DEĞİŞKEN İSİMLENDİRME KURALLARI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2" name="TextBox 20"/>
          <p:cNvSpPr/>
          <p:nvPr/>
        </p:nvSpPr>
        <p:spPr>
          <a:xfrm>
            <a:off x="1866960" y="1828800"/>
            <a:ext cx="72356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 isimlendirme kuralları, Java’da değişkenlerin doğru, anlaşılır ve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okunabilir şekilde yazılmasını sağlayan kurallardır.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3" name="Rounded Rectangle 44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4" name="Rounded Rectangle 45"/>
          <p:cNvSpPr/>
          <p:nvPr/>
        </p:nvSpPr>
        <p:spPr>
          <a:xfrm>
            <a:off x="475560" y="2514600"/>
            <a:ext cx="3722760" cy="3879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Harf, _ veya $ ile Başlamalı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 adı bir harf, alt çizgi (_) veya dolar işareti ($) ile başlamalıdır.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Boşluk Kullanılamaz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isimleri boşluk içeremez.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Büyük/Küçük Harf Duyarlılığı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Java'da değişken isimleri büyük-küçük harfe duyarlıdır.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 age ve Age farklı değişkenlerdir.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Kelimeler Kullanılamaz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Java'nın rezerv anahtar kelimeleri (örneğin int, class, public) değişken adı olarak kullanılamaz.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Anlamlı İsimler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isimleri anlamlı ve açıklayıcı olmalıdır.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Bu, kodun okunabilirliğini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5" name="Rounded Rectangle 46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6" name="Rounded Rectangle 47"/>
          <p:cNvSpPr/>
          <p:nvPr/>
        </p:nvSpPr>
        <p:spPr>
          <a:xfrm>
            <a:off x="4434840" y="310896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İsim Kuralları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Harf / _ / $ ile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Boşluk içermez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Büyük-küçük harf duyarlıdır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 olamaz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Anlamlı isimler kullanılmalıdır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7" name="Rounded Rectangle 48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8" name="Rounded Rectangle 49"/>
          <p:cNvSpPr/>
          <p:nvPr/>
        </p:nvSpPr>
        <p:spPr>
          <a:xfrm>
            <a:off x="7955280" y="2304000"/>
            <a:ext cx="3925440" cy="3613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DegiskenIsimlendirme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                 // geçerli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ogrenciSayisi = 30;       // geçerli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2yas = 20;             // geçersiz (sayı ile başlayamaz)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ogrenci sayisi = 5;    // geçersiz (boşluk kullanılamaz)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class = 10;            // geçersiz (anahtar kelime)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System.out.println(ogrenciSayisi);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9" name="TextBox 2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Rectangle 112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1" name="Rectangle 113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2" name="Rectangle 114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3" name="Rectangle 115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4" name="Rectangle 116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5" name="Rectangle 117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6" name="Rectangle 118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7" name="Rectangle 119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8" name="Rectangle 120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9" name="Rectangle 121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0" name="Rectangle 122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1" name="Rectangle 123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2" name="Rectangle 124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3" name="Rectangle 125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4" name="Rectangle 126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5" name="Rectangle 127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6" name="Rounded Rectangle 50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7" name="TextBox 22"/>
          <p:cNvSpPr/>
          <p:nvPr/>
        </p:nvSpPr>
        <p:spPr>
          <a:xfrm>
            <a:off x="2667240" y="1005840"/>
            <a:ext cx="5635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DEĞİŞKEN BAŞLATMA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" name="TextBox 23"/>
          <p:cNvSpPr/>
          <p:nvPr/>
        </p:nvSpPr>
        <p:spPr>
          <a:xfrm>
            <a:off x="2033640" y="2074680"/>
            <a:ext cx="69188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 başlatma, bir değişken tanımlandığında veya kullanılmadan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önce ona bir değer atanması işlemidir.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9" name="Rounded Rectangle 51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0" name="Rounded Rectangle 52"/>
          <p:cNvSpPr/>
          <p:nvPr/>
        </p:nvSpPr>
        <p:spPr>
          <a:xfrm>
            <a:off x="685800" y="2971800"/>
            <a:ext cx="3512520" cy="342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Tanımlama (Declaration)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 önce veri tipi ve adı ile tanımlanmalıdır.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Başlatma (Initialization)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Başlatma, değişkene ilk değerin atanması anlamına gelir.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Varsayılan Değerler (Default Values)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Bazı değişkenler, veri tiplerine bağlı olarak otomatik olarak varsayılan değerler alabilir.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Kullanımdan Önce (Before Usage)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değişkenler, program içinde kullanılmadan önce başlatılmış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1" name="Rounded Rectangle 53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2" name="Rounded Rectangle 54"/>
          <p:cNvSpPr/>
          <p:nvPr/>
        </p:nvSpPr>
        <p:spPr>
          <a:xfrm>
            <a:off x="4434840" y="310896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Başlatma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yas;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Değer Ata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yas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Değişkeni Kullan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System.out.println(yas);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3" name="Rounded Rectangle 55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4" name="Rounded Rectangle 56"/>
          <p:cNvSpPr/>
          <p:nvPr/>
        </p:nvSpPr>
        <p:spPr>
          <a:xfrm>
            <a:off x="7955280" y="2971800"/>
            <a:ext cx="3467880" cy="2964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DegiskenBaslatma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yas;        // tanımlama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yas = 20;       // başlatma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   // tanımlama + başlatma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5" name="TextBox 2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6" name="Rectangle 128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7" name="Rectangle 129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8" name="Rectangle 130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9" name="Rectangle 131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0" name="Rectangle 132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1" name="Rectangle 133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2" name="Rectangle 134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3" name="Rectangle 135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4" name="Rectangle 136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5" name="Rectangle 137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6" name="Rectangle 138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7" name="Rectangle 139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8" name="Rectangle 140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9" name="Rectangle 141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0" name="Rectangle 142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1" name="Rectangle 143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2" name="Rounded Rectangle 57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3" name="TextBox 25"/>
          <p:cNvSpPr/>
          <p:nvPr/>
        </p:nvSpPr>
        <p:spPr>
          <a:xfrm>
            <a:off x="2837520" y="1005840"/>
            <a:ext cx="5298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WRAPPER SINIFLARI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4" name="TextBox 26"/>
          <p:cNvSpPr/>
          <p:nvPr/>
        </p:nvSpPr>
        <p:spPr>
          <a:xfrm>
            <a:off x="3007440" y="2194560"/>
            <a:ext cx="49557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Wrapper sınıfları, Java’da primitive veri tiplerinin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nesne (object) olarak kullanılmasını sağlar.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5" name="Rounded Rectangle 58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6" name="Rounded Rectangle 59"/>
          <p:cNvSpPr/>
          <p:nvPr/>
        </p:nvSpPr>
        <p:spPr>
          <a:xfrm>
            <a:off x="685800" y="3108960"/>
            <a:ext cx="3513600" cy="328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sınıfları primitive değerleri nesnelere dönüştürür.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Genellikle koleksiyonlarda ve nesne tabanlı işlemlerde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Wrapper örnekleri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Integer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Character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sınıfları dönüşüm ve veri işleme için kullanışlı metodlar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7" name="Rounded Rectangle 60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8" name="Rounded Rectangle 61"/>
          <p:cNvSpPr/>
          <p:nvPr/>
        </p:nvSpPr>
        <p:spPr>
          <a:xfrm>
            <a:off x="4434840" y="310896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Değer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Sınıfına Dönüştürme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Nesne Temsili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Koleksiyonlarda / Metotlarda Kullanım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Integer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→ Boolean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9" name="Rounded Rectangle 62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0" name="Rounded Rectangle 63"/>
          <p:cNvSpPr/>
          <p:nvPr/>
        </p:nvSpPr>
        <p:spPr>
          <a:xfrm>
            <a:off x="7955280" y="2743200"/>
            <a:ext cx="3468960" cy="365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WrapperOrnek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wrapperNumber = number;   // otomatik kutulama (autoboxing)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wrapperPrice =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System.out.println(wrapperNumber);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1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Rectangle 176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3" name="Rectangle 177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4" name="Rectangle 178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5" name="Rectangle 179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6" name="Rectangle 180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7" name="Rectangle 181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8" name="Rectangle 182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9" name="Rectangle 183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0" name="Rectangle 184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1" name="Rectangle 185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2" name="Rectangle 186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3" name="Rectangle 187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4" name="Rectangle 188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5" name="Rectangle 189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6" name="Rectangle 190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7" name="Rectangle 191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8" name="Rounded Rectangle 78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9" name="TextBox 34"/>
          <p:cNvSpPr/>
          <p:nvPr/>
        </p:nvSpPr>
        <p:spPr>
          <a:xfrm>
            <a:off x="1285920" y="1005840"/>
            <a:ext cx="83984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TÜR DÖNÜŞÜMÜ (TYPE CASTING)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0" name="TextBox 35"/>
          <p:cNvSpPr/>
          <p:nvPr/>
        </p:nvSpPr>
        <p:spPr>
          <a:xfrm>
            <a:off x="1716840" y="2057400"/>
            <a:ext cx="76093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type casting, bir veri tipini başka bir veri tipine dönüştürme işlemidir.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İki türü vardır: örtük (otomatik) ve açık (manuel) dönüşüm.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1" name="Rounded Rectangle 79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2" name="Rounded Rectangle 80"/>
          <p:cNvSpPr/>
          <p:nvPr/>
        </p:nvSpPr>
        <p:spPr>
          <a:xfrm>
            <a:off x="685800" y="2971800"/>
            <a:ext cx="3514680" cy="3652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(Implicit Casting – Widening)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tarafından otomatik olarak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Daha küçük veri tiplerini daha büyük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(Explicit Casting – Narrowing)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Programcı tarafından manuel olarak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Daha büyük veri tiplerini daha küçük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int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3" name="Rounded Rectangle 81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4" name="Rounded Rectangle 82"/>
          <p:cNvSpPr/>
          <p:nvPr/>
        </p:nvSpPr>
        <p:spPr>
          <a:xfrm>
            <a:off x="443484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(Otomatik)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(Manuel)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5" name="Rounded Rectangle 83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6" name="Rounded Rectangle 84"/>
          <p:cNvSpPr/>
          <p:nvPr/>
        </p:nvSpPr>
        <p:spPr>
          <a:xfrm>
            <a:off x="7955280" y="2971800"/>
            <a:ext cx="3698640" cy="319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TurDonusumuOrnek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Örtük 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sonuc = sayi;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System.out.println(sonuc);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yeniFiyat = (int) fiyat;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System.out.println(yeniFiyat);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7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8" name="Rectangle 192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9" name="Rectangle 193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0" name="Rectangle 194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1" name="Rectangle 195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2" name="Rectangle 196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3" name="Rectangle 197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4" name="Rectangle 198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5" name="Rectangle 199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6" name="Rectangle 200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7" name="Rectangle 201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8" name="Rectangle 202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9" name="Rectangle 203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0" name="Rectangle 204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1" name="Rectangle 205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2" name="Rectangle 206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3" name="Rectangle 207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4" name="Rounded Rectangle 85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5" name="TextBox 37"/>
          <p:cNvSpPr/>
          <p:nvPr/>
        </p:nvSpPr>
        <p:spPr>
          <a:xfrm>
            <a:off x="1504080" y="900360"/>
            <a:ext cx="79610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Implicit Casting (Otomatik Dönüşüm)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6" name="TextBox 38"/>
          <p:cNvSpPr/>
          <p:nvPr/>
        </p:nvSpPr>
        <p:spPr>
          <a:xfrm>
            <a:off x="2681280" y="1600200"/>
            <a:ext cx="5653800" cy="100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Implicit casting, Java’nın daha küçük bir veri tipini otomatik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olarak daha büyük bir veri tipine dönüştürmesi durumunda gerçekleşir.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Bu dönüşüm güvenlidir çünkü daha büyük veri tipi, daha küçük veri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tipinin tüm değerlerini veri kaybı olmadan saklayabilir.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7" name="Rounded Rectangle 86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8" name="Rounded Rectangle 87"/>
          <p:cNvSpPr/>
          <p:nvPr/>
        </p:nvSpPr>
        <p:spPr>
          <a:xfrm>
            <a:off x="595440" y="2743200"/>
            <a:ext cx="3515400" cy="3653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Casting, Java’da daha küçük bir veri tipinin daha büyük bir veri tipine otomatik olarak dönüştürülmesidir.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bu dönüşümü veri kaybı riski olmadığında otomatik olarak gerçekleştirir.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Ayrıca Genişletme Dönüşümü (Widening Casting) olarak da adlandırılır.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noktalar: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Derleyici tarafından otomatik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veri tiplerini daha büyük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Manuel dönüşüm gerekmez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9" name="Rounded Rectangle 88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0" name="Rounded Rectangle 89"/>
          <p:cNvSpPr/>
          <p:nvPr/>
        </p:nvSpPr>
        <p:spPr>
          <a:xfrm>
            <a:off x="4343400" y="2880360"/>
            <a:ext cx="3653640" cy="3425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Akışı (Genişletme Dönüşümü)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adım, önceki veri tipini güvenli şekilde saklayabilen bir veri tipini temsil eder.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1" name="Rounded Rectangle 90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2" name="Rounded Rectangle 91"/>
          <p:cNvSpPr/>
          <p:nvPr/>
        </p:nvSpPr>
        <p:spPr>
          <a:xfrm>
            <a:off x="8229600" y="2972880"/>
            <a:ext cx="3653640" cy="319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ImplicitCastingExample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int'ten double'a otomatik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sonuc = sayi;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System.out.println("Sayı: " + sayi);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System.out.println("Dönüştürülen değer: " + sonuc);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3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Rectangle 208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5" name="Rectangle 209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6" name="Rectangle 210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7" name="Rectangle 211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8" name="Rectangle 212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9" name="Rectangle 213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0" name="Rectangle 214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1" name="Rectangle 215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2" name="Rectangle 216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3" name="Rectangle 217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4" name="Rectangle 218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5" name="Rectangle 219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6" name="Rectangle 220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7" name="Rectangle 221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8" name="Rectangle 222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9" name="Rectangle 223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0" name="Rounded Rectangle 92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1" name="TextBox 40"/>
          <p:cNvSpPr/>
          <p:nvPr/>
        </p:nvSpPr>
        <p:spPr>
          <a:xfrm>
            <a:off x="1417320" y="685800"/>
            <a:ext cx="826452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f5f5f5"/>
                </a:solidFill>
                <a:latin typeface="Calibri"/>
                <a:ea typeface="DejaVu Sans"/>
              </a:rPr>
              <a:t>JAVA AÇIK TÜR DÖNÜŞÜMÜ (EXPLICIT CASTING)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2" name="TextBox 41"/>
          <p:cNvSpPr/>
          <p:nvPr/>
        </p:nvSpPr>
        <p:spPr>
          <a:xfrm>
            <a:off x="2008800" y="1371600"/>
            <a:ext cx="713376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Explicit casting, Java’da daha büyük bir veri tipinin daha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küçük bir veri tipine manuel olarak dönüştürülmesidir.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dönüşüm, veri kaybı veya hassasiyet kaybı riski olduğunda gereklidir.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3" name="Rounded Rectangle 93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4" name="Rounded Rectangle 94"/>
          <p:cNvSpPr/>
          <p:nvPr/>
        </p:nvSpPr>
        <p:spPr>
          <a:xfrm>
            <a:off x="457200" y="2743200"/>
            <a:ext cx="3744360" cy="3882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Casting, daha büyük bir veri tipinin daha küçük bir veri tipine manuel dönüştürülmesidir.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bu dönüşümü otomatik olarak yapmaz, çünkü küçük veri tipi tüm değerleri saklayamayabilir.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Buna ayrıca Narrowing Casting (Daraltma Dönüşümü) denir.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noktalar: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Programcı tarafından manuel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Büyük sayısal veri tiplerini daha küçük olanlara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Requires casting syntax (type)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May cause data or precision loss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5" name="Rounded Rectangle 95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6" name="Rounded Rectangle 96"/>
          <p:cNvSpPr/>
          <p:nvPr/>
        </p:nvSpPr>
        <p:spPr>
          <a:xfrm>
            <a:off x="4434840" y="2971800"/>
            <a:ext cx="3287160" cy="342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Akışı (Daraltma)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Her adımda değer daha küçük bir veri tipine dönüştürülür, bu da ondalık kısmın kaybolmasına veya taşmaya neden olabilir.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7" name="Rounded Rectangle 97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8" name="Rounded Rectangle 98"/>
          <p:cNvSpPr/>
          <p:nvPr/>
        </p:nvSpPr>
        <p:spPr>
          <a:xfrm>
            <a:off x="7955280" y="2514600"/>
            <a:ext cx="3928320" cy="4111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ExplicitCastingExample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// double'dan int'e açık dönüşüm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System.out.println("Orijinal değer: " + price);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System.out.println("Dönüştürülmüş değer: " + newPrice);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9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Rectangle 224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1" name="Rectangle 225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2" name="Rectangle 226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3" name="Rectangle 227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4" name="Rectangle 228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5" name="Rectangle 229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6" name="Rectangle 230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7" name="Rectangle 231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8" name="Rectangle 232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9" name="Rectangle 233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0" name="Rectangle 234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1" name="Rectangle 235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2" name="Rectangle 236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3" name="Rectangle 237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4" name="Rectangle 238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5" name="Rectangle 239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6" name="Rounded Rectangle 99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7" name="TextBox 43"/>
          <p:cNvSpPr/>
          <p:nvPr/>
        </p:nvSpPr>
        <p:spPr>
          <a:xfrm>
            <a:off x="915480" y="1005840"/>
            <a:ext cx="9139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Örtük (Implicit) vs Açık (Explicit) Tür Dönüşümü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" name="TextBox 44"/>
          <p:cNvSpPr/>
          <p:nvPr/>
        </p:nvSpPr>
        <p:spPr>
          <a:xfrm>
            <a:off x="2181960" y="2057400"/>
            <a:ext cx="66063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Örtük ve açık tür dönüşümü arasındaki farkı anlamak, veri kaybını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önlemeye ve Java’da doğru tür dönüşümü yapmaya yardımcı olur.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9" name="Rounded Rectangle 100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0" name="Rounded Rectangle 101"/>
          <p:cNvSpPr/>
          <p:nvPr/>
        </p:nvSpPr>
        <p:spPr>
          <a:xfrm>
            <a:off x="914400" y="3108960"/>
            <a:ext cx="3287520" cy="306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(Implicit Casting / Widening)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→ Büyük veri tipi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Otomatik olarak yapılır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kaybı yoktur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Ekstra yazım (syntax) gerekmez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(Explicit Casting / Narrowing)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Büyük → Küçük veri tipi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Manuel olarak yapılır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kaybı olabilir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(type) kullanımı gerekir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1" name="Rounded Rectangle 102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2" name="Rounded Rectangle 103"/>
          <p:cNvSpPr/>
          <p:nvPr/>
        </p:nvSpPr>
        <p:spPr>
          <a:xfrm>
            <a:off x="443484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Akışı: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Akışı: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3" name="Rounded Rectangle 104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4" name="Rounded Rectangle 105"/>
          <p:cNvSpPr/>
          <p:nvPr/>
        </p:nvSpPr>
        <p:spPr>
          <a:xfrm>
            <a:off x="7955280" y="3108960"/>
            <a:ext cx="3700080" cy="306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CastingComparison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Örtük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System.out.println(newPrice);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5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6" name="Rectangle 240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7" name="Rectangle 241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8" name="Rectangle 242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9" name="Rectangle 243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0" name="Rectangle 244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1" name="Rectangle 245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2" name="Rectangle 246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3" name="Rectangle 247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4" name="Rectangle 248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5" name="Rectangle 249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6" name="Rectangle 250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7" name="Rectangle 251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8" name="Rectangle 252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9" name="Rectangle 253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0" name="Rectangle 254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1" name="Rectangle 255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2" name="Rounded Rectangle 106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3" name="TextBox 46"/>
          <p:cNvSpPr/>
          <p:nvPr/>
        </p:nvSpPr>
        <p:spPr>
          <a:xfrm>
            <a:off x="1320840" y="1005840"/>
            <a:ext cx="8330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VERİ KAYBI &amp; HASSASİYET KAYBI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4" name="TextBox 47"/>
          <p:cNvSpPr/>
          <p:nvPr/>
        </p:nvSpPr>
        <p:spPr>
          <a:xfrm>
            <a:off x="957240" y="1826640"/>
            <a:ext cx="90903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Tür dönüşümü sırasında, büyük veri tipinden küçük veri tipine geçerken veri kaybı oluşabilir.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Ondalık kısımlar silinebilir ve büyük değerlerde taşma meydana gelebilir.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5" name="Rounded Rectangle 107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6" name="Rounded Rectangle 108"/>
          <p:cNvSpPr/>
          <p:nvPr/>
        </p:nvSpPr>
        <p:spPr>
          <a:xfrm>
            <a:off x="91440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(daraltma) casting sırasında oluşur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Ondalık kısım kesilir (yuvarlanmaz)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veri tipleri tüm değeri saklayamaz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Yanlış sonuçlara yol açabilir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Özellikle float → int dönüşümünde hassasiyet kaybı olur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7" name="Rounded Rectangle 109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8" name="Rounded Rectangle 110"/>
          <p:cNvSpPr/>
          <p:nvPr/>
        </p:nvSpPr>
        <p:spPr>
          <a:xfrm>
            <a:off x="4343400" y="3108960"/>
            <a:ext cx="3379320" cy="328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 (9.78)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(casting)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(9)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float (123456.789)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(123456)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Ondalık kısım tamamen silinir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Yuvarlama yapılmaz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9" name="Rounded Rectangle 111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0" name="Rounded Rectangle 112"/>
          <p:cNvSpPr/>
          <p:nvPr/>
        </p:nvSpPr>
        <p:spPr>
          <a:xfrm>
            <a:off x="7955280" y="2971800"/>
            <a:ext cx="3929040" cy="342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VeriKaybiOrnegi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deger = 9.78;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(explicit) dönüşüm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(int) deger;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System.out.println("Orijinal değer: " + deger);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System.out.println("Dönüşüm sonrası: " + sonuc);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float buyukDeger = 123456.789f;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donusturulen = (int) buyukDeger;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System.out.println("Float değer: " + buyukDeger);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System.out.println("Int değer: " + donusturulen);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1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2" name="Rectangle 256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3" name="Rectangle 257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4" name="Rectangle 258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5" name="Rectangle 259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6" name="Rectangle 260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7" name="Rectangle 261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8" name="Rectangle 262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9" name="Rectangle 263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0" name="Rectangle 264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1" name="Rectangle 265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2" name="Rectangle 266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3" name="Rectangle 267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4" name="Rectangle 268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5" name="Rectangle 269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6" name="Rectangle 270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7" name="Rectangle 271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8" name="Rounded Rectangle 113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9" name="TextBox 49"/>
          <p:cNvSpPr/>
          <p:nvPr/>
        </p:nvSpPr>
        <p:spPr>
          <a:xfrm>
            <a:off x="1611720" y="1005840"/>
            <a:ext cx="7746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İFADELERDE TÜR DÖNÜŞÜMÜ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0" name="TextBox 50"/>
          <p:cNvSpPr/>
          <p:nvPr/>
        </p:nvSpPr>
        <p:spPr>
          <a:xfrm>
            <a:off x="2283480" y="2194560"/>
            <a:ext cx="64051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Automatic type conversion during arithmetic operations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1" name="Rounded Rectangle 114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2" name="Rounded Rectangle 115"/>
          <p:cNvSpPr/>
          <p:nvPr/>
        </p:nvSpPr>
        <p:spPr>
          <a:xfrm>
            <a:off x="91440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Java, ifadelerde küçük veri tiplerini yükseltir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İşlemler en büyük veri tipine göre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Çoğu durumda manuel dönüşüm gerekmez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byte, short → otomatik olarak int’e çevrilir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3" name="Rounded Rectangle 116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4" name="Rounded Rectangle 117"/>
          <p:cNvSpPr/>
          <p:nvPr/>
        </p:nvSpPr>
        <p:spPr>
          <a:xfrm>
            <a:off x="443484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+ double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float + long → float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short + short → 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= en büyük veri tipi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5" name="Rounded Rectangle 118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6" name="Rounded Rectangle 119"/>
          <p:cNvSpPr/>
          <p:nvPr/>
        </p:nvSpPr>
        <p:spPr>
          <a:xfrm>
            <a:off x="7955280" y="2971800"/>
            <a:ext cx="3929400" cy="319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 = 5.5;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a + b; // int → double (a otomatik olarak double’a çevrilir)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byte x = 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byte y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x + y; // byte → int (byte'lar otomatik int'e yükseltilir)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System.out.println(sum);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7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8" name="Rectangle 272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9" name="Rectangle 273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0" name="Rectangle 274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1" name="Rectangle 275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2" name="Rectangle 276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3" name="Rectangle 277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4" name="Rectangle 278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5" name="Rectangle 279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6" name="Rectangle 280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7" name="Rectangle 281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8" name="Rectangle 282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9" name="Rectangle 283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0" name="Rectangle 284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1" name="Rectangle 285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2" name="Rectangle 286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3" name="Rectangle 287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4" name="Rounded Rectangle 120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5" name="TextBox 52"/>
          <p:cNvSpPr/>
          <p:nvPr/>
        </p:nvSpPr>
        <p:spPr>
          <a:xfrm>
            <a:off x="2517120" y="1005840"/>
            <a:ext cx="5935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System – Giriş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6" name="TextBox 53"/>
          <p:cNvSpPr/>
          <p:nvPr/>
        </p:nvSpPr>
        <p:spPr>
          <a:xfrm>
            <a:off x="848160" y="2074680"/>
            <a:ext cx="94622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Unicode, Java’nın farklı dillerdeki metinleri tüm platformlarda tutarlı bir şekilde temsil etmesini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sağlayan evrensel bir karakter kodlama standardıdır.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7" name="Rounded Rectangle 121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8" name="Rounded Rectangle 122"/>
          <p:cNvSpPr/>
          <p:nvPr/>
        </p:nvSpPr>
        <p:spPr>
          <a:xfrm>
            <a:off x="914400" y="3108960"/>
            <a:ext cx="3288600" cy="328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Unicode, küresel bir karakter kümesidir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karakterin benzersiz bir kod noktası vardır (örn. \u0041)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ASCII ve ISO gibi eski kodlamaların yerini almıştır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Neredeyse tüm dünya dillerini destekler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Java, Unicode’u dahili olarak kullanır (UTF-16)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9" name="Rounded Rectangle 123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0" name="Rounded Rectangle 124"/>
          <p:cNvSpPr/>
          <p:nvPr/>
        </p:nvSpPr>
        <p:spPr>
          <a:xfrm>
            <a:off x="4343400" y="3108960"/>
            <a:ext cx="3426840" cy="2832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→ Unicode Kod Noktası → Kodlama (UTF-16) → Java’da Saklanır → 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1" name="Rounded Rectangle 125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2" name="Rounded Rectangle 126"/>
          <p:cNvSpPr/>
          <p:nvPr/>
        </p:nvSpPr>
        <p:spPr>
          <a:xfrm>
            <a:off x="7955280" y="3108960"/>
            <a:ext cx="3701160" cy="328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UnicodeExample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char ch = '\u0041'; // 'A' için Unicode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System.out.println(ch);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char symbol = '\u00AB'; // «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System.out.println(symbol);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3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34" name="" descr=""/>
          <p:cNvPicPr/>
          <p:nvPr/>
        </p:nvPicPr>
        <p:blipFill>
          <a:blip r:embed="rId1"/>
          <a:stretch/>
        </p:blipFill>
        <p:spPr>
          <a:xfrm>
            <a:off x="4434840" y="5029200"/>
            <a:ext cx="3263400" cy="683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5" name="Rectangle 288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6" name="Rectangle 289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7" name="Rectangle 290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8" name="Rectangle 291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9" name="Rectangle 292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0" name="Rectangle 293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1" name="Rectangle 294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2" name="Rectangle 295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3" name="Rectangle 296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4" name="Rectangle 297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5" name="Rectangle 298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6" name="Rectangle 299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7" name="Rectangle 300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8" name="Rectangle 301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9" name="Rectangle 302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0" name="Rectangle 303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1" name="Rounded Rectangle 127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2" name="TextBox 55"/>
          <p:cNvSpPr/>
          <p:nvPr/>
        </p:nvSpPr>
        <p:spPr>
          <a:xfrm>
            <a:off x="2827440" y="1005840"/>
            <a:ext cx="53172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Nasıl Çalışır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3" name="TextBox 56"/>
          <p:cNvSpPr/>
          <p:nvPr/>
        </p:nvSpPr>
        <p:spPr>
          <a:xfrm>
            <a:off x="2654280" y="1846080"/>
            <a:ext cx="56613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Unicode, platform, dil veya programdan bağımsız olarak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karaktere benzersiz bir sayı (kod noktası) atar.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4" name="Rounded Rectangle 128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5" name="Rounded Rectangle 129"/>
          <p:cNvSpPr/>
          <p:nvPr/>
        </p:nvSpPr>
        <p:spPr>
          <a:xfrm>
            <a:off x="685800" y="3108960"/>
            <a:ext cx="3517560" cy="306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karakter → Kod Noktası (U+XXXX formatı)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→ U+0041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 → U+00E7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😀 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U+1F600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 evrenseldir → her yerde aynı anlam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Kodlama sistemleri (UTF-8, UTF-16, UTF-32) verinin nasıl saklanacağını belirler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6" name="Rounded Rectangle 130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7" name="Rounded Rectangle 131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→ Unicode Kod Noktası → Kodlama → Binary → Ekran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'A' → U+0041 → UTF-8 → 01000001 → Ekran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8" name="Rounded Rectangle 132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9" name="Rounded Rectangle 133"/>
          <p:cNvSpPr/>
          <p:nvPr/>
        </p:nvSpPr>
        <p:spPr>
          <a:xfrm>
            <a:off x="7955280" y="2514600"/>
            <a:ext cx="3930120" cy="3655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letter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codePoint = letter;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System.out.println("Karakter: " + letter);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System.out.println("Unicode Kod Noktası: U+" + Integer.toHexString(codePoint).toUpperCase());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Unicode escape kullanımı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unicodeChar = '\u0041';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System.out.println("Unicode Escape: " + unicodeChar);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0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1" name="Rectangle 304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2" name="Rectangle 305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3" name="Rectangle 306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4" name="Rectangle 307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5" name="Rectangle 308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6" name="Rectangle 309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7" name="Rectangle 310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8" name="Rectangle 311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9" name="Rectangle 312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0" name="Rectangle 313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1" name="Rectangle 314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2" name="Rectangle 315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3" name="Rectangle 316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4" name="Rectangle 317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5" name="Rectangle 318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6" name="Rectangle 319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7" name="Rounded Rectangle 134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8" name="TextBox 58"/>
          <p:cNvSpPr/>
          <p:nvPr/>
        </p:nvSpPr>
        <p:spPr>
          <a:xfrm>
            <a:off x="1562760" y="1005840"/>
            <a:ext cx="78469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Kodlama (UTF-8 / UTF-16)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9" name="TextBox 59"/>
          <p:cNvSpPr/>
          <p:nvPr/>
        </p:nvSpPr>
        <p:spPr>
          <a:xfrm>
            <a:off x="1442520" y="1846080"/>
            <a:ext cx="80863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 karakterleri saklamak için farklı encoding (kodlama) yöntemleri kullanılır.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0" name="Rounded Rectangle 135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1" name="Rounded Rectangle 136"/>
          <p:cNvSpPr/>
          <p:nvPr/>
        </p:nvSpPr>
        <p:spPr>
          <a:xfrm>
            <a:off x="685800" y="3108960"/>
            <a:ext cx="3517560" cy="306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182" name="Rounded Rectangle 137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3" name="Rounded Rectangle 138"/>
          <p:cNvSpPr/>
          <p:nvPr/>
        </p:nvSpPr>
        <p:spPr>
          <a:xfrm>
            <a:off x="4343400" y="2836080"/>
            <a:ext cx="3380400" cy="310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Karakter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Unicode Kod Noktası (U+XXXX)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Encoding seçilir (UTF-8 / UTF-16)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Binary veriye çevrilir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Bellekte saklanır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→ U+0041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UTF-8 → 01000001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UTF-16 → 00000000 01000001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4" name="Rounded Rectangle 139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5" name="Rounded Rectangle 140"/>
          <p:cNvSpPr/>
          <p:nvPr/>
        </p:nvSpPr>
        <p:spPr>
          <a:xfrm>
            <a:off x="7955280" y="2514600"/>
            <a:ext cx="3930120" cy="3884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EncodingExample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 = "A";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UTF-8 byte dizisi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byte[] utf8Bytes = text.getBytes(java.nio.charset.StandardCharsets.UTF_8);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UTF-16 byte dizisi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byte[] utf16Bytes = text.getBytes(java.nio.charset.StandardCharsets.UTF_16);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System.out.println("UTF-8:");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for (byte b : utf8Bytes)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System.out.print(Integer.toBinaryString(b &amp; 0xFF) + " 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System.out.println("\nUTF-16:");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for (byte b : utf16Bytes)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System.out.print(Integer.toBinaryString(b &amp; 0xFF) + " 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6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87" name="" descr=""/>
          <p:cNvPicPr/>
          <p:nvPr/>
        </p:nvPicPr>
        <p:blipFill>
          <a:blip r:embed="rId1"/>
          <a:stretch/>
        </p:blipFill>
        <p:spPr>
          <a:xfrm>
            <a:off x="757440" y="3356280"/>
            <a:ext cx="3355920" cy="2357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8" name="Rectangle 1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9" name="Rectangle 2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0" name="Rectangle 3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1" name="Rectangle 4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2" name="Rectangle 5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3" name="Rectangle 6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4" name="Rectangle 7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5" name="Rectangle 8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6" name="Rectangle 9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7" name="Rectangle 10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8" name="Rectangle 11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9" name="Rectangle 12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0" name="Rectangle 13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1" name="Rectangle 14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2" name="Rectangle 15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3" name="Rectangle 320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4" name="Rounded Rectangle 141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5" name="TextBox 61"/>
          <p:cNvSpPr/>
          <p:nvPr/>
        </p:nvSpPr>
        <p:spPr>
          <a:xfrm>
            <a:off x="1040400" y="1005840"/>
            <a:ext cx="88898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Kaçış Dizileri (Escape Sequences)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6" name="TextBox 62"/>
          <p:cNvSpPr/>
          <p:nvPr/>
        </p:nvSpPr>
        <p:spPr>
          <a:xfrm>
            <a:off x="874440" y="2057400"/>
            <a:ext cx="92217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Unicode karakterler, doğrudan klavyede olmasa bile kaçış dizileri (escape sequences)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ile yazılabilir. Bu sayede tüm karakterler kod içinde güvenli şekilde temsil edilir.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7" name="Rounded Rectangle 142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8" name="Rounded Rectangle 143"/>
          <p:cNvSpPr/>
          <p:nvPr/>
        </p:nvSpPr>
        <p:spPr>
          <a:xfrm>
            <a:off x="685800" y="2971800"/>
            <a:ext cx="3518280" cy="342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Unicode karakterler \uXXXX formatında yazılır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XXXX → hexadecimal (0–9, A–F) değerlerdir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Unicode karakterin benzersiz bir kod noktası vardır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\u0041 → 'A'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\u00E7 → 'ç'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\u0131 → 'ı'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\u2665 → ♥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char tipi Unicode (UTF-16) kullanır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sayede Türkçe ve tüm dünya karakterleri desteklenir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9" name="Rounded Rectangle 144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0" name="Rounded Rectangle 145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→ Unicode Kod Noktası (U+XXXX)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Escape Sequence (\uXXXX)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içinde char olarak saklanır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Örnek akış: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'ç' → U+00E7 → \u00E7 → char → çıktı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1" name="Rounded Rectangle 146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2" name="Rounded Rectangle 147"/>
          <p:cNvSpPr/>
          <p:nvPr/>
        </p:nvSpPr>
        <p:spPr>
          <a:xfrm>
            <a:off x="7955280" y="3108960"/>
            <a:ext cx="3473640" cy="2833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UnicodeEscapeExample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char a = '\u0041';   // 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char c = '\u00E7';   // ç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char dotlessI = '\u0131'; // ı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char heart = '\u2665'; // ♥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System.out.println(c);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System.out.println(dotlessI);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System.out.println(heart);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3" name="TextBox 6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4" name="Rectangle 321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5" name="Rectangle 322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6" name="Rectangle 323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7" name="Rectangle 324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8" name="Rectangle 325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9" name="Rectangle 326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0" name="Rectangle 327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1" name="Rectangle 328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2" name="Rectangle 329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3" name="Rectangle 330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4" name="Rectangle 331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5" name="Rectangle 332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6" name="Rectangle 333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7" name="Rectangle 334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8" name="Rectangle 335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9" name="Rectangle 336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0" name="Rounded Rectangle 148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1" name="TextBox 64"/>
          <p:cNvSpPr/>
          <p:nvPr/>
        </p:nvSpPr>
        <p:spPr>
          <a:xfrm>
            <a:off x="1591920" y="1005840"/>
            <a:ext cx="77875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ve String Yapısı (Java)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2" name="TextBox 65"/>
          <p:cNvSpPr/>
          <p:nvPr/>
        </p:nvSpPr>
        <p:spPr>
          <a:xfrm>
            <a:off x="2683440" y="2194560"/>
            <a:ext cx="5604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metinler (String) aslında Unicode karakter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dizileridir ve her karakter UTF-16 tabanlı olarak saklanır.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3" name="Rounded Rectangle 149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4" name="Rounded Rectangle 150"/>
          <p:cNvSpPr/>
          <p:nvPr/>
        </p:nvSpPr>
        <p:spPr>
          <a:xfrm>
            <a:off x="91440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Temel Bilgiler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String → birden fazla char’ın birleşimidir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String iç yapısı Unicode (UTF-16) kullanır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Her karakter = Unicode kod noktası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length() → karakter sayısı değil, char sayısını verir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Emoji gibi karakterler 2 char olabilir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5" name="Rounded Rectangle 151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6" name="Rounded Rectangle 152"/>
          <p:cNvSpPr/>
          <p:nvPr/>
        </p:nvSpPr>
        <p:spPr>
          <a:xfrm>
            <a:off x="4434840" y="2971800"/>
            <a:ext cx="3290040" cy="3656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Akış (Flow)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 (String)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 karakterler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UTF-16 kodlama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 dizisi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Bellekte saklanır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"Hi 😊" → H + i + (2 char emoji) → length = 4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7" name="Rounded Rectangle 153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8" name="Rounded Rectangle 154"/>
          <p:cNvSpPr/>
          <p:nvPr/>
        </p:nvSpPr>
        <p:spPr>
          <a:xfrm>
            <a:off x="7955280" y="2743200"/>
            <a:ext cx="3702600" cy="3656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StringUnicodeExample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 = "Hi 😊";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System.out.println("Metin: " + text);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System.out.println("Length: " + text.length());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for (int i = 0; i &lt; text.length(); i++)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System.out.println(text.charAt(i));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9" name="TextBox 6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0" name="Rectangle 337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1" name="Rectangle 338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2" name="Rectangle 339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3" name="Rectangle 340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4" name="Rectangle 341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5" name="Rectangle 342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6" name="Rectangle 343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7" name="Rectangle 344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8" name="Rectangle 345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9" name="Rectangle 346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0" name="Rectangle 347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1" name="Rectangle 348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2" name="Rectangle 349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3" name="Rectangle 350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4" name="Rectangle 351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5" name="Rectangle 352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6" name="Rounded Rectangle 155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7" name="TextBox 67"/>
          <p:cNvSpPr/>
          <p:nvPr/>
        </p:nvSpPr>
        <p:spPr>
          <a:xfrm>
            <a:off x="1061640" y="1005840"/>
            <a:ext cx="884808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Unicode – Son Genel Bakış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8" name="TextBox 68"/>
          <p:cNvSpPr/>
          <p:nvPr/>
        </p:nvSpPr>
        <p:spPr>
          <a:xfrm>
            <a:off x="1433160" y="2057400"/>
            <a:ext cx="81057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Unicode, Java’da metinleri evrensel ve standart bir biçimde temsil etmeyi sağlar.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Böylece farklı dillerdeki karakterler tek bir sistem içinde güvenli şekilde işlenebilir.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9" name="Rounded Rectangle 156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0" name="Rounded Rectangle 157"/>
          <p:cNvSpPr/>
          <p:nvPr/>
        </p:nvSpPr>
        <p:spPr>
          <a:xfrm>
            <a:off x="91440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Java, karakterleri işlerken Unicode standardını temel alır. char veri tipi 16 bitlik yapısıyla UTF-16 mantığında çalışır ve birçok karakteri doğrudan temsil eder. Bu yapı sayesinde Java, yalnızca İngilizce karakterlerle değil; Türkçe, Arapça, Çince ve daha birçok dildeki sembollerle de uyumlu çalışabilir. Unicode desteği, çok dilli yazılım geliştirmede büyük önem taşır.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1" name="Rounded Rectangle 158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2" name="Rounded Rectangle 159"/>
          <p:cNvSpPr/>
          <p:nvPr/>
        </p:nvSpPr>
        <p:spPr>
          <a:xfrm>
            <a:off x="443484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Karakter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 Kod Noktası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UTF Kodlaması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Java'da Saklanır ve İşlenir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3" name="Rounded Rectangle 160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4" name="Rounded Rectangle 161"/>
          <p:cNvSpPr/>
          <p:nvPr/>
        </p:nvSpPr>
        <p:spPr>
          <a:xfrm>
            <a:off x="7955280" y="3108960"/>
            <a:ext cx="3703320" cy="306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UnicodeSummary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char letter = 'Ç';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System.out.println("Karakter: " + letter);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System.out.println("Unicode Degeri: " + (int) letter);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5" name="TextBox 69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425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2026-04-10T23:58:11Z</dcterms:modified>
  <cp:revision>37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