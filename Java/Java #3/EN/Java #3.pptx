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14.xml" ContentType="application/vnd.openxmlformats-officedocument.presentationml.slideMaster+xml"/>
  <Override PartName="/ppt/slideMasters/slideMaster15.xml" ContentType="application/vnd.openxmlformats-officedocument.presentationml.slideMaster+xml"/>
  <Override PartName="/ppt/slideMasters/slideMaster16.xml" ContentType="application/vnd.openxmlformats-officedocument.presentationml.slideMaster+xml"/>
  <Override PartName="/ppt/slideMasters/slideMaster17.xml" ContentType="application/vnd.openxmlformats-officedocument.presentationml.slideMaster+xml"/>
  <Override PartName="/ppt/slideMasters/_rels/slideMaster1.xml.rels" ContentType="application/vnd.openxmlformats-package.relationships+xml"/>
  <Override PartName="/ppt/slideMasters/_rels/slideMaster2.xml.rels" ContentType="application/vnd.openxmlformats-package.relationships+xml"/>
  <Override PartName="/ppt/slideMasters/_rels/slideMaster3.xml.rels" ContentType="application/vnd.openxmlformats-package.relationships+xml"/>
  <Override PartName="/ppt/slideMasters/_rels/slideMaster4.xml.rels" ContentType="application/vnd.openxmlformats-package.relationships+xml"/>
  <Override PartName="/ppt/slideMasters/_rels/slideMaster5.xml.rels" ContentType="application/vnd.openxmlformats-package.relationships+xml"/>
  <Override PartName="/ppt/slideMasters/_rels/slideMaster6.xml.rels" ContentType="application/vnd.openxmlformats-package.relationships+xml"/>
  <Override PartName="/ppt/slideMasters/_rels/slideMaster7.xml.rels" ContentType="application/vnd.openxmlformats-package.relationships+xml"/>
  <Override PartName="/ppt/slideMasters/_rels/slideMaster8.xml.rels" ContentType="application/vnd.openxmlformats-package.relationships+xml"/>
  <Override PartName="/ppt/slideMasters/_rels/slideMaster9.xml.rels" ContentType="application/vnd.openxmlformats-package.relationships+xml"/>
  <Override PartName="/ppt/slideMasters/_rels/slideMaster10.xml.rels" ContentType="application/vnd.openxmlformats-package.relationships+xml"/>
  <Override PartName="/ppt/slideMasters/_rels/slideMaster11.xml.rels" ContentType="application/vnd.openxmlformats-package.relationships+xml"/>
  <Override PartName="/ppt/slideMasters/_rels/slideMaster12.xml.rels" ContentType="application/vnd.openxmlformats-package.relationships+xml"/>
  <Override PartName="/ppt/slideMasters/_rels/slideMaster13.xml.rels" ContentType="application/vnd.openxmlformats-package.relationships+xml"/>
  <Override PartName="/ppt/slideMasters/_rels/slideMaster14.xml.rels" ContentType="application/vnd.openxmlformats-package.relationships+xml"/>
  <Override PartName="/ppt/slideMasters/_rels/slideMaster15.xml.rels" ContentType="application/vnd.openxmlformats-package.relationships+xml"/>
  <Override PartName="/ppt/slideMasters/_rels/slideMaster16.xml.rels" ContentType="application/vnd.openxmlformats-package.relationships+xml"/>
  <Override PartName="/ppt/slideMasters/_rels/slideMaster17.xml.rels" ContentType="application/vnd.openxmlformats-package.relationship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theme/theme12.xml" ContentType="application/vnd.openxmlformats-officedocument.theme+xml"/>
  <Override PartName="/ppt/theme/theme13.xml" ContentType="application/vnd.openxmlformats-officedocument.theme+xml"/>
  <Override PartName="/ppt/theme/theme14.xml" ContentType="application/vnd.openxmlformats-officedocument.theme+xml"/>
  <Override PartName="/ppt/theme/theme15.xml" ContentType="application/vnd.openxmlformats-officedocument.theme+xml"/>
  <Override PartName="/ppt/theme/theme16.xml" ContentType="application/vnd.openxmlformats-officedocument.theme+xml"/>
  <Override PartName="/ppt/theme/theme17.xml" ContentType="application/vnd.openxmlformats-officedocument.theme+xml"/>
  <Override PartName="/ppt/slideLayouts/slideLayout31.xml" ContentType="application/vnd.openxmlformats-officedocument.presentationml.slideLayout+xml"/>
  <Override PartName="/ppt/slideLayouts/slideLayout119.xml" ContentType="application/vnd.openxmlformats-officedocument.presentationml.slideLayout+xml"/>
  <Override PartName="/ppt/slideLayouts/slideLayout1.xml" ContentType="application/vnd.openxmlformats-officedocument.presentationml.slideLayout+xml"/>
  <Override PartName="/ppt/slideLayouts/slideLayout32.xml" ContentType="application/vnd.openxmlformats-officedocument.presentationml.slideLayout+xml"/>
  <Override PartName="/ppt/slideLayouts/slideLayout2.xml" ContentType="application/vnd.openxmlformats-officedocument.presentationml.slideLayout+xml"/>
  <Override PartName="/ppt/slideLayouts/slideLayout33.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34.xml" ContentType="application/vnd.openxmlformats-officedocument.presentationml.slideLayout+xml"/>
  <Override PartName="/ppt/slideLayouts/slideLayout5.xml" ContentType="application/vnd.openxmlformats-officedocument.presentationml.slideLayout+xml"/>
  <Override PartName="/ppt/slideLayouts/slideLayout35.xml" ContentType="application/vnd.openxmlformats-officedocument.presentationml.slideLayout+xml"/>
  <Override PartName="/ppt/slideLayouts/slideLayout6.xml" ContentType="application/vnd.openxmlformats-officedocument.presentationml.slideLayout+xml"/>
  <Override PartName="/ppt/slideLayouts/slideLayout36.xml" ContentType="application/vnd.openxmlformats-officedocument.presentationml.slideLayout+xml"/>
  <Override PartName="/ppt/slideLayouts/slideLayout7.xml" ContentType="application/vnd.openxmlformats-officedocument.presentationml.slideLayout+xml"/>
  <Override PartName="/ppt/slideLayouts/slideLayout37.xml" ContentType="application/vnd.openxmlformats-officedocument.presentationml.slideLayout+xml"/>
  <Override PartName="/ppt/slideLayouts/slideLayout8.xml" ContentType="application/vnd.openxmlformats-officedocument.presentationml.slideLayout+xml"/>
  <Override PartName="/ppt/slideLayouts/slideLayout38.xml" ContentType="application/vnd.openxmlformats-officedocument.presentationml.slideLayout+xml"/>
  <Override PartName="/ppt/slideLayouts/slideLayout9.xml" ContentType="application/vnd.openxmlformats-officedocument.presentationml.slideLayout+xml"/>
  <Override PartName="/ppt/slideLayouts/slideLayout3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108.xml" ContentType="application/vnd.openxmlformats-officedocument.presentationml.slideLayout+xml"/>
  <Override PartName="/ppt/slideLayouts/slideLayout20.xml" ContentType="application/vnd.openxmlformats-officedocument.presentationml.slideLayout+xml"/>
  <Override PartName="/ppt/slideLayouts/slideLayout109.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118.xml" ContentType="application/vnd.openxmlformats-officedocument.presentationml.slideLayout+xml"/>
  <Override PartName="/ppt/slideLayouts/slideLayout30.xml" ContentType="application/vnd.openxmlformats-officedocument.presentationml.slideLayout+xml"/>
  <Override PartName="/ppt/slideLayouts/slideLayout128.xml" ContentType="application/vnd.openxmlformats-officedocument.presentationml.slideLayout+xml"/>
  <Override PartName="/ppt/slideLayouts/slideLayout40.xml" ContentType="application/vnd.openxmlformats-officedocument.presentationml.slideLayout+xml"/>
  <Override PartName="/ppt/slideLayouts/slideLayout129.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138.xml" ContentType="application/vnd.openxmlformats-officedocument.presentationml.slideLayout+xml"/>
  <Override PartName="/ppt/slideLayouts/slideLayout50.xml" ContentType="application/vnd.openxmlformats-officedocument.presentationml.slideLayout+xml"/>
  <Override PartName="/ppt/slideLayouts/slideLayout139.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148.xml" ContentType="application/vnd.openxmlformats-officedocument.presentationml.slideLayout+xml"/>
  <Override PartName="/ppt/slideLayouts/_rels/slideLayout35.xml.rels" ContentType="application/vnd.openxmlformats-package.relationships+xml"/>
  <Override PartName="/ppt/slideLayouts/_rels/slideLayout119.xml.rels" ContentType="application/vnd.openxmlformats-package.relationships+xml"/>
  <Override PartName="/ppt/slideLayouts/_rels/slideLayout53.xml.rels" ContentType="application/vnd.openxmlformats-package.relationships+xml"/>
  <Override PartName="/ppt/slideLayouts/_rels/slideLayout1.xml.rels" ContentType="application/vnd.openxmlformats-package.relationships+xml"/>
  <Override PartName="/ppt/slideLayouts/_rels/slideLayout137.xml.rels" ContentType="application/vnd.openxmlformats-package.relationships+xml"/>
  <Override PartName="/ppt/slideLayouts/_rels/slideLayout31.xml.rels" ContentType="application/vnd.openxmlformats-package.relationships+xml"/>
  <Override PartName="/ppt/slideLayouts/_rels/slideLayout32.xml.rels" ContentType="application/vnd.openxmlformats-package.relationships+xml"/>
  <Override PartName="/ppt/slideLayouts/_rels/slideLayout2.xml.rels" ContentType="application/vnd.openxmlformats-package.relationships+xml"/>
  <Override PartName="/ppt/slideLayouts/_rels/slideLayout138.xml.rels" ContentType="application/vnd.openxmlformats-package.relationships+xml"/>
  <Override PartName="/ppt/slideLayouts/_rels/slideLayout54.xml.rels" ContentType="application/vnd.openxmlformats-package.relationships+xml"/>
  <Override PartName="/ppt/slideLayouts/_rels/slideLayout33.xml.rels" ContentType="application/vnd.openxmlformats-package.relationships+xml"/>
  <Override PartName="/ppt/slideLayouts/_rels/slideLayout3.xml.rels" ContentType="application/vnd.openxmlformats-package.relationships+xml"/>
  <Override PartName="/ppt/slideLayouts/_rels/slideLayout139.xml.rels" ContentType="application/vnd.openxmlformats-package.relationships+xml"/>
  <Override PartName="/ppt/slideLayouts/_rels/slideLayout55.xml.rels" ContentType="application/vnd.openxmlformats-package.relationships+xml"/>
  <Override PartName="/ppt/slideLayouts/_rels/slideLayout34.xml.rels" ContentType="application/vnd.openxmlformats-package.relationships+xml"/>
  <Override PartName="/ppt/slideLayouts/_rels/slideLayout118.xml.rels" ContentType="application/vnd.openxmlformats-package.relationships+xml"/>
  <Override PartName="/ppt/slideLayouts/_rels/slideLayout4.xml.rels" ContentType="application/vnd.openxmlformats-package.relationships+xml"/>
  <Override PartName="/ppt/slideLayouts/_rels/slideLayout56.xml.rels" ContentType="application/vnd.openxmlformats-package.relationships+xml"/>
  <Override PartName="/ppt/slideLayouts/_rels/slideLayout5.xml.rels" ContentType="application/vnd.openxmlformats-package.relationships+xml"/>
  <Override PartName="/ppt/slideLayouts/_rels/slideLayout36.xml.rels" ContentType="application/vnd.openxmlformats-package.relationships+xml"/>
  <Override PartName="/ppt/slideLayouts/_rels/slideLayout6.xml.rels" ContentType="application/vnd.openxmlformats-package.relationships+xml"/>
  <Override PartName="/ppt/slideLayouts/_rels/slideLayout37.xml.rels" ContentType="application/vnd.openxmlformats-package.relationships+xml"/>
  <Override PartName="/ppt/slideLayouts/_rels/slideLayout7.xml.rels" ContentType="application/vnd.openxmlformats-package.relationships+xml"/>
  <Override PartName="/ppt/slideLayouts/_rels/slideLayout38.xml.rels" ContentType="application/vnd.openxmlformats-package.relationships+xml"/>
  <Override PartName="/ppt/slideLayouts/_rels/slideLayout8.xml.rels" ContentType="application/vnd.openxmlformats-package.relationships+xml"/>
  <Override PartName="/ppt/slideLayouts/_rels/slideLayout39.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11.xml.rels" ContentType="application/vnd.openxmlformats-package.relationships+xml"/>
  <Override PartName="/ppt/slideLayouts/_rels/slideLayout12.xml.rels" ContentType="application/vnd.openxmlformats-package.relationships+xml"/>
  <Override PartName="/ppt/slideLayouts/_rels/slideLayout13.xml.rels" ContentType="application/vnd.openxmlformats-package.relationships+xml"/>
  <Override PartName="/ppt/slideLayouts/_rels/slideLayout14.xml.rels" ContentType="application/vnd.openxmlformats-package.relationships+xml"/>
  <Override PartName="/ppt/slideLayouts/_rels/slideLayout15.xml.rels" ContentType="application/vnd.openxmlformats-package.relationships+xml"/>
  <Override PartName="/ppt/slideLayouts/_rels/slideLayout16.xml.rels" ContentType="application/vnd.openxmlformats-package.relationships+xml"/>
  <Override PartName="/ppt/slideLayouts/_rels/slideLayout17.xml.rels" ContentType="application/vnd.openxmlformats-package.relationships+xml"/>
  <Override PartName="/ppt/slideLayouts/_rels/slideLayout18.xml.rels" ContentType="application/vnd.openxmlformats-package.relationships+xml"/>
  <Override PartName="/ppt/slideLayouts/_rels/slideLayout19.xml.rels" ContentType="application/vnd.openxmlformats-package.relationships+xml"/>
  <Override PartName="/ppt/slideLayouts/_rels/slideLayout108.xml.rels" ContentType="application/vnd.openxmlformats-package.relationships+xml"/>
  <Override PartName="/ppt/slideLayouts/_rels/slideLayout24.xml.rels" ContentType="application/vnd.openxmlformats-package.relationships+xml"/>
  <Override PartName="/ppt/slideLayouts/_rels/slideLayout20.xml.rels" ContentType="application/vnd.openxmlformats-package.relationships+xml"/>
  <Override PartName="/ppt/slideLayouts/_rels/slideLayout109.xml.rels" ContentType="application/vnd.openxmlformats-package.relationships+xml"/>
  <Override PartName="/ppt/slideLayouts/_rels/slideLayout25.xml.rels" ContentType="application/vnd.openxmlformats-package.relationships+xml"/>
  <Override PartName="/ppt/slideLayouts/_rels/slideLayout21.xml.rels" ContentType="application/vnd.openxmlformats-package.relationships+xml"/>
  <Override PartName="/ppt/slideLayouts/_rels/slideLayout22.xml.rels" ContentType="application/vnd.openxmlformats-package.relationships+xml"/>
  <Override PartName="/ppt/slideLayouts/_rels/slideLayout23.xml.rels" ContentType="application/vnd.openxmlformats-package.relationships+xml"/>
  <Override PartName="/ppt/slideLayouts/_rels/slideLayout26.xml.rels" ContentType="application/vnd.openxmlformats-package.relationships+xml"/>
  <Override PartName="/ppt/slideLayouts/_rels/slideLayout27.xml.rels" ContentType="application/vnd.openxmlformats-package.relationships+xml"/>
  <Override PartName="/ppt/slideLayouts/_rels/slideLayout28.xml.rels" ContentType="application/vnd.openxmlformats-package.relationships+xml"/>
  <Override PartName="/ppt/slideLayouts/_rels/slideLayout29.xml.rels" ContentType="application/vnd.openxmlformats-package.relationships+xml"/>
  <Override PartName="/ppt/slideLayouts/_rels/slideLayout30.xml.rels" ContentType="application/vnd.openxmlformats-package.relationships+xml"/>
  <Override PartName="/ppt/slideLayouts/_rels/slideLayout128.xml.rels" ContentType="application/vnd.openxmlformats-package.relationships+xml"/>
  <Override PartName="/ppt/slideLayouts/_rels/slideLayout44.xml.rels" ContentType="application/vnd.openxmlformats-package.relationships+xml"/>
  <Override PartName="/ppt/slideLayouts/_rels/slideLayout40.xml.rels" ContentType="application/vnd.openxmlformats-package.relationships+xml"/>
  <Override PartName="/ppt/slideLayouts/_rels/slideLayout129.xml.rels" ContentType="application/vnd.openxmlformats-package.relationships+xml"/>
  <Override PartName="/ppt/slideLayouts/_rels/slideLayout45.xml.rels" ContentType="application/vnd.openxmlformats-package.relationships+xml"/>
  <Override PartName="/ppt/slideLayouts/_rels/slideLayout41.xml.rels" ContentType="application/vnd.openxmlformats-package.relationships+xml"/>
  <Override PartName="/ppt/slideLayouts/_rels/slideLayout42.xml.rels" ContentType="application/vnd.openxmlformats-package.relationships+xml"/>
  <Override PartName="/ppt/slideLayouts/_rels/slideLayout43.xml.rels" ContentType="application/vnd.openxmlformats-package.relationships+xml"/>
  <Override PartName="/ppt/slideLayouts/_rels/slideLayout46.xml.rels" ContentType="application/vnd.openxmlformats-package.relationships+xml"/>
  <Override PartName="/ppt/slideLayouts/_rels/slideLayout47.xml.rels" ContentType="application/vnd.openxmlformats-package.relationships+xml"/>
  <Override PartName="/ppt/slideLayouts/_rels/slideLayout48.xml.rels" ContentType="application/vnd.openxmlformats-package.relationships+xml"/>
  <Override PartName="/ppt/slideLayouts/_rels/slideLayout49.xml.rels" ContentType="application/vnd.openxmlformats-package.relationships+xml"/>
  <Override PartName="/ppt/slideLayouts/_rels/slideLayout50.xml.rels" ContentType="application/vnd.openxmlformats-package.relationships+xml"/>
  <Override PartName="/ppt/slideLayouts/_rels/slideLayout51.xml.rels" ContentType="application/vnd.openxmlformats-package.relationships+xml"/>
  <Override PartName="/ppt/slideLayouts/_rels/slideLayout52.xml.rels" ContentType="application/vnd.openxmlformats-package.relationships+xml"/>
  <Override PartName="/ppt/slideLayouts/_rels/slideLayout57.xml.rels" ContentType="application/vnd.openxmlformats-package.relationships+xml"/>
  <Override PartName="/ppt/slideLayouts/_rels/slideLayout58.xml.rels" ContentType="application/vnd.openxmlformats-package.relationships+xml"/>
  <Override PartName="/ppt/slideLayouts/_rels/slideLayout59.xml.rels" ContentType="application/vnd.openxmlformats-package.relationships+xml"/>
  <Override PartName="/ppt/slideLayouts/_rels/slideLayout148.xml.rels" ContentType="application/vnd.openxmlformats-package.relationships+xml"/>
  <Override PartName="/ppt/slideLayouts/_rels/slideLayout60.xml.rels" ContentType="application/vnd.openxmlformats-package.relationships+xml"/>
  <Override PartName="/ppt/slideLayouts/_rels/slideLayout149.xml.rels" ContentType="application/vnd.openxmlformats-package.relationships+xml"/>
  <Override PartName="/ppt/slideLayouts/_rels/slideLayout61.xml.rels" ContentType="application/vnd.openxmlformats-package.relationships+xml"/>
  <Override PartName="/ppt/slideLayouts/_rels/slideLayout200.xml.rels" ContentType="application/vnd.openxmlformats-package.relationships+xml"/>
  <Override PartName="/ppt/slideLayouts/_rels/slideLayout62.xml.rels" ContentType="application/vnd.openxmlformats-package.relationships+xml"/>
  <Override PartName="/ppt/slideLayouts/_rels/slideLayout201.xml.rels" ContentType="application/vnd.openxmlformats-package.relationships+xml"/>
  <Override PartName="/ppt/slideLayouts/_rels/slideLayout63.xml.rels" ContentType="application/vnd.openxmlformats-package.relationships+xml"/>
  <Override PartName="/ppt/slideLayouts/_rels/slideLayout202.xml.rels" ContentType="application/vnd.openxmlformats-package.relationships+xml"/>
  <Override PartName="/ppt/slideLayouts/_rels/slideLayout64.xml.rels" ContentType="application/vnd.openxmlformats-package.relationships+xml"/>
  <Override PartName="/ppt/slideLayouts/_rels/slideLayout203.xml.rels" ContentType="application/vnd.openxmlformats-package.relationships+xml"/>
  <Override PartName="/ppt/slideLayouts/_rels/slideLayout65.xml.rels" ContentType="application/vnd.openxmlformats-package.relationships+xml"/>
  <Override PartName="/ppt/slideLayouts/_rels/slideLayout204.xml.rels" ContentType="application/vnd.openxmlformats-package.relationships+xml"/>
  <Override PartName="/ppt/slideLayouts/_rels/slideLayout66.xml.rels" ContentType="application/vnd.openxmlformats-package.relationships+xml"/>
  <Override PartName="/ppt/slideLayouts/_rels/slideLayout67.xml.rels" ContentType="application/vnd.openxmlformats-package.relationships+xml"/>
  <Override PartName="/ppt/slideLayouts/_rels/slideLayout68.xml.rels" ContentType="application/vnd.openxmlformats-package.relationships+xml"/>
  <Override PartName="/ppt/slideLayouts/_rels/slideLayout69.xml.rels" ContentType="application/vnd.openxmlformats-package.relationships+xml"/>
  <Override PartName="/ppt/slideLayouts/_rels/slideLayout158.xml.rels" ContentType="application/vnd.openxmlformats-package.relationships+xml"/>
  <Override PartName="/ppt/slideLayouts/_rels/slideLayout70.xml.rels" ContentType="application/vnd.openxmlformats-package.relationships+xml"/>
  <Override PartName="/ppt/slideLayouts/_rels/slideLayout159.xml.rels" ContentType="application/vnd.openxmlformats-package.relationships+xml"/>
  <Override PartName="/ppt/slideLayouts/_rels/slideLayout71.xml.rels" ContentType="application/vnd.openxmlformats-package.relationships+xml"/>
  <Override PartName="/ppt/slideLayouts/_rels/slideLayout72.xml.rels" ContentType="application/vnd.openxmlformats-package.relationships+xml"/>
  <Override PartName="/ppt/slideLayouts/_rels/slideLayout73.xml.rels" ContentType="application/vnd.openxmlformats-package.relationships+xml"/>
  <Override PartName="/ppt/slideLayouts/_rels/slideLayout74.xml.rels" ContentType="application/vnd.openxmlformats-package.relationships+xml"/>
  <Override PartName="/ppt/slideLayouts/_rels/slideLayout75.xml.rels" ContentType="application/vnd.openxmlformats-package.relationships+xml"/>
  <Override PartName="/ppt/slideLayouts/_rels/slideLayout76.xml.rels" ContentType="application/vnd.openxmlformats-package.relationships+xml"/>
  <Override PartName="/ppt/slideLayouts/_rels/slideLayout77.xml.rels" ContentType="application/vnd.openxmlformats-package.relationships+xml"/>
  <Override PartName="/ppt/slideLayouts/_rels/slideLayout78.xml.rels" ContentType="application/vnd.openxmlformats-package.relationships+xml"/>
  <Override PartName="/ppt/slideLayouts/_rels/slideLayout79.xml.rels" ContentType="application/vnd.openxmlformats-package.relationships+xml"/>
  <Override PartName="/ppt/slideLayouts/_rels/slideLayout168.xml.rels" ContentType="application/vnd.openxmlformats-package.relationships+xml"/>
  <Override PartName="/ppt/slideLayouts/_rels/slideLayout80.xml.rels" ContentType="application/vnd.openxmlformats-package.relationships+xml"/>
  <Override PartName="/ppt/slideLayouts/_rels/slideLayout169.xml.rels" ContentType="application/vnd.openxmlformats-package.relationships+xml"/>
  <Override PartName="/ppt/slideLayouts/_rels/slideLayout81.xml.rels" ContentType="application/vnd.openxmlformats-package.relationships+xml"/>
  <Override PartName="/ppt/slideLayouts/_rels/slideLayout82.xml.rels" ContentType="application/vnd.openxmlformats-package.relationships+xml"/>
  <Override PartName="/ppt/slideLayouts/_rels/slideLayout83.xml.rels" ContentType="application/vnd.openxmlformats-package.relationships+xml"/>
  <Override PartName="/ppt/slideLayouts/_rels/slideLayout84.xml.rels" ContentType="application/vnd.openxmlformats-package.relationships+xml"/>
  <Override PartName="/ppt/slideLayouts/_rels/slideLayout85.xml.rels" ContentType="application/vnd.openxmlformats-package.relationships+xml"/>
  <Override PartName="/ppt/slideLayouts/_rels/slideLayout86.xml.rels" ContentType="application/vnd.openxmlformats-package.relationships+xml"/>
  <Override PartName="/ppt/slideLayouts/_rels/slideLayout87.xml.rels" ContentType="application/vnd.openxmlformats-package.relationships+xml"/>
  <Override PartName="/ppt/slideLayouts/_rels/slideLayout88.xml.rels" ContentType="application/vnd.openxmlformats-package.relationships+xml"/>
  <Override PartName="/ppt/slideLayouts/_rels/slideLayout89.xml.rels" ContentType="application/vnd.openxmlformats-package.relationships+xml"/>
  <Override PartName="/ppt/slideLayouts/_rels/slideLayout178.xml.rels" ContentType="application/vnd.openxmlformats-package.relationships+xml"/>
  <Override PartName="/ppt/slideLayouts/_rels/slideLayout90.xml.rels" ContentType="application/vnd.openxmlformats-package.relationships+xml"/>
  <Override PartName="/ppt/slideLayouts/_rels/slideLayout179.xml.rels" ContentType="application/vnd.openxmlformats-package.relationships+xml"/>
  <Override PartName="/ppt/slideLayouts/_rels/slideLayout91.xml.rels" ContentType="application/vnd.openxmlformats-package.relationships+xml"/>
  <Override PartName="/ppt/slideLayouts/_rels/slideLayout92.xml.rels" ContentType="application/vnd.openxmlformats-package.relationships+xml"/>
  <Override PartName="/ppt/slideLayouts/_rels/slideLayout93.xml.rels" ContentType="application/vnd.openxmlformats-package.relationships+xml"/>
  <Override PartName="/ppt/slideLayouts/_rels/slideLayout94.xml.rels" ContentType="application/vnd.openxmlformats-package.relationships+xml"/>
  <Override PartName="/ppt/slideLayouts/_rels/slideLayout95.xml.rels" ContentType="application/vnd.openxmlformats-package.relationships+xml"/>
  <Override PartName="/ppt/slideLayouts/_rels/slideLayout96.xml.rels" ContentType="application/vnd.openxmlformats-package.relationships+xml"/>
  <Override PartName="/ppt/slideLayouts/_rels/slideLayout97.xml.rels" ContentType="application/vnd.openxmlformats-package.relationships+xml"/>
  <Override PartName="/ppt/slideLayouts/_rels/slideLayout98.xml.rels" ContentType="application/vnd.openxmlformats-package.relationships+xml"/>
  <Override PartName="/ppt/slideLayouts/_rels/slideLayout99.xml.rels" ContentType="application/vnd.openxmlformats-package.relationships+xml"/>
  <Override PartName="/ppt/slideLayouts/_rels/slideLayout100.xml.rels" ContentType="application/vnd.openxmlformats-package.relationships+xml"/>
  <Override PartName="/ppt/slideLayouts/_rels/slideLayout101.xml.rels" ContentType="application/vnd.openxmlformats-package.relationships+xml"/>
  <Override PartName="/ppt/slideLayouts/_rels/slideLayout102.xml.rels" ContentType="application/vnd.openxmlformats-package.relationships+xml"/>
  <Override PartName="/ppt/slideLayouts/_rels/slideLayout103.xml.rels" ContentType="application/vnd.openxmlformats-package.relationships+xml"/>
  <Override PartName="/ppt/slideLayouts/_rels/slideLayout104.xml.rels" ContentType="application/vnd.openxmlformats-package.relationships+xml"/>
  <Override PartName="/ppt/slideLayouts/_rels/slideLayout105.xml.rels" ContentType="application/vnd.openxmlformats-package.relationships+xml"/>
  <Override PartName="/ppt/slideLayouts/_rels/slideLayout106.xml.rels" ContentType="application/vnd.openxmlformats-package.relationships+xml"/>
  <Override PartName="/ppt/slideLayouts/_rels/slideLayout107.xml.rels" ContentType="application/vnd.openxmlformats-package.relationships+xml"/>
  <Override PartName="/ppt/slideLayouts/_rels/slideLayout110.xml.rels" ContentType="application/vnd.openxmlformats-package.relationships+xml"/>
  <Override PartName="/ppt/slideLayouts/_rels/slideLayout111.xml.rels" ContentType="application/vnd.openxmlformats-package.relationships+xml"/>
  <Override PartName="/ppt/slideLayouts/_rels/slideLayout112.xml.rels" ContentType="application/vnd.openxmlformats-package.relationships+xml"/>
  <Override PartName="/ppt/slideLayouts/_rels/slideLayout113.xml.rels" ContentType="application/vnd.openxmlformats-package.relationships+xml"/>
  <Override PartName="/ppt/slideLayouts/_rels/slideLayout114.xml.rels" ContentType="application/vnd.openxmlformats-package.relationships+xml"/>
  <Override PartName="/ppt/slideLayouts/_rels/slideLayout115.xml.rels" ContentType="application/vnd.openxmlformats-package.relationships+xml"/>
  <Override PartName="/ppt/slideLayouts/_rels/slideLayout116.xml.rels" ContentType="application/vnd.openxmlformats-package.relationships+xml"/>
  <Override PartName="/ppt/slideLayouts/_rels/slideLayout117.xml.rels" ContentType="application/vnd.openxmlformats-package.relationships+xml"/>
  <Override PartName="/ppt/slideLayouts/_rels/slideLayout120.xml.rels" ContentType="application/vnd.openxmlformats-package.relationships+xml"/>
  <Override PartName="/ppt/slideLayouts/_rels/slideLayout121.xml.rels" ContentType="application/vnd.openxmlformats-package.relationships+xml"/>
  <Override PartName="/ppt/slideLayouts/_rels/slideLayout122.xml.rels" ContentType="application/vnd.openxmlformats-package.relationships+xml"/>
  <Override PartName="/ppt/slideLayouts/_rels/slideLayout123.xml.rels" ContentType="application/vnd.openxmlformats-package.relationships+xml"/>
  <Override PartName="/ppt/slideLayouts/_rels/slideLayout124.xml.rels" ContentType="application/vnd.openxmlformats-package.relationships+xml"/>
  <Override PartName="/ppt/slideLayouts/_rels/slideLayout125.xml.rels" ContentType="application/vnd.openxmlformats-package.relationships+xml"/>
  <Override PartName="/ppt/slideLayouts/_rels/slideLayout126.xml.rels" ContentType="application/vnd.openxmlformats-package.relationships+xml"/>
  <Override PartName="/ppt/slideLayouts/_rels/slideLayout127.xml.rels" ContentType="application/vnd.openxmlformats-package.relationships+xml"/>
  <Override PartName="/ppt/slideLayouts/_rels/slideLayout130.xml.rels" ContentType="application/vnd.openxmlformats-package.relationships+xml"/>
  <Override PartName="/ppt/slideLayouts/_rels/slideLayout131.xml.rels" ContentType="application/vnd.openxmlformats-package.relationships+xml"/>
  <Override PartName="/ppt/slideLayouts/_rels/slideLayout132.xml.rels" ContentType="application/vnd.openxmlformats-package.relationships+xml"/>
  <Override PartName="/ppt/slideLayouts/_rels/slideLayout133.xml.rels" ContentType="application/vnd.openxmlformats-package.relationships+xml"/>
  <Override PartName="/ppt/slideLayouts/_rels/slideLayout134.xml.rels" ContentType="application/vnd.openxmlformats-package.relationships+xml"/>
  <Override PartName="/ppt/slideLayouts/_rels/slideLayout135.xml.rels" ContentType="application/vnd.openxmlformats-package.relationships+xml"/>
  <Override PartName="/ppt/slideLayouts/_rels/slideLayout136.xml.rels" ContentType="application/vnd.openxmlformats-package.relationships+xml"/>
  <Override PartName="/ppt/slideLayouts/_rels/slideLayout140.xml.rels" ContentType="application/vnd.openxmlformats-package.relationships+xml"/>
  <Override PartName="/ppt/slideLayouts/_rels/slideLayout141.xml.rels" ContentType="application/vnd.openxmlformats-package.relationships+xml"/>
  <Override PartName="/ppt/slideLayouts/_rels/slideLayout142.xml.rels" ContentType="application/vnd.openxmlformats-package.relationships+xml"/>
  <Override PartName="/ppt/slideLayouts/_rels/slideLayout143.xml.rels" ContentType="application/vnd.openxmlformats-package.relationships+xml"/>
  <Override PartName="/ppt/slideLayouts/_rels/slideLayout144.xml.rels" ContentType="application/vnd.openxmlformats-package.relationships+xml"/>
  <Override PartName="/ppt/slideLayouts/_rels/slideLayout145.xml.rels" ContentType="application/vnd.openxmlformats-package.relationships+xml"/>
  <Override PartName="/ppt/slideLayouts/_rels/slideLayout146.xml.rels" ContentType="application/vnd.openxmlformats-package.relationships+xml"/>
  <Override PartName="/ppt/slideLayouts/_rels/slideLayout147.xml.rels" ContentType="application/vnd.openxmlformats-package.relationships+xml"/>
  <Override PartName="/ppt/slideLayouts/_rels/slideLayout150.xml.rels" ContentType="application/vnd.openxmlformats-package.relationships+xml"/>
  <Override PartName="/ppt/slideLayouts/_rels/slideLayout151.xml.rels" ContentType="application/vnd.openxmlformats-package.relationships+xml"/>
  <Override PartName="/ppt/slideLayouts/_rels/slideLayout152.xml.rels" ContentType="application/vnd.openxmlformats-package.relationships+xml"/>
  <Override PartName="/ppt/slideLayouts/_rels/slideLayout153.xml.rels" ContentType="application/vnd.openxmlformats-package.relationships+xml"/>
  <Override PartName="/ppt/slideLayouts/_rels/slideLayout154.xml.rels" ContentType="application/vnd.openxmlformats-package.relationships+xml"/>
  <Override PartName="/ppt/slideLayouts/_rels/slideLayout155.xml.rels" ContentType="application/vnd.openxmlformats-package.relationships+xml"/>
  <Override PartName="/ppt/slideLayouts/_rels/slideLayout156.xml.rels" ContentType="application/vnd.openxmlformats-package.relationships+xml"/>
  <Override PartName="/ppt/slideLayouts/_rels/slideLayout157.xml.rels" ContentType="application/vnd.openxmlformats-package.relationships+xml"/>
  <Override PartName="/ppt/slideLayouts/_rels/slideLayout160.xml.rels" ContentType="application/vnd.openxmlformats-package.relationships+xml"/>
  <Override PartName="/ppt/slideLayouts/_rels/slideLayout161.xml.rels" ContentType="application/vnd.openxmlformats-package.relationships+xml"/>
  <Override PartName="/ppt/slideLayouts/_rels/slideLayout162.xml.rels" ContentType="application/vnd.openxmlformats-package.relationships+xml"/>
  <Override PartName="/ppt/slideLayouts/_rels/slideLayout163.xml.rels" ContentType="application/vnd.openxmlformats-package.relationships+xml"/>
  <Override PartName="/ppt/slideLayouts/_rels/slideLayout164.xml.rels" ContentType="application/vnd.openxmlformats-package.relationships+xml"/>
  <Override PartName="/ppt/slideLayouts/_rels/slideLayout165.xml.rels" ContentType="application/vnd.openxmlformats-package.relationships+xml"/>
  <Override PartName="/ppt/slideLayouts/_rels/slideLayout166.xml.rels" ContentType="application/vnd.openxmlformats-package.relationships+xml"/>
  <Override PartName="/ppt/slideLayouts/_rels/slideLayout167.xml.rels" ContentType="application/vnd.openxmlformats-package.relationships+xml"/>
  <Override PartName="/ppt/slideLayouts/_rels/slideLayout170.xml.rels" ContentType="application/vnd.openxmlformats-package.relationships+xml"/>
  <Override PartName="/ppt/slideLayouts/_rels/slideLayout171.xml.rels" ContentType="application/vnd.openxmlformats-package.relationships+xml"/>
  <Override PartName="/ppt/slideLayouts/_rels/slideLayout172.xml.rels" ContentType="application/vnd.openxmlformats-package.relationships+xml"/>
  <Override PartName="/ppt/slideLayouts/_rels/slideLayout173.xml.rels" ContentType="application/vnd.openxmlformats-package.relationships+xml"/>
  <Override PartName="/ppt/slideLayouts/_rels/slideLayout174.xml.rels" ContentType="application/vnd.openxmlformats-package.relationships+xml"/>
  <Override PartName="/ppt/slideLayouts/_rels/slideLayout175.xml.rels" ContentType="application/vnd.openxmlformats-package.relationships+xml"/>
  <Override PartName="/ppt/slideLayouts/_rels/slideLayout176.xml.rels" ContentType="application/vnd.openxmlformats-package.relationships+xml"/>
  <Override PartName="/ppt/slideLayouts/_rels/slideLayout177.xml.rels" ContentType="application/vnd.openxmlformats-package.relationships+xml"/>
  <Override PartName="/ppt/slideLayouts/_rels/slideLayout180.xml.rels" ContentType="application/vnd.openxmlformats-package.relationships+xml"/>
  <Override PartName="/ppt/slideLayouts/_rels/slideLayout181.xml.rels" ContentType="application/vnd.openxmlformats-package.relationships+xml"/>
  <Override PartName="/ppt/slideLayouts/_rels/slideLayout182.xml.rels" ContentType="application/vnd.openxmlformats-package.relationships+xml"/>
  <Override PartName="/ppt/slideLayouts/_rels/slideLayout183.xml.rels" ContentType="application/vnd.openxmlformats-package.relationships+xml"/>
  <Override PartName="/ppt/slideLayouts/_rels/slideLayout184.xml.rels" ContentType="application/vnd.openxmlformats-package.relationships+xml"/>
  <Override PartName="/ppt/slideLayouts/_rels/slideLayout185.xml.rels" ContentType="application/vnd.openxmlformats-package.relationships+xml"/>
  <Override PartName="/ppt/slideLayouts/_rels/slideLayout186.xml.rels" ContentType="application/vnd.openxmlformats-package.relationships+xml"/>
  <Override PartName="/ppt/slideLayouts/_rels/slideLayout187.xml.rels" ContentType="application/vnd.openxmlformats-package.relationships+xml"/>
  <Override PartName="/ppt/slideLayouts/_rels/slideLayout188.xml.rels" ContentType="application/vnd.openxmlformats-package.relationships+xml"/>
  <Override PartName="/ppt/slideLayouts/_rels/slideLayout189.xml.rels" ContentType="application/vnd.openxmlformats-package.relationships+xml"/>
  <Override PartName="/ppt/slideLayouts/_rels/slideLayout190.xml.rels" ContentType="application/vnd.openxmlformats-package.relationships+xml"/>
  <Override PartName="/ppt/slideLayouts/_rels/slideLayout191.xml.rels" ContentType="application/vnd.openxmlformats-package.relationships+xml"/>
  <Override PartName="/ppt/slideLayouts/_rels/slideLayout192.xml.rels" ContentType="application/vnd.openxmlformats-package.relationships+xml"/>
  <Override PartName="/ppt/slideLayouts/_rels/slideLayout193.xml.rels" ContentType="application/vnd.openxmlformats-package.relationships+xml"/>
  <Override PartName="/ppt/slideLayouts/_rels/slideLayout194.xml.rels" ContentType="application/vnd.openxmlformats-package.relationships+xml"/>
  <Override PartName="/ppt/slideLayouts/_rels/slideLayout195.xml.rels" ContentType="application/vnd.openxmlformats-package.relationships+xml"/>
  <Override PartName="/ppt/slideLayouts/_rels/slideLayout196.xml.rels" ContentType="application/vnd.openxmlformats-package.relationships+xml"/>
  <Override PartName="/ppt/slideLayouts/_rels/slideLayout197.xml.rels" ContentType="application/vnd.openxmlformats-package.relationships+xml"/>
  <Override PartName="/ppt/slideLayouts/_rels/slideLayout198.xml.rels" ContentType="application/vnd.openxmlformats-package.relationships+xml"/>
  <Override PartName="/ppt/slideLayouts/_rels/slideLayout199.xml.rels" ContentType="application/vnd.openxmlformats-package.relationships+xml"/>
  <Override PartName="/ppt/slideLayouts/slideLayout61.xml" ContentType="application/vnd.openxmlformats-officedocument.presentationml.slideLayout+xml"/>
  <Override PartName="/ppt/slideLayouts/slideLayout149.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158.xml" ContentType="application/vnd.openxmlformats-officedocument.presentationml.slideLayout+xml"/>
  <Override PartName="/ppt/slideLayouts/slideLayout71.xml" ContentType="application/vnd.openxmlformats-officedocument.presentationml.slideLayout+xml"/>
  <Override PartName="/ppt/slideLayouts/slideLayout159.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168.xml" ContentType="application/vnd.openxmlformats-officedocument.presentationml.slideLayout+xml"/>
  <Override PartName="/ppt/slideLayouts/slideLayout81.xml" ContentType="application/vnd.openxmlformats-officedocument.presentationml.slideLayout+xml"/>
  <Override PartName="/ppt/slideLayouts/slideLayout169.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178.xml" ContentType="application/vnd.openxmlformats-officedocument.presentationml.slideLayout+xml"/>
  <Override PartName="/ppt/slideLayouts/slideLayout91.xml" ContentType="application/vnd.openxmlformats-officedocument.presentationml.slideLayout+xml"/>
  <Override PartName="/ppt/slideLayouts/slideLayout179.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_rels/presentation.xml.rels" ContentType="application/vnd.openxmlformats-package.relationships+xml"/>
  <Override PartName="/ppt/slides/slide1.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21.xml" ContentType="application/vnd.openxmlformats-officedocument.presentationml.slide+xml"/>
  <Override PartName="/ppt/slides/slide4.xml" ContentType="application/vnd.openxmlformats-officedocument.presentationml.slide+xml"/>
  <Override PartName="/ppt/slides/slide2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_rels/slide1.xml.rels" ContentType="application/vnd.openxmlformats-package.relationships+xml"/>
  <Override PartName="/ppt/slides/_rels/slide22.xml.rels" ContentType="application/vnd.openxmlformats-package.relationships+xml"/>
  <Override PartName="/ppt/slides/_rels/slide2.xml.rels" ContentType="application/vnd.openxmlformats-package.relationships+xml"/>
  <Override PartName="/ppt/slides/_rels/slide20.xml.rels" ContentType="application/vnd.openxmlformats-package.relationships+xml"/>
  <Override PartName="/ppt/slides/_rels/slide3.xml.rels" ContentType="application/vnd.openxmlformats-package.relationships+xml"/>
  <Override PartName="/ppt/slides/_rels/slide21.xml.rels" ContentType="application/vnd.openxmlformats-package.relationships+xml"/>
  <Override PartName="/ppt/slides/_rels/slide4.xml.rels" ContentType="application/vnd.openxmlformats-package.relationships+xml"/>
  <Override PartName="/ppt/slides/_rels/slide5.xml.rels" ContentType="application/vnd.openxmlformats-package.relationships+xml"/>
  <Override PartName="/ppt/slides/_rels/slide6.xml.rels" ContentType="application/vnd.openxmlformats-package.relationships+xml"/>
  <Override PartName="/ppt/slides/_rels/slide7.xml.rels" ContentType="application/vnd.openxmlformats-package.relationships+xml"/>
  <Override PartName="/ppt/slides/_rels/slide8.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12.xml.rels" ContentType="application/vnd.openxmlformats-package.relationships+xml"/>
  <Override PartName="/ppt/slides/_rels/slide13.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6.xml.rels" ContentType="application/vnd.openxmlformats-package.relationships+xml"/>
  <Override PartName="/ppt/slides/_rels/slide17.xml.rels" ContentType="application/vnd.openxmlformats-package.relationships+xml"/>
  <Override PartName="/ppt/slides/_rels/slide18.xml.rels" ContentType="application/vnd.openxmlformats-package.relationships+xml"/>
  <Override PartName="/ppt/slides/_rels/slide19.xml.rels" ContentType="application/vnd.openxmlformats-package.relationships+xml"/>
  <Override PartName="/ppt/presProps.xml" ContentType="application/vnd.openxmlformats-officedocument.presentationml.presProps+xml"/>
  <Override PartName="/ppt/media/image1.png" ContentType="image/png"/>
  <Override PartName="/ppt/media/image2.png" ContentType="image/pn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 id="2147483674" r:id="rId4"/>
    <p:sldMasterId id="2147483687" r:id="rId5"/>
    <p:sldMasterId id="2147483700" r:id="rId6"/>
    <p:sldMasterId id="2147483713" r:id="rId7"/>
    <p:sldMasterId id="2147483726" r:id="rId8"/>
    <p:sldMasterId id="2147483739" r:id="rId9"/>
    <p:sldMasterId id="2147483752" r:id="rId10"/>
    <p:sldMasterId id="2147483765" r:id="rId11"/>
    <p:sldMasterId id="2147483778" r:id="rId12"/>
    <p:sldMasterId id="2147483791" r:id="rId13"/>
    <p:sldMasterId id="2147483804" r:id="rId14"/>
    <p:sldMasterId id="2147483817" r:id="rId15"/>
    <p:sldMasterId id="2147483830" r:id="rId16"/>
    <p:sldMasterId id="2147483843" r:id="rId17"/>
    <p:sldMasterId id="2147483856" r:id="rId18"/>
  </p:sldMasterIdLst>
  <p:sldIdLst>
    <p:sldId id="256" r:id="rId19"/>
    <p:sldId id="257" r:id="rId20"/>
    <p:sldId id="258" r:id="rId21"/>
    <p:sldId id="259" r:id="rId22"/>
    <p:sldId id="260" r:id="rId23"/>
    <p:sldId id="261" r:id="rId24"/>
    <p:sldId id="262" r:id="rId25"/>
    <p:sldId id="263" r:id="rId26"/>
    <p:sldId id="264" r:id="rId27"/>
    <p:sldId id="265" r:id="rId28"/>
    <p:sldId id="266" r:id="rId29"/>
    <p:sldId id="267" r:id="rId30"/>
    <p:sldId id="268" r:id="rId31"/>
    <p:sldId id="269" r:id="rId32"/>
    <p:sldId id="270" r:id="rId33"/>
    <p:sldId id="271" r:id="rId34"/>
    <p:sldId id="272" r:id="rId35"/>
    <p:sldId id="273" r:id="rId36"/>
    <p:sldId id="274" r:id="rId37"/>
    <p:sldId id="275" r:id="rId38"/>
    <p:sldId id="276" r:id="rId39"/>
    <p:sldId id="277" r:id="rId40"/>
  </p:sldIdLst>
  <p:sldSz cx="9144000" cy="6858000"/>
  <p:notesSz cx="7772400" cy="100584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Master" Target="slideMasters/slideMaster12.xml"/><Relationship Id="rId14" Type="http://schemas.openxmlformats.org/officeDocument/2006/relationships/slideMaster" Target="slideMasters/slideMaster13.xml"/><Relationship Id="rId15" Type="http://schemas.openxmlformats.org/officeDocument/2006/relationships/slideMaster" Target="slideMasters/slideMaster14.xml"/><Relationship Id="rId16" Type="http://schemas.openxmlformats.org/officeDocument/2006/relationships/slideMaster" Target="slideMasters/slideMaster15.xml"/><Relationship Id="rId17" Type="http://schemas.openxmlformats.org/officeDocument/2006/relationships/slideMaster" Target="slideMasters/slideMaster16.xml"/><Relationship Id="rId18" Type="http://schemas.openxmlformats.org/officeDocument/2006/relationships/slideMaster" Target="slideMasters/slideMaster17.xml"/><Relationship Id="rId19" Type="http://schemas.openxmlformats.org/officeDocument/2006/relationships/slide" Target="slides/slide1.xml"/><Relationship Id="rId20" Type="http://schemas.openxmlformats.org/officeDocument/2006/relationships/slide" Target="slides/slide2.xml"/><Relationship Id="rId21" Type="http://schemas.openxmlformats.org/officeDocument/2006/relationships/slide" Target="slides/slide3.xml"/><Relationship Id="rId22" Type="http://schemas.openxmlformats.org/officeDocument/2006/relationships/slide" Target="slides/slide4.xml"/><Relationship Id="rId23" Type="http://schemas.openxmlformats.org/officeDocument/2006/relationships/slide" Target="slides/slide5.xml"/><Relationship Id="rId24" Type="http://schemas.openxmlformats.org/officeDocument/2006/relationships/slide" Target="slides/slide6.xml"/><Relationship Id="rId25" Type="http://schemas.openxmlformats.org/officeDocument/2006/relationships/slide" Target="slides/slide7.xml"/><Relationship Id="rId26" Type="http://schemas.openxmlformats.org/officeDocument/2006/relationships/slide" Target="slides/slide8.xml"/><Relationship Id="rId27" Type="http://schemas.openxmlformats.org/officeDocument/2006/relationships/slide" Target="slides/slide9.xml"/><Relationship Id="rId28" Type="http://schemas.openxmlformats.org/officeDocument/2006/relationships/slide" Target="slides/slide10.xml"/><Relationship Id="rId29" Type="http://schemas.openxmlformats.org/officeDocument/2006/relationships/slide" Target="slides/slide11.xml"/><Relationship Id="rId30" Type="http://schemas.openxmlformats.org/officeDocument/2006/relationships/slide" Target="slides/slide12.xml"/><Relationship Id="rId31" Type="http://schemas.openxmlformats.org/officeDocument/2006/relationships/slide" Target="slides/slide13.xml"/><Relationship Id="rId32" Type="http://schemas.openxmlformats.org/officeDocument/2006/relationships/slide" Target="slides/slide14.xml"/><Relationship Id="rId33" Type="http://schemas.openxmlformats.org/officeDocument/2006/relationships/slide" Target="slides/slide15.xml"/><Relationship Id="rId34" Type="http://schemas.openxmlformats.org/officeDocument/2006/relationships/slide" Target="slides/slide16.xml"/><Relationship Id="rId35" Type="http://schemas.openxmlformats.org/officeDocument/2006/relationships/slide" Target="slides/slide17.xml"/><Relationship Id="rId36" Type="http://schemas.openxmlformats.org/officeDocument/2006/relationships/slide" Target="slides/slide18.xml"/><Relationship Id="rId37" Type="http://schemas.openxmlformats.org/officeDocument/2006/relationships/slide" Target="slides/slide19.xml"/><Relationship Id="rId38" Type="http://schemas.openxmlformats.org/officeDocument/2006/relationships/slide" Target="slides/slide20.xml"/><Relationship Id="rId39" Type="http://schemas.openxmlformats.org/officeDocument/2006/relationships/slide" Target="slides/slide21.xml"/><Relationship Id="rId40" Type="http://schemas.openxmlformats.org/officeDocument/2006/relationships/slide" Target="slides/slide22.xml"/><Relationship Id="rId41"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6.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7.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8.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9.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0.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1.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2.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4.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6.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7.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38.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39.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0.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1.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2.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3.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5.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6.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7.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8.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9.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0.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1.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2.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3.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4.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6.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7.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8.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9.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0.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1.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2.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3.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4.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5.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7.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8.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9.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0.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1.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2.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3.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74.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75.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76.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7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78.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79.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0.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1.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2.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3.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4.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5.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86.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87.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8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89.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0.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1.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2.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3.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4.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5.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6.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7.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98.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9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0.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1.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2.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3.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4.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5.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6.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7.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8.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9.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1.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2.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3.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4.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5.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6.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7.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8.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9.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2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21.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2.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3.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4.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5.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6.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7.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8.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9.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30.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31.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32.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33.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4.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5.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6.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7.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8.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9.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40.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41.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42.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43.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44.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45.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46.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47.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48.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49.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0.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1.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2.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3.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4.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5.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6.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7.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58.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59.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0.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1.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2.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3.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4.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5.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6.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7.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8.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9.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0.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1.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2.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3.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4.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5.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6.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7.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8.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9.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80.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81.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2.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3.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4.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5.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6.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7.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8.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9.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90.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91.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92.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93.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94.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95.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96.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97.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98.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99.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200.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201.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202.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203.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204.xml.rels><?xml version="1.0" encoding="UTF-8"?>
<Relationships xmlns="http://schemas.openxmlformats.org/package/2006/relationships"><Relationship Id="rId1" Type="http://schemas.openxmlformats.org/officeDocument/2006/relationships/slideMaster" Target="../slideMasters/slideMaster17.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
          </p:nvPr>
        </p:nvSpPr>
        <p:spPr/>
        <p:txBody>
          <a:bodyPr/>
          <a:p>
            <a:r>
              <a:t>Footer</a:t>
            </a:r>
          </a:p>
        </p:txBody>
      </p:sp>
      <p:sp>
        <p:nvSpPr>
          <p:cNvPr id="3" name="PlaceHolder 2"/>
          <p:cNvSpPr>
            <a:spLocks noGrp="1"/>
          </p:cNvSpPr>
          <p:nvPr>
            <p:ph type="sldNum" idx="2"/>
          </p:nvPr>
        </p:nvSpPr>
        <p:spPr/>
        <p:txBody>
          <a:bodyPr/>
          <a:p>
            <a:fld id="{454ADBA0-8061-44F7-81A7-0FC75A17A380}" type="slidenum">
              <a:t>&lt;#&gt;</a:t>
            </a:fld>
          </a:p>
        </p:txBody>
      </p:sp>
      <p:sp>
        <p:nvSpPr>
          <p:cNvPr id="4" name="PlaceHolder 3"/>
          <p:cNvSpPr>
            <a:spLocks noGrp="1"/>
          </p:cNvSpPr>
          <p:nvPr>
            <p:ph type="dt" idx="3"/>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F5E89AC6-7182-4AF0-BB7F-E59F5395C27F}"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6ADC9B4B-9F04-4DC3-AE5A-95D45E23CE12}"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0"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
          </p:nvPr>
        </p:nvSpPr>
        <p:spPr/>
        <p:txBody>
          <a:bodyPr/>
          <a:p>
            <a:r>
              <a:t>Footer</a:t>
            </a:r>
          </a:p>
        </p:txBody>
      </p:sp>
      <p:sp>
        <p:nvSpPr>
          <p:cNvPr id="6" name="PlaceHolder 5"/>
          <p:cNvSpPr>
            <a:spLocks noGrp="1"/>
          </p:cNvSpPr>
          <p:nvPr>
            <p:ph type="sldNum" idx="2"/>
          </p:nvPr>
        </p:nvSpPr>
        <p:spPr/>
        <p:txBody>
          <a:bodyPr/>
          <a:p>
            <a:fld id="{EFBD45F0-A2AF-486A-A97B-701DCE63E6DC}" type="slidenum">
              <a:t>&lt;#&gt;</a:t>
            </a:fld>
          </a:p>
        </p:txBody>
      </p:sp>
      <p:sp>
        <p:nvSpPr>
          <p:cNvPr id="7" name="PlaceHolder 6"/>
          <p:cNvSpPr>
            <a:spLocks noGrp="1"/>
          </p:cNvSpPr>
          <p:nvPr>
            <p:ph type="dt" idx="3"/>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1"/>
          </p:nvPr>
        </p:nvSpPr>
        <p:spPr/>
        <p:txBody>
          <a:bodyPr/>
          <a:p>
            <a:r>
              <a:t>Footer</a:t>
            </a:r>
          </a:p>
        </p:txBody>
      </p:sp>
      <p:sp>
        <p:nvSpPr>
          <p:cNvPr id="4" name="PlaceHolder 3"/>
          <p:cNvSpPr>
            <a:spLocks noGrp="1"/>
          </p:cNvSpPr>
          <p:nvPr>
            <p:ph type="sldNum" idx="2"/>
          </p:nvPr>
        </p:nvSpPr>
        <p:spPr/>
        <p:txBody>
          <a:bodyPr/>
          <a:p>
            <a:fld id="{1A0DBB73-6CD0-43E2-BBBD-A10A1EDFEC6D}" type="slidenum">
              <a:t>&lt;#&gt;</a:t>
            </a:fld>
          </a:p>
        </p:txBody>
      </p:sp>
      <p:sp>
        <p:nvSpPr>
          <p:cNvPr id="5" name="PlaceHolder 4"/>
          <p:cNvSpPr>
            <a:spLocks noGrp="1"/>
          </p:cNvSpPr>
          <p:nvPr>
            <p:ph type="dt" idx="3"/>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3"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1"/>
          </p:nvPr>
        </p:nvSpPr>
        <p:spPr/>
        <p:txBody>
          <a:bodyPr/>
          <a:p>
            <a:r>
              <a:t>Footer</a:t>
            </a:r>
          </a:p>
        </p:txBody>
      </p:sp>
      <p:sp>
        <p:nvSpPr>
          <p:cNvPr id="4" name="PlaceHolder 3"/>
          <p:cNvSpPr>
            <a:spLocks noGrp="1"/>
          </p:cNvSpPr>
          <p:nvPr>
            <p:ph type="sldNum" idx="2"/>
          </p:nvPr>
        </p:nvSpPr>
        <p:spPr/>
        <p:txBody>
          <a:bodyPr/>
          <a:p>
            <a:fld id="{E659B35F-566C-4165-AA03-F57FAB53F4DC}" type="slidenum">
              <a:t>&lt;#&gt;</a:t>
            </a:fld>
          </a:p>
        </p:txBody>
      </p:sp>
      <p:sp>
        <p:nvSpPr>
          <p:cNvPr id="5" name="PlaceHolder 4"/>
          <p:cNvSpPr>
            <a:spLocks noGrp="1"/>
          </p:cNvSpPr>
          <p:nvPr>
            <p:ph type="dt" idx="3"/>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6"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7"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ECC328AF-BE1A-430A-9054-82B046C83D1D}" type="slidenum">
              <a:t>&lt;#&gt;</a:t>
            </a:fld>
          </a:p>
        </p:txBody>
      </p:sp>
      <p:sp>
        <p:nvSpPr>
          <p:cNvPr id="8" name="PlaceHolder 7"/>
          <p:cNvSpPr>
            <a:spLocks noGrp="1"/>
          </p:cNvSpPr>
          <p:nvPr>
            <p:ph type="dt" idx="3"/>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9"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0"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1"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4B6A4FC1-FF75-4AD0-A0A0-72A4E94964BB}" type="slidenum">
              <a:t>&lt;#&gt;</a:t>
            </a:fld>
          </a:p>
        </p:txBody>
      </p:sp>
      <p:sp>
        <p:nvSpPr>
          <p:cNvPr id="8" name="PlaceHolder 7"/>
          <p:cNvSpPr>
            <a:spLocks noGrp="1"/>
          </p:cNvSpPr>
          <p:nvPr>
            <p:ph type="dt" idx="3"/>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5"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2A70ED47-1183-426D-88FB-46D0FE964887}" type="slidenum">
              <a:t>&lt;#&gt;</a:t>
            </a:fld>
          </a:p>
        </p:txBody>
      </p:sp>
      <p:sp>
        <p:nvSpPr>
          <p:cNvPr id="8" name="PlaceHolder 7"/>
          <p:cNvSpPr>
            <a:spLocks noGrp="1"/>
          </p:cNvSpPr>
          <p:nvPr>
            <p:ph type="dt" idx="3"/>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7"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8"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
          </p:nvPr>
        </p:nvSpPr>
        <p:spPr/>
        <p:txBody>
          <a:bodyPr/>
          <a:p>
            <a:r>
              <a:t>Footer</a:t>
            </a:r>
          </a:p>
        </p:txBody>
      </p:sp>
      <p:sp>
        <p:nvSpPr>
          <p:cNvPr id="6" name="PlaceHolder 5"/>
          <p:cNvSpPr>
            <a:spLocks noGrp="1"/>
          </p:cNvSpPr>
          <p:nvPr>
            <p:ph type="sldNum" idx="2"/>
          </p:nvPr>
        </p:nvSpPr>
        <p:spPr/>
        <p:txBody>
          <a:bodyPr/>
          <a:p>
            <a:fld id="{B5DC43B0-F259-48D4-99A8-8D7A513B13EA}" type="slidenum">
              <a:t>&lt;#&gt;</a:t>
            </a:fld>
          </a:p>
        </p:txBody>
      </p:sp>
      <p:sp>
        <p:nvSpPr>
          <p:cNvPr id="7" name="PlaceHolder 6"/>
          <p:cNvSpPr>
            <a:spLocks noGrp="1"/>
          </p:cNvSpPr>
          <p:nvPr>
            <p:ph type="dt" idx="3"/>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3"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1"/>
          </p:nvPr>
        </p:nvSpPr>
        <p:spPr/>
        <p:txBody>
          <a:bodyPr/>
          <a:p>
            <a:r>
              <a:t>Footer</a:t>
            </a:r>
          </a:p>
        </p:txBody>
      </p:sp>
      <p:sp>
        <p:nvSpPr>
          <p:cNvPr id="8" name="PlaceHolder 7"/>
          <p:cNvSpPr>
            <a:spLocks noGrp="1"/>
          </p:cNvSpPr>
          <p:nvPr>
            <p:ph type="sldNum" idx="2"/>
          </p:nvPr>
        </p:nvSpPr>
        <p:spPr/>
        <p:txBody>
          <a:bodyPr/>
          <a:p>
            <a:fld id="{39E972A2-3710-4411-82D8-F01E28574DB8}" type="slidenum">
              <a:t>&lt;#&gt;</a:t>
            </a:fld>
          </a:p>
        </p:txBody>
      </p:sp>
      <p:sp>
        <p:nvSpPr>
          <p:cNvPr id="9" name="PlaceHolder 8"/>
          <p:cNvSpPr>
            <a:spLocks noGrp="1"/>
          </p:cNvSpPr>
          <p:nvPr>
            <p:ph type="dt" idx="3"/>
          </p:nvPr>
        </p:nvSpPr>
        <p:spPr/>
        <p:txBody>
          <a:bodyPr/>
          <a:p>
            <a:r>
              <a:rPr lang="en-US"/>
              <a:t/>
            </a: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5"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7"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8"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9"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1"/>
          </p:nvPr>
        </p:nvSpPr>
        <p:spPr/>
        <p:txBody>
          <a:bodyPr/>
          <a:p>
            <a:r>
              <a:t>Footer</a:t>
            </a:r>
          </a:p>
        </p:txBody>
      </p:sp>
      <p:sp>
        <p:nvSpPr>
          <p:cNvPr id="10" name="PlaceHolder 9"/>
          <p:cNvSpPr>
            <a:spLocks noGrp="1"/>
          </p:cNvSpPr>
          <p:nvPr>
            <p:ph type="sldNum" idx="2"/>
          </p:nvPr>
        </p:nvSpPr>
        <p:spPr/>
        <p:txBody>
          <a:bodyPr/>
          <a:p>
            <a:fld id="{47A1A208-C59D-4737-986E-4D32A84A3486}" type="slidenum">
              <a:t>&lt;#&gt;</a:t>
            </a:fld>
          </a:p>
        </p:txBody>
      </p:sp>
      <p:sp>
        <p:nvSpPr>
          <p:cNvPr id="11" name="PlaceHolder 10"/>
          <p:cNvSpPr>
            <a:spLocks noGrp="1"/>
          </p:cNvSpPr>
          <p:nvPr>
            <p:ph type="dt" idx="3"/>
          </p:nvPr>
        </p:nvSpPr>
        <p:spPr/>
        <p:txBody>
          <a:bodyPr/>
          <a:p>
            <a:r>
              <a:rPr lang="en-US"/>
              <a:t/>
            </a: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p>
            <a:r>
              <a:t>Footer</a:t>
            </a:r>
          </a:p>
        </p:txBody>
      </p:sp>
      <p:sp>
        <p:nvSpPr>
          <p:cNvPr id="3" name="PlaceHolder 2"/>
          <p:cNvSpPr>
            <a:spLocks noGrp="1"/>
          </p:cNvSpPr>
          <p:nvPr>
            <p:ph type="sldNum" idx="5"/>
          </p:nvPr>
        </p:nvSpPr>
        <p:spPr/>
        <p:txBody>
          <a:bodyPr/>
          <a:p>
            <a:fld id="{C4C9D731-5C85-47D2-957B-B42C8ECFA5BC}" type="slidenum">
              <a:t>&lt;#&gt;</a:t>
            </a:fld>
          </a:p>
        </p:txBody>
      </p:sp>
      <p:sp>
        <p:nvSpPr>
          <p:cNvPr id="4" name="PlaceHolder 3"/>
          <p:cNvSpPr>
            <a:spLocks noGrp="1"/>
          </p:cNvSpPr>
          <p:nvPr>
            <p:ph type="dt" idx="6"/>
          </p:nvPr>
        </p:nvSpPr>
        <p:spPr/>
        <p:txBody>
          <a:bodyPr/>
          <a:p>
            <a:r>
              <a:rPr lang="en-US"/>
              <a:t/>
            </a: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7"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518AB794-FD29-40B2-B6DF-540E4156FF44}" type="slidenum">
              <a:t>&lt;#&gt;</a:t>
            </a:fld>
          </a:p>
        </p:txBody>
      </p:sp>
      <p:sp>
        <p:nvSpPr>
          <p:cNvPr id="6" name="PlaceHolder 5"/>
          <p:cNvSpPr>
            <a:spLocks noGrp="1"/>
          </p:cNvSpPr>
          <p:nvPr>
            <p:ph type="dt" idx="6"/>
          </p:nvPr>
        </p:nvSpPr>
        <p:spPr/>
        <p:txBody>
          <a:bodyPr/>
          <a:p>
            <a:r>
              <a:rPr lang="en-US"/>
              <a:t/>
            </a: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9"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C3F5CB9A-4C65-42A7-A9C9-F09EB1149FC9}" type="slidenum">
              <a:t>&lt;#&gt;</a:t>
            </a:fld>
          </a:p>
        </p:txBody>
      </p:sp>
      <p:sp>
        <p:nvSpPr>
          <p:cNvPr id="6" name="PlaceHolder 5"/>
          <p:cNvSpPr>
            <a:spLocks noGrp="1"/>
          </p:cNvSpPr>
          <p:nvPr>
            <p:ph type="dt" idx="6"/>
          </p:nvPr>
        </p:nvSpPr>
        <p:spPr/>
        <p:txBody>
          <a:bodyPr/>
          <a:p>
            <a:r>
              <a:rPr lang="en-US"/>
              <a:t/>
            </a: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1"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
          </p:nvPr>
        </p:nvSpPr>
        <p:spPr/>
        <p:txBody>
          <a:bodyPr/>
          <a:p>
            <a:r>
              <a:t>Footer</a:t>
            </a:r>
          </a:p>
        </p:txBody>
      </p:sp>
      <p:sp>
        <p:nvSpPr>
          <p:cNvPr id="6" name="PlaceHolder 5"/>
          <p:cNvSpPr>
            <a:spLocks noGrp="1"/>
          </p:cNvSpPr>
          <p:nvPr>
            <p:ph type="sldNum" idx="5"/>
          </p:nvPr>
        </p:nvSpPr>
        <p:spPr/>
        <p:txBody>
          <a:bodyPr/>
          <a:p>
            <a:fld id="{4A7BADBD-CB12-40A7-B580-12917931FC2C}" type="slidenum">
              <a:t>&lt;#&gt;</a:t>
            </a:fld>
          </a:p>
        </p:txBody>
      </p:sp>
      <p:sp>
        <p:nvSpPr>
          <p:cNvPr id="7" name="PlaceHolder 6"/>
          <p:cNvSpPr>
            <a:spLocks noGrp="1"/>
          </p:cNvSpPr>
          <p:nvPr>
            <p:ph type="dt" idx="6"/>
          </p:nvPr>
        </p:nvSpPr>
        <p:spPr/>
        <p:txBody>
          <a:bodyPr/>
          <a:p>
            <a:r>
              <a:rPr lang="en-US"/>
              <a:t/>
            </a: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4"/>
          </p:nvPr>
        </p:nvSpPr>
        <p:spPr/>
        <p:txBody>
          <a:bodyPr/>
          <a:p>
            <a:r>
              <a:t>Footer</a:t>
            </a:r>
          </a:p>
        </p:txBody>
      </p:sp>
      <p:sp>
        <p:nvSpPr>
          <p:cNvPr id="4" name="PlaceHolder 3"/>
          <p:cNvSpPr>
            <a:spLocks noGrp="1"/>
          </p:cNvSpPr>
          <p:nvPr>
            <p:ph type="sldNum" idx="5"/>
          </p:nvPr>
        </p:nvSpPr>
        <p:spPr/>
        <p:txBody>
          <a:bodyPr/>
          <a:p>
            <a:fld id="{E6F32011-E000-428F-B2B4-91C5DD7FA267}" type="slidenum">
              <a:t>&lt;#&gt;</a:t>
            </a:fld>
          </a:p>
        </p:txBody>
      </p:sp>
      <p:sp>
        <p:nvSpPr>
          <p:cNvPr id="5" name="PlaceHolder 4"/>
          <p:cNvSpPr>
            <a:spLocks noGrp="1"/>
          </p:cNvSpPr>
          <p:nvPr>
            <p:ph type="dt" idx="6"/>
          </p:nvPr>
        </p:nvSpPr>
        <p:spPr/>
        <p:txBody>
          <a:bodyPr/>
          <a:p>
            <a:r>
              <a:rPr lang="en-US"/>
              <a:t/>
            </a: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4"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4"/>
          </p:nvPr>
        </p:nvSpPr>
        <p:spPr/>
        <p:txBody>
          <a:bodyPr/>
          <a:p>
            <a:r>
              <a:t>Footer</a:t>
            </a:r>
          </a:p>
        </p:txBody>
      </p:sp>
      <p:sp>
        <p:nvSpPr>
          <p:cNvPr id="4" name="PlaceHolder 3"/>
          <p:cNvSpPr>
            <a:spLocks noGrp="1"/>
          </p:cNvSpPr>
          <p:nvPr>
            <p:ph type="sldNum" idx="5"/>
          </p:nvPr>
        </p:nvSpPr>
        <p:spPr/>
        <p:txBody>
          <a:bodyPr/>
          <a:p>
            <a:fld id="{F6E96AEA-8A3C-4C8B-97DC-DE74CD3377F7}" type="slidenum">
              <a:t>&lt;#&gt;</a:t>
            </a:fld>
          </a:p>
        </p:txBody>
      </p:sp>
      <p:sp>
        <p:nvSpPr>
          <p:cNvPr id="5" name="PlaceHolder 4"/>
          <p:cNvSpPr>
            <a:spLocks noGrp="1"/>
          </p:cNvSpPr>
          <p:nvPr>
            <p:ph type="dt" idx="6"/>
          </p:nvPr>
        </p:nvSpPr>
        <p:spPr/>
        <p:txBody>
          <a:bodyPr/>
          <a:p>
            <a:r>
              <a:rPr lang="en-US"/>
              <a:t/>
            </a: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7"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8"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BF2C5027-CBB0-492E-950A-7026DF06FEB6}" type="slidenum">
              <a:t>&lt;#&gt;</a:t>
            </a:fld>
          </a:p>
        </p:txBody>
      </p:sp>
      <p:sp>
        <p:nvSpPr>
          <p:cNvPr id="8" name="PlaceHolder 7"/>
          <p:cNvSpPr>
            <a:spLocks noGrp="1"/>
          </p:cNvSpPr>
          <p:nvPr>
            <p:ph type="dt" idx="6"/>
          </p:nvPr>
        </p:nvSpPr>
        <p:spPr/>
        <p:txBody>
          <a:bodyPr/>
          <a:p>
            <a:r>
              <a:rPr lang="en-US"/>
              <a:t/>
            </a: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5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0"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2"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B72D9DC2-4B60-426B-9A36-556EB0942217}" type="slidenum">
              <a:t>&lt;#&gt;</a:t>
            </a:fld>
          </a:p>
        </p:txBody>
      </p:sp>
      <p:sp>
        <p:nvSpPr>
          <p:cNvPr id="8" name="PlaceHolder 7"/>
          <p:cNvSpPr>
            <a:spLocks noGrp="1"/>
          </p:cNvSpPr>
          <p:nvPr>
            <p:ph type="dt" idx="6"/>
          </p:nvPr>
        </p:nvSpPr>
        <p:spPr/>
        <p:txBody>
          <a:bodyPr/>
          <a:p>
            <a:r>
              <a:rPr lang="en-US"/>
              <a:t/>
            </a: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4"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5"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6"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06E31315-9675-4F78-BA13-93911679B996}" type="slidenum">
              <a:t>&lt;#&gt;</a:t>
            </a:fld>
          </a:p>
        </p:txBody>
      </p:sp>
      <p:sp>
        <p:nvSpPr>
          <p:cNvPr id="8" name="PlaceHolder 7"/>
          <p:cNvSpPr>
            <a:spLocks noGrp="1"/>
          </p:cNvSpPr>
          <p:nvPr>
            <p:ph type="dt" idx="6"/>
          </p:nvPr>
        </p:nvSpPr>
        <p:spPr/>
        <p:txBody>
          <a:bodyPr/>
          <a:p>
            <a:r>
              <a:rPr lang="en-US"/>
              <a:t/>
            </a: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8"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9"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
          </p:nvPr>
        </p:nvSpPr>
        <p:spPr/>
        <p:txBody>
          <a:bodyPr/>
          <a:p>
            <a:r>
              <a:t>Footer</a:t>
            </a:r>
          </a:p>
        </p:txBody>
      </p:sp>
      <p:sp>
        <p:nvSpPr>
          <p:cNvPr id="6" name="PlaceHolder 5"/>
          <p:cNvSpPr>
            <a:spLocks noGrp="1"/>
          </p:cNvSpPr>
          <p:nvPr>
            <p:ph type="sldNum" idx="5"/>
          </p:nvPr>
        </p:nvSpPr>
        <p:spPr/>
        <p:txBody>
          <a:bodyPr/>
          <a:p>
            <a:fld id="{B34068E4-0498-4150-B155-AB487B879DC2}" type="slidenum">
              <a:t>&lt;#&gt;</a:t>
            </a:fld>
          </a:p>
        </p:txBody>
      </p:sp>
      <p:sp>
        <p:nvSpPr>
          <p:cNvPr id="7" name="PlaceHolder 6"/>
          <p:cNvSpPr>
            <a:spLocks noGrp="1"/>
          </p:cNvSpPr>
          <p:nvPr>
            <p:ph type="dt" idx="6"/>
          </p:nvPr>
        </p:nvSpPr>
        <p:spPr/>
        <p:txBody>
          <a:bodyPr/>
          <a:p>
            <a:r>
              <a:rPr lang="en-US"/>
              <a:t/>
            </a: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1"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2"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3"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4"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4"/>
          </p:nvPr>
        </p:nvSpPr>
        <p:spPr/>
        <p:txBody>
          <a:bodyPr/>
          <a:p>
            <a:r>
              <a:t>Footer</a:t>
            </a:r>
          </a:p>
        </p:txBody>
      </p:sp>
      <p:sp>
        <p:nvSpPr>
          <p:cNvPr id="8" name="PlaceHolder 7"/>
          <p:cNvSpPr>
            <a:spLocks noGrp="1"/>
          </p:cNvSpPr>
          <p:nvPr>
            <p:ph type="sldNum" idx="5"/>
          </p:nvPr>
        </p:nvSpPr>
        <p:spPr/>
        <p:txBody>
          <a:bodyPr/>
          <a:p>
            <a:fld id="{40336650-FB59-486A-BF49-8AF8540B65FD}" type="slidenum">
              <a:t>&lt;#&gt;</a:t>
            </a:fld>
          </a:p>
        </p:txBody>
      </p:sp>
      <p:sp>
        <p:nvSpPr>
          <p:cNvPr id="9" name="PlaceHolder 8"/>
          <p:cNvSpPr>
            <a:spLocks noGrp="1"/>
          </p:cNvSpPr>
          <p:nvPr>
            <p:ph type="dt" idx="6"/>
          </p:nvPr>
        </p:nvSpPr>
        <p:spPr/>
        <p:txBody>
          <a:bodyPr/>
          <a:p>
            <a:r>
              <a:rPr lang="en-US"/>
              <a:t/>
            </a: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7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6"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7"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8"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9"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0"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1"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4"/>
          </p:nvPr>
        </p:nvSpPr>
        <p:spPr/>
        <p:txBody>
          <a:bodyPr/>
          <a:p>
            <a:r>
              <a:t>Footer</a:t>
            </a:r>
          </a:p>
        </p:txBody>
      </p:sp>
      <p:sp>
        <p:nvSpPr>
          <p:cNvPr id="10" name="PlaceHolder 9"/>
          <p:cNvSpPr>
            <a:spLocks noGrp="1"/>
          </p:cNvSpPr>
          <p:nvPr>
            <p:ph type="sldNum" idx="5"/>
          </p:nvPr>
        </p:nvSpPr>
        <p:spPr/>
        <p:txBody>
          <a:bodyPr/>
          <a:p>
            <a:fld id="{0BBF4603-017C-4737-82E9-E22AD24D22C3}" type="slidenum">
              <a:t>&lt;#&gt;</a:t>
            </a:fld>
          </a:p>
        </p:txBody>
      </p:sp>
      <p:sp>
        <p:nvSpPr>
          <p:cNvPr id="11" name="PlaceHolder 10"/>
          <p:cNvSpPr>
            <a:spLocks noGrp="1"/>
          </p:cNvSpPr>
          <p:nvPr>
            <p:ph type="dt" idx="6"/>
          </p:nvPr>
        </p:nvSpPr>
        <p:spPr/>
        <p:txBody>
          <a:bodyPr/>
          <a:p>
            <a:r>
              <a:rPr lang="en-US"/>
              <a:t/>
            </a:r>
          </a:p>
        </p:txBody>
      </p:sp>
    </p:spTree>
  </p:cSld>
</p:sldLayout>
</file>

<file path=ppt/slideLayouts/slideLayout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7"/>
          </p:nvPr>
        </p:nvSpPr>
        <p:spPr/>
        <p:txBody>
          <a:bodyPr/>
          <a:p>
            <a:r>
              <a:t>Footer</a:t>
            </a:r>
          </a:p>
        </p:txBody>
      </p:sp>
      <p:sp>
        <p:nvSpPr>
          <p:cNvPr id="3" name="PlaceHolder 2"/>
          <p:cNvSpPr>
            <a:spLocks noGrp="1"/>
          </p:cNvSpPr>
          <p:nvPr>
            <p:ph type="sldNum" idx="8"/>
          </p:nvPr>
        </p:nvSpPr>
        <p:spPr/>
        <p:txBody>
          <a:bodyPr/>
          <a:p>
            <a:fld id="{1FD4EC68-EDD3-43D3-9B76-EEE2988B669E}" type="slidenum">
              <a:t>&lt;#&gt;</a:t>
            </a:fld>
          </a:p>
        </p:txBody>
      </p:sp>
      <p:sp>
        <p:nvSpPr>
          <p:cNvPr id="4" name="PlaceHolder 3"/>
          <p:cNvSpPr>
            <a:spLocks noGrp="1"/>
          </p:cNvSpPr>
          <p:nvPr>
            <p:ph type="dt" idx="9"/>
          </p:nvPr>
        </p:nvSpPr>
        <p:spPr/>
        <p:txBody>
          <a:bodyPr/>
          <a:p>
            <a:r>
              <a:rPr lang="en-US"/>
              <a:t/>
            </a:r>
          </a:p>
        </p:txBody>
      </p:sp>
    </p:spTree>
  </p:cSld>
</p:sldLayout>
</file>

<file path=ppt/slideLayouts/slideLayout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8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8"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7"/>
          </p:nvPr>
        </p:nvSpPr>
        <p:spPr/>
        <p:txBody>
          <a:bodyPr/>
          <a:p>
            <a:r>
              <a:t>Footer</a:t>
            </a:r>
          </a:p>
        </p:txBody>
      </p:sp>
      <p:sp>
        <p:nvSpPr>
          <p:cNvPr id="5" name="PlaceHolder 4"/>
          <p:cNvSpPr>
            <a:spLocks noGrp="1"/>
          </p:cNvSpPr>
          <p:nvPr>
            <p:ph type="sldNum" idx="8"/>
          </p:nvPr>
        </p:nvSpPr>
        <p:spPr/>
        <p:txBody>
          <a:bodyPr/>
          <a:p>
            <a:fld id="{90E882D8-6A39-410F-8A26-682E8FA1EE12}" type="slidenum">
              <a:t>&lt;#&gt;</a:t>
            </a:fld>
          </a:p>
        </p:txBody>
      </p:sp>
      <p:sp>
        <p:nvSpPr>
          <p:cNvPr id="6" name="PlaceHolder 5"/>
          <p:cNvSpPr>
            <a:spLocks noGrp="1"/>
          </p:cNvSpPr>
          <p:nvPr>
            <p:ph type="dt" idx="9"/>
          </p:nvPr>
        </p:nvSpPr>
        <p:spPr/>
        <p:txBody>
          <a:bodyPr/>
          <a:p>
            <a:r>
              <a:rPr lang="en-US"/>
              <a:t/>
            </a:r>
          </a:p>
        </p:txBody>
      </p:sp>
    </p:spTree>
  </p:cSld>
</p:sldLayout>
</file>

<file path=ppt/slideLayouts/slideLayout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8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90"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7"/>
          </p:nvPr>
        </p:nvSpPr>
        <p:spPr/>
        <p:txBody>
          <a:bodyPr/>
          <a:p>
            <a:r>
              <a:t>Footer</a:t>
            </a:r>
          </a:p>
        </p:txBody>
      </p:sp>
      <p:sp>
        <p:nvSpPr>
          <p:cNvPr id="5" name="PlaceHolder 4"/>
          <p:cNvSpPr>
            <a:spLocks noGrp="1"/>
          </p:cNvSpPr>
          <p:nvPr>
            <p:ph type="sldNum" idx="8"/>
          </p:nvPr>
        </p:nvSpPr>
        <p:spPr/>
        <p:txBody>
          <a:bodyPr/>
          <a:p>
            <a:fld id="{D68EFEBF-A3D6-4248-A5C4-5402C6715ECC}" type="slidenum">
              <a:t>&lt;#&gt;</a:t>
            </a:fld>
          </a:p>
        </p:txBody>
      </p:sp>
      <p:sp>
        <p:nvSpPr>
          <p:cNvPr id="6" name="PlaceHolder 5"/>
          <p:cNvSpPr>
            <a:spLocks noGrp="1"/>
          </p:cNvSpPr>
          <p:nvPr>
            <p:ph type="dt" idx="9"/>
          </p:nvPr>
        </p:nvSpPr>
        <p:spPr/>
        <p:txBody>
          <a:bodyPr/>
          <a:p>
            <a:r>
              <a:rPr lang="en-US"/>
              <a:t/>
            </a:r>
          </a:p>
        </p:txBody>
      </p:sp>
    </p:spTree>
  </p:cSld>
</p:sldLayout>
</file>

<file path=ppt/slideLayouts/slideLayout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92"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3"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7"/>
          </p:nvPr>
        </p:nvSpPr>
        <p:spPr/>
        <p:txBody>
          <a:bodyPr/>
          <a:p>
            <a:r>
              <a:t>Footer</a:t>
            </a:r>
          </a:p>
        </p:txBody>
      </p:sp>
      <p:sp>
        <p:nvSpPr>
          <p:cNvPr id="6" name="PlaceHolder 5"/>
          <p:cNvSpPr>
            <a:spLocks noGrp="1"/>
          </p:cNvSpPr>
          <p:nvPr>
            <p:ph type="sldNum" idx="8"/>
          </p:nvPr>
        </p:nvSpPr>
        <p:spPr/>
        <p:txBody>
          <a:bodyPr/>
          <a:p>
            <a:fld id="{A5115C2F-82C9-475C-9D9A-20D58CD1AE3B}" type="slidenum">
              <a:t>&lt;#&gt;</a:t>
            </a:fld>
          </a:p>
        </p:txBody>
      </p:sp>
      <p:sp>
        <p:nvSpPr>
          <p:cNvPr id="7" name="PlaceHolder 6"/>
          <p:cNvSpPr>
            <a:spLocks noGrp="1"/>
          </p:cNvSpPr>
          <p:nvPr>
            <p:ph type="dt" idx="9"/>
          </p:nvPr>
        </p:nvSpPr>
        <p:spPr/>
        <p:txBody>
          <a:bodyPr/>
          <a:p>
            <a:r>
              <a:rPr lang="en-US"/>
              <a:t/>
            </a:r>
          </a:p>
        </p:txBody>
      </p:sp>
    </p:spTree>
  </p:cSld>
</p:sldLayout>
</file>

<file path=ppt/slideLayouts/slideLayout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7"/>
          </p:nvPr>
        </p:nvSpPr>
        <p:spPr/>
        <p:txBody>
          <a:bodyPr/>
          <a:p>
            <a:r>
              <a:t>Footer</a:t>
            </a:r>
          </a:p>
        </p:txBody>
      </p:sp>
      <p:sp>
        <p:nvSpPr>
          <p:cNvPr id="4" name="PlaceHolder 3"/>
          <p:cNvSpPr>
            <a:spLocks noGrp="1"/>
          </p:cNvSpPr>
          <p:nvPr>
            <p:ph type="sldNum" idx="8"/>
          </p:nvPr>
        </p:nvSpPr>
        <p:spPr/>
        <p:txBody>
          <a:bodyPr/>
          <a:p>
            <a:fld id="{3AC14350-C09B-43E3-AF4D-BD32072845DE}" type="slidenum">
              <a:t>&lt;#&gt;</a:t>
            </a:fld>
          </a:p>
        </p:txBody>
      </p:sp>
      <p:sp>
        <p:nvSpPr>
          <p:cNvPr id="5" name="PlaceHolder 4"/>
          <p:cNvSpPr>
            <a:spLocks noGrp="1"/>
          </p:cNvSpPr>
          <p:nvPr>
            <p:ph type="dt" idx="9"/>
          </p:nvPr>
        </p:nvSpPr>
        <p:spPr/>
        <p:txBody>
          <a:bodyPr/>
          <a:p>
            <a:r>
              <a:rPr lang="en-US"/>
              <a:t/>
            </a:r>
          </a:p>
        </p:txBody>
      </p:sp>
    </p:spTree>
  </p:cSld>
</p:sldLayout>
</file>

<file path=ppt/slideLayouts/slideLayout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95"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7"/>
          </p:nvPr>
        </p:nvSpPr>
        <p:spPr/>
        <p:txBody>
          <a:bodyPr/>
          <a:p>
            <a:r>
              <a:t>Footer</a:t>
            </a:r>
          </a:p>
        </p:txBody>
      </p:sp>
      <p:sp>
        <p:nvSpPr>
          <p:cNvPr id="4" name="PlaceHolder 3"/>
          <p:cNvSpPr>
            <a:spLocks noGrp="1"/>
          </p:cNvSpPr>
          <p:nvPr>
            <p:ph type="sldNum" idx="8"/>
          </p:nvPr>
        </p:nvSpPr>
        <p:spPr/>
        <p:txBody>
          <a:bodyPr/>
          <a:p>
            <a:fld id="{90E000A2-DFDF-4932-BDA6-2020609D073B}" type="slidenum">
              <a:t>&lt;#&gt;</a:t>
            </a:fld>
          </a:p>
        </p:txBody>
      </p:sp>
      <p:sp>
        <p:nvSpPr>
          <p:cNvPr id="5" name="PlaceHolder 4"/>
          <p:cNvSpPr>
            <a:spLocks noGrp="1"/>
          </p:cNvSpPr>
          <p:nvPr>
            <p:ph type="dt" idx="9"/>
          </p:nvPr>
        </p:nvSpPr>
        <p:spPr/>
        <p:txBody>
          <a:bodyPr/>
          <a:p>
            <a:r>
              <a:rPr lang="en-US"/>
              <a:t/>
            </a:r>
          </a:p>
        </p:txBody>
      </p:sp>
    </p:spTree>
  </p:cSld>
</p:sldLayout>
</file>

<file path=ppt/slideLayouts/slideLayout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9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97"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8"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9"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7"/>
          </p:nvPr>
        </p:nvSpPr>
        <p:spPr/>
        <p:txBody>
          <a:bodyPr/>
          <a:p>
            <a:r>
              <a:t>Footer</a:t>
            </a:r>
          </a:p>
        </p:txBody>
      </p:sp>
      <p:sp>
        <p:nvSpPr>
          <p:cNvPr id="7" name="PlaceHolder 6"/>
          <p:cNvSpPr>
            <a:spLocks noGrp="1"/>
          </p:cNvSpPr>
          <p:nvPr>
            <p:ph type="sldNum" idx="8"/>
          </p:nvPr>
        </p:nvSpPr>
        <p:spPr/>
        <p:txBody>
          <a:bodyPr/>
          <a:p>
            <a:fld id="{A111386B-F105-47E9-9046-3E95FF37255E}" type="slidenum">
              <a:t>&lt;#&gt;</a:t>
            </a:fld>
          </a:p>
        </p:txBody>
      </p:sp>
      <p:sp>
        <p:nvSpPr>
          <p:cNvPr id="8" name="PlaceHolder 7"/>
          <p:cNvSpPr>
            <a:spLocks noGrp="1"/>
          </p:cNvSpPr>
          <p:nvPr>
            <p:ph type="dt" idx="9"/>
          </p:nvPr>
        </p:nvSpPr>
        <p:spPr/>
        <p:txBody>
          <a:bodyPr/>
          <a:p>
            <a:r>
              <a:rPr lang="en-US"/>
              <a:t/>
            </a:r>
          </a:p>
        </p:txBody>
      </p:sp>
    </p:spTree>
  </p:cSld>
</p:sldLayout>
</file>

<file path=ppt/slideLayouts/slideLayout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0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01"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02"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03"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7"/>
          </p:nvPr>
        </p:nvSpPr>
        <p:spPr/>
        <p:txBody>
          <a:bodyPr/>
          <a:p>
            <a:r>
              <a:t>Footer</a:t>
            </a:r>
          </a:p>
        </p:txBody>
      </p:sp>
      <p:sp>
        <p:nvSpPr>
          <p:cNvPr id="7" name="PlaceHolder 6"/>
          <p:cNvSpPr>
            <a:spLocks noGrp="1"/>
          </p:cNvSpPr>
          <p:nvPr>
            <p:ph type="sldNum" idx="8"/>
          </p:nvPr>
        </p:nvSpPr>
        <p:spPr/>
        <p:txBody>
          <a:bodyPr/>
          <a:p>
            <a:fld id="{A0768362-8935-43AD-9CDF-CF1FCD5BA00C}" type="slidenum">
              <a:t>&lt;#&gt;</a:t>
            </a:fld>
          </a:p>
        </p:txBody>
      </p:sp>
      <p:sp>
        <p:nvSpPr>
          <p:cNvPr id="8" name="PlaceHolder 7"/>
          <p:cNvSpPr>
            <a:spLocks noGrp="1"/>
          </p:cNvSpPr>
          <p:nvPr>
            <p:ph type="dt" idx="9"/>
          </p:nvPr>
        </p:nvSpPr>
        <p:spPr/>
        <p:txBody>
          <a:bodyPr/>
          <a:p>
            <a:r>
              <a:rPr lang="en-US"/>
              <a:t/>
            </a:r>
          </a:p>
        </p:txBody>
      </p:sp>
    </p:spTree>
  </p:cSld>
</p:sldLayout>
</file>

<file path=ppt/slideLayouts/slideLayout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0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0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06"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07"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7"/>
          </p:nvPr>
        </p:nvSpPr>
        <p:spPr/>
        <p:txBody>
          <a:bodyPr/>
          <a:p>
            <a:r>
              <a:t>Footer</a:t>
            </a:r>
          </a:p>
        </p:txBody>
      </p:sp>
      <p:sp>
        <p:nvSpPr>
          <p:cNvPr id="7" name="PlaceHolder 6"/>
          <p:cNvSpPr>
            <a:spLocks noGrp="1"/>
          </p:cNvSpPr>
          <p:nvPr>
            <p:ph type="sldNum" idx="8"/>
          </p:nvPr>
        </p:nvSpPr>
        <p:spPr/>
        <p:txBody>
          <a:bodyPr/>
          <a:p>
            <a:fld id="{A0B5A81F-54C5-4B0C-AD2D-7CF4A9433536}" type="slidenum">
              <a:t>&lt;#&gt;</a:t>
            </a:fld>
          </a:p>
        </p:txBody>
      </p:sp>
      <p:sp>
        <p:nvSpPr>
          <p:cNvPr id="8" name="PlaceHolder 7"/>
          <p:cNvSpPr>
            <a:spLocks noGrp="1"/>
          </p:cNvSpPr>
          <p:nvPr>
            <p:ph type="dt" idx="9"/>
          </p:nvPr>
        </p:nvSpPr>
        <p:spPr/>
        <p:txBody>
          <a:bodyPr/>
          <a:p>
            <a:r>
              <a:rPr lang="en-US"/>
              <a:t/>
            </a:r>
          </a:p>
        </p:txBody>
      </p:sp>
    </p:spTree>
  </p:cSld>
</p:sldLayout>
</file>

<file path=ppt/slideLayouts/slideLayout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10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09"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0"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7"/>
          </p:nvPr>
        </p:nvSpPr>
        <p:spPr/>
        <p:txBody>
          <a:bodyPr/>
          <a:p>
            <a:r>
              <a:t>Footer</a:t>
            </a:r>
          </a:p>
        </p:txBody>
      </p:sp>
      <p:sp>
        <p:nvSpPr>
          <p:cNvPr id="6" name="PlaceHolder 5"/>
          <p:cNvSpPr>
            <a:spLocks noGrp="1"/>
          </p:cNvSpPr>
          <p:nvPr>
            <p:ph type="sldNum" idx="8"/>
          </p:nvPr>
        </p:nvSpPr>
        <p:spPr/>
        <p:txBody>
          <a:bodyPr/>
          <a:p>
            <a:fld id="{BD73EE56-892B-42E3-A057-A1C49167A98D}" type="slidenum">
              <a:t>&lt;#&gt;</a:t>
            </a:fld>
          </a:p>
        </p:txBody>
      </p:sp>
      <p:sp>
        <p:nvSpPr>
          <p:cNvPr id="7" name="PlaceHolder 6"/>
          <p:cNvSpPr>
            <a:spLocks noGrp="1"/>
          </p:cNvSpPr>
          <p:nvPr>
            <p:ph type="dt" idx="9"/>
          </p:nvPr>
        </p:nvSpPr>
        <p:spPr/>
        <p:txBody>
          <a:bodyPr/>
          <a:p>
            <a:r>
              <a:rPr lang="en-US"/>
              <a:t/>
            </a:r>
          </a:p>
        </p:txBody>
      </p:sp>
    </p:spTree>
  </p:cSld>
</p:sldLayout>
</file>

<file path=ppt/slideLayouts/slideLayout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11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12"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3"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4"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5"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7"/>
          </p:nvPr>
        </p:nvSpPr>
        <p:spPr/>
        <p:txBody>
          <a:bodyPr/>
          <a:p>
            <a:r>
              <a:t>Footer</a:t>
            </a:r>
          </a:p>
        </p:txBody>
      </p:sp>
      <p:sp>
        <p:nvSpPr>
          <p:cNvPr id="8" name="PlaceHolder 7"/>
          <p:cNvSpPr>
            <a:spLocks noGrp="1"/>
          </p:cNvSpPr>
          <p:nvPr>
            <p:ph type="sldNum" idx="8"/>
          </p:nvPr>
        </p:nvSpPr>
        <p:spPr/>
        <p:txBody>
          <a:bodyPr/>
          <a:p>
            <a:fld id="{A2D9A254-F4CE-43E6-9599-7A0DDAC1ED2F}" type="slidenum">
              <a:t>&lt;#&gt;</a:t>
            </a:fld>
          </a:p>
        </p:txBody>
      </p:sp>
      <p:sp>
        <p:nvSpPr>
          <p:cNvPr id="9" name="PlaceHolder 8"/>
          <p:cNvSpPr>
            <a:spLocks noGrp="1"/>
          </p:cNvSpPr>
          <p:nvPr>
            <p:ph type="dt" idx="9"/>
          </p:nvPr>
        </p:nvSpPr>
        <p:spPr/>
        <p:txBody>
          <a:bodyPr/>
          <a:p>
            <a:r>
              <a:rPr lang="en-US"/>
              <a:t/>
            </a:r>
          </a:p>
        </p:txBody>
      </p:sp>
    </p:spTree>
  </p:cSld>
</p:sldLayout>
</file>

<file path=ppt/slideLayouts/slideLayout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11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17"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8"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9"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20"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21"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22"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7"/>
          </p:nvPr>
        </p:nvSpPr>
        <p:spPr/>
        <p:txBody>
          <a:bodyPr/>
          <a:p>
            <a:r>
              <a:t>Footer</a:t>
            </a:r>
          </a:p>
        </p:txBody>
      </p:sp>
      <p:sp>
        <p:nvSpPr>
          <p:cNvPr id="10" name="PlaceHolder 9"/>
          <p:cNvSpPr>
            <a:spLocks noGrp="1"/>
          </p:cNvSpPr>
          <p:nvPr>
            <p:ph type="sldNum" idx="8"/>
          </p:nvPr>
        </p:nvSpPr>
        <p:spPr/>
        <p:txBody>
          <a:bodyPr/>
          <a:p>
            <a:fld id="{4EC1C16C-E55D-48C3-807F-483AC99237D2}" type="slidenum">
              <a:t>&lt;#&gt;</a:t>
            </a:fld>
          </a:p>
        </p:txBody>
      </p:sp>
      <p:sp>
        <p:nvSpPr>
          <p:cNvPr id="11" name="PlaceHolder 10"/>
          <p:cNvSpPr>
            <a:spLocks noGrp="1"/>
          </p:cNvSpPr>
          <p:nvPr>
            <p:ph type="dt" idx="9"/>
          </p:nvPr>
        </p:nvSpPr>
        <p:spPr/>
        <p:txBody>
          <a:bodyPr/>
          <a:p>
            <a:r>
              <a:rPr lang="en-US"/>
              <a:t/>
            </a:r>
          </a:p>
        </p:txBody>
      </p:sp>
    </p:spTree>
  </p:cSld>
</p:sldLayout>
</file>

<file path=ppt/slideLayouts/slideLayout3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0"/>
          </p:nvPr>
        </p:nvSpPr>
        <p:spPr/>
        <p:txBody>
          <a:bodyPr/>
          <a:p>
            <a:r>
              <a:t>Footer</a:t>
            </a:r>
          </a:p>
        </p:txBody>
      </p:sp>
      <p:sp>
        <p:nvSpPr>
          <p:cNvPr id="3" name="PlaceHolder 2"/>
          <p:cNvSpPr>
            <a:spLocks noGrp="1"/>
          </p:cNvSpPr>
          <p:nvPr>
            <p:ph type="sldNum" idx="11"/>
          </p:nvPr>
        </p:nvSpPr>
        <p:spPr/>
        <p:txBody>
          <a:bodyPr/>
          <a:p>
            <a:fld id="{1AC926BD-F95B-4A2A-8BC2-6BDA3D95049D}" type="slidenum">
              <a:t>&lt;#&gt;</a:t>
            </a:fld>
          </a:p>
        </p:txBody>
      </p:sp>
      <p:sp>
        <p:nvSpPr>
          <p:cNvPr id="4" name="PlaceHolder 3"/>
          <p:cNvSpPr>
            <a:spLocks noGrp="1"/>
          </p:cNvSpPr>
          <p:nvPr>
            <p:ph type="dt" idx="12"/>
          </p:nvPr>
        </p:nvSpPr>
        <p:spPr/>
        <p:txBody>
          <a:bodyPr/>
          <a:p>
            <a:r>
              <a:rPr lang="en-US"/>
              <a:t/>
            </a:r>
          </a:p>
        </p:txBody>
      </p:sp>
    </p:spTree>
  </p:cSld>
</p:sldLayout>
</file>

<file path=ppt/slideLayouts/slideLayout3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12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29"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0"/>
          </p:nvPr>
        </p:nvSpPr>
        <p:spPr/>
        <p:txBody>
          <a:bodyPr/>
          <a:p>
            <a:r>
              <a:t>Footer</a:t>
            </a:r>
          </a:p>
        </p:txBody>
      </p:sp>
      <p:sp>
        <p:nvSpPr>
          <p:cNvPr id="5" name="PlaceHolder 4"/>
          <p:cNvSpPr>
            <a:spLocks noGrp="1"/>
          </p:cNvSpPr>
          <p:nvPr>
            <p:ph type="sldNum" idx="11"/>
          </p:nvPr>
        </p:nvSpPr>
        <p:spPr/>
        <p:txBody>
          <a:bodyPr/>
          <a:p>
            <a:fld id="{B0D05C7C-78E3-443B-923E-D28314D5C93C}" type="slidenum">
              <a:t>&lt;#&gt;</a:t>
            </a:fld>
          </a:p>
        </p:txBody>
      </p:sp>
      <p:sp>
        <p:nvSpPr>
          <p:cNvPr id="6" name="PlaceHolder 5"/>
          <p:cNvSpPr>
            <a:spLocks noGrp="1"/>
          </p:cNvSpPr>
          <p:nvPr>
            <p:ph type="dt" idx="12"/>
          </p:nvPr>
        </p:nvSpPr>
        <p:spPr/>
        <p:txBody>
          <a:bodyPr/>
          <a:p>
            <a:r>
              <a:rPr lang="en-US"/>
              <a:t/>
            </a:r>
          </a:p>
        </p:txBody>
      </p:sp>
    </p:spTree>
  </p:cSld>
</p:sldLayout>
</file>

<file path=ppt/slideLayouts/slideLayout3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13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31"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0"/>
          </p:nvPr>
        </p:nvSpPr>
        <p:spPr/>
        <p:txBody>
          <a:bodyPr/>
          <a:p>
            <a:r>
              <a:t>Footer</a:t>
            </a:r>
          </a:p>
        </p:txBody>
      </p:sp>
      <p:sp>
        <p:nvSpPr>
          <p:cNvPr id="5" name="PlaceHolder 4"/>
          <p:cNvSpPr>
            <a:spLocks noGrp="1"/>
          </p:cNvSpPr>
          <p:nvPr>
            <p:ph type="sldNum" idx="11"/>
          </p:nvPr>
        </p:nvSpPr>
        <p:spPr/>
        <p:txBody>
          <a:bodyPr/>
          <a:p>
            <a:fld id="{1121C159-5E29-4C89-AE61-B3E5FD1B39D4}" type="slidenum">
              <a:t>&lt;#&gt;</a:t>
            </a:fld>
          </a:p>
        </p:txBody>
      </p:sp>
      <p:sp>
        <p:nvSpPr>
          <p:cNvPr id="6" name="PlaceHolder 5"/>
          <p:cNvSpPr>
            <a:spLocks noGrp="1"/>
          </p:cNvSpPr>
          <p:nvPr>
            <p:ph type="dt" idx="12"/>
          </p:nvPr>
        </p:nvSpPr>
        <p:spPr/>
        <p:txBody>
          <a:bodyPr/>
          <a:p>
            <a:r>
              <a:rPr lang="en-US"/>
              <a:t/>
            </a:r>
          </a:p>
        </p:txBody>
      </p:sp>
    </p:spTree>
  </p:cSld>
</p:sldLayout>
</file>

<file path=ppt/slideLayouts/slideLayout4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13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33"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34"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0"/>
          </p:nvPr>
        </p:nvSpPr>
        <p:spPr/>
        <p:txBody>
          <a:bodyPr/>
          <a:p>
            <a:r>
              <a:t>Footer</a:t>
            </a:r>
          </a:p>
        </p:txBody>
      </p:sp>
      <p:sp>
        <p:nvSpPr>
          <p:cNvPr id="6" name="PlaceHolder 5"/>
          <p:cNvSpPr>
            <a:spLocks noGrp="1"/>
          </p:cNvSpPr>
          <p:nvPr>
            <p:ph type="sldNum" idx="11"/>
          </p:nvPr>
        </p:nvSpPr>
        <p:spPr/>
        <p:txBody>
          <a:bodyPr/>
          <a:p>
            <a:fld id="{A9632439-F797-4962-94C4-866D021FADA3}" type="slidenum">
              <a:t>&lt;#&gt;</a:t>
            </a:fld>
          </a:p>
        </p:txBody>
      </p:sp>
      <p:sp>
        <p:nvSpPr>
          <p:cNvPr id="7" name="PlaceHolder 6"/>
          <p:cNvSpPr>
            <a:spLocks noGrp="1"/>
          </p:cNvSpPr>
          <p:nvPr>
            <p:ph type="dt" idx="12"/>
          </p:nvPr>
        </p:nvSpPr>
        <p:spPr/>
        <p:txBody>
          <a:bodyPr/>
          <a:p>
            <a:r>
              <a:rPr lang="en-US"/>
              <a:t/>
            </a:r>
          </a:p>
        </p:txBody>
      </p:sp>
    </p:spTree>
  </p:cSld>
</p:sldLayout>
</file>

<file path=ppt/slideLayouts/slideLayout4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3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10"/>
          </p:nvPr>
        </p:nvSpPr>
        <p:spPr/>
        <p:txBody>
          <a:bodyPr/>
          <a:p>
            <a:r>
              <a:t>Footer</a:t>
            </a:r>
          </a:p>
        </p:txBody>
      </p:sp>
      <p:sp>
        <p:nvSpPr>
          <p:cNvPr id="4" name="PlaceHolder 3"/>
          <p:cNvSpPr>
            <a:spLocks noGrp="1"/>
          </p:cNvSpPr>
          <p:nvPr>
            <p:ph type="sldNum" idx="11"/>
          </p:nvPr>
        </p:nvSpPr>
        <p:spPr/>
        <p:txBody>
          <a:bodyPr/>
          <a:p>
            <a:fld id="{2C80FF00-91E6-4A55-A165-1A211FC38B2B}" type="slidenum">
              <a:t>&lt;#&gt;</a:t>
            </a:fld>
          </a:p>
        </p:txBody>
      </p:sp>
      <p:sp>
        <p:nvSpPr>
          <p:cNvPr id="5" name="PlaceHolder 4"/>
          <p:cNvSpPr>
            <a:spLocks noGrp="1"/>
          </p:cNvSpPr>
          <p:nvPr>
            <p:ph type="dt" idx="12"/>
          </p:nvPr>
        </p:nvSpPr>
        <p:spPr/>
        <p:txBody>
          <a:bodyPr/>
          <a:p>
            <a:r>
              <a:rPr lang="en-US"/>
              <a:t/>
            </a:r>
          </a:p>
        </p:txBody>
      </p:sp>
    </p:spTree>
  </p:cSld>
</p:sldLayout>
</file>

<file path=ppt/slideLayouts/slideLayout4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36"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10"/>
          </p:nvPr>
        </p:nvSpPr>
        <p:spPr/>
        <p:txBody>
          <a:bodyPr/>
          <a:p>
            <a:r>
              <a:t>Footer</a:t>
            </a:r>
          </a:p>
        </p:txBody>
      </p:sp>
      <p:sp>
        <p:nvSpPr>
          <p:cNvPr id="4" name="PlaceHolder 3"/>
          <p:cNvSpPr>
            <a:spLocks noGrp="1"/>
          </p:cNvSpPr>
          <p:nvPr>
            <p:ph type="sldNum" idx="11"/>
          </p:nvPr>
        </p:nvSpPr>
        <p:spPr/>
        <p:txBody>
          <a:bodyPr/>
          <a:p>
            <a:fld id="{8E023002-6A5B-4668-AE30-3870B9216C45}" type="slidenum">
              <a:t>&lt;#&gt;</a:t>
            </a:fld>
          </a:p>
        </p:txBody>
      </p:sp>
      <p:sp>
        <p:nvSpPr>
          <p:cNvPr id="5" name="PlaceHolder 4"/>
          <p:cNvSpPr>
            <a:spLocks noGrp="1"/>
          </p:cNvSpPr>
          <p:nvPr>
            <p:ph type="dt" idx="12"/>
          </p:nvPr>
        </p:nvSpPr>
        <p:spPr/>
        <p:txBody>
          <a:bodyPr/>
          <a:p>
            <a:r>
              <a:rPr lang="en-US"/>
              <a:t/>
            </a:r>
          </a:p>
        </p:txBody>
      </p:sp>
    </p:spTree>
  </p:cSld>
</p:sldLayout>
</file>

<file path=ppt/slideLayouts/slideLayout4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3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38"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39"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40"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0"/>
          </p:nvPr>
        </p:nvSpPr>
        <p:spPr/>
        <p:txBody>
          <a:bodyPr/>
          <a:p>
            <a:r>
              <a:t>Footer</a:t>
            </a:r>
          </a:p>
        </p:txBody>
      </p:sp>
      <p:sp>
        <p:nvSpPr>
          <p:cNvPr id="7" name="PlaceHolder 6"/>
          <p:cNvSpPr>
            <a:spLocks noGrp="1"/>
          </p:cNvSpPr>
          <p:nvPr>
            <p:ph type="sldNum" idx="11"/>
          </p:nvPr>
        </p:nvSpPr>
        <p:spPr/>
        <p:txBody>
          <a:bodyPr/>
          <a:p>
            <a:fld id="{E20673EF-3345-4282-A119-D044EF6ACAAC}" type="slidenum">
              <a:t>&lt;#&gt;</a:t>
            </a:fld>
          </a:p>
        </p:txBody>
      </p:sp>
      <p:sp>
        <p:nvSpPr>
          <p:cNvPr id="8" name="PlaceHolder 7"/>
          <p:cNvSpPr>
            <a:spLocks noGrp="1"/>
          </p:cNvSpPr>
          <p:nvPr>
            <p:ph type="dt" idx="12"/>
          </p:nvPr>
        </p:nvSpPr>
        <p:spPr/>
        <p:txBody>
          <a:bodyPr/>
          <a:p>
            <a:r>
              <a:rPr lang="en-US"/>
              <a:t/>
            </a:r>
          </a:p>
        </p:txBody>
      </p:sp>
    </p:spTree>
  </p:cSld>
</p:sldLayout>
</file>

<file path=ppt/slideLayouts/slideLayout4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4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42"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43"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44"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0"/>
          </p:nvPr>
        </p:nvSpPr>
        <p:spPr/>
        <p:txBody>
          <a:bodyPr/>
          <a:p>
            <a:r>
              <a:t>Footer</a:t>
            </a:r>
          </a:p>
        </p:txBody>
      </p:sp>
      <p:sp>
        <p:nvSpPr>
          <p:cNvPr id="7" name="PlaceHolder 6"/>
          <p:cNvSpPr>
            <a:spLocks noGrp="1"/>
          </p:cNvSpPr>
          <p:nvPr>
            <p:ph type="sldNum" idx="11"/>
          </p:nvPr>
        </p:nvSpPr>
        <p:spPr/>
        <p:txBody>
          <a:bodyPr/>
          <a:p>
            <a:fld id="{30ED4D18-F362-4767-B0FE-C0E4F0F9DED0}" type="slidenum">
              <a:t>&lt;#&gt;</a:t>
            </a:fld>
          </a:p>
        </p:txBody>
      </p:sp>
      <p:sp>
        <p:nvSpPr>
          <p:cNvPr id="8" name="PlaceHolder 7"/>
          <p:cNvSpPr>
            <a:spLocks noGrp="1"/>
          </p:cNvSpPr>
          <p:nvPr>
            <p:ph type="dt" idx="12"/>
          </p:nvPr>
        </p:nvSpPr>
        <p:spPr/>
        <p:txBody>
          <a:bodyPr/>
          <a:p>
            <a:r>
              <a:rPr lang="en-US"/>
              <a:t/>
            </a:r>
          </a:p>
        </p:txBody>
      </p:sp>
    </p:spTree>
  </p:cSld>
</p:sldLayout>
</file>

<file path=ppt/slideLayouts/slideLayout4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4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4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4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48"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0"/>
          </p:nvPr>
        </p:nvSpPr>
        <p:spPr/>
        <p:txBody>
          <a:bodyPr/>
          <a:p>
            <a:r>
              <a:t>Footer</a:t>
            </a:r>
          </a:p>
        </p:txBody>
      </p:sp>
      <p:sp>
        <p:nvSpPr>
          <p:cNvPr id="7" name="PlaceHolder 6"/>
          <p:cNvSpPr>
            <a:spLocks noGrp="1"/>
          </p:cNvSpPr>
          <p:nvPr>
            <p:ph type="sldNum" idx="11"/>
          </p:nvPr>
        </p:nvSpPr>
        <p:spPr/>
        <p:txBody>
          <a:bodyPr/>
          <a:p>
            <a:fld id="{E5AC4EC5-13FA-4865-BE93-CBA764CDC762}" type="slidenum">
              <a:t>&lt;#&gt;</a:t>
            </a:fld>
          </a:p>
        </p:txBody>
      </p:sp>
      <p:sp>
        <p:nvSpPr>
          <p:cNvPr id="8" name="PlaceHolder 7"/>
          <p:cNvSpPr>
            <a:spLocks noGrp="1"/>
          </p:cNvSpPr>
          <p:nvPr>
            <p:ph type="dt" idx="12"/>
          </p:nvPr>
        </p:nvSpPr>
        <p:spPr/>
        <p:txBody>
          <a:bodyPr/>
          <a:p>
            <a:r>
              <a:rPr lang="en-US"/>
              <a:t/>
            </a:r>
          </a:p>
        </p:txBody>
      </p:sp>
    </p:spTree>
  </p:cSld>
</p:sldLayout>
</file>

<file path=ppt/slideLayouts/slideLayout4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14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50"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51"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0"/>
          </p:nvPr>
        </p:nvSpPr>
        <p:spPr/>
        <p:txBody>
          <a:bodyPr/>
          <a:p>
            <a:r>
              <a:t>Footer</a:t>
            </a:r>
          </a:p>
        </p:txBody>
      </p:sp>
      <p:sp>
        <p:nvSpPr>
          <p:cNvPr id="6" name="PlaceHolder 5"/>
          <p:cNvSpPr>
            <a:spLocks noGrp="1"/>
          </p:cNvSpPr>
          <p:nvPr>
            <p:ph type="sldNum" idx="11"/>
          </p:nvPr>
        </p:nvSpPr>
        <p:spPr/>
        <p:txBody>
          <a:bodyPr/>
          <a:p>
            <a:fld id="{7E122A0E-70BA-44FF-AF84-85F1D6AE8881}" type="slidenum">
              <a:t>&lt;#&gt;</a:t>
            </a:fld>
          </a:p>
        </p:txBody>
      </p:sp>
      <p:sp>
        <p:nvSpPr>
          <p:cNvPr id="7" name="PlaceHolder 6"/>
          <p:cNvSpPr>
            <a:spLocks noGrp="1"/>
          </p:cNvSpPr>
          <p:nvPr>
            <p:ph type="dt" idx="12"/>
          </p:nvPr>
        </p:nvSpPr>
        <p:spPr/>
        <p:txBody>
          <a:bodyPr/>
          <a:p>
            <a:r>
              <a:rPr lang="en-US"/>
              <a:t/>
            </a:r>
          </a:p>
        </p:txBody>
      </p:sp>
    </p:spTree>
  </p:cSld>
</p:sldLayout>
</file>

<file path=ppt/slideLayouts/slideLayout4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15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5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5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55"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56"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10"/>
          </p:nvPr>
        </p:nvSpPr>
        <p:spPr/>
        <p:txBody>
          <a:bodyPr/>
          <a:p>
            <a:r>
              <a:t>Footer</a:t>
            </a:r>
          </a:p>
        </p:txBody>
      </p:sp>
      <p:sp>
        <p:nvSpPr>
          <p:cNvPr id="8" name="PlaceHolder 7"/>
          <p:cNvSpPr>
            <a:spLocks noGrp="1"/>
          </p:cNvSpPr>
          <p:nvPr>
            <p:ph type="sldNum" idx="11"/>
          </p:nvPr>
        </p:nvSpPr>
        <p:spPr/>
        <p:txBody>
          <a:bodyPr/>
          <a:p>
            <a:fld id="{238D4302-E86B-4F7E-A403-49FDD0CE74CD}" type="slidenum">
              <a:t>&lt;#&gt;</a:t>
            </a:fld>
          </a:p>
        </p:txBody>
      </p:sp>
      <p:sp>
        <p:nvSpPr>
          <p:cNvPr id="9" name="PlaceHolder 8"/>
          <p:cNvSpPr>
            <a:spLocks noGrp="1"/>
          </p:cNvSpPr>
          <p:nvPr>
            <p:ph type="dt" idx="12"/>
          </p:nvPr>
        </p:nvSpPr>
        <p:spPr/>
        <p:txBody>
          <a:bodyPr/>
          <a:p>
            <a:r>
              <a:rPr lang="en-US"/>
              <a:t/>
            </a:r>
          </a:p>
        </p:txBody>
      </p:sp>
    </p:spTree>
  </p:cSld>
</p:sldLayout>
</file>

<file path=ppt/slideLayouts/slideLayout4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15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58"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59"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60"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61"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62"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63"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10"/>
          </p:nvPr>
        </p:nvSpPr>
        <p:spPr/>
        <p:txBody>
          <a:bodyPr/>
          <a:p>
            <a:r>
              <a:t>Footer</a:t>
            </a:r>
          </a:p>
        </p:txBody>
      </p:sp>
      <p:sp>
        <p:nvSpPr>
          <p:cNvPr id="10" name="PlaceHolder 9"/>
          <p:cNvSpPr>
            <a:spLocks noGrp="1"/>
          </p:cNvSpPr>
          <p:nvPr>
            <p:ph type="sldNum" idx="11"/>
          </p:nvPr>
        </p:nvSpPr>
        <p:spPr/>
        <p:txBody>
          <a:bodyPr/>
          <a:p>
            <a:fld id="{FB0DEC3E-0089-4E5E-9BB2-D51F86BF2E85}" type="slidenum">
              <a:t>&lt;#&gt;</a:t>
            </a:fld>
          </a:p>
        </p:txBody>
      </p:sp>
      <p:sp>
        <p:nvSpPr>
          <p:cNvPr id="11" name="PlaceHolder 10"/>
          <p:cNvSpPr>
            <a:spLocks noGrp="1"/>
          </p:cNvSpPr>
          <p:nvPr>
            <p:ph type="dt" idx="12"/>
          </p:nvPr>
        </p:nvSpPr>
        <p:spPr/>
        <p:txBody>
          <a:bodyPr/>
          <a:p>
            <a:r>
              <a:rPr lang="en-US"/>
              <a:t/>
            </a:r>
          </a:p>
        </p:txBody>
      </p:sp>
    </p:spTree>
  </p:cSld>
</p:sldLayout>
</file>

<file path=ppt/slideLayouts/slideLayout4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3"/>
          </p:nvPr>
        </p:nvSpPr>
        <p:spPr/>
        <p:txBody>
          <a:bodyPr/>
          <a:p>
            <a:r>
              <a:t>Footer</a:t>
            </a:r>
          </a:p>
        </p:txBody>
      </p:sp>
      <p:sp>
        <p:nvSpPr>
          <p:cNvPr id="3" name="PlaceHolder 2"/>
          <p:cNvSpPr>
            <a:spLocks noGrp="1"/>
          </p:cNvSpPr>
          <p:nvPr>
            <p:ph type="sldNum" idx="14"/>
          </p:nvPr>
        </p:nvSpPr>
        <p:spPr/>
        <p:txBody>
          <a:bodyPr/>
          <a:p>
            <a:fld id="{8E7F0DB2-0388-44C1-8FC0-E6AB7E461BBC}" type="slidenum">
              <a:t>&lt;#&gt;</a:t>
            </a:fld>
          </a:p>
        </p:txBody>
      </p:sp>
      <p:sp>
        <p:nvSpPr>
          <p:cNvPr id="4" name="PlaceHolder 3"/>
          <p:cNvSpPr>
            <a:spLocks noGrp="1"/>
          </p:cNvSpPr>
          <p:nvPr>
            <p:ph type="dt" idx="15"/>
          </p:nvPr>
        </p:nvSpPr>
        <p:spPr/>
        <p:txBody>
          <a:bodyPr/>
          <a:p>
            <a:r>
              <a:rPr lang="en-US"/>
              <a:t/>
            </a:r>
          </a:p>
        </p:txBody>
      </p:sp>
    </p:spTree>
  </p:cSld>
</p:sldLayout>
</file>

<file path=ppt/slideLayouts/slideLayout5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16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70"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3"/>
          </p:nvPr>
        </p:nvSpPr>
        <p:spPr/>
        <p:txBody>
          <a:bodyPr/>
          <a:p>
            <a:r>
              <a:t>Footer</a:t>
            </a:r>
          </a:p>
        </p:txBody>
      </p:sp>
      <p:sp>
        <p:nvSpPr>
          <p:cNvPr id="5" name="PlaceHolder 4"/>
          <p:cNvSpPr>
            <a:spLocks noGrp="1"/>
          </p:cNvSpPr>
          <p:nvPr>
            <p:ph type="sldNum" idx="14"/>
          </p:nvPr>
        </p:nvSpPr>
        <p:spPr/>
        <p:txBody>
          <a:bodyPr/>
          <a:p>
            <a:fld id="{2DAD21E9-8EB9-409A-A8DC-D6433051677F}" type="slidenum">
              <a:t>&lt;#&gt;</a:t>
            </a:fld>
          </a:p>
        </p:txBody>
      </p:sp>
      <p:sp>
        <p:nvSpPr>
          <p:cNvPr id="6" name="PlaceHolder 5"/>
          <p:cNvSpPr>
            <a:spLocks noGrp="1"/>
          </p:cNvSpPr>
          <p:nvPr>
            <p:ph type="dt" idx="15"/>
          </p:nvPr>
        </p:nvSpPr>
        <p:spPr/>
        <p:txBody>
          <a:bodyPr/>
          <a:p>
            <a:r>
              <a:rPr lang="en-US"/>
              <a:t/>
            </a:r>
          </a:p>
        </p:txBody>
      </p:sp>
    </p:spTree>
  </p:cSld>
</p:sldLayout>
</file>

<file path=ppt/slideLayouts/slideLayout5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17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72"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3"/>
          </p:nvPr>
        </p:nvSpPr>
        <p:spPr/>
        <p:txBody>
          <a:bodyPr/>
          <a:p>
            <a:r>
              <a:t>Footer</a:t>
            </a:r>
          </a:p>
        </p:txBody>
      </p:sp>
      <p:sp>
        <p:nvSpPr>
          <p:cNvPr id="5" name="PlaceHolder 4"/>
          <p:cNvSpPr>
            <a:spLocks noGrp="1"/>
          </p:cNvSpPr>
          <p:nvPr>
            <p:ph type="sldNum" idx="14"/>
          </p:nvPr>
        </p:nvSpPr>
        <p:spPr/>
        <p:txBody>
          <a:bodyPr/>
          <a:p>
            <a:fld id="{D9532DFA-26AB-4833-AA8A-B10BFC2573A1}" type="slidenum">
              <a:t>&lt;#&gt;</a:t>
            </a:fld>
          </a:p>
        </p:txBody>
      </p:sp>
      <p:sp>
        <p:nvSpPr>
          <p:cNvPr id="6" name="PlaceHolder 5"/>
          <p:cNvSpPr>
            <a:spLocks noGrp="1"/>
          </p:cNvSpPr>
          <p:nvPr>
            <p:ph type="dt" idx="15"/>
          </p:nvPr>
        </p:nvSpPr>
        <p:spPr/>
        <p:txBody>
          <a:bodyPr/>
          <a:p>
            <a:r>
              <a:rPr lang="en-US"/>
              <a:t/>
            </a:r>
          </a:p>
        </p:txBody>
      </p:sp>
    </p:spTree>
  </p:cSld>
</p:sldLayout>
</file>

<file path=ppt/slideLayouts/slideLayout5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17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74"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75"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3"/>
          </p:nvPr>
        </p:nvSpPr>
        <p:spPr/>
        <p:txBody>
          <a:bodyPr/>
          <a:p>
            <a:r>
              <a:t>Footer</a:t>
            </a:r>
          </a:p>
        </p:txBody>
      </p:sp>
      <p:sp>
        <p:nvSpPr>
          <p:cNvPr id="6" name="PlaceHolder 5"/>
          <p:cNvSpPr>
            <a:spLocks noGrp="1"/>
          </p:cNvSpPr>
          <p:nvPr>
            <p:ph type="sldNum" idx="14"/>
          </p:nvPr>
        </p:nvSpPr>
        <p:spPr/>
        <p:txBody>
          <a:bodyPr/>
          <a:p>
            <a:fld id="{BF336614-7CAB-474C-9555-8BA90BF41FD1}" type="slidenum">
              <a:t>&lt;#&gt;</a:t>
            </a:fld>
          </a:p>
        </p:txBody>
      </p:sp>
      <p:sp>
        <p:nvSpPr>
          <p:cNvPr id="7" name="PlaceHolder 6"/>
          <p:cNvSpPr>
            <a:spLocks noGrp="1"/>
          </p:cNvSpPr>
          <p:nvPr>
            <p:ph type="dt" idx="15"/>
          </p:nvPr>
        </p:nvSpPr>
        <p:spPr/>
        <p:txBody>
          <a:bodyPr/>
          <a:p>
            <a:r>
              <a:rPr lang="en-US"/>
              <a:t/>
            </a:r>
          </a:p>
        </p:txBody>
      </p:sp>
    </p:spTree>
  </p:cSld>
</p:sldLayout>
</file>

<file path=ppt/slideLayouts/slideLayout5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7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13"/>
          </p:nvPr>
        </p:nvSpPr>
        <p:spPr/>
        <p:txBody>
          <a:bodyPr/>
          <a:p>
            <a:r>
              <a:t>Footer</a:t>
            </a:r>
          </a:p>
        </p:txBody>
      </p:sp>
      <p:sp>
        <p:nvSpPr>
          <p:cNvPr id="4" name="PlaceHolder 3"/>
          <p:cNvSpPr>
            <a:spLocks noGrp="1"/>
          </p:cNvSpPr>
          <p:nvPr>
            <p:ph type="sldNum" idx="14"/>
          </p:nvPr>
        </p:nvSpPr>
        <p:spPr/>
        <p:txBody>
          <a:bodyPr/>
          <a:p>
            <a:fld id="{3234F62B-2D19-4C10-93C5-CE3FDE14BE90}" type="slidenum">
              <a:t>&lt;#&gt;</a:t>
            </a:fld>
          </a:p>
        </p:txBody>
      </p:sp>
      <p:sp>
        <p:nvSpPr>
          <p:cNvPr id="5" name="PlaceHolder 4"/>
          <p:cNvSpPr>
            <a:spLocks noGrp="1"/>
          </p:cNvSpPr>
          <p:nvPr>
            <p:ph type="dt" idx="15"/>
          </p:nvPr>
        </p:nvSpPr>
        <p:spPr/>
        <p:txBody>
          <a:bodyPr/>
          <a:p>
            <a:r>
              <a:rPr lang="en-US"/>
              <a:t/>
            </a:r>
          </a:p>
        </p:txBody>
      </p:sp>
    </p:spTree>
  </p:cSld>
</p:sldLayout>
</file>

<file path=ppt/slideLayouts/slideLayout5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77"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13"/>
          </p:nvPr>
        </p:nvSpPr>
        <p:spPr/>
        <p:txBody>
          <a:bodyPr/>
          <a:p>
            <a:r>
              <a:t>Footer</a:t>
            </a:r>
          </a:p>
        </p:txBody>
      </p:sp>
      <p:sp>
        <p:nvSpPr>
          <p:cNvPr id="4" name="PlaceHolder 3"/>
          <p:cNvSpPr>
            <a:spLocks noGrp="1"/>
          </p:cNvSpPr>
          <p:nvPr>
            <p:ph type="sldNum" idx="14"/>
          </p:nvPr>
        </p:nvSpPr>
        <p:spPr/>
        <p:txBody>
          <a:bodyPr/>
          <a:p>
            <a:fld id="{EE5D20DA-7AFD-4C68-BF36-89D26FBACAAE}" type="slidenum">
              <a:t>&lt;#&gt;</a:t>
            </a:fld>
          </a:p>
        </p:txBody>
      </p:sp>
      <p:sp>
        <p:nvSpPr>
          <p:cNvPr id="5" name="PlaceHolder 4"/>
          <p:cNvSpPr>
            <a:spLocks noGrp="1"/>
          </p:cNvSpPr>
          <p:nvPr>
            <p:ph type="dt" idx="15"/>
          </p:nvPr>
        </p:nvSpPr>
        <p:spPr/>
        <p:txBody>
          <a:bodyPr/>
          <a:p>
            <a:r>
              <a:rPr lang="en-US"/>
              <a:t/>
            </a:r>
          </a:p>
        </p:txBody>
      </p:sp>
    </p:spTree>
  </p:cSld>
</p:sldLayout>
</file>

<file path=ppt/slideLayouts/slideLayout5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7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79"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80"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81"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3"/>
          </p:nvPr>
        </p:nvSpPr>
        <p:spPr/>
        <p:txBody>
          <a:bodyPr/>
          <a:p>
            <a:r>
              <a:t>Footer</a:t>
            </a:r>
          </a:p>
        </p:txBody>
      </p:sp>
      <p:sp>
        <p:nvSpPr>
          <p:cNvPr id="7" name="PlaceHolder 6"/>
          <p:cNvSpPr>
            <a:spLocks noGrp="1"/>
          </p:cNvSpPr>
          <p:nvPr>
            <p:ph type="sldNum" idx="14"/>
          </p:nvPr>
        </p:nvSpPr>
        <p:spPr/>
        <p:txBody>
          <a:bodyPr/>
          <a:p>
            <a:fld id="{6AFFF3B9-2C85-4BFE-98D3-509D0BECC7C6}" type="slidenum">
              <a:t>&lt;#&gt;</a:t>
            </a:fld>
          </a:p>
        </p:txBody>
      </p:sp>
      <p:sp>
        <p:nvSpPr>
          <p:cNvPr id="8" name="PlaceHolder 7"/>
          <p:cNvSpPr>
            <a:spLocks noGrp="1"/>
          </p:cNvSpPr>
          <p:nvPr>
            <p:ph type="dt" idx="15"/>
          </p:nvPr>
        </p:nvSpPr>
        <p:spPr/>
        <p:txBody>
          <a:bodyPr/>
          <a:p>
            <a:r>
              <a:rPr lang="en-US"/>
              <a:t/>
            </a:r>
          </a:p>
        </p:txBody>
      </p:sp>
    </p:spTree>
  </p:cSld>
</p:sldLayout>
</file>

<file path=ppt/slideLayouts/slideLayout5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8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83"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8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85"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3"/>
          </p:nvPr>
        </p:nvSpPr>
        <p:spPr/>
        <p:txBody>
          <a:bodyPr/>
          <a:p>
            <a:r>
              <a:t>Footer</a:t>
            </a:r>
          </a:p>
        </p:txBody>
      </p:sp>
      <p:sp>
        <p:nvSpPr>
          <p:cNvPr id="7" name="PlaceHolder 6"/>
          <p:cNvSpPr>
            <a:spLocks noGrp="1"/>
          </p:cNvSpPr>
          <p:nvPr>
            <p:ph type="sldNum" idx="14"/>
          </p:nvPr>
        </p:nvSpPr>
        <p:spPr/>
        <p:txBody>
          <a:bodyPr/>
          <a:p>
            <a:fld id="{405CFD76-E9AE-4821-9C94-ABCDD49D3FA5}" type="slidenum">
              <a:t>&lt;#&gt;</a:t>
            </a:fld>
          </a:p>
        </p:txBody>
      </p:sp>
      <p:sp>
        <p:nvSpPr>
          <p:cNvPr id="8" name="PlaceHolder 7"/>
          <p:cNvSpPr>
            <a:spLocks noGrp="1"/>
          </p:cNvSpPr>
          <p:nvPr>
            <p:ph type="dt" idx="15"/>
          </p:nvPr>
        </p:nvSpPr>
        <p:spPr/>
        <p:txBody>
          <a:bodyPr/>
          <a:p>
            <a:r>
              <a:rPr lang="en-US"/>
              <a:t/>
            </a:r>
          </a:p>
        </p:txBody>
      </p:sp>
    </p:spTree>
  </p:cSld>
</p:sldLayout>
</file>

<file path=ppt/slideLayouts/slideLayout5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8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87"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88"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89"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3"/>
          </p:nvPr>
        </p:nvSpPr>
        <p:spPr/>
        <p:txBody>
          <a:bodyPr/>
          <a:p>
            <a:r>
              <a:t>Footer</a:t>
            </a:r>
          </a:p>
        </p:txBody>
      </p:sp>
      <p:sp>
        <p:nvSpPr>
          <p:cNvPr id="7" name="PlaceHolder 6"/>
          <p:cNvSpPr>
            <a:spLocks noGrp="1"/>
          </p:cNvSpPr>
          <p:nvPr>
            <p:ph type="sldNum" idx="14"/>
          </p:nvPr>
        </p:nvSpPr>
        <p:spPr/>
        <p:txBody>
          <a:bodyPr/>
          <a:p>
            <a:fld id="{D5BC7BD4-39E3-4F56-986E-24339D31D341}" type="slidenum">
              <a:t>&lt;#&gt;</a:t>
            </a:fld>
          </a:p>
        </p:txBody>
      </p:sp>
      <p:sp>
        <p:nvSpPr>
          <p:cNvPr id="8" name="PlaceHolder 7"/>
          <p:cNvSpPr>
            <a:spLocks noGrp="1"/>
          </p:cNvSpPr>
          <p:nvPr>
            <p:ph type="dt" idx="15"/>
          </p:nvPr>
        </p:nvSpPr>
        <p:spPr/>
        <p:txBody>
          <a:bodyPr/>
          <a:p>
            <a:r>
              <a:rPr lang="en-US"/>
              <a:t/>
            </a:r>
          </a:p>
        </p:txBody>
      </p:sp>
    </p:spTree>
  </p:cSld>
</p:sldLayout>
</file>

<file path=ppt/slideLayouts/slideLayout5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19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91"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92"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3"/>
          </p:nvPr>
        </p:nvSpPr>
        <p:spPr/>
        <p:txBody>
          <a:bodyPr/>
          <a:p>
            <a:r>
              <a:t>Footer</a:t>
            </a:r>
          </a:p>
        </p:txBody>
      </p:sp>
      <p:sp>
        <p:nvSpPr>
          <p:cNvPr id="6" name="PlaceHolder 5"/>
          <p:cNvSpPr>
            <a:spLocks noGrp="1"/>
          </p:cNvSpPr>
          <p:nvPr>
            <p:ph type="sldNum" idx="14"/>
          </p:nvPr>
        </p:nvSpPr>
        <p:spPr/>
        <p:txBody>
          <a:bodyPr/>
          <a:p>
            <a:fld id="{D3914FEF-82AA-4487-BEB2-63D079782A33}" type="slidenum">
              <a:t>&lt;#&gt;</a:t>
            </a:fld>
          </a:p>
        </p:txBody>
      </p:sp>
      <p:sp>
        <p:nvSpPr>
          <p:cNvPr id="7" name="PlaceHolder 6"/>
          <p:cNvSpPr>
            <a:spLocks noGrp="1"/>
          </p:cNvSpPr>
          <p:nvPr>
            <p:ph type="dt" idx="15"/>
          </p:nvPr>
        </p:nvSpPr>
        <p:spPr/>
        <p:txBody>
          <a:bodyPr/>
          <a:p>
            <a:r>
              <a:rPr lang="en-US"/>
              <a:t/>
            </a:r>
          </a:p>
        </p:txBody>
      </p:sp>
    </p:spTree>
  </p:cSld>
</p:sldLayout>
</file>

<file path=ppt/slideLayouts/slideLayout5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19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94"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95"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96"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97"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13"/>
          </p:nvPr>
        </p:nvSpPr>
        <p:spPr/>
        <p:txBody>
          <a:bodyPr/>
          <a:p>
            <a:r>
              <a:t>Footer</a:t>
            </a:r>
          </a:p>
        </p:txBody>
      </p:sp>
      <p:sp>
        <p:nvSpPr>
          <p:cNvPr id="8" name="PlaceHolder 7"/>
          <p:cNvSpPr>
            <a:spLocks noGrp="1"/>
          </p:cNvSpPr>
          <p:nvPr>
            <p:ph type="sldNum" idx="14"/>
          </p:nvPr>
        </p:nvSpPr>
        <p:spPr/>
        <p:txBody>
          <a:bodyPr/>
          <a:p>
            <a:fld id="{09B0393F-F573-46FF-A8AE-16A6D29BF3C8}" type="slidenum">
              <a:t>&lt;#&gt;</a:t>
            </a:fld>
          </a:p>
        </p:txBody>
      </p:sp>
      <p:sp>
        <p:nvSpPr>
          <p:cNvPr id="9" name="PlaceHolder 8"/>
          <p:cNvSpPr>
            <a:spLocks noGrp="1"/>
          </p:cNvSpPr>
          <p:nvPr>
            <p:ph type="dt" idx="15"/>
          </p:nvPr>
        </p:nvSpPr>
        <p:spPr/>
        <p:txBody>
          <a:bodyPr/>
          <a:p>
            <a:r>
              <a:rPr lang="en-US"/>
              <a:t/>
            </a:r>
          </a:p>
        </p:txBody>
      </p:sp>
    </p:spTree>
  </p:cSld>
</p:sldLayout>
</file>

<file path=ppt/slideLayouts/slideLayout6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19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99"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00"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01"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02"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03"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04"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13"/>
          </p:nvPr>
        </p:nvSpPr>
        <p:spPr/>
        <p:txBody>
          <a:bodyPr/>
          <a:p>
            <a:r>
              <a:t>Footer</a:t>
            </a:r>
          </a:p>
        </p:txBody>
      </p:sp>
      <p:sp>
        <p:nvSpPr>
          <p:cNvPr id="10" name="PlaceHolder 9"/>
          <p:cNvSpPr>
            <a:spLocks noGrp="1"/>
          </p:cNvSpPr>
          <p:nvPr>
            <p:ph type="sldNum" idx="14"/>
          </p:nvPr>
        </p:nvSpPr>
        <p:spPr/>
        <p:txBody>
          <a:bodyPr/>
          <a:p>
            <a:fld id="{9B3B77FE-4971-47D6-816C-9667124BA008}" type="slidenum">
              <a:t>&lt;#&gt;</a:t>
            </a:fld>
          </a:p>
        </p:txBody>
      </p:sp>
      <p:sp>
        <p:nvSpPr>
          <p:cNvPr id="11" name="PlaceHolder 10"/>
          <p:cNvSpPr>
            <a:spLocks noGrp="1"/>
          </p:cNvSpPr>
          <p:nvPr>
            <p:ph type="dt" idx="15"/>
          </p:nvPr>
        </p:nvSpPr>
        <p:spPr/>
        <p:txBody>
          <a:bodyPr/>
          <a:p>
            <a:r>
              <a:rPr lang="en-US"/>
              <a:t/>
            </a:r>
          </a:p>
        </p:txBody>
      </p:sp>
    </p:spTree>
  </p:cSld>
</p:sldLayout>
</file>

<file path=ppt/slideLayouts/slideLayout6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6"/>
          </p:nvPr>
        </p:nvSpPr>
        <p:spPr/>
        <p:txBody>
          <a:bodyPr/>
          <a:p>
            <a:r>
              <a:t>Footer</a:t>
            </a:r>
          </a:p>
        </p:txBody>
      </p:sp>
      <p:sp>
        <p:nvSpPr>
          <p:cNvPr id="3" name="PlaceHolder 2"/>
          <p:cNvSpPr>
            <a:spLocks noGrp="1"/>
          </p:cNvSpPr>
          <p:nvPr>
            <p:ph type="sldNum" idx="17"/>
          </p:nvPr>
        </p:nvSpPr>
        <p:spPr/>
        <p:txBody>
          <a:bodyPr/>
          <a:p>
            <a:fld id="{C9DB0A04-239C-4C23-B872-7D6FDC3ABCB5}" type="slidenum">
              <a:t>&lt;#&gt;</a:t>
            </a:fld>
          </a:p>
        </p:txBody>
      </p:sp>
      <p:sp>
        <p:nvSpPr>
          <p:cNvPr id="4" name="PlaceHolder 3"/>
          <p:cNvSpPr>
            <a:spLocks noGrp="1"/>
          </p:cNvSpPr>
          <p:nvPr>
            <p:ph type="dt" idx="18"/>
          </p:nvPr>
        </p:nvSpPr>
        <p:spPr/>
        <p:txBody>
          <a:bodyPr/>
          <a:p>
            <a:r>
              <a:rPr lang="en-US"/>
              <a:t/>
            </a:r>
          </a:p>
        </p:txBody>
      </p:sp>
    </p:spTree>
  </p:cSld>
</p:sldLayout>
</file>

<file path=ppt/slideLayouts/slideLayout6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1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11"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6"/>
          </p:nvPr>
        </p:nvSpPr>
        <p:spPr/>
        <p:txBody>
          <a:bodyPr/>
          <a:p>
            <a:r>
              <a:t>Footer</a:t>
            </a:r>
          </a:p>
        </p:txBody>
      </p:sp>
      <p:sp>
        <p:nvSpPr>
          <p:cNvPr id="5" name="PlaceHolder 4"/>
          <p:cNvSpPr>
            <a:spLocks noGrp="1"/>
          </p:cNvSpPr>
          <p:nvPr>
            <p:ph type="sldNum" idx="17"/>
          </p:nvPr>
        </p:nvSpPr>
        <p:spPr/>
        <p:txBody>
          <a:bodyPr/>
          <a:p>
            <a:fld id="{9EC8BD7E-F675-4DAB-8C55-08088BDEF38F}" type="slidenum">
              <a:t>&lt;#&gt;</a:t>
            </a:fld>
          </a:p>
        </p:txBody>
      </p:sp>
      <p:sp>
        <p:nvSpPr>
          <p:cNvPr id="6" name="PlaceHolder 5"/>
          <p:cNvSpPr>
            <a:spLocks noGrp="1"/>
          </p:cNvSpPr>
          <p:nvPr>
            <p:ph type="dt" idx="18"/>
          </p:nvPr>
        </p:nvSpPr>
        <p:spPr/>
        <p:txBody>
          <a:bodyPr/>
          <a:p>
            <a:r>
              <a:rPr lang="en-US"/>
              <a:t/>
            </a:r>
          </a:p>
        </p:txBody>
      </p:sp>
    </p:spTree>
  </p:cSld>
</p:sldLayout>
</file>

<file path=ppt/slideLayouts/slideLayout6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21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13"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6"/>
          </p:nvPr>
        </p:nvSpPr>
        <p:spPr/>
        <p:txBody>
          <a:bodyPr/>
          <a:p>
            <a:r>
              <a:t>Footer</a:t>
            </a:r>
          </a:p>
        </p:txBody>
      </p:sp>
      <p:sp>
        <p:nvSpPr>
          <p:cNvPr id="5" name="PlaceHolder 4"/>
          <p:cNvSpPr>
            <a:spLocks noGrp="1"/>
          </p:cNvSpPr>
          <p:nvPr>
            <p:ph type="sldNum" idx="17"/>
          </p:nvPr>
        </p:nvSpPr>
        <p:spPr/>
        <p:txBody>
          <a:bodyPr/>
          <a:p>
            <a:fld id="{EC12BC17-7F40-4678-A082-98DB5E2E8635}" type="slidenum">
              <a:t>&lt;#&gt;</a:t>
            </a:fld>
          </a:p>
        </p:txBody>
      </p:sp>
      <p:sp>
        <p:nvSpPr>
          <p:cNvPr id="6" name="PlaceHolder 5"/>
          <p:cNvSpPr>
            <a:spLocks noGrp="1"/>
          </p:cNvSpPr>
          <p:nvPr>
            <p:ph type="dt" idx="18"/>
          </p:nvPr>
        </p:nvSpPr>
        <p:spPr/>
        <p:txBody>
          <a:bodyPr/>
          <a:p>
            <a:r>
              <a:rPr lang="en-US"/>
              <a:t/>
            </a:r>
          </a:p>
        </p:txBody>
      </p:sp>
    </p:spTree>
  </p:cSld>
</p:sldLayout>
</file>

<file path=ppt/slideLayouts/slideLayout6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21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15"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16"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6"/>
          </p:nvPr>
        </p:nvSpPr>
        <p:spPr/>
        <p:txBody>
          <a:bodyPr/>
          <a:p>
            <a:r>
              <a:t>Footer</a:t>
            </a:r>
          </a:p>
        </p:txBody>
      </p:sp>
      <p:sp>
        <p:nvSpPr>
          <p:cNvPr id="6" name="PlaceHolder 5"/>
          <p:cNvSpPr>
            <a:spLocks noGrp="1"/>
          </p:cNvSpPr>
          <p:nvPr>
            <p:ph type="sldNum" idx="17"/>
          </p:nvPr>
        </p:nvSpPr>
        <p:spPr/>
        <p:txBody>
          <a:bodyPr/>
          <a:p>
            <a:fld id="{94944188-F022-4ACE-AB14-1F0F7EBA564B}" type="slidenum">
              <a:t>&lt;#&gt;</a:t>
            </a:fld>
          </a:p>
        </p:txBody>
      </p:sp>
      <p:sp>
        <p:nvSpPr>
          <p:cNvPr id="7" name="PlaceHolder 6"/>
          <p:cNvSpPr>
            <a:spLocks noGrp="1"/>
          </p:cNvSpPr>
          <p:nvPr>
            <p:ph type="dt" idx="18"/>
          </p:nvPr>
        </p:nvSpPr>
        <p:spPr/>
        <p:txBody>
          <a:bodyPr/>
          <a:p>
            <a:r>
              <a:rPr lang="en-US"/>
              <a:t/>
            </a:r>
          </a:p>
        </p:txBody>
      </p:sp>
    </p:spTree>
  </p:cSld>
</p:sldLayout>
</file>

<file path=ppt/slideLayouts/slideLayout6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21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16"/>
          </p:nvPr>
        </p:nvSpPr>
        <p:spPr/>
        <p:txBody>
          <a:bodyPr/>
          <a:p>
            <a:r>
              <a:t>Footer</a:t>
            </a:r>
          </a:p>
        </p:txBody>
      </p:sp>
      <p:sp>
        <p:nvSpPr>
          <p:cNvPr id="4" name="PlaceHolder 3"/>
          <p:cNvSpPr>
            <a:spLocks noGrp="1"/>
          </p:cNvSpPr>
          <p:nvPr>
            <p:ph type="sldNum" idx="17"/>
          </p:nvPr>
        </p:nvSpPr>
        <p:spPr/>
        <p:txBody>
          <a:bodyPr/>
          <a:p>
            <a:fld id="{42EB08C7-E60F-4E2A-BBDB-043F66823E8E}" type="slidenum">
              <a:t>&lt;#&gt;</a:t>
            </a:fld>
          </a:p>
        </p:txBody>
      </p:sp>
      <p:sp>
        <p:nvSpPr>
          <p:cNvPr id="5" name="PlaceHolder 4"/>
          <p:cNvSpPr>
            <a:spLocks noGrp="1"/>
          </p:cNvSpPr>
          <p:nvPr>
            <p:ph type="dt" idx="18"/>
          </p:nvPr>
        </p:nvSpPr>
        <p:spPr/>
        <p:txBody>
          <a:bodyPr/>
          <a:p>
            <a:r>
              <a:rPr lang="en-US"/>
              <a:t/>
            </a:r>
          </a:p>
        </p:txBody>
      </p:sp>
    </p:spTree>
  </p:cSld>
</p:sldLayout>
</file>

<file path=ppt/slideLayouts/slideLayout6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218"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16"/>
          </p:nvPr>
        </p:nvSpPr>
        <p:spPr/>
        <p:txBody>
          <a:bodyPr/>
          <a:p>
            <a:r>
              <a:t>Footer</a:t>
            </a:r>
          </a:p>
        </p:txBody>
      </p:sp>
      <p:sp>
        <p:nvSpPr>
          <p:cNvPr id="4" name="PlaceHolder 3"/>
          <p:cNvSpPr>
            <a:spLocks noGrp="1"/>
          </p:cNvSpPr>
          <p:nvPr>
            <p:ph type="sldNum" idx="17"/>
          </p:nvPr>
        </p:nvSpPr>
        <p:spPr/>
        <p:txBody>
          <a:bodyPr/>
          <a:p>
            <a:fld id="{EACC0FB5-D2F2-44E6-9839-462E7A28F331}" type="slidenum">
              <a:t>&lt;#&gt;</a:t>
            </a:fld>
          </a:p>
        </p:txBody>
      </p:sp>
      <p:sp>
        <p:nvSpPr>
          <p:cNvPr id="5" name="PlaceHolder 4"/>
          <p:cNvSpPr>
            <a:spLocks noGrp="1"/>
          </p:cNvSpPr>
          <p:nvPr>
            <p:ph type="dt" idx="18"/>
          </p:nvPr>
        </p:nvSpPr>
        <p:spPr/>
        <p:txBody>
          <a:bodyPr/>
          <a:p>
            <a:r>
              <a:rPr lang="en-US"/>
              <a:t/>
            </a:r>
          </a:p>
        </p:txBody>
      </p:sp>
    </p:spTree>
  </p:cSld>
</p:sldLayout>
</file>

<file path=ppt/slideLayouts/slideLayout6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21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2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21"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22"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6"/>
          </p:nvPr>
        </p:nvSpPr>
        <p:spPr/>
        <p:txBody>
          <a:bodyPr/>
          <a:p>
            <a:r>
              <a:t>Footer</a:t>
            </a:r>
          </a:p>
        </p:txBody>
      </p:sp>
      <p:sp>
        <p:nvSpPr>
          <p:cNvPr id="7" name="PlaceHolder 6"/>
          <p:cNvSpPr>
            <a:spLocks noGrp="1"/>
          </p:cNvSpPr>
          <p:nvPr>
            <p:ph type="sldNum" idx="17"/>
          </p:nvPr>
        </p:nvSpPr>
        <p:spPr/>
        <p:txBody>
          <a:bodyPr/>
          <a:p>
            <a:fld id="{8237B854-15F3-4845-AB17-668F1DBEBDB6}" type="slidenum">
              <a:t>&lt;#&gt;</a:t>
            </a:fld>
          </a:p>
        </p:txBody>
      </p:sp>
      <p:sp>
        <p:nvSpPr>
          <p:cNvPr id="8" name="PlaceHolder 7"/>
          <p:cNvSpPr>
            <a:spLocks noGrp="1"/>
          </p:cNvSpPr>
          <p:nvPr>
            <p:ph type="dt" idx="18"/>
          </p:nvPr>
        </p:nvSpPr>
        <p:spPr/>
        <p:txBody>
          <a:bodyPr/>
          <a:p>
            <a:r>
              <a:rPr lang="en-US"/>
              <a:t/>
            </a:r>
          </a:p>
        </p:txBody>
      </p:sp>
    </p:spTree>
  </p:cSld>
</p:sldLayout>
</file>

<file path=ppt/slideLayouts/slideLayout6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22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24"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25"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26"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6"/>
          </p:nvPr>
        </p:nvSpPr>
        <p:spPr/>
        <p:txBody>
          <a:bodyPr/>
          <a:p>
            <a:r>
              <a:t>Footer</a:t>
            </a:r>
          </a:p>
        </p:txBody>
      </p:sp>
      <p:sp>
        <p:nvSpPr>
          <p:cNvPr id="7" name="PlaceHolder 6"/>
          <p:cNvSpPr>
            <a:spLocks noGrp="1"/>
          </p:cNvSpPr>
          <p:nvPr>
            <p:ph type="sldNum" idx="17"/>
          </p:nvPr>
        </p:nvSpPr>
        <p:spPr/>
        <p:txBody>
          <a:bodyPr/>
          <a:p>
            <a:fld id="{E0FAC22D-939A-4492-925D-5E64EC79A911}" type="slidenum">
              <a:t>&lt;#&gt;</a:t>
            </a:fld>
          </a:p>
        </p:txBody>
      </p:sp>
      <p:sp>
        <p:nvSpPr>
          <p:cNvPr id="8" name="PlaceHolder 7"/>
          <p:cNvSpPr>
            <a:spLocks noGrp="1"/>
          </p:cNvSpPr>
          <p:nvPr>
            <p:ph type="dt" idx="18"/>
          </p:nvPr>
        </p:nvSpPr>
        <p:spPr/>
        <p:txBody>
          <a:bodyPr/>
          <a:p>
            <a:r>
              <a:rPr lang="en-US"/>
              <a:t/>
            </a:r>
          </a:p>
        </p:txBody>
      </p:sp>
    </p:spTree>
  </p:cSld>
</p:sldLayout>
</file>

<file path=ppt/slideLayouts/slideLayout6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2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28"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29"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30"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6"/>
          </p:nvPr>
        </p:nvSpPr>
        <p:spPr/>
        <p:txBody>
          <a:bodyPr/>
          <a:p>
            <a:r>
              <a:t>Footer</a:t>
            </a:r>
          </a:p>
        </p:txBody>
      </p:sp>
      <p:sp>
        <p:nvSpPr>
          <p:cNvPr id="7" name="PlaceHolder 6"/>
          <p:cNvSpPr>
            <a:spLocks noGrp="1"/>
          </p:cNvSpPr>
          <p:nvPr>
            <p:ph type="sldNum" idx="17"/>
          </p:nvPr>
        </p:nvSpPr>
        <p:spPr/>
        <p:txBody>
          <a:bodyPr/>
          <a:p>
            <a:fld id="{69B4DAE3-A051-4EC3-A024-CA978973F1F2}" type="slidenum">
              <a:t>&lt;#&gt;</a:t>
            </a:fld>
          </a:p>
        </p:txBody>
      </p:sp>
      <p:sp>
        <p:nvSpPr>
          <p:cNvPr id="8" name="PlaceHolder 7"/>
          <p:cNvSpPr>
            <a:spLocks noGrp="1"/>
          </p:cNvSpPr>
          <p:nvPr>
            <p:ph type="dt" idx="18"/>
          </p:nvPr>
        </p:nvSpPr>
        <p:spPr/>
        <p:txBody>
          <a:bodyPr/>
          <a:p>
            <a:r>
              <a:rPr lang="en-US"/>
              <a:t/>
            </a:r>
          </a:p>
        </p:txBody>
      </p:sp>
    </p:spTree>
  </p:cSld>
</p:sldLayout>
</file>

<file path=ppt/slideLayouts/slideLayout7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32"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33"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6"/>
          </p:nvPr>
        </p:nvSpPr>
        <p:spPr/>
        <p:txBody>
          <a:bodyPr/>
          <a:p>
            <a:r>
              <a:t>Footer</a:t>
            </a:r>
          </a:p>
        </p:txBody>
      </p:sp>
      <p:sp>
        <p:nvSpPr>
          <p:cNvPr id="6" name="PlaceHolder 5"/>
          <p:cNvSpPr>
            <a:spLocks noGrp="1"/>
          </p:cNvSpPr>
          <p:nvPr>
            <p:ph type="sldNum" idx="17"/>
          </p:nvPr>
        </p:nvSpPr>
        <p:spPr/>
        <p:txBody>
          <a:bodyPr/>
          <a:p>
            <a:fld id="{B380AE0E-D7CB-47E4-8AEC-0B3D00FD206B}" type="slidenum">
              <a:t>&lt;#&gt;</a:t>
            </a:fld>
          </a:p>
        </p:txBody>
      </p:sp>
      <p:sp>
        <p:nvSpPr>
          <p:cNvPr id="7" name="PlaceHolder 6"/>
          <p:cNvSpPr>
            <a:spLocks noGrp="1"/>
          </p:cNvSpPr>
          <p:nvPr>
            <p:ph type="dt" idx="18"/>
          </p:nvPr>
        </p:nvSpPr>
        <p:spPr/>
        <p:txBody>
          <a:bodyPr/>
          <a:p>
            <a:r>
              <a:rPr lang="en-US"/>
              <a:t/>
            </a:r>
          </a:p>
        </p:txBody>
      </p:sp>
    </p:spTree>
  </p:cSld>
</p:sldLayout>
</file>

<file path=ppt/slideLayouts/slideLayout7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3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3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36"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37"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38"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16"/>
          </p:nvPr>
        </p:nvSpPr>
        <p:spPr/>
        <p:txBody>
          <a:bodyPr/>
          <a:p>
            <a:r>
              <a:t>Footer</a:t>
            </a:r>
          </a:p>
        </p:txBody>
      </p:sp>
      <p:sp>
        <p:nvSpPr>
          <p:cNvPr id="8" name="PlaceHolder 7"/>
          <p:cNvSpPr>
            <a:spLocks noGrp="1"/>
          </p:cNvSpPr>
          <p:nvPr>
            <p:ph type="sldNum" idx="17"/>
          </p:nvPr>
        </p:nvSpPr>
        <p:spPr/>
        <p:txBody>
          <a:bodyPr/>
          <a:p>
            <a:fld id="{6B219CBF-0A4E-4F1B-8F94-239994B78F11}" type="slidenum">
              <a:t>&lt;#&gt;</a:t>
            </a:fld>
          </a:p>
        </p:txBody>
      </p:sp>
      <p:sp>
        <p:nvSpPr>
          <p:cNvPr id="9" name="PlaceHolder 8"/>
          <p:cNvSpPr>
            <a:spLocks noGrp="1"/>
          </p:cNvSpPr>
          <p:nvPr>
            <p:ph type="dt" idx="18"/>
          </p:nvPr>
        </p:nvSpPr>
        <p:spPr/>
        <p:txBody>
          <a:bodyPr/>
          <a:p>
            <a:r>
              <a:rPr lang="en-US"/>
              <a:t/>
            </a:r>
          </a:p>
        </p:txBody>
      </p:sp>
    </p:spTree>
  </p:cSld>
</p:sldLayout>
</file>

<file path=ppt/slideLayouts/slideLayout7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23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40"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41"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42"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43"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44"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45"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16"/>
          </p:nvPr>
        </p:nvSpPr>
        <p:spPr/>
        <p:txBody>
          <a:bodyPr/>
          <a:p>
            <a:r>
              <a:t>Footer</a:t>
            </a:r>
          </a:p>
        </p:txBody>
      </p:sp>
      <p:sp>
        <p:nvSpPr>
          <p:cNvPr id="10" name="PlaceHolder 9"/>
          <p:cNvSpPr>
            <a:spLocks noGrp="1"/>
          </p:cNvSpPr>
          <p:nvPr>
            <p:ph type="sldNum" idx="17"/>
          </p:nvPr>
        </p:nvSpPr>
        <p:spPr/>
        <p:txBody>
          <a:bodyPr/>
          <a:p>
            <a:fld id="{E0AA01B0-39D4-46FD-B5C3-EDE35A1E197B}" type="slidenum">
              <a:t>&lt;#&gt;</a:t>
            </a:fld>
          </a:p>
        </p:txBody>
      </p:sp>
      <p:sp>
        <p:nvSpPr>
          <p:cNvPr id="11" name="PlaceHolder 10"/>
          <p:cNvSpPr>
            <a:spLocks noGrp="1"/>
          </p:cNvSpPr>
          <p:nvPr>
            <p:ph type="dt" idx="18"/>
          </p:nvPr>
        </p:nvSpPr>
        <p:spPr/>
        <p:txBody>
          <a:bodyPr/>
          <a:p>
            <a:r>
              <a:rPr lang="en-US"/>
              <a:t/>
            </a:r>
          </a:p>
        </p:txBody>
      </p:sp>
    </p:spTree>
  </p:cSld>
</p:sldLayout>
</file>

<file path=ppt/slideLayouts/slideLayout7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9"/>
          </p:nvPr>
        </p:nvSpPr>
        <p:spPr/>
        <p:txBody>
          <a:bodyPr/>
          <a:p>
            <a:r>
              <a:t>Footer</a:t>
            </a:r>
          </a:p>
        </p:txBody>
      </p:sp>
      <p:sp>
        <p:nvSpPr>
          <p:cNvPr id="3" name="PlaceHolder 2"/>
          <p:cNvSpPr>
            <a:spLocks noGrp="1"/>
          </p:cNvSpPr>
          <p:nvPr>
            <p:ph type="sldNum" idx="20"/>
          </p:nvPr>
        </p:nvSpPr>
        <p:spPr/>
        <p:txBody>
          <a:bodyPr/>
          <a:p>
            <a:fld id="{553A6C87-59D5-4194-997F-87A0945C3B1F}" type="slidenum">
              <a:t>&lt;#&gt;</a:t>
            </a:fld>
          </a:p>
        </p:txBody>
      </p:sp>
      <p:sp>
        <p:nvSpPr>
          <p:cNvPr id="4" name="PlaceHolder 3"/>
          <p:cNvSpPr>
            <a:spLocks noGrp="1"/>
          </p:cNvSpPr>
          <p:nvPr>
            <p:ph type="dt" idx="21"/>
          </p:nvPr>
        </p:nvSpPr>
        <p:spPr/>
        <p:txBody>
          <a:bodyPr/>
          <a:p>
            <a:r>
              <a:rPr lang="en-US"/>
              <a:t/>
            </a:r>
          </a:p>
        </p:txBody>
      </p:sp>
    </p:spTree>
  </p:cSld>
</p:sldLayout>
</file>

<file path=ppt/slideLayouts/slideLayout7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5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52"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9"/>
          </p:nvPr>
        </p:nvSpPr>
        <p:spPr/>
        <p:txBody>
          <a:bodyPr/>
          <a:p>
            <a:r>
              <a:t>Footer</a:t>
            </a:r>
          </a:p>
        </p:txBody>
      </p:sp>
      <p:sp>
        <p:nvSpPr>
          <p:cNvPr id="5" name="PlaceHolder 4"/>
          <p:cNvSpPr>
            <a:spLocks noGrp="1"/>
          </p:cNvSpPr>
          <p:nvPr>
            <p:ph type="sldNum" idx="20"/>
          </p:nvPr>
        </p:nvSpPr>
        <p:spPr/>
        <p:txBody>
          <a:bodyPr/>
          <a:p>
            <a:fld id="{E660ADE5-FD29-451C-8ED4-FD8928FA0E27}" type="slidenum">
              <a:t>&lt;#&gt;</a:t>
            </a:fld>
          </a:p>
        </p:txBody>
      </p:sp>
      <p:sp>
        <p:nvSpPr>
          <p:cNvPr id="6" name="PlaceHolder 5"/>
          <p:cNvSpPr>
            <a:spLocks noGrp="1"/>
          </p:cNvSpPr>
          <p:nvPr>
            <p:ph type="dt" idx="21"/>
          </p:nvPr>
        </p:nvSpPr>
        <p:spPr/>
        <p:txBody>
          <a:bodyPr/>
          <a:p>
            <a:r>
              <a:rPr lang="en-US"/>
              <a:t/>
            </a:r>
          </a:p>
        </p:txBody>
      </p:sp>
    </p:spTree>
  </p:cSld>
</p:sldLayout>
</file>

<file path=ppt/slideLayouts/slideLayout7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25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54"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9"/>
          </p:nvPr>
        </p:nvSpPr>
        <p:spPr/>
        <p:txBody>
          <a:bodyPr/>
          <a:p>
            <a:r>
              <a:t>Footer</a:t>
            </a:r>
          </a:p>
        </p:txBody>
      </p:sp>
      <p:sp>
        <p:nvSpPr>
          <p:cNvPr id="5" name="PlaceHolder 4"/>
          <p:cNvSpPr>
            <a:spLocks noGrp="1"/>
          </p:cNvSpPr>
          <p:nvPr>
            <p:ph type="sldNum" idx="20"/>
          </p:nvPr>
        </p:nvSpPr>
        <p:spPr/>
        <p:txBody>
          <a:bodyPr/>
          <a:p>
            <a:fld id="{CF4E965E-3B80-4F06-9361-5EDB4F2FD207}" type="slidenum">
              <a:t>&lt;#&gt;</a:t>
            </a:fld>
          </a:p>
        </p:txBody>
      </p:sp>
      <p:sp>
        <p:nvSpPr>
          <p:cNvPr id="6" name="PlaceHolder 5"/>
          <p:cNvSpPr>
            <a:spLocks noGrp="1"/>
          </p:cNvSpPr>
          <p:nvPr>
            <p:ph type="dt" idx="21"/>
          </p:nvPr>
        </p:nvSpPr>
        <p:spPr/>
        <p:txBody>
          <a:bodyPr/>
          <a:p>
            <a:r>
              <a:rPr lang="en-US"/>
              <a:t/>
            </a:r>
          </a:p>
        </p:txBody>
      </p:sp>
    </p:spTree>
  </p:cSld>
</p:sldLayout>
</file>

<file path=ppt/slideLayouts/slideLayout7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25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56"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57"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9"/>
          </p:nvPr>
        </p:nvSpPr>
        <p:spPr/>
        <p:txBody>
          <a:bodyPr/>
          <a:p>
            <a:r>
              <a:t>Footer</a:t>
            </a:r>
          </a:p>
        </p:txBody>
      </p:sp>
      <p:sp>
        <p:nvSpPr>
          <p:cNvPr id="6" name="PlaceHolder 5"/>
          <p:cNvSpPr>
            <a:spLocks noGrp="1"/>
          </p:cNvSpPr>
          <p:nvPr>
            <p:ph type="sldNum" idx="20"/>
          </p:nvPr>
        </p:nvSpPr>
        <p:spPr/>
        <p:txBody>
          <a:bodyPr/>
          <a:p>
            <a:fld id="{D4CEDA8B-5729-4957-8F9C-C2275E866275}" type="slidenum">
              <a:t>&lt;#&gt;</a:t>
            </a:fld>
          </a:p>
        </p:txBody>
      </p:sp>
      <p:sp>
        <p:nvSpPr>
          <p:cNvPr id="7" name="PlaceHolder 6"/>
          <p:cNvSpPr>
            <a:spLocks noGrp="1"/>
          </p:cNvSpPr>
          <p:nvPr>
            <p:ph type="dt" idx="21"/>
          </p:nvPr>
        </p:nvSpPr>
        <p:spPr/>
        <p:txBody>
          <a:bodyPr/>
          <a:p>
            <a:r>
              <a:rPr lang="en-US"/>
              <a:t/>
            </a:r>
          </a:p>
        </p:txBody>
      </p:sp>
    </p:spTree>
  </p:cSld>
</p:sldLayout>
</file>

<file path=ppt/slideLayouts/slideLayout7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25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19"/>
          </p:nvPr>
        </p:nvSpPr>
        <p:spPr/>
        <p:txBody>
          <a:bodyPr/>
          <a:p>
            <a:r>
              <a:t>Footer</a:t>
            </a:r>
          </a:p>
        </p:txBody>
      </p:sp>
      <p:sp>
        <p:nvSpPr>
          <p:cNvPr id="4" name="PlaceHolder 3"/>
          <p:cNvSpPr>
            <a:spLocks noGrp="1"/>
          </p:cNvSpPr>
          <p:nvPr>
            <p:ph type="sldNum" idx="20"/>
          </p:nvPr>
        </p:nvSpPr>
        <p:spPr/>
        <p:txBody>
          <a:bodyPr/>
          <a:p>
            <a:fld id="{9B810666-8903-4070-9B02-36C44C90BB2E}" type="slidenum">
              <a:t>&lt;#&gt;</a:t>
            </a:fld>
          </a:p>
        </p:txBody>
      </p:sp>
      <p:sp>
        <p:nvSpPr>
          <p:cNvPr id="5" name="PlaceHolder 4"/>
          <p:cNvSpPr>
            <a:spLocks noGrp="1"/>
          </p:cNvSpPr>
          <p:nvPr>
            <p:ph type="dt" idx="21"/>
          </p:nvPr>
        </p:nvSpPr>
        <p:spPr/>
        <p:txBody>
          <a:bodyPr/>
          <a:p>
            <a:r>
              <a:rPr lang="en-US"/>
              <a:t/>
            </a:r>
          </a:p>
        </p:txBody>
      </p:sp>
    </p:spTree>
  </p:cSld>
</p:sldLayout>
</file>

<file path=ppt/slideLayouts/slideLayout7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259"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19"/>
          </p:nvPr>
        </p:nvSpPr>
        <p:spPr/>
        <p:txBody>
          <a:bodyPr/>
          <a:p>
            <a:r>
              <a:t>Footer</a:t>
            </a:r>
          </a:p>
        </p:txBody>
      </p:sp>
      <p:sp>
        <p:nvSpPr>
          <p:cNvPr id="4" name="PlaceHolder 3"/>
          <p:cNvSpPr>
            <a:spLocks noGrp="1"/>
          </p:cNvSpPr>
          <p:nvPr>
            <p:ph type="sldNum" idx="20"/>
          </p:nvPr>
        </p:nvSpPr>
        <p:spPr/>
        <p:txBody>
          <a:bodyPr/>
          <a:p>
            <a:fld id="{D71F5406-AFD1-42F3-8270-7FBD5D36380E}" type="slidenum">
              <a:t>&lt;#&gt;</a:t>
            </a:fld>
          </a:p>
        </p:txBody>
      </p:sp>
      <p:sp>
        <p:nvSpPr>
          <p:cNvPr id="5" name="PlaceHolder 4"/>
          <p:cNvSpPr>
            <a:spLocks noGrp="1"/>
          </p:cNvSpPr>
          <p:nvPr>
            <p:ph type="dt" idx="21"/>
          </p:nvPr>
        </p:nvSpPr>
        <p:spPr/>
        <p:txBody>
          <a:bodyPr/>
          <a:p>
            <a:r>
              <a:rPr lang="en-US"/>
              <a:t/>
            </a:r>
          </a:p>
        </p:txBody>
      </p:sp>
    </p:spTree>
  </p:cSld>
</p:sldLayout>
</file>

<file path=ppt/slideLayouts/slideLayout7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26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61"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62"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63"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9"/>
          </p:nvPr>
        </p:nvSpPr>
        <p:spPr/>
        <p:txBody>
          <a:bodyPr/>
          <a:p>
            <a:r>
              <a:t>Footer</a:t>
            </a:r>
          </a:p>
        </p:txBody>
      </p:sp>
      <p:sp>
        <p:nvSpPr>
          <p:cNvPr id="7" name="PlaceHolder 6"/>
          <p:cNvSpPr>
            <a:spLocks noGrp="1"/>
          </p:cNvSpPr>
          <p:nvPr>
            <p:ph type="sldNum" idx="20"/>
          </p:nvPr>
        </p:nvSpPr>
        <p:spPr/>
        <p:txBody>
          <a:bodyPr/>
          <a:p>
            <a:fld id="{94F6BFDC-7A36-4F45-B690-ABDDCA5E7395}" type="slidenum">
              <a:t>&lt;#&gt;</a:t>
            </a:fld>
          </a:p>
        </p:txBody>
      </p:sp>
      <p:sp>
        <p:nvSpPr>
          <p:cNvPr id="8" name="PlaceHolder 7"/>
          <p:cNvSpPr>
            <a:spLocks noGrp="1"/>
          </p:cNvSpPr>
          <p:nvPr>
            <p:ph type="dt" idx="21"/>
          </p:nvPr>
        </p:nvSpPr>
        <p:spPr/>
        <p:txBody>
          <a:bodyPr/>
          <a:p>
            <a:r>
              <a:rPr lang="en-US"/>
              <a:t/>
            </a:r>
          </a:p>
        </p:txBody>
      </p:sp>
    </p:spTree>
  </p:cSld>
</p:sldLayout>
</file>

<file path=ppt/slideLayouts/slideLayout8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26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65"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66"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67"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9"/>
          </p:nvPr>
        </p:nvSpPr>
        <p:spPr/>
        <p:txBody>
          <a:bodyPr/>
          <a:p>
            <a:r>
              <a:t>Footer</a:t>
            </a:r>
          </a:p>
        </p:txBody>
      </p:sp>
      <p:sp>
        <p:nvSpPr>
          <p:cNvPr id="7" name="PlaceHolder 6"/>
          <p:cNvSpPr>
            <a:spLocks noGrp="1"/>
          </p:cNvSpPr>
          <p:nvPr>
            <p:ph type="sldNum" idx="20"/>
          </p:nvPr>
        </p:nvSpPr>
        <p:spPr/>
        <p:txBody>
          <a:bodyPr/>
          <a:p>
            <a:fld id="{CC109666-1388-4171-9945-A064797D0800}" type="slidenum">
              <a:t>&lt;#&gt;</a:t>
            </a:fld>
          </a:p>
        </p:txBody>
      </p:sp>
      <p:sp>
        <p:nvSpPr>
          <p:cNvPr id="8" name="PlaceHolder 7"/>
          <p:cNvSpPr>
            <a:spLocks noGrp="1"/>
          </p:cNvSpPr>
          <p:nvPr>
            <p:ph type="dt" idx="21"/>
          </p:nvPr>
        </p:nvSpPr>
        <p:spPr/>
        <p:txBody>
          <a:bodyPr/>
          <a:p>
            <a:r>
              <a:rPr lang="en-US"/>
              <a:t/>
            </a:r>
          </a:p>
        </p:txBody>
      </p:sp>
    </p:spTree>
  </p:cSld>
</p:sldLayout>
</file>

<file path=ppt/slideLayouts/slideLayout8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6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69"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70"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71"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9"/>
          </p:nvPr>
        </p:nvSpPr>
        <p:spPr/>
        <p:txBody>
          <a:bodyPr/>
          <a:p>
            <a:r>
              <a:t>Footer</a:t>
            </a:r>
          </a:p>
        </p:txBody>
      </p:sp>
      <p:sp>
        <p:nvSpPr>
          <p:cNvPr id="7" name="PlaceHolder 6"/>
          <p:cNvSpPr>
            <a:spLocks noGrp="1"/>
          </p:cNvSpPr>
          <p:nvPr>
            <p:ph type="sldNum" idx="20"/>
          </p:nvPr>
        </p:nvSpPr>
        <p:spPr/>
        <p:txBody>
          <a:bodyPr/>
          <a:p>
            <a:fld id="{F2387793-257A-43D6-BC24-A5022ABB8CDF}" type="slidenum">
              <a:t>&lt;#&gt;</a:t>
            </a:fld>
          </a:p>
        </p:txBody>
      </p:sp>
      <p:sp>
        <p:nvSpPr>
          <p:cNvPr id="8" name="PlaceHolder 7"/>
          <p:cNvSpPr>
            <a:spLocks noGrp="1"/>
          </p:cNvSpPr>
          <p:nvPr>
            <p:ph type="dt" idx="21"/>
          </p:nvPr>
        </p:nvSpPr>
        <p:spPr/>
        <p:txBody>
          <a:bodyPr/>
          <a:p>
            <a:r>
              <a:rPr lang="en-US"/>
              <a:t/>
            </a:r>
          </a:p>
        </p:txBody>
      </p:sp>
    </p:spTree>
  </p:cSld>
</p:sldLayout>
</file>

<file path=ppt/slideLayouts/slideLayout8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7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73"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74"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9"/>
          </p:nvPr>
        </p:nvSpPr>
        <p:spPr/>
        <p:txBody>
          <a:bodyPr/>
          <a:p>
            <a:r>
              <a:t>Footer</a:t>
            </a:r>
          </a:p>
        </p:txBody>
      </p:sp>
      <p:sp>
        <p:nvSpPr>
          <p:cNvPr id="6" name="PlaceHolder 5"/>
          <p:cNvSpPr>
            <a:spLocks noGrp="1"/>
          </p:cNvSpPr>
          <p:nvPr>
            <p:ph type="sldNum" idx="20"/>
          </p:nvPr>
        </p:nvSpPr>
        <p:spPr/>
        <p:txBody>
          <a:bodyPr/>
          <a:p>
            <a:fld id="{26513E40-7F96-40FC-A11F-628AE29774DE}" type="slidenum">
              <a:t>&lt;#&gt;</a:t>
            </a:fld>
          </a:p>
        </p:txBody>
      </p:sp>
      <p:sp>
        <p:nvSpPr>
          <p:cNvPr id="7" name="PlaceHolder 6"/>
          <p:cNvSpPr>
            <a:spLocks noGrp="1"/>
          </p:cNvSpPr>
          <p:nvPr>
            <p:ph type="dt" idx="21"/>
          </p:nvPr>
        </p:nvSpPr>
        <p:spPr/>
        <p:txBody>
          <a:bodyPr/>
          <a:p>
            <a:r>
              <a:rPr lang="en-US"/>
              <a:t/>
            </a:r>
          </a:p>
        </p:txBody>
      </p:sp>
    </p:spTree>
  </p:cSld>
</p:sldLayout>
</file>

<file path=ppt/slideLayouts/slideLayout8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7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7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7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78"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79"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19"/>
          </p:nvPr>
        </p:nvSpPr>
        <p:spPr/>
        <p:txBody>
          <a:bodyPr/>
          <a:p>
            <a:r>
              <a:t>Footer</a:t>
            </a:r>
          </a:p>
        </p:txBody>
      </p:sp>
      <p:sp>
        <p:nvSpPr>
          <p:cNvPr id="8" name="PlaceHolder 7"/>
          <p:cNvSpPr>
            <a:spLocks noGrp="1"/>
          </p:cNvSpPr>
          <p:nvPr>
            <p:ph type="sldNum" idx="20"/>
          </p:nvPr>
        </p:nvSpPr>
        <p:spPr/>
        <p:txBody>
          <a:bodyPr/>
          <a:p>
            <a:fld id="{0AA308ED-F9B3-4D84-A3C0-123BC27CC764}" type="slidenum">
              <a:t>&lt;#&gt;</a:t>
            </a:fld>
          </a:p>
        </p:txBody>
      </p:sp>
      <p:sp>
        <p:nvSpPr>
          <p:cNvPr id="9" name="PlaceHolder 8"/>
          <p:cNvSpPr>
            <a:spLocks noGrp="1"/>
          </p:cNvSpPr>
          <p:nvPr>
            <p:ph type="dt" idx="21"/>
          </p:nvPr>
        </p:nvSpPr>
        <p:spPr/>
        <p:txBody>
          <a:bodyPr/>
          <a:p>
            <a:r>
              <a:rPr lang="en-US"/>
              <a:t/>
            </a:r>
          </a:p>
        </p:txBody>
      </p:sp>
    </p:spTree>
  </p:cSld>
</p:sldLayout>
</file>

<file path=ppt/slideLayouts/slideLayout8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28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81"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82"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83"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84"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85"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86"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19"/>
          </p:nvPr>
        </p:nvSpPr>
        <p:spPr/>
        <p:txBody>
          <a:bodyPr/>
          <a:p>
            <a:r>
              <a:t>Footer</a:t>
            </a:r>
          </a:p>
        </p:txBody>
      </p:sp>
      <p:sp>
        <p:nvSpPr>
          <p:cNvPr id="10" name="PlaceHolder 9"/>
          <p:cNvSpPr>
            <a:spLocks noGrp="1"/>
          </p:cNvSpPr>
          <p:nvPr>
            <p:ph type="sldNum" idx="20"/>
          </p:nvPr>
        </p:nvSpPr>
        <p:spPr/>
        <p:txBody>
          <a:bodyPr/>
          <a:p>
            <a:fld id="{3AD02F52-20B2-4E71-A005-3689AFC921E1}" type="slidenum">
              <a:t>&lt;#&gt;</a:t>
            </a:fld>
          </a:p>
        </p:txBody>
      </p:sp>
      <p:sp>
        <p:nvSpPr>
          <p:cNvPr id="11" name="PlaceHolder 10"/>
          <p:cNvSpPr>
            <a:spLocks noGrp="1"/>
          </p:cNvSpPr>
          <p:nvPr>
            <p:ph type="dt" idx="21"/>
          </p:nvPr>
        </p:nvSpPr>
        <p:spPr/>
        <p:txBody>
          <a:bodyPr/>
          <a:p>
            <a:r>
              <a:rPr lang="en-US"/>
              <a:t/>
            </a:r>
          </a:p>
        </p:txBody>
      </p:sp>
    </p:spTree>
  </p:cSld>
</p:sldLayout>
</file>

<file path=ppt/slideLayouts/slideLayout8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22"/>
          </p:nvPr>
        </p:nvSpPr>
        <p:spPr/>
        <p:txBody>
          <a:bodyPr/>
          <a:p>
            <a:r>
              <a:t>Footer</a:t>
            </a:r>
          </a:p>
        </p:txBody>
      </p:sp>
      <p:sp>
        <p:nvSpPr>
          <p:cNvPr id="3" name="PlaceHolder 2"/>
          <p:cNvSpPr>
            <a:spLocks noGrp="1"/>
          </p:cNvSpPr>
          <p:nvPr>
            <p:ph type="sldNum" idx="23"/>
          </p:nvPr>
        </p:nvSpPr>
        <p:spPr/>
        <p:txBody>
          <a:bodyPr/>
          <a:p>
            <a:fld id="{240C2582-AB57-439B-8577-2E80C111FE36}" type="slidenum">
              <a:t>&lt;#&gt;</a:t>
            </a:fld>
          </a:p>
        </p:txBody>
      </p:sp>
      <p:sp>
        <p:nvSpPr>
          <p:cNvPr id="4" name="PlaceHolder 3"/>
          <p:cNvSpPr>
            <a:spLocks noGrp="1"/>
          </p:cNvSpPr>
          <p:nvPr>
            <p:ph type="dt" idx="24"/>
          </p:nvPr>
        </p:nvSpPr>
        <p:spPr/>
        <p:txBody>
          <a:bodyPr/>
          <a:p>
            <a:r>
              <a:rPr lang="en-US"/>
              <a:t/>
            </a:r>
          </a:p>
        </p:txBody>
      </p:sp>
    </p:spTree>
  </p:cSld>
</p:sldLayout>
</file>

<file path=ppt/slideLayouts/slideLayout8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9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93"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22"/>
          </p:nvPr>
        </p:nvSpPr>
        <p:spPr/>
        <p:txBody>
          <a:bodyPr/>
          <a:p>
            <a:r>
              <a:t>Footer</a:t>
            </a:r>
          </a:p>
        </p:txBody>
      </p:sp>
      <p:sp>
        <p:nvSpPr>
          <p:cNvPr id="5" name="PlaceHolder 4"/>
          <p:cNvSpPr>
            <a:spLocks noGrp="1"/>
          </p:cNvSpPr>
          <p:nvPr>
            <p:ph type="sldNum" idx="23"/>
          </p:nvPr>
        </p:nvSpPr>
        <p:spPr/>
        <p:txBody>
          <a:bodyPr/>
          <a:p>
            <a:fld id="{3BCE0D87-E35F-45B1-BE54-1104299F9B8F}" type="slidenum">
              <a:t>&lt;#&gt;</a:t>
            </a:fld>
          </a:p>
        </p:txBody>
      </p:sp>
      <p:sp>
        <p:nvSpPr>
          <p:cNvPr id="6" name="PlaceHolder 5"/>
          <p:cNvSpPr>
            <a:spLocks noGrp="1"/>
          </p:cNvSpPr>
          <p:nvPr>
            <p:ph type="dt" idx="24"/>
          </p:nvPr>
        </p:nvSpPr>
        <p:spPr/>
        <p:txBody>
          <a:bodyPr/>
          <a:p>
            <a:r>
              <a:rPr lang="en-US"/>
              <a:t/>
            </a:r>
          </a:p>
        </p:txBody>
      </p:sp>
    </p:spTree>
  </p:cSld>
</p:sldLayout>
</file>

<file path=ppt/slideLayouts/slideLayout8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29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95"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22"/>
          </p:nvPr>
        </p:nvSpPr>
        <p:spPr/>
        <p:txBody>
          <a:bodyPr/>
          <a:p>
            <a:r>
              <a:t>Footer</a:t>
            </a:r>
          </a:p>
        </p:txBody>
      </p:sp>
      <p:sp>
        <p:nvSpPr>
          <p:cNvPr id="5" name="PlaceHolder 4"/>
          <p:cNvSpPr>
            <a:spLocks noGrp="1"/>
          </p:cNvSpPr>
          <p:nvPr>
            <p:ph type="sldNum" idx="23"/>
          </p:nvPr>
        </p:nvSpPr>
        <p:spPr/>
        <p:txBody>
          <a:bodyPr/>
          <a:p>
            <a:fld id="{AB730AA9-4170-44C2-B037-3A4E32EE1D49}" type="slidenum">
              <a:t>&lt;#&gt;</a:t>
            </a:fld>
          </a:p>
        </p:txBody>
      </p:sp>
      <p:sp>
        <p:nvSpPr>
          <p:cNvPr id="6" name="PlaceHolder 5"/>
          <p:cNvSpPr>
            <a:spLocks noGrp="1"/>
          </p:cNvSpPr>
          <p:nvPr>
            <p:ph type="dt" idx="24"/>
          </p:nvPr>
        </p:nvSpPr>
        <p:spPr/>
        <p:txBody>
          <a:bodyPr/>
          <a:p>
            <a:r>
              <a:rPr lang="en-US"/>
              <a:t/>
            </a:r>
          </a:p>
        </p:txBody>
      </p:sp>
    </p:spTree>
  </p:cSld>
</p:sldLayout>
</file>

<file path=ppt/slideLayouts/slideLayout8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29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97"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98"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22"/>
          </p:nvPr>
        </p:nvSpPr>
        <p:spPr/>
        <p:txBody>
          <a:bodyPr/>
          <a:p>
            <a:r>
              <a:t>Footer</a:t>
            </a:r>
          </a:p>
        </p:txBody>
      </p:sp>
      <p:sp>
        <p:nvSpPr>
          <p:cNvPr id="6" name="PlaceHolder 5"/>
          <p:cNvSpPr>
            <a:spLocks noGrp="1"/>
          </p:cNvSpPr>
          <p:nvPr>
            <p:ph type="sldNum" idx="23"/>
          </p:nvPr>
        </p:nvSpPr>
        <p:spPr/>
        <p:txBody>
          <a:bodyPr/>
          <a:p>
            <a:fld id="{9D37A28B-8659-4AB5-9B6D-8C1334539BE6}" type="slidenum">
              <a:t>&lt;#&gt;</a:t>
            </a:fld>
          </a:p>
        </p:txBody>
      </p:sp>
      <p:sp>
        <p:nvSpPr>
          <p:cNvPr id="7" name="PlaceHolder 6"/>
          <p:cNvSpPr>
            <a:spLocks noGrp="1"/>
          </p:cNvSpPr>
          <p:nvPr>
            <p:ph type="dt" idx="24"/>
          </p:nvPr>
        </p:nvSpPr>
        <p:spPr/>
        <p:txBody>
          <a:bodyPr/>
          <a:p>
            <a:r>
              <a:rPr lang="en-US"/>
              <a:t/>
            </a:r>
          </a:p>
        </p:txBody>
      </p:sp>
    </p:spTree>
  </p:cSld>
</p:sldLayout>
</file>

<file path=ppt/slideLayouts/slideLayout8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29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22"/>
          </p:nvPr>
        </p:nvSpPr>
        <p:spPr/>
        <p:txBody>
          <a:bodyPr/>
          <a:p>
            <a:r>
              <a:t>Footer</a:t>
            </a:r>
          </a:p>
        </p:txBody>
      </p:sp>
      <p:sp>
        <p:nvSpPr>
          <p:cNvPr id="4" name="PlaceHolder 3"/>
          <p:cNvSpPr>
            <a:spLocks noGrp="1"/>
          </p:cNvSpPr>
          <p:nvPr>
            <p:ph type="sldNum" idx="23"/>
          </p:nvPr>
        </p:nvSpPr>
        <p:spPr/>
        <p:txBody>
          <a:bodyPr/>
          <a:p>
            <a:fld id="{768E3F88-92DD-4020-9E79-20B3B22A06F8}" type="slidenum">
              <a:t>&lt;#&gt;</a:t>
            </a:fld>
          </a:p>
        </p:txBody>
      </p:sp>
      <p:sp>
        <p:nvSpPr>
          <p:cNvPr id="5" name="PlaceHolder 4"/>
          <p:cNvSpPr>
            <a:spLocks noGrp="1"/>
          </p:cNvSpPr>
          <p:nvPr>
            <p:ph type="dt" idx="24"/>
          </p:nvPr>
        </p:nvSpPr>
        <p:spPr/>
        <p:txBody>
          <a:bodyPr/>
          <a:p>
            <a:r>
              <a:rPr lang="en-US"/>
              <a:t/>
            </a:r>
          </a:p>
        </p:txBody>
      </p:sp>
    </p:spTree>
  </p:cSld>
</p:sldLayout>
</file>

<file path=ppt/slideLayouts/slideLayout9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300"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22"/>
          </p:nvPr>
        </p:nvSpPr>
        <p:spPr/>
        <p:txBody>
          <a:bodyPr/>
          <a:p>
            <a:r>
              <a:t>Footer</a:t>
            </a:r>
          </a:p>
        </p:txBody>
      </p:sp>
      <p:sp>
        <p:nvSpPr>
          <p:cNvPr id="4" name="PlaceHolder 3"/>
          <p:cNvSpPr>
            <a:spLocks noGrp="1"/>
          </p:cNvSpPr>
          <p:nvPr>
            <p:ph type="sldNum" idx="23"/>
          </p:nvPr>
        </p:nvSpPr>
        <p:spPr/>
        <p:txBody>
          <a:bodyPr/>
          <a:p>
            <a:fld id="{8C637F33-57D2-407E-8A26-E96935F94536}" type="slidenum">
              <a:t>&lt;#&gt;</a:t>
            </a:fld>
          </a:p>
        </p:txBody>
      </p:sp>
      <p:sp>
        <p:nvSpPr>
          <p:cNvPr id="5" name="PlaceHolder 4"/>
          <p:cNvSpPr>
            <a:spLocks noGrp="1"/>
          </p:cNvSpPr>
          <p:nvPr>
            <p:ph type="dt" idx="24"/>
          </p:nvPr>
        </p:nvSpPr>
        <p:spPr/>
        <p:txBody>
          <a:bodyPr/>
          <a:p>
            <a:r>
              <a:rPr lang="en-US"/>
              <a:t/>
            </a:r>
          </a:p>
        </p:txBody>
      </p:sp>
    </p:spTree>
  </p:cSld>
</p:sldLayout>
</file>

<file path=ppt/slideLayouts/slideLayout9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30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02"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03"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04"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2"/>
          </p:nvPr>
        </p:nvSpPr>
        <p:spPr/>
        <p:txBody>
          <a:bodyPr/>
          <a:p>
            <a:r>
              <a:t>Footer</a:t>
            </a:r>
          </a:p>
        </p:txBody>
      </p:sp>
      <p:sp>
        <p:nvSpPr>
          <p:cNvPr id="7" name="PlaceHolder 6"/>
          <p:cNvSpPr>
            <a:spLocks noGrp="1"/>
          </p:cNvSpPr>
          <p:nvPr>
            <p:ph type="sldNum" idx="23"/>
          </p:nvPr>
        </p:nvSpPr>
        <p:spPr/>
        <p:txBody>
          <a:bodyPr/>
          <a:p>
            <a:fld id="{C11DA678-D624-4879-A446-D8E98654668B}" type="slidenum">
              <a:t>&lt;#&gt;</a:t>
            </a:fld>
          </a:p>
        </p:txBody>
      </p:sp>
      <p:sp>
        <p:nvSpPr>
          <p:cNvPr id="8" name="PlaceHolder 7"/>
          <p:cNvSpPr>
            <a:spLocks noGrp="1"/>
          </p:cNvSpPr>
          <p:nvPr>
            <p:ph type="dt" idx="24"/>
          </p:nvPr>
        </p:nvSpPr>
        <p:spPr/>
        <p:txBody>
          <a:bodyPr/>
          <a:p>
            <a:r>
              <a:rPr lang="en-US"/>
              <a:t/>
            </a:r>
          </a:p>
        </p:txBody>
      </p:sp>
    </p:spTree>
  </p:cSld>
</p:sldLayout>
</file>

<file path=ppt/slideLayouts/slideLayout9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30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06"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0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08"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2"/>
          </p:nvPr>
        </p:nvSpPr>
        <p:spPr/>
        <p:txBody>
          <a:bodyPr/>
          <a:p>
            <a:r>
              <a:t>Footer</a:t>
            </a:r>
          </a:p>
        </p:txBody>
      </p:sp>
      <p:sp>
        <p:nvSpPr>
          <p:cNvPr id="7" name="PlaceHolder 6"/>
          <p:cNvSpPr>
            <a:spLocks noGrp="1"/>
          </p:cNvSpPr>
          <p:nvPr>
            <p:ph type="sldNum" idx="23"/>
          </p:nvPr>
        </p:nvSpPr>
        <p:spPr/>
        <p:txBody>
          <a:bodyPr/>
          <a:p>
            <a:fld id="{AF47DC42-445E-40F4-9F13-84539F813410}" type="slidenum">
              <a:t>&lt;#&gt;</a:t>
            </a:fld>
          </a:p>
        </p:txBody>
      </p:sp>
      <p:sp>
        <p:nvSpPr>
          <p:cNvPr id="8" name="PlaceHolder 7"/>
          <p:cNvSpPr>
            <a:spLocks noGrp="1"/>
          </p:cNvSpPr>
          <p:nvPr>
            <p:ph type="dt" idx="24"/>
          </p:nvPr>
        </p:nvSpPr>
        <p:spPr/>
        <p:txBody>
          <a:bodyPr/>
          <a:p>
            <a:r>
              <a:rPr lang="en-US"/>
              <a:t/>
            </a:r>
          </a:p>
        </p:txBody>
      </p:sp>
    </p:spTree>
  </p:cSld>
</p:sldLayout>
</file>

<file path=ppt/slideLayouts/slideLayout9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30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1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1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12"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2"/>
          </p:nvPr>
        </p:nvSpPr>
        <p:spPr/>
        <p:txBody>
          <a:bodyPr/>
          <a:p>
            <a:r>
              <a:t>Footer</a:t>
            </a:r>
          </a:p>
        </p:txBody>
      </p:sp>
      <p:sp>
        <p:nvSpPr>
          <p:cNvPr id="7" name="PlaceHolder 6"/>
          <p:cNvSpPr>
            <a:spLocks noGrp="1"/>
          </p:cNvSpPr>
          <p:nvPr>
            <p:ph type="sldNum" idx="23"/>
          </p:nvPr>
        </p:nvSpPr>
        <p:spPr/>
        <p:txBody>
          <a:bodyPr/>
          <a:p>
            <a:fld id="{8EAB6A78-7403-489A-B253-8C40685F18AC}" type="slidenum">
              <a:t>&lt;#&gt;</a:t>
            </a:fld>
          </a:p>
        </p:txBody>
      </p:sp>
      <p:sp>
        <p:nvSpPr>
          <p:cNvPr id="8" name="PlaceHolder 7"/>
          <p:cNvSpPr>
            <a:spLocks noGrp="1"/>
          </p:cNvSpPr>
          <p:nvPr>
            <p:ph type="dt" idx="24"/>
          </p:nvPr>
        </p:nvSpPr>
        <p:spPr/>
        <p:txBody>
          <a:bodyPr/>
          <a:p>
            <a:r>
              <a:rPr lang="en-US"/>
              <a:t/>
            </a:r>
          </a:p>
        </p:txBody>
      </p:sp>
    </p:spTree>
  </p:cSld>
</p:sldLayout>
</file>

<file path=ppt/slideLayouts/slideLayout9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31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14"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15"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22"/>
          </p:nvPr>
        </p:nvSpPr>
        <p:spPr/>
        <p:txBody>
          <a:bodyPr/>
          <a:p>
            <a:r>
              <a:t>Footer</a:t>
            </a:r>
          </a:p>
        </p:txBody>
      </p:sp>
      <p:sp>
        <p:nvSpPr>
          <p:cNvPr id="6" name="PlaceHolder 5"/>
          <p:cNvSpPr>
            <a:spLocks noGrp="1"/>
          </p:cNvSpPr>
          <p:nvPr>
            <p:ph type="sldNum" idx="23"/>
          </p:nvPr>
        </p:nvSpPr>
        <p:spPr/>
        <p:txBody>
          <a:bodyPr/>
          <a:p>
            <a:fld id="{9A2DA136-9AE0-4F88-9BF2-9E2B4009992F}" type="slidenum">
              <a:t>&lt;#&gt;</a:t>
            </a:fld>
          </a:p>
        </p:txBody>
      </p:sp>
      <p:sp>
        <p:nvSpPr>
          <p:cNvPr id="7" name="PlaceHolder 6"/>
          <p:cNvSpPr>
            <a:spLocks noGrp="1"/>
          </p:cNvSpPr>
          <p:nvPr>
            <p:ph type="dt" idx="24"/>
          </p:nvPr>
        </p:nvSpPr>
        <p:spPr/>
        <p:txBody>
          <a:bodyPr/>
          <a:p>
            <a:r>
              <a:rPr lang="en-US"/>
              <a:t/>
            </a:r>
          </a:p>
        </p:txBody>
      </p:sp>
    </p:spTree>
  </p:cSld>
</p:sldLayout>
</file>

<file path=ppt/slideLayouts/slideLayout9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31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17"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18"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19"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0"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22"/>
          </p:nvPr>
        </p:nvSpPr>
        <p:spPr/>
        <p:txBody>
          <a:bodyPr/>
          <a:p>
            <a:r>
              <a:t>Footer</a:t>
            </a:r>
          </a:p>
        </p:txBody>
      </p:sp>
      <p:sp>
        <p:nvSpPr>
          <p:cNvPr id="8" name="PlaceHolder 7"/>
          <p:cNvSpPr>
            <a:spLocks noGrp="1"/>
          </p:cNvSpPr>
          <p:nvPr>
            <p:ph type="sldNum" idx="23"/>
          </p:nvPr>
        </p:nvSpPr>
        <p:spPr/>
        <p:txBody>
          <a:bodyPr/>
          <a:p>
            <a:fld id="{808DB131-11FA-452F-BC94-19E68F1E9D7B}" type="slidenum">
              <a:t>&lt;#&gt;</a:t>
            </a:fld>
          </a:p>
        </p:txBody>
      </p:sp>
      <p:sp>
        <p:nvSpPr>
          <p:cNvPr id="9" name="PlaceHolder 8"/>
          <p:cNvSpPr>
            <a:spLocks noGrp="1"/>
          </p:cNvSpPr>
          <p:nvPr>
            <p:ph type="dt" idx="24"/>
          </p:nvPr>
        </p:nvSpPr>
        <p:spPr/>
        <p:txBody>
          <a:bodyPr/>
          <a:p>
            <a:r>
              <a:rPr lang="en-US"/>
              <a:t/>
            </a:r>
          </a:p>
        </p:txBody>
      </p:sp>
    </p:spTree>
  </p:cSld>
</p:sldLayout>
</file>

<file path=ppt/slideLayouts/slideLayout9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2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22"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3"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4"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5"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6"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7"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22"/>
          </p:nvPr>
        </p:nvSpPr>
        <p:spPr/>
        <p:txBody>
          <a:bodyPr/>
          <a:p>
            <a:r>
              <a:t>Footer</a:t>
            </a:r>
          </a:p>
        </p:txBody>
      </p:sp>
      <p:sp>
        <p:nvSpPr>
          <p:cNvPr id="10" name="PlaceHolder 9"/>
          <p:cNvSpPr>
            <a:spLocks noGrp="1"/>
          </p:cNvSpPr>
          <p:nvPr>
            <p:ph type="sldNum" idx="23"/>
          </p:nvPr>
        </p:nvSpPr>
        <p:spPr/>
        <p:txBody>
          <a:bodyPr/>
          <a:p>
            <a:fld id="{7AE54AB1-8B76-4502-937F-858B5AB01C0B}" type="slidenum">
              <a:t>&lt;#&gt;</a:t>
            </a:fld>
          </a:p>
        </p:txBody>
      </p:sp>
      <p:sp>
        <p:nvSpPr>
          <p:cNvPr id="11" name="PlaceHolder 10"/>
          <p:cNvSpPr>
            <a:spLocks noGrp="1"/>
          </p:cNvSpPr>
          <p:nvPr>
            <p:ph type="dt" idx="24"/>
          </p:nvPr>
        </p:nvSpPr>
        <p:spPr/>
        <p:txBody>
          <a:bodyPr/>
          <a:p>
            <a:r>
              <a:rPr lang="en-US"/>
              <a:t/>
            </a:r>
          </a:p>
        </p:txBody>
      </p:sp>
    </p:spTree>
  </p:cSld>
</p:sldLayout>
</file>

<file path=ppt/slideLayouts/slideLayout9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25"/>
          </p:nvPr>
        </p:nvSpPr>
        <p:spPr/>
        <p:txBody>
          <a:bodyPr/>
          <a:p>
            <a:r>
              <a:t>Footer</a:t>
            </a:r>
          </a:p>
        </p:txBody>
      </p:sp>
      <p:sp>
        <p:nvSpPr>
          <p:cNvPr id="3" name="PlaceHolder 2"/>
          <p:cNvSpPr>
            <a:spLocks noGrp="1"/>
          </p:cNvSpPr>
          <p:nvPr>
            <p:ph type="sldNum" idx="26"/>
          </p:nvPr>
        </p:nvSpPr>
        <p:spPr/>
        <p:txBody>
          <a:bodyPr/>
          <a:p>
            <a:fld id="{4BC0C143-9FD8-41C4-B2B8-1A8ADB2583E3}" type="slidenum">
              <a:t>&lt;#&gt;</a:t>
            </a:fld>
          </a:p>
        </p:txBody>
      </p:sp>
      <p:sp>
        <p:nvSpPr>
          <p:cNvPr id="4" name="PlaceHolder 3"/>
          <p:cNvSpPr>
            <a:spLocks noGrp="1"/>
          </p:cNvSpPr>
          <p:nvPr>
            <p:ph type="dt" idx="27"/>
          </p:nvPr>
        </p:nvSpPr>
        <p:spPr/>
        <p:txBody>
          <a:bodyPr/>
          <a:p>
            <a:r>
              <a:rPr lang="en-US"/>
              <a:t/>
            </a:r>
          </a:p>
        </p:txBody>
      </p:sp>
    </p:spTree>
  </p:cSld>
</p:sldLayout>
</file>

<file path=ppt/slideLayouts/slideLayout9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33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34"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25"/>
          </p:nvPr>
        </p:nvSpPr>
        <p:spPr/>
        <p:txBody>
          <a:bodyPr/>
          <a:p>
            <a:r>
              <a:t>Footer</a:t>
            </a:r>
          </a:p>
        </p:txBody>
      </p:sp>
      <p:sp>
        <p:nvSpPr>
          <p:cNvPr id="5" name="PlaceHolder 4"/>
          <p:cNvSpPr>
            <a:spLocks noGrp="1"/>
          </p:cNvSpPr>
          <p:nvPr>
            <p:ph type="sldNum" idx="26"/>
          </p:nvPr>
        </p:nvSpPr>
        <p:spPr/>
        <p:txBody>
          <a:bodyPr/>
          <a:p>
            <a:fld id="{CC87C53F-52D9-4240-8B22-00E081F39868}" type="slidenum">
              <a:t>&lt;#&gt;</a:t>
            </a:fld>
          </a:p>
        </p:txBody>
      </p:sp>
      <p:sp>
        <p:nvSpPr>
          <p:cNvPr id="6" name="PlaceHolder 5"/>
          <p:cNvSpPr>
            <a:spLocks noGrp="1"/>
          </p:cNvSpPr>
          <p:nvPr>
            <p:ph type="dt" idx="27"/>
          </p:nvPr>
        </p:nvSpPr>
        <p:spPr/>
        <p:txBody>
          <a:bodyPr/>
          <a:p>
            <a:r>
              <a:rPr lang="en-US"/>
              <a:t/>
            </a:r>
          </a:p>
        </p:txBody>
      </p:sp>
    </p:spTree>
  </p:cSld>
</p:sldLayout>
</file>

<file path=ppt/slideLayouts/slideLayout9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33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36"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25"/>
          </p:nvPr>
        </p:nvSpPr>
        <p:spPr/>
        <p:txBody>
          <a:bodyPr/>
          <a:p>
            <a:r>
              <a:t>Footer</a:t>
            </a:r>
          </a:p>
        </p:txBody>
      </p:sp>
      <p:sp>
        <p:nvSpPr>
          <p:cNvPr id="5" name="PlaceHolder 4"/>
          <p:cNvSpPr>
            <a:spLocks noGrp="1"/>
          </p:cNvSpPr>
          <p:nvPr>
            <p:ph type="sldNum" idx="26"/>
          </p:nvPr>
        </p:nvSpPr>
        <p:spPr/>
        <p:txBody>
          <a:bodyPr/>
          <a:p>
            <a:fld id="{C155ED8F-6253-433F-A3FC-D578FEFA7140}" type="slidenum">
              <a:t>&lt;#&gt;</a:t>
            </a:fld>
          </a:p>
        </p:txBody>
      </p:sp>
      <p:sp>
        <p:nvSpPr>
          <p:cNvPr id="6" name="PlaceHolder 5"/>
          <p:cNvSpPr>
            <a:spLocks noGrp="1"/>
          </p:cNvSpPr>
          <p:nvPr>
            <p:ph type="dt" idx="27"/>
          </p:nvPr>
        </p:nvSpPr>
        <p:spPr/>
        <p:txBody>
          <a:bodyPr/>
          <a:p>
            <a:r>
              <a:rPr lang="en-US"/>
              <a:t/>
            </a:r>
          </a:p>
        </p:txBody>
      </p:sp>
    </p:spTree>
  </p:cSld>
</p:sldLayout>
</file>

<file path=ppt/slideLayouts/slideLayout10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33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38"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39"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25"/>
          </p:nvPr>
        </p:nvSpPr>
        <p:spPr/>
        <p:txBody>
          <a:bodyPr/>
          <a:p>
            <a:r>
              <a:t>Footer</a:t>
            </a:r>
          </a:p>
        </p:txBody>
      </p:sp>
      <p:sp>
        <p:nvSpPr>
          <p:cNvPr id="6" name="PlaceHolder 5"/>
          <p:cNvSpPr>
            <a:spLocks noGrp="1"/>
          </p:cNvSpPr>
          <p:nvPr>
            <p:ph type="sldNum" idx="26"/>
          </p:nvPr>
        </p:nvSpPr>
        <p:spPr/>
        <p:txBody>
          <a:bodyPr/>
          <a:p>
            <a:fld id="{A165069A-6B05-4D45-9CB9-6CCE7753197F}" type="slidenum">
              <a:t>&lt;#&gt;</a:t>
            </a:fld>
          </a:p>
        </p:txBody>
      </p:sp>
      <p:sp>
        <p:nvSpPr>
          <p:cNvPr id="7" name="PlaceHolder 6"/>
          <p:cNvSpPr>
            <a:spLocks noGrp="1"/>
          </p:cNvSpPr>
          <p:nvPr>
            <p:ph type="dt" idx="27"/>
          </p:nvPr>
        </p:nvSpPr>
        <p:spPr/>
        <p:txBody>
          <a:bodyPr/>
          <a:p>
            <a:r>
              <a:rPr lang="en-US"/>
              <a:t/>
            </a:r>
          </a:p>
        </p:txBody>
      </p:sp>
    </p:spTree>
  </p:cSld>
</p:sldLayout>
</file>

<file path=ppt/slideLayouts/slideLayout10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34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25"/>
          </p:nvPr>
        </p:nvSpPr>
        <p:spPr/>
        <p:txBody>
          <a:bodyPr/>
          <a:p>
            <a:r>
              <a:t>Footer</a:t>
            </a:r>
          </a:p>
        </p:txBody>
      </p:sp>
      <p:sp>
        <p:nvSpPr>
          <p:cNvPr id="4" name="PlaceHolder 3"/>
          <p:cNvSpPr>
            <a:spLocks noGrp="1"/>
          </p:cNvSpPr>
          <p:nvPr>
            <p:ph type="sldNum" idx="26"/>
          </p:nvPr>
        </p:nvSpPr>
        <p:spPr/>
        <p:txBody>
          <a:bodyPr/>
          <a:p>
            <a:fld id="{D8495B31-382B-4A32-A38E-B162AFBAF7EC}" type="slidenum">
              <a:t>&lt;#&gt;</a:t>
            </a:fld>
          </a:p>
        </p:txBody>
      </p:sp>
      <p:sp>
        <p:nvSpPr>
          <p:cNvPr id="5" name="PlaceHolder 4"/>
          <p:cNvSpPr>
            <a:spLocks noGrp="1"/>
          </p:cNvSpPr>
          <p:nvPr>
            <p:ph type="dt" idx="27"/>
          </p:nvPr>
        </p:nvSpPr>
        <p:spPr/>
        <p:txBody>
          <a:bodyPr/>
          <a:p>
            <a:r>
              <a:rPr lang="en-US"/>
              <a:t/>
            </a:r>
          </a:p>
        </p:txBody>
      </p:sp>
    </p:spTree>
  </p:cSld>
</p:sldLayout>
</file>

<file path=ppt/slideLayouts/slideLayout10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341"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25"/>
          </p:nvPr>
        </p:nvSpPr>
        <p:spPr/>
        <p:txBody>
          <a:bodyPr/>
          <a:p>
            <a:r>
              <a:t>Footer</a:t>
            </a:r>
          </a:p>
        </p:txBody>
      </p:sp>
      <p:sp>
        <p:nvSpPr>
          <p:cNvPr id="4" name="PlaceHolder 3"/>
          <p:cNvSpPr>
            <a:spLocks noGrp="1"/>
          </p:cNvSpPr>
          <p:nvPr>
            <p:ph type="sldNum" idx="26"/>
          </p:nvPr>
        </p:nvSpPr>
        <p:spPr/>
        <p:txBody>
          <a:bodyPr/>
          <a:p>
            <a:fld id="{3DB1EBD9-4BF9-4917-8E90-53EB604F0492}" type="slidenum">
              <a:t>&lt;#&gt;</a:t>
            </a:fld>
          </a:p>
        </p:txBody>
      </p:sp>
      <p:sp>
        <p:nvSpPr>
          <p:cNvPr id="5" name="PlaceHolder 4"/>
          <p:cNvSpPr>
            <a:spLocks noGrp="1"/>
          </p:cNvSpPr>
          <p:nvPr>
            <p:ph type="dt" idx="27"/>
          </p:nvPr>
        </p:nvSpPr>
        <p:spPr/>
        <p:txBody>
          <a:bodyPr/>
          <a:p>
            <a:r>
              <a:rPr lang="en-US"/>
              <a:t/>
            </a:r>
          </a:p>
        </p:txBody>
      </p:sp>
    </p:spTree>
  </p:cSld>
</p:sldLayout>
</file>

<file path=ppt/slideLayouts/slideLayout10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34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4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44"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45"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5"/>
          </p:nvPr>
        </p:nvSpPr>
        <p:spPr/>
        <p:txBody>
          <a:bodyPr/>
          <a:p>
            <a:r>
              <a:t>Footer</a:t>
            </a:r>
          </a:p>
        </p:txBody>
      </p:sp>
      <p:sp>
        <p:nvSpPr>
          <p:cNvPr id="7" name="PlaceHolder 6"/>
          <p:cNvSpPr>
            <a:spLocks noGrp="1"/>
          </p:cNvSpPr>
          <p:nvPr>
            <p:ph type="sldNum" idx="26"/>
          </p:nvPr>
        </p:nvSpPr>
        <p:spPr/>
        <p:txBody>
          <a:bodyPr/>
          <a:p>
            <a:fld id="{C65675A3-B0D7-4816-9F3A-CFDF7FF1968A}" type="slidenum">
              <a:t>&lt;#&gt;</a:t>
            </a:fld>
          </a:p>
        </p:txBody>
      </p:sp>
      <p:sp>
        <p:nvSpPr>
          <p:cNvPr id="8" name="PlaceHolder 7"/>
          <p:cNvSpPr>
            <a:spLocks noGrp="1"/>
          </p:cNvSpPr>
          <p:nvPr>
            <p:ph type="dt" idx="27"/>
          </p:nvPr>
        </p:nvSpPr>
        <p:spPr/>
        <p:txBody>
          <a:bodyPr/>
          <a:p>
            <a:r>
              <a:rPr lang="en-US"/>
              <a:t/>
            </a:r>
          </a:p>
        </p:txBody>
      </p:sp>
    </p:spTree>
  </p:cSld>
</p:sldLayout>
</file>

<file path=ppt/slideLayouts/slideLayout10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34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47"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48"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49"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5"/>
          </p:nvPr>
        </p:nvSpPr>
        <p:spPr/>
        <p:txBody>
          <a:bodyPr/>
          <a:p>
            <a:r>
              <a:t>Footer</a:t>
            </a:r>
          </a:p>
        </p:txBody>
      </p:sp>
      <p:sp>
        <p:nvSpPr>
          <p:cNvPr id="7" name="PlaceHolder 6"/>
          <p:cNvSpPr>
            <a:spLocks noGrp="1"/>
          </p:cNvSpPr>
          <p:nvPr>
            <p:ph type="sldNum" idx="26"/>
          </p:nvPr>
        </p:nvSpPr>
        <p:spPr/>
        <p:txBody>
          <a:bodyPr/>
          <a:p>
            <a:fld id="{4F25374D-E19D-445D-A90F-77D1C5E88AEC}" type="slidenum">
              <a:t>&lt;#&gt;</a:t>
            </a:fld>
          </a:p>
        </p:txBody>
      </p:sp>
      <p:sp>
        <p:nvSpPr>
          <p:cNvPr id="8" name="PlaceHolder 7"/>
          <p:cNvSpPr>
            <a:spLocks noGrp="1"/>
          </p:cNvSpPr>
          <p:nvPr>
            <p:ph type="dt" idx="27"/>
          </p:nvPr>
        </p:nvSpPr>
        <p:spPr/>
        <p:txBody>
          <a:bodyPr/>
          <a:p>
            <a:r>
              <a:rPr lang="en-US"/>
              <a:t/>
            </a:r>
          </a:p>
        </p:txBody>
      </p:sp>
    </p:spTree>
  </p:cSld>
</p:sldLayout>
</file>

<file path=ppt/slideLayouts/slideLayout10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35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51"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52"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53"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5"/>
          </p:nvPr>
        </p:nvSpPr>
        <p:spPr/>
        <p:txBody>
          <a:bodyPr/>
          <a:p>
            <a:r>
              <a:t>Footer</a:t>
            </a:r>
          </a:p>
        </p:txBody>
      </p:sp>
      <p:sp>
        <p:nvSpPr>
          <p:cNvPr id="7" name="PlaceHolder 6"/>
          <p:cNvSpPr>
            <a:spLocks noGrp="1"/>
          </p:cNvSpPr>
          <p:nvPr>
            <p:ph type="sldNum" idx="26"/>
          </p:nvPr>
        </p:nvSpPr>
        <p:spPr/>
        <p:txBody>
          <a:bodyPr/>
          <a:p>
            <a:fld id="{83DF9FBF-2160-4319-95A2-2C424E212BDC}" type="slidenum">
              <a:t>&lt;#&gt;</a:t>
            </a:fld>
          </a:p>
        </p:txBody>
      </p:sp>
      <p:sp>
        <p:nvSpPr>
          <p:cNvPr id="8" name="PlaceHolder 7"/>
          <p:cNvSpPr>
            <a:spLocks noGrp="1"/>
          </p:cNvSpPr>
          <p:nvPr>
            <p:ph type="dt" idx="27"/>
          </p:nvPr>
        </p:nvSpPr>
        <p:spPr/>
        <p:txBody>
          <a:bodyPr/>
          <a:p>
            <a:r>
              <a:rPr lang="en-US"/>
              <a:t/>
            </a:r>
          </a:p>
        </p:txBody>
      </p:sp>
    </p:spTree>
  </p:cSld>
</p:sldLayout>
</file>

<file path=ppt/slideLayouts/slideLayout10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35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55"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56"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25"/>
          </p:nvPr>
        </p:nvSpPr>
        <p:spPr/>
        <p:txBody>
          <a:bodyPr/>
          <a:p>
            <a:r>
              <a:t>Footer</a:t>
            </a:r>
          </a:p>
        </p:txBody>
      </p:sp>
      <p:sp>
        <p:nvSpPr>
          <p:cNvPr id="6" name="PlaceHolder 5"/>
          <p:cNvSpPr>
            <a:spLocks noGrp="1"/>
          </p:cNvSpPr>
          <p:nvPr>
            <p:ph type="sldNum" idx="26"/>
          </p:nvPr>
        </p:nvSpPr>
        <p:spPr/>
        <p:txBody>
          <a:bodyPr/>
          <a:p>
            <a:fld id="{C56D10AB-3A85-47FF-95B1-154BF2BF47FB}" type="slidenum">
              <a:t>&lt;#&gt;</a:t>
            </a:fld>
          </a:p>
        </p:txBody>
      </p:sp>
      <p:sp>
        <p:nvSpPr>
          <p:cNvPr id="7" name="PlaceHolder 6"/>
          <p:cNvSpPr>
            <a:spLocks noGrp="1"/>
          </p:cNvSpPr>
          <p:nvPr>
            <p:ph type="dt" idx="27"/>
          </p:nvPr>
        </p:nvSpPr>
        <p:spPr/>
        <p:txBody>
          <a:bodyPr/>
          <a:p>
            <a:r>
              <a:rPr lang="en-US"/>
              <a:t/>
            </a:r>
          </a:p>
        </p:txBody>
      </p:sp>
    </p:spTree>
  </p:cSld>
</p:sldLayout>
</file>

<file path=ppt/slideLayouts/slideLayout10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35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58"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59"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0"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1"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25"/>
          </p:nvPr>
        </p:nvSpPr>
        <p:spPr/>
        <p:txBody>
          <a:bodyPr/>
          <a:p>
            <a:r>
              <a:t>Footer</a:t>
            </a:r>
          </a:p>
        </p:txBody>
      </p:sp>
      <p:sp>
        <p:nvSpPr>
          <p:cNvPr id="8" name="PlaceHolder 7"/>
          <p:cNvSpPr>
            <a:spLocks noGrp="1"/>
          </p:cNvSpPr>
          <p:nvPr>
            <p:ph type="sldNum" idx="26"/>
          </p:nvPr>
        </p:nvSpPr>
        <p:spPr/>
        <p:txBody>
          <a:bodyPr/>
          <a:p>
            <a:fld id="{D4B54EC7-00BB-4A29-AE99-1844FC40F699}" type="slidenum">
              <a:t>&lt;#&gt;</a:t>
            </a:fld>
          </a:p>
        </p:txBody>
      </p:sp>
      <p:sp>
        <p:nvSpPr>
          <p:cNvPr id="9" name="PlaceHolder 8"/>
          <p:cNvSpPr>
            <a:spLocks noGrp="1"/>
          </p:cNvSpPr>
          <p:nvPr>
            <p:ph type="dt" idx="27"/>
          </p:nvPr>
        </p:nvSpPr>
        <p:spPr/>
        <p:txBody>
          <a:bodyPr/>
          <a:p>
            <a:r>
              <a:rPr lang="en-US"/>
              <a:t/>
            </a:r>
          </a:p>
        </p:txBody>
      </p:sp>
    </p:spTree>
  </p:cSld>
</p:sldLayout>
</file>

<file path=ppt/slideLayouts/slideLayout10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6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63"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4"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5"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6"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7"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8"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25"/>
          </p:nvPr>
        </p:nvSpPr>
        <p:spPr/>
        <p:txBody>
          <a:bodyPr/>
          <a:p>
            <a:r>
              <a:t>Footer</a:t>
            </a:r>
          </a:p>
        </p:txBody>
      </p:sp>
      <p:sp>
        <p:nvSpPr>
          <p:cNvPr id="10" name="PlaceHolder 9"/>
          <p:cNvSpPr>
            <a:spLocks noGrp="1"/>
          </p:cNvSpPr>
          <p:nvPr>
            <p:ph type="sldNum" idx="26"/>
          </p:nvPr>
        </p:nvSpPr>
        <p:spPr/>
        <p:txBody>
          <a:bodyPr/>
          <a:p>
            <a:fld id="{7E896AAC-30F5-4A98-AFA0-32C75ACF3A14}" type="slidenum">
              <a:t>&lt;#&gt;</a:t>
            </a:fld>
          </a:p>
        </p:txBody>
      </p:sp>
      <p:sp>
        <p:nvSpPr>
          <p:cNvPr id="11" name="PlaceHolder 10"/>
          <p:cNvSpPr>
            <a:spLocks noGrp="1"/>
          </p:cNvSpPr>
          <p:nvPr>
            <p:ph type="dt" idx="27"/>
          </p:nvPr>
        </p:nvSpPr>
        <p:spPr/>
        <p:txBody>
          <a:bodyPr/>
          <a:p>
            <a:r>
              <a:rPr lang="en-US"/>
              <a:t/>
            </a:r>
          </a:p>
        </p:txBody>
      </p:sp>
    </p:spTree>
  </p:cSld>
</p:sldLayout>
</file>

<file path=ppt/slideLayouts/slideLayout10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28"/>
          </p:nvPr>
        </p:nvSpPr>
        <p:spPr/>
        <p:txBody>
          <a:bodyPr/>
          <a:p>
            <a:r>
              <a:t>Footer</a:t>
            </a:r>
          </a:p>
        </p:txBody>
      </p:sp>
      <p:sp>
        <p:nvSpPr>
          <p:cNvPr id="3" name="PlaceHolder 2"/>
          <p:cNvSpPr>
            <a:spLocks noGrp="1"/>
          </p:cNvSpPr>
          <p:nvPr>
            <p:ph type="sldNum" idx="29"/>
          </p:nvPr>
        </p:nvSpPr>
        <p:spPr/>
        <p:txBody>
          <a:bodyPr/>
          <a:p>
            <a:fld id="{F7DBE839-8D68-452B-9649-181C8930B71C}" type="slidenum">
              <a:t>&lt;#&gt;</a:t>
            </a:fld>
          </a:p>
        </p:txBody>
      </p:sp>
      <p:sp>
        <p:nvSpPr>
          <p:cNvPr id="4" name="PlaceHolder 3"/>
          <p:cNvSpPr>
            <a:spLocks noGrp="1"/>
          </p:cNvSpPr>
          <p:nvPr>
            <p:ph type="dt" idx="30"/>
          </p:nvPr>
        </p:nvSpPr>
        <p:spPr/>
        <p:txBody>
          <a:bodyPr/>
          <a:p>
            <a:r>
              <a:rPr lang="en-US"/>
              <a:t/>
            </a:r>
          </a:p>
        </p:txBody>
      </p:sp>
    </p:spTree>
  </p:cSld>
</p:sldLayout>
</file>

<file path=ppt/slideLayouts/slideLayout1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37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75"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28"/>
          </p:nvPr>
        </p:nvSpPr>
        <p:spPr/>
        <p:txBody>
          <a:bodyPr/>
          <a:p>
            <a:r>
              <a:t>Footer</a:t>
            </a:r>
          </a:p>
        </p:txBody>
      </p:sp>
      <p:sp>
        <p:nvSpPr>
          <p:cNvPr id="5" name="PlaceHolder 4"/>
          <p:cNvSpPr>
            <a:spLocks noGrp="1"/>
          </p:cNvSpPr>
          <p:nvPr>
            <p:ph type="sldNum" idx="29"/>
          </p:nvPr>
        </p:nvSpPr>
        <p:spPr/>
        <p:txBody>
          <a:bodyPr/>
          <a:p>
            <a:fld id="{02E2A332-6256-41AC-80D6-E8ADA7D04327}" type="slidenum">
              <a:t>&lt;#&gt;</a:t>
            </a:fld>
          </a:p>
        </p:txBody>
      </p:sp>
      <p:sp>
        <p:nvSpPr>
          <p:cNvPr id="6" name="PlaceHolder 5"/>
          <p:cNvSpPr>
            <a:spLocks noGrp="1"/>
          </p:cNvSpPr>
          <p:nvPr>
            <p:ph type="dt" idx="30"/>
          </p:nvPr>
        </p:nvSpPr>
        <p:spPr/>
        <p:txBody>
          <a:bodyPr/>
          <a:p>
            <a:r>
              <a:rPr lang="en-US"/>
              <a:t/>
            </a:r>
          </a:p>
        </p:txBody>
      </p:sp>
    </p:spTree>
  </p:cSld>
</p:sldLayout>
</file>

<file path=ppt/slideLayouts/slideLayout1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37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77"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28"/>
          </p:nvPr>
        </p:nvSpPr>
        <p:spPr/>
        <p:txBody>
          <a:bodyPr/>
          <a:p>
            <a:r>
              <a:t>Footer</a:t>
            </a:r>
          </a:p>
        </p:txBody>
      </p:sp>
      <p:sp>
        <p:nvSpPr>
          <p:cNvPr id="5" name="PlaceHolder 4"/>
          <p:cNvSpPr>
            <a:spLocks noGrp="1"/>
          </p:cNvSpPr>
          <p:nvPr>
            <p:ph type="sldNum" idx="29"/>
          </p:nvPr>
        </p:nvSpPr>
        <p:spPr/>
        <p:txBody>
          <a:bodyPr/>
          <a:p>
            <a:fld id="{A325F0CF-32DF-4769-8F17-2369F92CCF30}" type="slidenum">
              <a:t>&lt;#&gt;</a:t>
            </a:fld>
          </a:p>
        </p:txBody>
      </p:sp>
      <p:sp>
        <p:nvSpPr>
          <p:cNvPr id="6" name="PlaceHolder 5"/>
          <p:cNvSpPr>
            <a:spLocks noGrp="1"/>
          </p:cNvSpPr>
          <p:nvPr>
            <p:ph type="dt" idx="30"/>
          </p:nvPr>
        </p:nvSpPr>
        <p:spPr/>
        <p:txBody>
          <a:bodyPr/>
          <a:p>
            <a:r>
              <a:rPr lang="en-US"/>
              <a:t/>
            </a:r>
          </a:p>
        </p:txBody>
      </p:sp>
    </p:spTree>
  </p:cSld>
</p:sldLayout>
</file>

<file path=ppt/slideLayouts/slideLayout1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37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79"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80"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28"/>
          </p:nvPr>
        </p:nvSpPr>
        <p:spPr/>
        <p:txBody>
          <a:bodyPr/>
          <a:p>
            <a:r>
              <a:t>Footer</a:t>
            </a:r>
          </a:p>
        </p:txBody>
      </p:sp>
      <p:sp>
        <p:nvSpPr>
          <p:cNvPr id="6" name="PlaceHolder 5"/>
          <p:cNvSpPr>
            <a:spLocks noGrp="1"/>
          </p:cNvSpPr>
          <p:nvPr>
            <p:ph type="sldNum" idx="29"/>
          </p:nvPr>
        </p:nvSpPr>
        <p:spPr/>
        <p:txBody>
          <a:bodyPr/>
          <a:p>
            <a:fld id="{95646115-2B43-409D-88B4-5B7A8A724E87}" type="slidenum">
              <a:t>&lt;#&gt;</a:t>
            </a:fld>
          </a:p>
        </p:txBody>
      </p:sp>
      <p:sp>
        <p:nvSpPr>
          <p:cNvPr id="7" name="PlaceHolder 6"/>
          <p:cNvSpPr>
            <a:spLocks noGrp="1"/>
          </p:cNvSpPr>
          <p:nvPr>
            <p:ph type="dt" idx="30"/>
          </p:nvPr>
        </p:nvSpPr>
        <p:spPr/>
        <p:txBody>
          <a:bodyPr/>
          <a:p>
            <a:r>
              <a:rPr lang="en-US"/>
              <a:t/>
            </a:r>
          </a:p>
        </p:txBody>
      </p:sp>
    </p:spTree>
  </p:cSld>
</p:sldLayout>
</file>

<file path=ppt/slideLayouts/slideLayout1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38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28"/>
          </p:nvPr>
        </p:nvSpPr>
        <p:spPr/>
        <p:txBody>
          <a:bodyPr/>
          <a:p>
            <a:r>
              <a:t>Footer</a:t>
            </a:r>
          </a:p>
        </p:txBody>
      </p:sp>
      <p:sp>
        <p:nvSpPr>
          <p:cNvPr id="4" name="PlaceHolder 3"/>
          <p:cNvSpPr>
            <a:spLocks noGrp="1"/>
          </p:cNvSpPr>
          <p:nvPr>
            <p:ph type="sldNum" idx="29"/>
          </p:nvPr>
        </p:nvSpPr>
        <p:spPr/>
        <p:txBody>
          <a:bodyPr/>
          <a:p>
            <a:fld id="{2C5853F2-E014-4563-9375-8E7F915D9732}" type="slidenum">
              <a:t>&lt;#&gt;</a:t>
            </a:fld>
          </a:p>
        </p:txBody>
      </p:sp>
      <p:sp>
        <p:nvSpPr>
          <p:cNvPr id="5" name="PlaceHolder 4"/>
          <p:cNvSpPr>
            <a:spLocks noGrp="1"/>
          </p:cNvSpPr>
          <p:nvPr>
            <p:ph type="dt" idx="30"/>
          </p:nvPr>
        </p:nvSpPr>
        <p:spPr/>
        <p:txBody>
          <a:bodyPr/>
          <a:p>
            <a:r>
              <a:rPr lang="en-US"/>
              <a:t/>
            </a:r>
          </a:p>
        </p:txBody>
      </p:sp>
    </p:spTree>
  </p:cSld>
</p:sldLayout>
</file>

<file path=ppt/slideLayouts/slideLayout1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382"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28"/>
          </p:nvPr>
        </p:nvSpPr>
        <p:spPr/>
        <p:txBody>
          <a:bodyPr/>
          <a:p>
            <a:r>
              <a:t>Footer</a:t>
            </a:r>
          </a:p>
        </p:txBody>
      </p:sp>
      <p:sp>
        <p:nvSpPr>
          <p:cNvPr id="4" name="PlaceHolder 3"/>
          <p:cNvSpPr>
            <a:spLocks noGrp="1"/>
          </p:cNvSpPr>
          <p:nvPr>
            <p:ph type="sldNum" idx="29"/>
          </p:nvPr>
        </p:nvSpPr>
        <p:spPr/>
        <p:txBody>
          <a:bodyPr/>
          <a:p>
            <a:fld id="{BBF8241A-C71D-499F-B2C1-C48B6347A0AF}" type="slidenum">
              <a:t>&lt;#&gt;</a:t>
            </a:fld>
          </a:p>
        </p:txBody>
      </p:sp>
      <p:sp>
        <p:nvSpPr>
          <p:cNvPr id="5" name="PlaceHolder 4"/>
          <p:cNvSpPr>
            <a:spLocks noGrp="1"/>
          </p:cNvSpPr>
          <p:nvPr>
            <p:ph type="dt" idx="30"/>
          </p:nvPr>
        </p:nvSpPr>
        <p:spPr/>
        <p:txBody>
          <a:bodyPr/>
          <a:p>
            <a:r>
              <a:rPr lang="en-US"/>
              <a:t/>
            </a:r>
          </a:p>
        </p:txBody>
      </p:sp>
    </p:spTree>
  </p:cSld>
</p:sldLayout>
</file>

<file path=ppt/slideLayouts/slideLayout1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38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84"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85"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86"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8"/>
          </p:nvPr>
        </p:nvSpPr>
        <p:spPr/>
        <p:txBody>
          <a:bodyPr/>
          <a:p>
            <a:r>
              <a:t>Footer</a:t>
            </a:r>
          </a:p>
        </p:txBody>
      </p:sp>
      <p:sp>
        <p:nvSpPr>
          <p:cNvPr id="7" name="PlaceHolder 6"/>
          <p:cNvSpPr>
            <a:spLocks noGrp="1"/>
          </p:cNvSpPr>
          <p:nvPr>
            <p:ph type="sldNum" idx="29"/>
          </p:nvPr>
        </p:nvSpPr>
        <p:spPr/>
        <p:txBody>
          <a:bodyPr/>
          <a:p>
            <a:fld id="{40911B36-6C11-49C4-8BCD-7E18A89E59F0}" type="slidenum">
              <a:t>&lt;#&gt;</a:t>
            </a:fld>
          </a:p>
        </p:txBody>
      </p:sp>
      <p:sp>
        <p:nvSpPr>
          <p:cNvPr id="8" name="PlaceHolder 7"/>
          <p:cNvSpPr>
            <a:spLocks noGrp="1"/>
          </p:cNvSpPr>
          <p:nvPr>
            <p:ph type="dt" idx="30"/>
          </p:nvPr>
        </p:nvSpPr>
        <p:spPr/>
        <p:txBody>
          <a:bodyPr/>
          <a:p>
            <a:r>
              <a:rPr lang="en-US"/>
              <a:t/>
            </a:r>
          </a:p>
        </p:txBody>
      </p:sp>
    </p:spTree>
  </p:cSld>
</p:sldLayout>
</file>

<file path=ppt/slideLayouts/slideLayout1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38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88"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89"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90"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8"/>
          </p:nvPr>
        </p:nvSpPr>
        <p:spPr/>
        <p:txBody>
          <a:bodyPr/>
          <a:p>
            <a:r>
              <a:t>Footer</a:t>
            </a:r>
          </a:p>
        </p:txBody>
      </p:sp>
      <p:sp>
        <p:nvSpPr>
          <p:cNvPr id="7" name="PlaceHolder 6"/>
          <p:cNvSpPr>
            <a:spLocks noGrp="1"/>
          </p:cNvSpPr>
          <p:nvPr>
            <p:ph type="sldNum" idx="29"/>
          </p:nvPr>
        </p:nvSpPr>
        <p:spPr/>
        <p:txBody>
          <a:bodyPr/>
          <a:p>
            <a:fld id="{1D28D487-1702-4809-AEAD-EEDF7F18498D}" type="slidenum">
              <a:t>&lt;#&gt;</a:t>
            </a:fld>
          </a:p>
        </p:txBody>
      </p:sp>
      <p:sp>
        <p:nvSpPr>
          <p:cNvPr id="8" name="PlaceHolder 7"/>
          <p:cNvSpPr>
            <a:spLocks noGrp="1"/>
          </p:cNvSpPr>
          <p:nvPr>
            <p:ph type="dt" idx="30"/>
          </p:nvPr>
        </p:nvSpPr>
        <p:spPr/>
        <p:txBody>
          <a:bodyPr/>
          <a:p>
            <a:r>
              <a:rPr lang="en-US"/>
              <a:t/>
            </a:r>
          </a:p>
        </p:txBody>
      </p:sp>
    </p:spTree>
  </p:cSld>
</p:sldLayout>
</file>

<file path=ppt/slideLayouts/slideLayout1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39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92"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93"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94"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8"/>
          </p:nvPr>
        </p:nvSpPr>
        <p:spPr/>
        <p:txBody>
          <a:bodyPr/>
          <a:p>
            <a:r>
              <a:t>Footer</a:t>
            </a:r>
          </a:p>
        </p:txBody>
      </p:sp>
      <p:sp>
        <p:nvSpPr>
          <p:cNvPr id="7" name="PlaceHolder 6"/>
          <p:cNvSpPr>
            <a:spLocks noGrp="1"/>
          </p:cNvSpPr>
          <p:nvPr>
            <p:ph type="sldNum" idx="29"/>
          </p:nvPr>
        </p:nvSpPr>
        <p:spPr/>
        <p:txBody>
          <a:bodyPr/>
          <a:p>
            <a:fld id="{F9098178-599B-4CB4-98A1-FFF098ECD49F}" type="slidenum">
              <a:t>&lt;#&gt;</a:t>
            </a:fld>
          </a:p>
        </p:txBody>
      </p:sp>
      <p:sp>
        <p:nvSpPr>
          <p:cNvPr id="8" name="PlaceHolder 7"/>
          <p:cNvSpPr>
            <a:spLocks noGrp="1"/>
          </p:cNvSpPr>
          <p:nvPr>
            <p:ph type="dt" idx="30"/>
          </p:nvPr>
        </p:nvSpPr>
        <p:spPr/>
        <p:txBody>
          <a:bodyPr/>
          <a:p>
            <a:r>
              <a:rPr lang="en-US"/>
              <a:t/>
            </a:r>
          </a:p>
        </p:txBody>
      </p:sp>
    </p:spTree>
  </p:cSld>
</p:sldLayout>
</file>

<file path=ppt/slideLayouts/slideLayout1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39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96"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97"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28"/>
          </p:nvPr>
        </p:nvSpPr>
        <p:spPr/>
        <p:txBody>
          <a:bodyPr/>
          <a:p>
            <a:r>
              <a:t>Footer</a:t>
            </a:r>
          </a:p>
        </p:txBody>
      </p:sp>
      <p:sp>
        <p:nvSpPr>
          <p:cNvPr id="6" name="PlaceHolder 5"/>
          <p:cNvSpPr>
            <a:spLocks noGrp="1"/>
          </p:cNvSpPr>
          <p:nvPr>
            <p:ph type="sldNum" idx="29"/>
          </p:nvPr>
        </p:nvSpPr>
        <p:spPr/>
        <p:txBody>
          <a:bodyPr/>
          <a:p>
            <a:fld id="{5D80E2CE-C7C3-4A60-8A5F-4495D7390ACA}" type="slidenum">
              <a:t>&lt;#&gt;</a:t>
            </a:fld>
          </a:p>
        </p:txBody>
      </p:sp>
      <p:sp>
        <p:nvSpPr>
          <p:cNvPr id="7" name="PlaceHolder 6"/>
          <p:cNvSpPr>
            <a:spLocks noGrp="1"/>
          </p:cNvSpPr>
          <p:nvPr>
            <p:ph type="dt" idx="30"/>
          </p:nvPr>
        </p:nvSpPr>
        <p:spPr/>
        <p:txBody>
          <a:bodyPr/>
          <a:p>
            <a:r>
              <a:rPr lang="en-US"/>
              <a:t/>
            </a:r>
          </a:p>
        </p:txBody>
      </p:sp>
    </p:spTree>
  </p:cSld>
</p:sldLayout>
</file>

<file path=ppt/slideLayouts/slideLayout1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39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99"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0"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1"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2"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28"/>
          </p:nvPr>
        </p:nvSpPr>
        <p:spPr/>
        <p:txBody>
          <a:bodyPr/>
          <a:p>
            <a:r>
              <a:t>Footer</a:t>
            </a:r>
          </a:p>
        </p:txBody>
      </p:sp>
      <p:sp>
        <p:nvSpPr>
          <p:cNvPr id="8" name="PlaceHolder 7"/>
          <p:cNvSpPr>
            <a:spLocks noGrp="1"/>
          </p:cNvSpPr>
          <p:nvPr>
            <p:ph type="sldNum" idx="29"/>
          </p:nvPr>
        </p:nvSpPr>
        <p:spPr/>
        <p:txBody>
          <a:bodyPr/>
          <a:p>
            <a:fld id="{D5C79432-2E0E-48C8-997B-8BD0E5770EAD}" type="slidenum">
              <a:t>&lt;#&gt;</a:t>
            </a:fld>
          </a:p>
        </p:txBody>
      </p:sp>
      <p:sp>
        <p:nvSpPr>
          <p:cNvPr id="9" name="PlaceHolder 8"/>
          <p:cNvSpPr>
            <a:spLocks noGrp="1"/>
          </p:cNvSpPr>
          <p:nvPr>
            <p:ph type="dt" idx="30"/>
          </p:nvPr>
        </p:nvSpPr>
        <p:spPr/>
        <p:txBody>
          <a:bodyPr/>
          <a:p>
            <a:r>
              <a:rPr lang="en-US"/>
              <a:t/>
            </a:r>
          </a:p>
        </p:txBody>
      </p:sp>
    </p:spTree>
  </p:cSld>
</p:sldLayout>
</file>

<file path=ppt/slideLayouts/slideLayout1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40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04"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5"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6"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7"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8"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9"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28"/>
          </p:nvPr>
        </p:nvSpPr>
        <p:spPr/>
        <p:txBody>
          <a:bodyPr/>
          <a:p>
            <a:r>
              <a:t>Footer</a:t>
            </a:r>
          </a:p>
        </p:txBody>
      </p:sp>
      <p:sp>
        <p:nvSpPr>
          <p:cNvPr id="10" name="PlaceHolder 9"/>
          <p:cNvSpPr>
            <a:spLocks noGrp="1"/>
          </p:cNvSpPr>
          <p:nvPr>
            <p:ph type="sldNum" idx="29"/>
          </p:nvPr>
        </p:nvSpPr>
        <p:spPr/>
        <p:txBody>
          <a:bodyPr/>
          <a:p>
            <a:fld id="{D72AC63E-214B-4087-8A80-C714DEBBEE7C}" type="slidenum">
              <a:t>&lt;#&gt;</a:t>
            </a:fld>
          </a:p>
        </p:txBody>
      </p:sp>
      <p:sp>
        <p:nvSpPr>
          <p:cNvPr id="11" name="PlaceHolder 10"/>
          <p:cNvSpPr>
            <a:spLocks noGrp="1"/>
          </p:cNvSpPr>
          <p:nvPr>
            <p:ph type="dt" idx="30"/>
          </p:nvPr>
        </p:nvSpPr>
        <p:spPr/>
        <p:txBody>
          <a:bodyPr/>
          <a:p>
            <a:r>
              <a:rPr lang="en-US"/>
              <a:t/>
            </a:r>
          </a:p>
        </p:txBody>
      </p:sp>
    </p:spTree>
  </p:cSld>
</p:sldLayout>
</file>

<file path=ppt/slideLayouts/slideLayout1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31"/>
          </p:nvPr>
        </p:nvSpPr>
        <p:spPr/>
        <p:txBody>
          <a:bodyPr/>
          <a:p>
            <a:r>
              <a:t>Footer</a:t>
            </a:r>
          </a:p>
        </p:txBody>
      </p:sp>
      <p:sp>
        <p:nvSpPr>
          <p:cNvPr id="3" name="PlaceHolder 2"/>
          <p:cNvSpPr>
            <a:spLocks noGrp="1"/>
          </p:cNvSpPr>
          <p:nvPr>
            <p:ph type="sldNum" idx="32"/>
          </p:nvPr>
        </p:nvSpPr>
        <p:spPr/>
        <p:txBody>
          <a:bodyPr/>
          <a:p>
            <a:fld id="{8CD678FA-D4B7-455C-A6F1-6D5D3EA33CC4}" type="slidenum">
              <a:t>&lt;#&gt;</a:t>
            </a:fld>
          </a:p>
        </p:txBody>
      </p:sp>
      <p:sp>
        <p:nvSpPr>
          <p:cNvPr id="4" name="PlaceHolder 3"/>
          <p:cNvSpPr>
            <a:spLocks noGrp="1"/>
          </p:cNvSpPr>
          <p:nvPr>
            <p:ph type="dt" idx="33"/>
          </p:nvPr>
        </p:nvSpPr>
        <p:spPr/>
        <p:txBody>
          <a:bodyPr/>
          <a:p>
            <a:r>
              <a:rPr lang="en-US"/>
              <a:t/>
            </a:r>
          </a:p>
        </p:txBody>
      </p:sp>
    </p:spTree>
  </p:cSld>
</p:sldLayout>
</file>

<file path=ppt/slideLayouts/slideLayout1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1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16"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31"/>
          </p:nvPr>
        </p:nvSpPr>
        <p:spPr/>
        <p:txBody>
          <a:bodyPr/>
          <a:p>
            <a:r>
              <a:t>Footer</a:t>
            </a:r>
          </a:p>
        </p:txBody>
      </p:sp>
      <p:sp>
        <p:nvSpPr>
          <p:cNvPr id="5" name="PlaceHolder 4"/>
          <p:cNvSpPr>
            <a:spLocks noGrp="1"/>
          </p:cNvSpPr>
          <p:nvPr>
            <p:ph type="sldNum" idx="32"/>
          </p:nvPr>
        </p:nvSpPr>
        <p:spPr/>
        <p:txBody>
          <a:bodyPr/>
          <a:p>
            <a:fld id="{77ECF706-6B94-47FB-8FC9-46FD76F670DB}" type="slidenum">
              <a:t>&lt;#&gt;</a:t>
            </a:fld>
          </a:p>
        </p:txBody>
      </p:sp>
      <p:sp>
        <p:nvSpPr>
          <p:cNvPr id="6" name="PlaceHolder 5"/>
          <p:cNvSpPr>
            <a:spLocks noGrp="1"/>
          </p:cNvSpPr>
          <p:nvPr>
            <p:ph type="dt" idx="33"/>
          </p:nvPr>
        </p:nvSpPr>
        <p:spPr/>
        <p:txBody>
          <a:bodyPr/>
          <a:p>
            <a:r>
              <a:rPr lang="en-US"/>
              <a:t/>
            </a:r>
          </a:p>
        </p:txBody>
      </p:sp>
    </p:spTree>
  </p:cSld>
</p:sldLayout>
</file>

<file path=ppt/slideLayouts/slideLayout1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1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18"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31"/>
          </p:nvPr>
        </p:nvSpPr>
        <p:spPr/>
        <p:txBody>
          <a:bodyPr/>
          <a:p>
            <a:r>
              <a:t>Footer</a:t>
            </a:r>
          </a:p>
        </p:txBody>
      </p:sp>
      <p:sp>
        <p:nvSpPr>
          <p:cNvPr id="5" name="PlaceHolder 4"/>
          <p:cNvSpPr>
            <a:spLocks noGrp="1"/>
          </p:cNvSpPr>
          <p:nvPr>
            <p:ph type="sldNum" idx="32"/>
          </p:nvPr>
        </p:nvSpPr>
        <p:spPr/>
        <p:txBody>
          <a:bodyPr/>
          <a:p>
            <a:fld id="{2C17BBCB-8B28-4BF1-8682-6508B7F5323C}" type="slidenum">
              <a:t>&lt;#&gt;</a:t>
            </a:fld>
          </a:p>
        </p:txBody>
      </p:sp>
      <p:sp>
        <p:nvSpPr>
          <p:cNvPr id="6" name="PlaceHolder 5"/>
          <p:cNvSpPr>
            <a:spLocks noGrp="1"/>
          </p:cNvSpPr>
          <p:nvPr>
            <p:ph type="dt" idx="33"/>
          </p:nvPr>
        </p:nvSpPr>
        <p:spPr/>
        <p:txBody>
          <a:bodyPr/>
          <a:p>
            <a:r>
              <a:rPr lang="en-US"/>
              <a:t/>
            </a:r>
          </a:p>
        </p:txBody>
      </p:sp>
    </p:spTree>
  </p:cSld>
</p:sldLayout>
</file>

<file path=ppt/slideLayouts/slideLayout1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41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20"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21"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31"/>
          </p:nvPr>
        </p:nvSpPr>
        <p:spPr/>
        <p:txBody>
          <a:bodyPr/>
          <a:p>
            <a:r>
              <a:t>Footer</a:t>
            </a:r>
          </a:p>
        </p:txBody>
      </p:sp>
      <p:sp>
        <p:nvSpPr>
          <p:cNvPr id="6" name="PlaceHolder 5"/>
          <p:cNvSpPr>
            <a:spLocks noGrp="1"/>
          </p:cNvSpPr>
          <p:nvPr>
            <p:ph type="sldNum" idx="32"/>
          </p:nvPr>
        </p:nvSpPr>
        <p:spPr/>
        <p:txBody>
          <a:bodyPr/>
          <a:p>
            <a:fld id="{21DBFDC1-DC3B-4B6C-9708-49DFB538EEB2}" type="slidenum">
              <a:t>&lt;#&gt;</a:t>
            </a:fld>
          </a:p>
        </p:txBody>
      </p:sp>
      <p:sp>
        <p:nvSpPr>
          <p:cNvPr id="7" name="PlaceHolder 6"/>
          <p:cNvSpPr>
            <a:spLocks noGrp="1"/>
          </p:cNvSpPr>
          <p:nvPr>
            <p:ph type="dt" idx="33"/>
          </p:nvPr>
        </p:nvSpPr>
        <p:spPr/>
        <p:txBody>
          <a:bodyPr/>
          <a:p>
            <a:r>
              <a:rPr lang="en-US"/>
              <a:t/>
            </a:r>
          </a:p>
        </p:txBody>
      </p:sp>
    </p:spTree>
  </p:cSld>
</p:sldLayout>
</file>

<file path=ppt/slideLayouts/slideLayout1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42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31"/>
          </p:nvPr>
        </p:nvSpPr>
        <p:spPr/>
        <p:txBody>
          <a:bodyPr/>
          <a:p>
            <a:r>
              <a:t>Footer</a:t>
            </a:r>
          </a:p>
        </p:txBody>
      </p:sp>
      <p:sp>
        <p:nvSpPr>
          <p:cNvPr id="4" name="PlaceHolder 3"/>
          <p:cNvSpPr>
            <a:spLocks noGrp="1"/>
          </p:cNvSpPr>
          <p:nvPr>
            <p:ph type="sldNum" idx="32"/>
          </p:nvPr>
        </p:nvSpPr>
        <p:spPr/>
        <p:txBody>
          <a:bodyPr/>
          <a:p>
            <a:fld id="{4955AC82-409D-4CF3-B290-F1CC7FF5FF8F}" type="slidenum">
              <a:t>&lt;#&gt;</a:t>
            </a:fld>
          </a:p>
        </p:txBody>
      </p:sp>
      <p:sp>
        <p:nvSpPr>
          <p:cNvPr id="5" name="PlaceHolder 4"/>
          <p:cNvSpPr>
            <a:spLocks noGrp="1"/>
          </p:cNvSpPr>
          <p:nvPr>
            <p:ph type="dt" idx="33"/>
          </p:nvPr>
        </p:nvSpPr>
        <p:spPr/>
        <p:txBody>
          <a:bodyPr/>
          <a:p>
            <a:r>
              <a:rPr lang="en-US"/>
              <a:t/>
            </a:r>
          </a:p>
        </p:txBody>
      </p:sp>
    </p:spTree>
  </p:cSld>
</p:sldLayout>
</file>

<file path=ppt/slideLayouts/slideLayout1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423"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31"/>
          </p:nvPr>
        </p:nvSpPr>
        <p:spPr/>
        <p:txBody>
          <a:bodyPr/>
          <a:p>
            <a:r>
              <a:t>Footer</a:t>
            </a:r>
          </a:p>
        </p:txBody>
      </p:sp>
      <p:sp>
        <p:nvSpPr>
          <p:cNvPr id="4" name="PlaceHolder 3"/>
          <p:cNvSpPr>
            <a:spLocks noGrp="1"/>
          </p:cNvSpPr>
          <p:nvPr>
            <p:ph type="sldNum" idx="32"/>
          </p:nvPr>
        </p:nvSpPr>
        <p:spPr/>
        <p:txBody>
          <a:bodyPr/>
          <a:p>
            <a:fld id="{1259FA86-B9ED-48A1-84C8-F844AD61444C}" type="slidenum">
              <a:t>&lt;#&gt;</a:t>
            </a:fld>
          </a:p>
        </p:txBody>
      </p:sp>
      <p:sp>
        <p:nvSpPr>
          <p:cNvPr id="5" name="PlaceHolder 4"/>
          <p:cNvSpPr>
            <a:spLocks noGrp="1"/>
          </p:cNvSpPr>
          <p:nvPr>
            <p:ph type="dt" idx="33"/>
          </p:nvPr>
        </p:nvSpPr>
        <p:spPr/>
        <p:txBody>
          <a:bodyPr/>
          <a:p>
            <a:r>
              <a:rPr lang="en-US"/>
              <a:t/>
            </a:r>
          </a:p>
        </p:txBody>
      </p:sp>
    </p:spTree>
  </p:cSld>
</p:sldLayout>
</file>

<file path=ppt/slideLayouts/slideLayout1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42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2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26"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27"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1"/>
          </p:nvPr>
        </p:nvSpPr>
        <p:spPr/>
        <p:txBody>
          <a:bodyPr/>
          <a:p>
            <a:r>
              <a:t>Footer</a:t>
            </a:r>
          </a:p>
        </p:txBody>
      </p:sp>
      <p:sp>
        <p:nvSpPr>
          <p:cNvPr id="7" name="PlaceHolder 6"/>
          <p:cNvSpPr>
            <a:spLocks noGrp="1"/>
          </p:cNvSpPr>
          <p:nvPr>
            <p:ph type="sldNum" idx="32"/>
          </p:nvPr>
        </p:nvSpPr>
        <p:spPr/>
        <p:txBody>
          <a:bodyPr/>
          <a:p>
            <a:fld id="{707FE949-3424-4E62-8973-05D8A296B5DF}" type="slidenum">
              <a:t>&lt;#&gt;</a:t>
            </a:fld>
          </a:p>
        </p:txBody>
      </p:sp>
      <p:sp>
        <p:nvSpPr>
          <p:cNvPr id="8" name="PlaceHolder 7"/>
          <p:cNvSpPr>
            <a:spLocks noGrp="1"/>
          </p:cNvSpPr>
          <p:nvPr>
            <p:ph type="dt" idx="33"/>
          </p:nvPr>
        </p:nvSpPr>
        <p:spPr/>
        <p:txBody>
          <a:bodyPr/>
          <a:p>
            <a:r>
              <a:rPr lang="en-US"/>
              <a:t/>
            </a:r>
          </a:p>
        </p:txBody>
      </p:sp>
    </p:spTree>
  </p:cSld>
</p:sldLayout>
</file>

<file path=ppt/slideLayouts/slideLayout1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42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29"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30"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31"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1"/>
          </p:nvPr>
        </p:nvSpPr>
        <p:spPr/>
        <p:txBody>
          <a:bodyPr/>
          <a:p>
            <a:r>
              <a:t>Footer</a:t>
            </a:r>
          </a:p>
        </p:txBody>
      </p:sp>
      <p:sp>
        <p:nvSpPr>
          <p:cNvPr id="7" name="PlaceHolder 6"/>
          <p:cNvSpPr>
            <a:spLocks noGrp="1"/>
          </p:cNvSpPr>
          <p:nvPr>
            <p:ph type="sldNum" idx="32"/>
          </p:nvPr>
        </p:nvSpPr>
        <p:spPr/>
        <p:txBody>
          <a:bodyPr/>
          <a:p>
            <a:fld id="{60374F39-7472-4118-9B8D-8065381DCA2F}" type="slidenum">
              <a:t>&lt;#&gt;</a:t>
            </a:fld>
          </a:p>
        </p:txBody>
      </p:sp>
      <p:sp>
        <p:nvSpPr>
          <p:cNvPr id="8" name="PlaceHolder 7"/>
          <p:cNvSpPr>
            <a:spLocks noGrp="1"/>
          </p:cNvSpPr>
          <p:nvPr>
            <p:ph type="dt" idx="33"/>
          </p:nvPr>
        </p:nvSpPr>
        <p:spPr/>
        <p:txBody>
          <a:bodyPr/>
          <a:p>
            <a:r>
              <a:rPr lang="en-US"/>
              <a:t/>
            </a:r>
          </a:p>
        </p:txBody>
      </p:sp>
    </p:spTree>
  </p:cSld>
</p:sldLayout>
</file>

<file path=ppt/slideLayouts/slideLayout1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43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3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3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35"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1"/>
          </p:nvPr>
        </p:nvSpPr>
        <p:spPr/>
        <p:txBody>
          <a:bodyPr/>
          <a:p>
            <a:r>
              <a:t>Footer</a:t>
            </a:r>
          </a:p>
        </p:txBody>
      </p:sp>
      <p:sp>
        <p:nvSpPr>
          <p:cNvPr id="7" name="PlaceHolder 6"/>
          <p:cNvSpPr>
            <a:spLocks noGrp="1"/>
          </p:cNvSpPr>
          <p:nvPr>
            <p:ph type="sldNum" idx="32"/>
          </p:nvPr>
        </p:nvSpPr>
        <p:spPr/>
        <p:txBody>
          <a:bodyPr/>
          <a:p>
            <a:fld id="{9764F60A-C444-41BE-AA2A-4279B45362C4}" type="slidenum">
              <a:t>&lt;#&gt;</a:t>
            </a:fld>
          </a:p>
        </p:txBody>
      </p:sp>
      <p:sp>
        <p:nvSpPr>
          <p:cNvPr id="8" name="PlaceHolder 7"/>
          <p:cNvSpPr>
            <a:spLocks noGrp="1"/>
          </p:cNvSpPr>
          <p:nvPr>
            <p:ph type="dt" idx="33"/>
          </p:nvPr>
        </p:nvSpPr>
        <p:spPr/>
        <p:txBody>
          <a:bodyPr/>
          <a:p>
            <a:r>
              <a:rPr lang="en-US"/>
              <a:t/>
            </a:r>
          </a:p>
        </p:txBody>
      </p:sp>
    </p:spTree>
  </p:cSld>
</p:sldLayout>
</file>

<file path=ppt/slideLayouts/slideLayout1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43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37"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38"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31"/>
          </p:nvPr>
        </p:nvSpPr>
        <p:spPr/>
        <p:txBody>
          <a:bodyPr/>
          <a:p>
            <a:r>
              <a:t>Footer</a:t>
            </a:r>
          </a:p>
        </p:txBody>
      </p:sp>
      <p:sp>
        <p:nvSpPr>
          <p:cNvPr id="6" name="PlaceHolder 5"/>
          <p:cNvSpPr>
            <a:spLocks noGrp="1"/>
          </p:cNvSpPr>
          <p:nvPr>
            <p:ph type="sldNum" idx="32"/>
          </p:nvPr>
        </p:nvSpPr>
        <p:spPr/>
        <p:txBody>
          <a:bodyPr/>
          <a:p>
            <a:fld id="{D6507DD4-273A-4A34-AB69-03D43FF1C434}" type="slidenum">
              <a:t>&lt;#&gt;</a:t>
            </a:fld>
          </a:p>
        </p:txBody>
      </p:sp>
      <p:sp>
        <p:nvSpPr>
          <p:cNvPr id="7" name="PlaceHolder 6"/>
          <p:cNvSpPr>
            <a:spLocks noGrp="1"/>
          </p:cNvSpPr>
          <p:nvPr>
            <p:ph type="dt" idx="33"/>
          </p:nvPr>
        </p:nvSpPr>
        <p:spPr/>
        <p:txBody>
          <a:bodyPr/>
          <a:p>
            <a:r>
              <a:rPr lang="en-US"/>
              <a:t/>
            </a:r>
          </a:p>
        </p:txBody>
      </p:sp>
    </p:spTree>
  </p:cSld>
</p:sldLayout>
</file>

<file path=ppt/slideLayouts/slideLayout1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43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4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4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42"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43"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31"/>
          </p:nvPr>
        </p:nvSpPr>
        <p:spPr/>
        <p:txBody>
          <a:bodyPr/>
          <a:p>
            <a:r>
              <a:t>Footer</a:t>
            </a:r>
          </a:p>
        </p:txBody>
      </p:sp>
      <p:sp>
        <p:nvSpPr>
          <p:cNvPr id="8" name="PlaceHolder 7"/>
          <p:cNvSpPr>
            <a:spLocks noGrp="1"/>
          </p:cNvSpPr>
          <p:nvPr>
            <p:ph type="sldNum" idx="32"/>
          </p:nvPr>
        </p:nvSpPr>
        <p:spPr/>
        <p:txBody>
          <a:bodyPr/>
          <a:p>
            <a:fld id="{FC360A2D-0815-4F49-B009-8FC42A256732}" type="slidenum">
              <a:t>&lt;#&gt;</a:t>
            </a:fld>
          </a:p>
        </p:txBody>
      </p:sp>
      <p:sp>
        <p:nvSpPr>
          <p:cNvPr id="9" name="PlaceHolder 8"/>
          <p:cNvSpPr>
            <a:spLocks noGrp="1"/>
          </p:cNvSpPr>
          <p:nvPr>
            <p:ph type="dt" idx="33"/>
          </p:nvPr>
        </p:nvSpPr>
        <p:spPr/>
        <p:txBody>
          <a:bodyPr/>
          <a:p>
            <a:r>
              <a:rPr lang="en-US"/>
              <a:t/>
            </a:r>
          </a:p>
        </p:txBody>
      </p:sp>
    </p:spTree>
  </p:cSld>
</p:sldLayout>
</file>

<file path=ppt/slideLayouts/slideLayout1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44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45"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46"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47"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48"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49"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50"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31"/>
          </p:nvPr>
        </p:nvSpPr>
        <p:spPr/>
        <p:txBody>
          <a:bodyPr/>
          <a:p>
            <a:r>
              <a:t>Footer</a:t>
            </a:r>
          </a:p>
        </p:txBody>
      </p:sp>
      <p:sp>
        <p:nvSpPr>
          <p:cNvPr id="10" name="PlaceHolder 9"/>
          <p:cNvSpPr>
            <a:spLocks noGrp="1"/>
          </p:cNvSpPr>
          <p:nvPr>
            <p:ph type="sldNum" idx="32"/>
          </p:nvPr>
        </p:nvSpPr>
        <p:spPr/>
        <p:txBody>
          <a:bodyPr/>
          <a:p>
            <a:fld id="{1D2F496B-D4F8-4857-8AD9-E95F5DC937ED}" type="slidenum">
              <a:t>&lt;#&gt;</a:t>
            </a:fld>
          </a:p>
        </p:txBody>
      </p:sp>
      <p:sp>
        <p:nvSpPr>
          <p:cNvPr id="11" name="PlaceHolder 10"/>
          <p:cNvSpPr>
            <a:spLocks noGrp="1"/>
          </p:cNvSpPr>
          <p:nvPr>
            <p:ph type="dt" idx="33"/>
          </p:nvPr>
        </p:nvSpPr>
        <p:spPr/>
        <p:txBody>
          <a:bodyPr/>
          <a:p>
            <a:r>
              <a:rPr lang="en-US"/>
              <a:t/>
            </a:r>
          </a:p>
        </p:txBody>
      </p:sp>
    </p:spTree>
  </p:cSld>
</p:sldLayout>
</file>

<file path=ppt/slideLayouts/slideLayout1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34"/>
          </p:nvPr>
        </p:nvSpPr>
        <p:spPr/>
        <p:txBody>
          <a:bodyPr/>
          <a:p>
            <a:r>
              <a:t>Footer</a:t>
            </a:r>
          </a:p>
        </p:txBody>
      </p:sp>
      <p:sp>
        <p:nvSpPr>
          <p:cNvPr id="3" name="PlaceHolder 2"/>
          <p:cNvSpPr>
            <a:spLocks noGrp="1"/>
          </p:cNvSpPr>
          <p:nvPr>
            <p:ph type="sldNum" idx="35"/>
          </p:nvPr>
        </p:nvSpPr>
        <p:spPr/>
        <p:txBody>
          <a:bodyPr/>
          <a:p>
            <a:fld id="{823ACAA8-006F-4DC6-A76B-611DBAA3B4EE}" type="slidenum">
              <a:t>&lt;#&gt;</a:t>
            </a:fld>
          </a:p>
        </p:txBody>
      </p:sp>
      <p:sp>
        <p:nvSpPr>
          <p:cNvPr id="4" name="PlaceHolder 3"/>
          <p:cNvSpPr>
            <a:spLocks noGrp="1"/>
          </p:cNvSpPr>
          <p:nvPr>
            <p:ph type="dt" idx="36"/>
          </p:nvPr>
        </p:nvSpPr>
        <p:spPr/>
        <p:txBody>
          <a:bodyPr/>
          <a:p>
            <a:r>
              <a:rPr lang="en-US"/>
              <a:t/>
            </a:r>
          </a:p>
        </p:txBody>
      </p:sp>
    </p:spTree>
  </p:cSld>
</p:sldLayout>
</file>

<file path=ppt/slideLayouts/slideLayout1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5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57"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34"/>
          </p:nvPr>
        </p:nvSpPr>
        <p:spPr/>
        <p:txBody>
          <a:bodyPr/>
          <a:p>
            <a:r>
              <a:t>Footer</a:t>
            </a:r>
          </a:p>
        </p:txBody>
      </p:sp>
      <p:sp>
        <p:nvSpPr>
          <p:cNvPr id="5" name="PlaceHolder 4"/>
          <p:cNvSpPr>
            <a:spLocks noGrp="1"/>
          </p:cNvSpPr>
          <p:nvPr>
            <p:ph type="sldNum" idx="35"/>
          </p:nvPr>
        </p:nvSpPr>
        <p:spPr/>
        <p:txBody>
          <a:bodyPr/>
          <a:p>
            <a:fld id="{B7ED008F-7E96-4283-B061-15F90D7B7820}" type="slidenum">
              <a:t>&lt;#&gt;</a:t>
            </a:fld>
          </a:p>
        </p:txBody>
      </p:sp>
      <p:sp>
        <p:nvSpPr>
          <p:cNvPr id="6" name="PlaceHolder 5"/>
          <p:cNvSpPr>
            <a:spLocks noGrp="1"/>
          </p:cNvSpPr>
          <p:nvPr>
            <p:ph type="dt" idx="36"/>
          </p:nvPr>
        </p:nvSpPr>
        <p:spPr/>
        <p:txBody>
          <a:bodyPr/>
          <a:p>
            <a:r>
              <a:rPr lang="en-US"/>
              <a:t/>
            </a:r>
          </a:p>
        </p:txBody>
      </p:sp>
    </p:spTree>
  </p:cSld>
</p:sldLayout>
</file>

<file path=ppt/slideLayouts/slideLayout1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5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59"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34"/>
          </p:nvPr>
        </p:nvSpPr>
        <p:spPr/>
        <p:txBody>
          <a:bodyPr/>
          <a:p>
            <a:r>
              <a:t>Footer</a:t>
            </a:r>
          </a:p>
        </p:txBody>
      </p:sp>
      <p:sp>
        <p:nvSpPr>
          <p:cNvPr id="5" name="PlaceHolder 4"/>
          <p:cNvSpPr>
            <a:spLocks noGrp="1"/>
          </p:cNvSpPr>
          <p:nvPr>
            <p:ph type="sldNum" idx="35"/>
          </p:nvPr>
        </p:nvSpPr>
        <p:spPr/>
        <p:txBody>
          <a:bodyPr/>
          <a:p>
            <a:fld id="{81643886-D741-41F4-82EB-F93AB6F1C060}" type="slidenum">
              <a:t>&lt;#&gt;</a:t>
            </a:fld>
          </a:p>
        </p:txBody>
      </p:sp>
      <p:sp>
        <p:nvSpPr>
          <p:cNvPr id="6" name="PlaceHolder 5"/>
          <p:cNvSpPr>
            <a:spLocks noGrp="1"/>
          </p:cNvSpPr>
          <p:nvPr>
            <p:ph type="dt" idx="36"/>
          </p:nvPr>
        </p:nvSpPr>
        <p:spPr/>
        <p:txBody>
          <a:bodyPr/>
          <a:p>
            <a:r>
              <a:rPr lang="en-US"/>
              <a:t/>
            </a:r>
          </a:p>
        </p:txBody>
      </p:sp>
    </p:spTree>
  </p:cSld>
</p:sldLayout>
</file>

<file path=ppt/slideLayouts/slideLayout1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46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61"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62"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34"/>
          </p:nvPr>
        </p:nvSpPr>
        <p:spPr/>
        <p:txBody>
          <a:bodyPr/>
          <a:p>
            <a:r>
              <a:t>Footer</a:t>
            </a:r>
          </a:p>
        </p:txBody>
      </p:sp>
      <p:sp>
        <p:nvSpPr>
          <p:cNvPr id="6" name="PlaceHolder 5"/>
          <p:cNvSpPr>
            <a:spLocks noGrp="1"/>
          </p:cNvSpPr>
          <p:nvPr>
            <p:ph type="sldNum" idx="35"/>
          </p:nvPr>
        </p:nvSpPr>
        <p:spPr/>
        <p:txBody>
          <a:bodyPr/>
          <a:p>
            <a:fld id="{F00E7397-2AC6-465A-848B-3F097E96FE39}" type="slidenum">
              <a:t>&lt;#&gt;</a:t>
            </a:fld>
          </a:p>
        </p:txBody>
      </p:sp>
      <p:sp>
        <p:nvSpPr>
          <p:cNvPr id="7" name="PlaceHolder 6"/>
          <p:cNvSpPr>
            <a:spLocks noGrp="1"/>
          </p:cNvSpPr>
          <p:nvPr>
            <p:ph type="dt" idx="36"/>
          </p:nvPr>
        </p:nvSpPr>
        <p:spPr/>
        <p:txBody>
          <a:bodyPr/>
          <a:p>
            <a:r>
              <a:rPr lang="en-US"/>
              <a:t/>
            </a:r>
          </a:p>
        </p:txBody>
      </p:sp>
    </p:spTree>
  </p:cSld>
</p:sldLayout>
</file>

<file path=ppt/slideLayouts/slideLayout13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46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34"/>
          </p:nvPr>
        </p:nvSpPr>
        <p:spPr/>
        <p:txBody>
          <a:bodyPr/>
          <a:p>
            <a:r>
              <a:t>Footer</a:t>
            </a:r>
          </a:p>
        </p:txBody>
      </p:sp>
      <p:sp>
        <p:nvSpPr>
          <p:cNvPr id="4" name="PlaceHolder 3"/>
          <p:cNvSpPr>
            <a:spLocks noGrp="1"/>
          </p:cNvSpPr>
          <p:nvPr>
            <p:ph type="sldNum" idx="35"/>
          </p:nvPr>
        </p:nvSpPr>
        <p:spPr/>
        <p:txBody>
          <a:bodyPr/>
          <a:p>
            <a:fld id="{2F85E736-C713-490E-B5FD-A73CBEAC62A1}" type="slidenum">
              <a:t>&lt;#&gt;</a:t>
            </a:fld>
          </a:p>
        </p:txBody>
      </p:sp>
      <p:sp>
        <p:nvSpPr>
          <p:cNvPr id="5" name="PlaceHolder 4"/>
          <p:cNvSpPr>
            <a:spLocks noGrp="1"/>
          </p:cNvSpPr>
          <p:nvPr>
            <p:ph type="dt" idx="36"/>
          </p:nvPr>
        </p:nvSpPr>
        <p:spPr/>
        <p:txBody>
          <a:bodyPr/>
          <a:p>
            <a:r>
              <a:rPr lang="en-US"/>
              <a:t/>
            </a:r>
          </a:p>
        </p:txBody>
      </p:sp>
    </p:spTree>
  </p:cSld>
</p:sldLayout>
</file>

<file path=ppt/slideLayouts/slideLayout13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464"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34"/>
          </p:nvPr>
        </p:nvSpPr>
        <p:spPr/>
        <p:txBody>
          <a:bodyPr/>
          <a:p>
            <a:r>
              <a:t>Footer</a:t>
            </a:r>
          </a:p>
        </p:txBody>
      </p:sp>
      <p:sp>
        <p:nvSpPr>
          <p:cNvPr id="4" name="PlaceHolder 3"/>
          <p:cNvSpPr>
            <a:spLocks noGrp="1"/>
          </p:cNvSpPr>
          <p:nvPr>
            <p:ph type="sldNum" idx="35"/>
          </p:nvPr>
        </p:nvSpPr>
        <p:spPr/>
        <p:txBody>
          <a:bodyPr/>
          <a:p>
            <a:fld id="{37D035D9-5FC9-4B7F-8BBF-BA295DC74709}" type="slidenum">
              <a:t>&lt;#&gt;</a:t>
            </a:fld>
          </a:p>
        </p:txBody>
      </p:sp>
      <p:sp>
        <p:nvSpPr>
          <p:cNvPr id="5" name="PlaceHolder 4"/>
          <p:cNvSpPr>
            <a:spLocks noGrp="1"/>
          </p:cNvSpPr>
          <p:nvPr>
            <p:ph type="dt" idx="36"/>
          </p:nvPr>
        </p:nvSpPr>
        <p:spPr/>
        <p:txBody>
          <a:bodyPr/>
          <a:p>
            <a:r>
              <a:rPr lang="en-US"/>
              <a:t/>
            </a:r>
          </a:p>
        </p:txBody>
      </p:sp>
    </p:spTree>
  </p:cSld>
</p:sldLayout>
</file>

<file path=ppt/slideLayouts/slideLayout13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46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6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67"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68"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4"/>
          </p:nvPr>
        </p:nvSpPr>
        <p:spPr/>
        <p:txBody>
          <a:bodyPr/>
          <a:p>
            <a:r>
              <a:t>Footer</a:t>
            </a:r>
          </a:p>
        </p:txBody>
      </p:sp>
      <p:sp>
        <p:nvSpPr>
          <p:cNvPr id="7" name="PlaceHolder 6"/>
          <p:cNvSpPr>
            <a:spLocks noGrp="1"/>
          </p:cNvSpPr>
          <p:nvPr>
            <p:ph type="sldNum" idx="35"/>
          </p:nvPr>
        </p:nvSpPr>
        <p:spPr/>
        <p:txBody>
          <a:bodyPr/>
          <a:p>
            <a:fld id="{F11FCA43-A510-41D1-B6CB-940E9DCC92D9}" type="slidenum">
              <a:t>&lt;#&gt;</a:t>
            </a:fld>
          </a:p>
        </p:txBody>
      </p:sp>
      <p:sp>
        <p:nvSpPr>
          <p:cNvPr id="8" name="PlaceHolder 7"/>
          <p:cNvSpPr>
            <a:spLocks noGrp="1"/>
          </p:cNvSpPr>
          <p:nvPr>
            <p:ph type="dt" idx="36"/>
          </p:nvPr>
        </p:nvSpPr>
        <p:spPr/>
        <p:txBody>
          <a:bodyPr/>
          <a:p>
            <a:r>
              <a:rPr lang="en-US"/>
              <a:t/>
            </a:r>
          </a:p>
        </p:txBody>
      </p:sp>
    </p:spTree>
  </p:cSld>
</p:sldLayout>
</file>

<file path=ppt/slideLayouts/slideLayout14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46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70"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7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72"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4"/>
          </p:nvPr>
        </p:nvSpPr>
        <p:spPr/>
        <p:txBody>
          <a:bodyPr/>
          <a:p>
            <a:r>
              <a:t>Footer</a:t>
            </a:r>
          </a:p>
        </p:txBody>
      </p:sp>
      <p:sp>
        <p:nvSpPr>
          <p:cNvPr id="7" name="PlaceHolder 6"/>
          <p:cNvSpPr>
            <a:spLocks noGrp="1"/>
          </p:cNvSpPr>
          <p:nvPr>
            <p:ph type="sldNum" idx="35"/>
          </p:nvPr>
        </p:nvSpPr>
        <p:spPr/>
        <p:txBody>
          <a:bodyPr/>
          <a:p>
            <a:fld id="{478AED2F-6E9E-47FB-A547-C68572B106F9}" type="slidenum">
              <a:t>&lt;#&gt;</a:t>
            </a:fld>
          </a:p>
        </p:txBody>
      </p:sp>
      <p:sp>
        <p:nvSpPr>
          <p:cNvPr id="8" name="PlaceHolder 7"/>
          <p:cNvSpPr>
            <a:spLocks noGrp="1"/>
          </p:cNvSpPr>
          <p:nvPr>
            <p:ph type="dt" idx="36"/>
          </p:nvPr>
        </p:nvSpPr>
        <p:spPr/>
        <p:txBody>
          <a:bodyPr/>
          <a:p>
            <a:r>
              <a:rPr lang="en-US"/>
              <a:t/>
            </a:r>
          </a:p>
        </p:txBody>
      </p:sp>
    </p:spTree>
  </p:cSld>
</p:sldLayout>
</file>

<file path=ppt/slideLayouts/slideLayout14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47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74"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75"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76"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4"/>
          </p:nvPr>
        </p:nvSpPr>
        <p:spPr/>
        <p:txBody>
          <a:bodyPr/>
          <a:p>
            <a:r>
              <a:t>Footer</a:t>
            </a:r>
          </a:p>
        </p:txBody>
      </p:sp>
      <p:sp>
        <p:nvSpPr>
          <p:cNvPr id="7" name="PlaceHolder 6"/>
          <p:cNvSpPr>
            <a:spLocks noGrp="1"/>
          </p:cNvSpPr>
          <p:nvPr>
            <p:ph type="sldNum" idx="35"/>
          </p:nvPr>
        </p:nvSpPr>
        <p:spPr/>
        <p:txBody>
          <a:bodyPr/>
          <a:p>
            <a:fld id="{9B63B623-AFF5-4FA9-8A99-16C45FA840A4}" type="slidenum">
              <a:t>&lt;#&gt;</a:t>
            </a:fld>
          </a:p>
        </p:txBody>
      </p:sp>
      <p:sp>
        <p:nvSpPr>
          <p:cNvPr id="8" name="PlaceHolder 7"/>
          <p:cNvSpPr>
            <a:spLocks noGrp="1"/>
          </p:cNvSpPr>
          <p:nvPr>
            <p:ph type="dt" idx="36"/>
          </p:nvPr>
        </p:nvSpPr>
        <p:spPr/>
        <p:txBody>
          <a:bodyPr/>
          <a:p>
            <a:r>
              <a:rPr lang="en-US"/>
              <a:t/>
            </a:r>
          </a:p>
        </p:txBody>
      </p:sp>
    </p:spTree>
  </p:cSld>
</p:sldLayout>
</file>

<file path=ppt/slideLayouts/slideLayout14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47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78"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79"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34"/>
          </p:nvPr>
        </p:nvSpPr>
        <p:spPr/>
        <p:txBody>
          <a:bodyPr/>
          <a:p>
            <a:r>
              <a:t>Footer</a:t>
            </a:r>
          </a:p>
        </p:txBody>
      </p:sp>
      <p:sp>
        <p:nvSpPr>
          <p:cNvPr id="6" name="PlaceHolder 5"/>
          <p:cNvSpPr>
            <a:spLocks noGrp="1"/>
          </p:cNvSpPr>
          <p:nvPr>
            <p:ph type="sldNum" idx="35"/>
          </p:nvPr>
        </p:nvSpPr>
        <p:spPr/>
        <p:txBody>
          <a:bodyPr/>
          <a:p>
            <a:fld id="{2499F452-4568-47DB-928D-D09949B1AFE7}" type="slidenum">
              <a:t>&lt;#&gt;</a:t>
            </a:fld>
          </a:p>
        </p:txBody>
      </p:sp>
      <p:sp>
        <p:nvSpPr>
          <p:cNvPr id="7" name="PlaceHolder 6"/>
          <p:cNvSpPr>
            <a:spLocks noGrp="1"/>
          </p:cNvSpPr>
          <p:nvPr>
            <p:ph type="dt" idx="36"/>
          </p:nvPr>
        </p:nvSpPr>
        <p:spPr/>
        <p:txBody>
          <a:bodyPr/>
          <a:p>
            <a:r>
              <a:rPr lang="en-US"/>
              <a:t/>
            </a:r>
          </a:p>
        </p:txBody>
      </p:sp>
    </p:spTree>
  </p:cSld>
</p:sldLayout>
</file>

<file path=ppt/slideLayouts/slideLayout14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48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81"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82"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83"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84"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34"/>
          </p:nvPr>
        </p:nvSpPr>
        <p:spPr/>
        <p:txBody>
          <a:bodyPr/>
          <a:p>
            <a:r>
              <a:t>Footer</a:t>
            </a:r>
          </a:p>
        </p:txBody>
      </p:sp>
      <p:sp>
        <p:nvSpPr>
          <p:cNvPr id="8" name="PlaceHolder 7"/>
          <p:cNvSpPr>
            <a:spLocks noGrp="1"/>
          </p:cNvSpPr>
          <p:nvPr>
            <p:ph type="sldNum" idx="35"/>
          </p:nvPr>
        </p:nvSpPr>
        <p:spPr/>
        <p:txBody>
          <a:bodyPr/>
          <a:p>
            <a:fld id="{5BC7B656-7C85-4D69-8CB1-816307C237FA}" type="slidenum">
              <a:t>&lt;#&gt;</a:t>
            </a:fld>
          </a:p>
        </p:txBody>
      </p:sp>
      <p:sp>
        <p:nvSpPr>
          <p:cNvPr id="9" name="PlaceHolder 8"/>
          <p:cNvSpPr>
            <a:spLocks noGrp="1"/>
          </p:cNvSpPr>
          <p:nvPr>
            <p:ph type="dt" idx="36"/>
          </p:nvPr>
        </p:nvSpPr>
        <p:spPr/>
        <p:txBody>
          <a:bodyPr/>
          <a:p>
            <a:r>
              <a:rPr lang="en-US"/>
              <a:t/>
            </a:r>
          </a:p>
        </p:txBody>
      </p:sp>
    </p:spTree>
  </p:cSld>
</p:sldLayout>
</file>

<file path=ppt/slideLayouts/slideLayout14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48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86"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87"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88"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89"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90"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91"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34"/>
          </p:nvPr>
        </p:nvSpPr>
        <p:spPr/>
        <p:txBody>
          <a:bodyPr/>
          <a:p>
            <a:r>
              <a:t>Footer</a:t>
            </a:r>
          </a:p>
        </p:txBody>
      </p:sp>
      <p:sp>
        <p:nvSpPr>
          <p:cNvPr id="10" name="PlaceHolder 9"/>
          <p:cNvSpPr>
            <a:spLocks noGrp="1"/>
          </p:cNvSpPr>
          <p:nvPr>
            <p:ph type="sldNum" idx="35"/>
          </p:nvPr>
        </p:nvSpPr>
        <p:spPr/>
        <p:txBody>
          <a:bodyPr/>
          <a:p>
            <a:fld id="{7A417C2B-8149-4AED-AEAA-B2CF49B45942}" type="slidenum">
              <a:t>&lt;#&gt;</a:t>
            </a:fld>
          </a:p>
        </p:txBody>
      </p:sp>
      <p:sp>
        <p:nvSpPr>
          <p:cNvPr id="11" name="PlaceHolder 10"/>
          <p:cNvSpPr>
            <a:spLocks noGrp="1"/>
          </p:cNvSpPr>
          <p:nvPr>
            <p:ph type="dt" idx="36"/>
          </p:nvPr>
        </p:nvSpPr>
        <p:spPr/>
        <p:txBody>
          <a:bodyPr/>
          <a:p>
            <a:r>
              <a:rPr lang="en-US"/>
              <a:t/>
            </a:r>
          </a:p>
        </p:txBody>
      </p:sp>
    </p:spTree>
  </p:cSld>
</p:sldLayout>
</file>

<file path=ppt/slideLayouts/slideLayout14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37"/>
          </p:nvPr>
        </p:nvSpPr>
        <p:spPr/>
        <p:txBody>
          <a:bodyPr/>
          <a:p>
            <a:r>
              <a:t>Footer</a:t>
            </a:r>
          </a:p>
        </p:txBody>
      </p:sp>
      <p:sp>
        <p:nvSpPr>
          <p:cNvPr id="3" name="PlaceHolder 2"/>
          <p:cNvSpPr>
            <a:spLocks noGrp="1"/>
          </p:cNvSpPr>
          <p:nvPr>
            <p:ph type="sldNum" idx="38"/>
          </p:nvPr>
        </p:nvSpPr>
        <p:spPr/>
        <p:txBody>
          <a:bodyPr/>
          <a:p>
            <a:fld id="{4A46757E-F098-4C0E-AA5C-BD19317D0B08}" type="slidenum">
              <a:t>&lt;#&gt;</a:t>
            </a:fld>
          </a:p>
        </p:txBody>
      </p:sp>
      <p:sp>
        <p:nvSpPr>
          <p:cNvPr id="4" name="PlaceHolder 3"/>
          <p:cNvSpPr>
            <a:spLocks noGrp="1"/>
          </p:cNvSpPr>
          <p:nvPr>
            <p:ph type="dt" idx="39"/>
          </p:nvPr>
        </p:nvSpPr>
        <p:spPr/>
        <p:txBody>
          <a:bodyPr/>
          <a:p>
            <a:r>
              <a:rPr lang="en-US"/>
              <a:t/>
            </a:r>
          </a:p>
        </p:txBody>
      </p:sp>
    </p:spTree>
  </p:cSld>
</p:sldLayout>
</file>

<file path=ppt/slideLayouts/slideLayout14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9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98"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37"/>
          </p:nvPr>
        </p:nvSpPr>
        <p:spPr/>
        <p:txBody>
          <a:bodyPr/>
          <a:p>
            <a:r>
              <a:t>Footer</a:t>
            </a:r>
          </a:p>
        </p:txBody>
      </p:sp>
      <p:sp>
        <p:nvSpPr>
          <p:cNvPr id="5" name="PlaceHolder 4"/>
          <p:cNvSpPr>
            <a:spLocks noGrp="1"/>
          </p:cNvSpPr>
          <p:nvPr>
            <p:ph type="sldNum" idx="38"/>
          </p:nvPr>
        </p:nvSpPr>
        <p:spPr/>
        <p:txBody>
          <a:bodyPr/>
          <a:p>
            <a:fld id="{C42342CE-6296-47D5-9E3F-EA3745D5DD1A}" type="slidenum">
              <a:t>&lt;#&gt;</a:t>
            </a:fld>
          </a:p>
        </p:txBody>
      </p:sp>
      <p:sp>
        <p:nvSpPr>
          <p:cNvPr id="6" name="PlaceHolder 5"/>
          <p:cNvSpPr>
            <a:spLocks noGrp="1"/>
          </p:cNvSpPr>
          <p:nvPr>
            <p:ph type="dt" idx="39"/>
          </p:nvPr>
        </p:nvSpPr>
        <p:spPr/>
        <p:txBody>
          <a:bodyPr/>
          <a:p>
            <a:r>
              <a:rPr lang="en-US"/>
              <a:t/>
            </a:r>
          </a:p>
        </p:txBody>
      </p:sp>
    </p:spTree>
  </p:cSld>
</p:sldLayout>
</file>

<file path=ppt/slideLayouts/slideLayout14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9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00"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37"/>
          </p:nvPr>
        </p:nvSpPr>
        <p:spPr/>
        <p:txBody>
          <a:bodyPr/>
          <a:p>
            <a:r>
              <a:t>Footer</a:t>
            </a:r>
          </a:p>
        </p:txBody>
      </p:sp>
      <p:sp>
        <p:nvSpPr>
          <p:cNvPr id="5" name="PlaceHolder 4"/>
          <p:cNvSpPr>
            <a:spLocks noGrp="1"/>
          </p:cNvSpPr>
          <p:nvPr>
            <p:ph type="sldNum" idx="38"/>
          </p:nvPr>
        </p:nvSpPr>
        <p:spPr/>
        <p:txBody>
          <a:bodyPr/>
          <a:p>
            <a:fld id="{6F68ABD8-E8C6-4C0C-896D-E1B650925FB8}" type="slidenum">
              <a:t>&lt;#&gt;</a:t>
            </a:fld>
          </a:p>
        </p:txBody>
      </p:sp>
      <p:sp>
        <p:nvSpPr>
          <p:cNvPr id="6" name="PlaceHolder 5"/>
          <p:cNvSpPr>
            <a:spLocks noGrp="1"/>
          </p:cNvSpPr>
          <p:nvPr>
            <p:ph type="dt" idx="39"/>
          </p:nvPr>
        </p:nvSpPr>
        <p:spPr/>
        <p:txBody>
          <a:bodyPr/>
          <a:p>
            <a:r>
              <a:rPr lang="en-US"/>
              <a:t/>
            </a:r>
          </a:p>
        </p:txBody>
      </p:sp>
    </p:spTree>
  </p:cSld>
</p:sldLayout>
</file>

<file path=ppt/slideLayouts/slideLayout14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0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02"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03"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37"/>
          </p:nvPr>
        </p:nvSpPr>
        <p:spPr/>
        <p:txBody>
          <a:bodyPr/>
          <a:p>
            <a:r>
              <a:t>Footer</a:t>
            </a:r>
          </a:p>
        </p:txBody>
      </p:sp>
      <p:sp>
        <p:nvSpPr>
          <p:cNvPr id="6" name="PlaceHolder 5"/>
          <p:cNvSpPr>
            <a:spLocks noGrp="1"/>
          </p:cNvSpPr>
          <p:nvPr>
            <p:ph type="sldNum" idx="38"/>
          </p:nvPr>
        </p:nvSpPr>
        <p:spPr/>
        <p:txBody>
          <a:bodyPr/>
          <a:p>
            <a:fld id="{5D7A3740-9FCE-44E1-8C8A-A831BEAF8712}" type="slidenum">
              <a:t>&lt;#&gt;</a:t>
            </a:fld>
          </a:p>
        </p:txBody>
      </p:sp>
      <p:sp>
        <p:nvSpPr>
          <p:cNvPr id="7" name="PlaceHolder 6"/>
          <p:cNvSpPr>
            <a:spLocks noGrp="1"/>
          </p:cNvSpPr>
          <p:nvPr>
            <p:ph type="dt" idx="39"/>
          </p:nvPr>
        </p:nvSpPr>
        <p:spPr/>
        <p:txBody>
          <a:bodyPr/>
          <a:p>
            <a:r>
              <a:rPr lang="en-US"/>
              <a:t/>
            </a:r>
          </a:p>
        </p:txBody>
      </p:sp>
    </p:spTree>
  </p:cSld>
</p:sldLayout>
</file>

<file path=ppt/slideLayouts/slideLayout14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0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37"/>
          </p:nvPr>
        </p:nvSpPr>
        <p:spPr/>
        <p:txBody>
          <a:bodyPr/>
          <a:p>
            <a:r>
              <a:t>Footer</a:t>
            </a:r>
          </a:p>
        </p:txBody>
      </p:sp>
      <p:sp>
        <p:nvSpPr>
          <p:cNvPr id="4" name="PlaceHolder 3"/>
          <p:cNvSpPr>
            <a:spLocks noGrp="1"/>
          </p:cNvSpPr>
          <p:nvPr>
            <p:ph type="sldNum" idx="38"/>
          </p:nvPr>
        </p:nvSpPr>
        <p:spPr/>
        <p:txBody>
          <a:bodyPr/>
          <a:p>
            <a:fld id="{DE59B7D1-5E14-4FAD-BB92-FCE7AB075A86}" type="slidenum">
              <a:t>&lt;#&gt;</a:t>
            </a:fld>
          </a:p>
        </p:txBody>
      </p:sp>
      <p:sp>
        <p:nvSpPr>
          <p:cNvPr id="5" name="PlaceHolder 4"/>
          <p:cNvSpPr>
            <a:spLocks noGrp="1"/>
          </p:cNvSpPr>
          <p:nvPr>
            <p:ph type="dt" idx="39"/>
          </p:nvPr>
        </p:nvSpPr>
        <p:spPr/>
        <p:txBody>
          <a:bodyPr/>
          <a:p>
            <a:r>
              <a:rPr lang="en-US"/>
              <a:t/>
            </a:r>
          </a:p>
        </p:txBody>
      </p:sp>
    </p:spTree>
  </p:cSld>
</p:sldLayout>
</file>

<file path=ppt/slideLayouts/slideLayout15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05"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37"/>
          </p:nvPr>
        </p:nvSpPr>
        <p:spPr/>
        <p:txBody>
          <a:bodyPr/>
          <a:p>
            <a:r>
              <a:t>Footer</a:t>
            </a:r>
          </a:p>
        </p:txBody>
      </p:sp>
      <p:sp>
        <p:nvSpPr>
          <p:cNvPr id="4" name="PlaceHolder 3"/>
          <p:cNvSpPr>
            <a:spLocks noGrp="1"/>
          </p:cNvSpPr>
          <p:nvPr>
            <p:ph type="sldNum" idx="38"/>
          </p:nvPr>
        </p:nvSpPr>
        <p:spPr/>
        <p:txBody>
          <a:bodyPr/>
          <a:p>
            <a:fld id="{C8778046-2B72-4D69-B273-44F4647703C6}" type="slidenum">
              <a:t>&lt;#&gt;</a:t>
            </a:fld>
          </a:p>
        </p:txBody>
      </p:sp>
      <p:sp>
        <p:nvSpPr>
          <p:cNvPr id="5" name="PlaceHolder 4"/>
          <p:cNvSpPr>
            <a:spLocks noGrp="1"/>
          </p:cNvSpPr>
          <p:nvPr>
            <p:ph type="dt" idx="39"/>
          </p:nvPr>
        </p:nvSpPr>
        <p:spPr/>
        <p:txBody>
          <a:bodyPr/>
          <a:p>
            <a:r>
              <a:rPr lang="en-US"/>
              <a:t/>
            </a:r>
          </a:p>
        </p:txBody>
      </p:sp>
    </p:spTree>
  </p:cSld>
</p:sldLayout>
</file>

<file path=ppt/slideLayouts/slideLayout15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0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07"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08"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09"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7"/>
          </p:nvPr>
        </p:nvSpPr>
        <p:spPr/>
        <p:txBody>
          <a:bodyPr/>
          <a:p>
            <a:r>
              <a:t>Footer</a:t>
            </a:r>
          </a:p>
        </p:txBody>
      </p:sp>
      <p:sp>
        <p:nvSpPr>
          <p:cNvPr id="7" name="PlaceHolder 6"/>
          <p:cNvSpPr>
            <a:spLocks noGrp="1"/>
          </p:cNvSpPr>
          <p:nvPr>
            <p:ph type="sldNum" idx="38"/>
          </p:nvPr>
        </p:nvSpPr>
        <p:spPr/>
        <p:txBody>
          <a:bodyPr/>
          <a:p>
            <a:fld id="{8B8FC526-271D-4C8F-8269-6476444C2B9B}" type="slidenum">
              <a:t>&lt;#&gt;</a:t>
            </a:fld>
          </a:p>
        </p:txBody>
      </p:sp>
      <p:sp>
        <p:nvSpPr>
          <p:cNvPr id="8" name="PlaceHolder 7"/>
          <p:cNvSpPr>
            <a:spLocks noGrp="1"/>
          </p:cNvSpPr>
          <p:nvPr>
            <p:ph type="dt" idx="39"/>
          </p:nvPr>
        </p:nvSpPr>
        <p:spPr/>
        <p:txBody>
          <a:bodyPr/>
          <a:p>
            <a:r>
              <a:rPr lang="en-US"/>
              <a:t/>
            </a:r>
          </a:p>
        </p:txBody>
      </p:sp>
    </p:spTree>
  </p:cSld>
</p:sldLayout>
</file>

<file path=ppt/slideLayouts/slideLayout15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51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11"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12"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13"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7"/>
          </p:nvPr>
        </p:nvSpPr>
        <p:spPr/>
        <p:txBody>
          <a:bodyPr/>
          <a:p>
            <a:r>
              <a:t>Footer</a:t>
            </a:r>
          </a:p>
        </p:txBody>
      </p:sp>
      <p:sp>
        <p:nvSpPr>
          <p:cNvPr id="7" name="PlaceHolder 6"/>
          <p:cNvSpPr>
            <a:spLocks noGrp="1"/>
          </p:cNvSpPr>
          <p:nvPr>
            <p:ph type="sldNum" idx="38"/>
          </p:nvPr>
        </p:nvSpPr>
        <p:spPr/>
        <p:txBody>
          <a:bodyPr/>
          <a:p>
            <a:fld id="{63CE5BA7-7DB2-446C-88EE-52BBDF71334E}" type="slidenum">
              <a:t>&lt;#&gt;</a:t>
            </a:fld>
          </a:p>
        </p:txBody>
      </p:sp>
      <p:sp>
        <p:nvSpPr>
          <p:cNvPr id="8" name="PlaceHolder 7"/>
          <p:cNvSpPr>
            <a:spLocks noGrp="1"/>
          </p:cNvSpPr>
          <p:nvPr>
            <p:ph type="dt" idx="39"/>
          </p:nvPr>
        </p:nvSpPr>
        <p:spPr/>
        <p:txBody>
          <a:bodyPr/>
          <a:p>
            <a:r>
              <a:rPr lang="en-US"/>
              <a:t/>
            </a:r>
          </a:p>
        </p:txBody>
      </p:sp>
    </p:spTree>
  </p:cSld>
</p:sldLayout>
</file>

<file path=ppt/slideLayouts/slideLayout15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51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1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16"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17"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7"/>
          </p:nvPr>
        </p:nvSpPr>
        <p:spPr/>
        <p:txBody>
          <a:bodyPr/>
          <a:p>
            <a:r>
              <a:t>Footer</a:t>
            </a:r>
          </a:p>
        </p:txBody>
      </p:sp>
      <p:sp>
        <p:nvSpPr>
          <p:cNvPr id="7" name="PlaceHolder 6"/>
          <p:cNvSpPr>
            <a:spLocks noGrp="1"/>
          </p:cNvSpPr>
          <p:nvPr>
            <p:ph type="sldNum" idx="38"/>
          </p:nvPr>
        </p:nvSpPr>
        <p:spPr/>
        <p:txBody>
          <a:bodyPr/>
          <a:p>
            <a:fld id="{7474BDB4-0EBD-4400-A9A1-5440BE7FC39C}" type="slidenum">
              <a:t>&lt;#&gt;</a:t>
            </a:fld>
          </a:p>
        </p:txBody>
      </p:sp>
      <p:sp>
        <p:nvSpPr>
          <p:cNvPr id="8" name="PlaceHolder 7"/>
          <p:cNvSpPr>
            <a:spLocks noGrp="1"/>
          </p:cNvSpPr>
          <p:nvPr>
            <p:ph type="dt" idx="39"/>
          </p:nvPr>
        </p:nvSpPr>
        <p:spPr/>
        <p:txBody>
          <a:bodyPr/>
          <a:p>
            <a:r>
              <a:rPr lang="en-US"/>
              <a:t/>
            </a:r>
          </a:p>
        </p:txBody>
      </p:sp>
    </p:spTree>
  </p:cSld>
</p:sldLayout>
</file>

<file path=ppt/slideLayouts/slideLayout15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51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19"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0"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37"/>
          </p:nvPr>
        </p:nvSpPr>
        <p:spPr/>
        <p:txBody>
          <a:bodyPr/>
          <a:p>
            <a:r>
              <a:t>Footer</a:t>
            </a:r>
          </a:p>
        </p:txBody>
      </p:sp>
      <p:sp>
        <p:nvSpPr>
          <p:cNvPr id="6" name="PlaceHolder 5"/>
          <p:cNvSpPr>
            <a:spLocks noGrp="1"/>
          </p:cNvSpPr>
          <p:nvPr>
            <p:ph type="sldNum" idx="38"/>
          </p:nvPr>
        </p:nvSpPr>
        <p:spPr/>
        <p:txBody>
          <a:bodyPr/>
          <a:p>
            <a:fld id="{30C01600-B3FC-466E-881F-726A4BC89F09}" type="slidenum">
              <a:t>&lt;#&gt;</a:t>
            </a:fld>
          </a:p>
        </p:txBody>
      </p:sp>
      <p:sp>
        <p:nvSpPr>
          <p:cNvPr id="7" name="PlaceHolder 6"/>
          <p:cNvSpPr>
            <a:spLocks noGrp="1"/>
          </p:cNvSpPr>
          <p:nvPr>
            <p:ph type="dt" idx="39"/>
          </p:nvPr>
        </p:nvSpPr>
        <p:spPr/>
        <p:txBody>
          <a:bodyPr/>
          <a:p>
            <a:r>
              <a:rPr lang="en-US"/>
              <a:t/>
            </a:r>
          </a:p>
        </p:txBody>
      </p:sp>
    </p:spTree>
  </p:cSld>
</p:sldLayout>
</file>

<file path=ppt/slideLayouts/slideLayout15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52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22"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3"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4"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5"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37"/>
          </p:nvPr>
        </p:nvSpPr>
        <p:spPr/>
        <p:txBody>
          <a:bodyPr/>
          <a:p>
            <a:r>
              <a:t>Footer</a:t>
            </a:r>
          </a:p>
        </p:txBody>
      </p:sp>
      <p:sp>
        <p:nvSpPr>
          <p:cNvPr id="8" name="PlaceHolder 7"/>
          <p:cNvSpPr>
            <a:spLocks noGrp="1"/>
          </p:cNvSpPr>
          <p:nvPr>
            <p:ph type="sldNum" idx="38"/>
          </p:nvPr>
        </p:nvSpPr>
        <p:spPr/>
        <p:txBody>
          <a:bodyPr/>
          <a:p>
            <a:fld id="{9C5478A2-63D9-4D80-AA78-FAE6D574F0FC}" type="slidenum">
              <a:t>&lt;#&gt;</a:t>
            </a:fld>
          </a:p>
        </p:txBody>
      </p:sp>
      <p:sp>
        <p:nvSpPr>
          <p:cNvPr id="9" name="PlaceHolder 8"/>
          <p:cNvSpPr>
            <a:spLocks noGrp="1"/>
          </p:cNvSpPr>
          <p:nvPr>
            <p:ph type="dt" idx="39"/>
          </p:nvPr>
        </p:nvSpPr>
        <p:spPr/>
        <p:txBody>
          <a:bodyPr/>
          <a:p>
            <a:r>
              <a:rPr lang="en-US"/>
              <a:t/>
            </a:r>
          </a:p>
        </p:txBody>
      </p:sp>
    </p:spTree>
  </p:cSld>
</p:sldLayout>
</file>

<file path=ppt/slideLayouts/slideLayout15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52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27"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8"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9"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30"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31"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32"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37"/>
          </p:nvPr>
        </p:nvSpPr>
        <p:spPr/>
        <p:txBody>
          <a:bodyPr/>
          <a:p>
            <a:r>
              <a:t>Footer</a:t>
            </a:r>
          </a:p>
        </p:txBody>
      </p:sp>
      <p:sp>
        <p:nvSpPr>
          <p:cNvPr id="10" name="PlaceHolder 9"/>
          <p:cNvSpPr>
            <a:spLocks noGrp="1"/>
          </p:cNvSpPr>
          <p:nvPr>
            <p:ph type="sldNum" idx="38"/>
          </p:nvPr>
        </p:nvSpPr>
        <p:spPr/>
        <p:txBody>
          <a:bodyPr/>
          <a:p>
            <a:fld id="{5B557DF2-F6BE-43EA-BC5A-D048FC249192}" type="slidenum">
              <a:t>&lt;#&gt;</a:t>
            </a:fld>
          </a:p>
        </p:txBody>
      </p:sp>
      <p:sp>
        <p:nvSpPr>
          <p:cNvPr id="11" name="PlaceHolder 10"/>
          <p:cNvSpPr>
            <a:spLocks noGrp="1"/>
          </p:cNvSpPr>
          <p:nvPr>
            <p:ph type="dt" idx="39"/>
          </p:nvPr>
        </p:nvSpPr>
        <p:spPr/>
        <p:txBody>
          <a:bodyPr/>
          <a:p>
            <a:r>
              <a:rPr lang="en-US"/>
              <a:t/>
            </a:r>
          </a:p>
        </p:txBody>
      </p:sp>
    </p:spTree>
  </p:cSld>
</p:sldLayout>
</file>

<file path=ppt/slideLayouts/slideLayout15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40"/>
          </p:nvPr>
        </p:nvSpPr>
        <p:spPr/>
        <p:txBody>
          <a:bodyPr/>
          <a:p>
            <a:r>
              <a:t>Footer</a:t>
            </a:r>
          </a:p>
        </p:txBody>
      </p:sp>
      <p:sp>
        <p:nvSpPr>
          <p:cNvPr id="3" name="PlaceHolder 2"/>
          <p:cNvSpPr>
            <a:spLocks noGrp="1"/>
          </p:cNvSpPr>
          <p:nvPr>
            <p:ph type="sldNum" idx="41"/>
          </p:nvPr>
        </p:nvSpPr>
        <p:spPr/>
        <p:txBody>
          <a:bodyPr/>
          <a:p>
            <a:fld id="{72688FAA-2851-478A-B1F2-165CB878DDB2}" type="slidenum">
              <a:t>&lt;#&gt;</a:t>
            </a:fld>
          </a:p>
        </p:txBody>
      </p:sp>
      <p:sp>
        <p:nvSpPr>
          <p:cNvPr id="4" name="PlaceHolder 3"/>
          <p:cNvSpPr>
            <a:spLocks noGrp="1"/>
          </p:cNvSpPr>
          <p:nvPr>
            <p:ph type="dt" idx="42"/>
          </p:nvPr>
        </p:nvSpPr>
        <p:spPr/>
        <p:txBody>
          <a:bodyPr/>
          <a:p>
            <a:r>
              <a:rPr lang="en-US"/>
              <a:t/>
            </a:r>
          </a:p>
        </p:txBody>
      </p:sp>
    </p:spTree>
  </p:cSld>
</p:sldLayout>
</file>

<file path=ppt/slideLayouts/slideLayout15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3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39"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40"/>
          </p:nvPr>
        </p:nvSpPr>
        <p:spPr/>
        <p:txBody>
          <a:bodyPr/>
          <a:p>
            <a:r>
              <a:t>Footer</a:t>
            </a:r>
          </a:p>
        </p:txBody>
      </p:sp>
      <p:sp>
        <p:nvSpPr>
          <p:cNvPr id="5" name="PlaceHolder 4"/>
          <p:cNvSpPr>
            <a:spLocks noGrp="1"/>
          </p:cNvSpPr>
          <p:nvPr>
            <p:ph type="sldNum" idx="41"/>
          </p:nvPr>
        </p:nvSpPr>
        <p:spPr/>
        <p:txBody>
          <a:bodyPr/>
          <a:p>
            <a:fld id="{DB0869BB-76CE-4711-A95A-1FA107070B1B}" type="slidenum">
              <a:t>&lt;#&gt;</a:t>
            </a:fld>
          </a:p>
        </p:txBody>
      </p:sp>
      <p:sp>
        <p:nvSpPr>
          <p:cNvPr id="6" name="PlaceHolder 5"/>
          <p:cNvSpPr>
            <a:spLocks noGrp="1"/>
          </p:cNvSpPr>
          <p:nvPr>
            <p:ph type="dt" idx="42"/>
          </p:nvPr>
        </p:nvSpPr>
        <p:spPr/>
        <p:txBody>
          <a:bodyPr/>
          <a:p>
            <a:r>
              <a:rPr lang="en-US"/>
              <a:t/>
            </a:r>
          </a:p>
        </p:txBody>
      </p:sp>
    </p:spTree>
  </p:cSld>
</p:sldLayout>
</file>

<file path=ppt/slideLayouts/slideLayout15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54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41"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40"/>
          </p:nvPr>
        </p:nvSpPr>
        <p:spPr/>
        <p:txBody>
          <a:bodyPr/>
          <a:p>
            <a:r>
              <a:t>Footer</a:t>
            </a:r>
          </a:p>
        </p:txBody>
      </p:sp>
      <p:sp>
        <p:nvSpPr>
          <p:cNvPr id="5" name="PlaceHolder 4"/>
          <p:cNvSpPr>
            <a:spLocks noGrp="1"/>
          </p:cNvSpPr>
          <p:nvPr>
            <p:ph type="sldNum" idx="41"/>
          </p:nvPr>
        </p:nvSpPr>
        <p:spPr/>
        <p:txBody>
          <a:bodyPr/>
          <a:p>
            <a:fld id="{D942CF14-BDCC-42FF-86E2-8FDF8F13D56B}" type="slidenum">
              <a:t>&lt;#&gt;</a:t>
            </a:fld>
          </a:p>
        </p:txBody>
      </p:sp>
      <p:sp>
        <p:nvSpPr>
          <p:cNvPr id="6" name="PlaceHolder 5"/>
          <p:cNvSpPr>
            <a:spLocks noGrp="1"/>
          </p:cNvSpPr>
          <p:nvPr>
            <p:ph type="dt" idx="42"/>
          </p:nvPr>
        </p:nvSpPr>
        <p:spPr/>
        <p:txBody>
          <a:bodyPr/>
          <a:p>
            <a:r>
              <a:rPr lang="en-US"/>
              <a:t/>
            </a:r>
          </a:p>
        </p:txBody>
      </p:sp>
    </p:spTree>
  </p:cSld>
</p:sldLayout>
</file>

<file path=ppt/slideLayouts/slideLayout16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4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43"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44"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0"/>
          </p:nvPr>
        </p:nvSpPr>
        <p:spPr/>
        <p:txBody>
          <a:bodyPr/>
          <a:p>
            <a:r>
              <a:t>Footer</a:t>
            </a:r>
          </a:p>
        </p:txBody>
      </p:sp>
      <p:sp>
        <p:nvSpPr>
          <p:cNvPr id="6" name="PlaceHolder 5"/>
          <p:cNvSpPr>
            <a:spLocks noGrp="1"/>
          </p:cNvSpPr>
          <p:nvPr>
            <p:ph type="sldNum" idx="41"/>
          </p:nvPr>
        </p:nvSpPr>
        <p:spPr/>
        <p:txBody>
          <a:bodyPr/>
          <a:p>
            <a:fld id="{8D14635E-ED11-4E96-A057-B0A5A9A87CB5}" type="slidenum">
              <a:t>&lt;#&gt;</a:t>
            </a:fld>
          </a:p>
        </p:txBody>
      </p:sp>
      <p:sp>
        <p:nvSpPr>
          <p:cNvPr id="7" name="PlaceHolder 6"/>
          <p:cNvSpPr>
            <a:spLocks noGrp="1"/>
          </p:cNvSpPr>
          <p:nvPr>
            <p:ph type="dt" idx="42"/>
          </p:nvPr>
        </p:nvSpPr>
        <p:spPr/>
        <p:txBody>
          <a:bodyPr/>
          <a:p>
            <a:r>
              <a:rPr lang="en-US"/>
              <a:t/>
            </a:r>
          </a:p>
        </p:txBody>
      </p:sp>
    </p:spTree>
  </p:cSld>
</p:sldLayout>
</file>

<file path=ppt/slideLayouts/slideLayout16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4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40"/>
          </p:nvPr>
        </p:nvSpPr>
        <p:spPr/>
        <p:txBody>
          <a:bodyPr/>
          <a:p>
            <a:r>
              <a:t>Footer</a:t>
            </a:r>
          </a:p>
        </p:txBody>
      </p:sp>
      <p:sp>
        <p:nvSpPr>
          <p:cNvPr id="4" name="PlaceHolder 3"/>
          <p:cNvSpPr>
            <a:spLocks noGrp="1"/>
          </p:cNvSpPr>
          <p:nvPr>
            <p:ph type="sldNum" idx="41"/>
          </p:nvPr>
        </p:nvSpPr>
        <p:spPr/>
        <p:txBody>
          <a:bodyPr/>
          <a:p>
            <a:fld id="{9B953F81-485F-46DC-AB43-9A0EBEE13ACB}" type="slidenum">
              <a:t>&lt;#&gt;</a:t>
            </a:fld>
          </a:p>
        </p:txBody>
      </p:sp>
      <p:sp>
        <p:nvSpPr>
          <p:cNvPr id="5" name="PlaceHolder 4"/>
          <p:cNvSpPr>
            <a:spLocks noGrp="1"/>
          </p:cNvSpPr>
          <p:nvPr>
            <p:ph type="dt" idx="42"/>
          </p:nvPr>
        </p:nvSpPr>
        <p:spPr/>
        <p:txBody>
          <a:bodyPr/>
          <a:p>
            <a:r>
              <a:rPr lang="en-US"/>
              <a:t/>
            </a:r>
          </a:p>
        </p:txBody>
      </p:sp>
    </p:spTree>
  </p:cSld>
</p:sldLayout>
</file>

<file path=ppt/slideLayouts/slideLayout16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46"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40"/>
          </p:nvPr>
        </p:nvSpPr>
        <p:spPr/>
        <p:txBody>
          <a:bodyPr/>
          <a:p>
            <a:r>
              <a:t>Footer</a:t>
            </a:r>
          </a:p>
        </p:txBody>
      </p:sp>
      <p:sp>
        <p:nvSpPr>
          <p:cNvPr id="4" name="PlaceHolder 3"/>
          <p:cNvSpPr>
            <a:spLocks noGrp="1"/>
          </p:cNvSpPr>
          <p:nvPr>
            <p:ph type="sldNum" idx="41"/>
          </p:nvPr>
        </p:nvSpPr>
        <p:spPr/>
        <p:txBody>
          <a:bodyPr/>
          <a:p>
            <a:fld id="{A886A23E-01AC-4F9A-8E05-E241D9C60B66}" type="slidenum">
              <a:t>&lt;#&gt;</a:t>
            </a:fld>
          </a:p>
        </p:txBody>
      </p:sp>
      <p:sp>
        <p:nvSpPr>
          <p:cNvPr id="5" name="PlaceHolder 4"/>
          <p:cNvSpPr>
            <a:spLocks noGrp="1"/>
          </p:cNvSpPr>
          <p:nvPr>
            <p:ph type="dt" idx="42"/>
          </p:nvPr>
        </p:nvSpPr>
        <p:spPr/>
        <p:txBody>
          <a:bodyPr/>
          <a:p>
            <a:r>
              <a:rPr lang="en-US"/>
              <a:t/>
            </a:r>
          </a:p>
        </p:txBody>
      </p:sp>
    </p:spTree>
  </p:cSld>
</p:sldLayout>
</file>

<file path=ppt/slideLayouts/slideLayout16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4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48"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49"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50"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0"/>
          </p:nvPr>
        </p:nvSpPr>
        <p:spPr/>
        <p:txBody>
          <a:bodyPr/>
          <a:p>
            <a:r>
              <a:t>Footer</a:t>
            </a:r>
          </a:p>
        </p:txBody>
      </p:sp>
      <p:sp>
        <p:nvSpPr>
          <p:cNvPr id="7" name="PlaceHolder 6"/>
          <p:cNvSpPr>
            <a:spLocks noGrp="1"/>
          </p:cNvSpPr>
          <p:nvPr>
            <p:ph type="sldNum" idx="41"/>
          </p:nvPr>
        </p:nvSpPr>
        <p:spPr/>
        <p:txBody>
          <a:bodyPr/>
          <a:p>
            <a:fld id="{666A71DF-995E-4E6E-8888-77DF8919E103}" type="slidenum">
              <a:t>&lt;#&gt;</a:t>
            </a:fld>
          </a:p>
        </p:txBody>
      </p:sp>
      <p:sp>
        <p:nvSpPr>
          <p:cNvPr id="8" name="PlaceHolder 7"/>
          <p:cNvSpPr>
            <a:spLocks noGrp="1"/>
          </p:cNvSpPr>
          <p:nvPr>
            <p:ph type="dt" idx="42"/>
          </p:nvPr>
        </p:nvSpPr>
        <p:spPr/>
        <p:txBody>
          <a:bodyPr/>
          <a:p>
            <a:r>
              <a:rPr lang="en-US"/>
              <a:t/>
            </a:r>
          </a:p>
        </p:txBody>
      </p:sp>
    </p:spTree>
  </p:cSld>
</p:sldLayout>
</file>

<file path=ppt/slideLayouts/slideLayout16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55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52"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53"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54"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0"/>
          </p:nvPr>
        </p:nvSpPr>
        <p:spPr/>
        <p:txBody>
          <a:bodyPr/>
          <a:p>
            <a:r>
              <a:t>Footer</a:t>
            </a:r>
          </a:p>
        </p:txBody>
      </p:sp>
      <p:sp>
        <p:nvSpPr>
          <p:cNvPr id="7" name="PlaceHolder 6"/>
          <p:cNvSpPr>
            <a:spLocks noGrp="1"/>
          </p:cNvSpPr>
          <p:nvPr>
            <p:ph type="sldNum" idx="41"/>
          </p:nvPr>
        </p:nvSpPr>
        <p:spPr/>
        <p:txBody>
          <a:bodyPr/>
          <a:p>
            <a:fld id="{BABAC1C0-675C-410E-B30A-6CDD128C5201}" type="slidenum">
              <a:t>&lt;#&gt;</a:t>
            </a:fld>
          </a:p>
        </p:txBody>
      </p:sp>
      <p:sp>
        <p:nvSpPr>
          <p:cNvPr id="8" name="PlaceHolder 7"/>
          <p:cNvSpPr>
            <a:spLocks noGrp="1"/>
          </p:cNvSpPr>
          <p:nvPr>
            <p:ph type="dt" idx="42"/>
          </p:nvPr>
        </p:nvSpPr>
        <p:spPr/>
        <p:txBody>
          <a:bodyPr/>
          <a:p>
            <a:r>
              <a:rPr lang="en-US"/>
              <a:t/>
            </a:r>
          </a:p>
        </p:txBody>
      </p:sp>
    </p:spTree>
  </p:cSld>
</p:sldLayout>
</file>

<file path=ppt/slideLayouts/slideLayout16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55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5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5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58"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0"/>
          </p:nvPr>
        </p:nvSpPr>
        <p:spPr/>
        <p:txBody>
          <a:bodyPr/>
          <a:p>
            <a:r>
              <a:t>Footer</a:t>
            </a:r>
          </a:p>
        </p:txBody>
      </p:sp>
      <p:sp>
        <p:nvSpPr>
          <p:cNvPr id="7" name="PlaceHolder 6"/>
          <p:cNvSpPr>
            <a:spLocks noGrp="1"/>
          </p:cNvSpPr>
          <p:nvPr>
            <p:ph type="sldNum" idx="41"/>
          </p:nvPr>
        </p:nvSpPr>
        <p:spPr/>
        <p:txBody>
          <a:bodyPr/>
          <a:p>
            <a:fld id="{5CE2C40C-3D67-4A8A-994B-E976590E089B}" type="slidenum">
              <a:t>&lt;#&gt;</a:t>
            </a:fld>
          </a:p>
        </p:txBody>
      </p:sp>
      <p:sp>
        <p:nvSpPr>
          <p:cNvPr id="8" name="PlaceHolder 7"/>
          <p:cNvSpPr>
            <a:spLocks noGrp="1"/>
          </p:cNvSpPr>
          <p:nvPr>
            <p:ph type="dt" idx="42"/>
          </p:nvPr>
        </p:nvSpPr>
        <p:spPr/>
        <p:txBody>
          <a:bodyPr/>
          <a:p>
            <a:r>
              <a:rPr lang="en-US"/>
              <a:t/>
            </a:r>
          </a:p>
        </p:txBody>
      </p:sp>
    </p:spTree>
  </p:cSld>
</p:sldLayout>
</file>

<file path=ppt/slideLayouts/slideLayout16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55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60"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61"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0"/>
          </p:nvPr>
        </p:nvSpPr>
        <p:spPr/>
        <p:txBody>
          <a:bodyPr/>
          <a:p>
            <a:r>
              <a:t>Footer</a:t>
            </a:r>
          </a:p>
        </p:txBody>
      </p:sp>
      <p:sp>
        <p:nvSpPr>
          <p:cNvPr id="6" name="PlaceHolder 5"/>
          <p:cNvSpPr>
            <a:spLocks noGrp="1"/>
          </p:cNvSpPr>
          <p:nvPr>
            <p:ph type="sldNum" idx="41"/>
          </p:nvPr>
        </p:nvSpPr>
        <p:spPr/>
        <p:txBody>
          <a:bodyPr/>
          <a:p>
            <a:fld id="{4421AFE8-F680-4D10-B8C8-A2158212CC8D}" type="slidenum">
              <a:t>&lt;#&gt;</a:t>
            </a:fld>
          </a:p>
        </p:txBody>
      </p:sp>
      <p:sp>
        <p:nvSpPr>
          <p:cNvPr id="7" name="PlaceHolder 6"/>
          <p:cNvSpPr>
            <a:spLocks noGrp="1"/>
          </p:cNvSpPr>
          <p:nvPr>
            <p:ph type="dt" idx="42"/>
          </p:nvPr>
        </p:nvSpPr>
        <p:spPr/>
        <p:txBody>
          <a:bodyPr/>
          <a:p>
            <a:r>
              <a:rPr lang="en-US"/>
              <a:t/>
            </a:r>
          </a:p>
        </p:txBody>
      </p:sp>
    </p:spTree>
  </p:cSld>
</p:sldLayout>
</file>

<file path=ppt/slideLayouts/slideLayout16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56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6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6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65"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66"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40"/>
          </p:nvPr>
        </p:nvSpPr>
        <p:spPr/>
        <p:txBody>
          <a:bodyPr/>
          <a:p>
            <a:r>
              <a:t>Footer</a:t>
            </a:r>
          </a:p>
        </p:txBody>
      </p:sp>
      <p:sp>
        <p:nvSpPr>
          <p:cNvPr id="8" name="PlaceHolder 7"/>
          <p:cNvSpPr>
            <a:spLocks noGrp="1"/>
          </p:cNvSpPr>
          <p:nvPr>
            <p:ph type="sldNum" idx="41"/>
          </p:nvPr>
        </p:nvSpPr>
        <p:spPr/>
        <p:txBody>
          <a:bodyPr/>
          <a:p>
            <a:fld id="{3D60DC89-7B97-4549-9361-984077D44850}" type="slidenum">
              <a:t>&lt;#&gt;</a:t>
            </a:fld>
          </a:p>
        </p:txBody>
      </p:sp>
      <p:sp>
        <p:nvSpPr>
          <p:cNvPr id="9" name="PlaceHolder 8"/>
          <p:cNvSpPr>
            <a:spLocks noGrp="1"/>
          </p:cNvSpPr>
          <p:nvPr>
            <p:ph type="dt" idx="42"/>
          </p:nvPr>
        </p:nvSpPr>
        <p:spPr/>
        <p:txBody>
          <a:bodyPr/>
          <a:p>
            <a:r>
              <a:rPr lang="en-US"/>
              <a:t/>
            </a:r>
          </a:p>
        </p:txBody>
      </p:sp>
    </p:spTree>
  </p:cSld>
</p:sldLayout>
</file>

<file path=ppt/slideLayouts/slideLayout16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56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68"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69"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70"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71"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72"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73"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40"/>
          </p:nvPr>
        </p:nvSpPr>
        <p:spPr/>
        <p:txBody>
          <a:bodyPr/>
          <a:p>
            <a:r>
              <a:t>Footer</a:t>
            </a:r>
          </a:p>
        </p:txBody>
      </p:sp>
      <p:sp>
        <p:nvSpPr>
          <p:cNvPr id="10" name="PlaceHolder 9"/>
          <p:cNvSpPr>
            <a:spLocks noGrp="1"/>
          </p:cNvSpPr>
          <p:nvPr>
            <p:ph type="sldNum" idx="41"/>
          </p:nvPr>
        </p:nvSpPr>
        <p:spPr/>
        <p:txBody>
          <a:bodyPr/>
          <a:p>
            <a:fld id="{09ACF3B7-1144-4228-894F-7A4B4526B084}" type="slidenum">
              <a:t>&lt;#&gt;</a:t>
            </a:fld>
          </a:p>
        </p:txBody>
      </p:sp>
      <p:sp>
        <p:nvSpPr>
          <p:cNvPr id="11" name="PlaceHolder 10"/>
          <p:cNvSpPr>
            <a:spLocks noGrp="1"/>
          </p:cNvSpPr>
          <p:nvPr>
            <p:ph type="dt" idx="42"/>
          </p:nvPr>
        </p:nvSpPr>
        <p:spPr/>
        <p:txBody>
          <a:bodyPr/>
          <a:p>
            <a:r>
              <a:rPr lang="en-US"/>
              <a:t/>
            </a:r>
          </a:p>
        </p:txBody>
      </p:sp>
    </p:spTree>
  </p:cSld>
</p:sldLayout>
</file>

<file path=ppt/slideLayouts/slideLayout16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43"/>
          </p:nvPr>
        </p:nvSpPr>
        <p:spPr/>
        <p:txBody>
          <a:bodyPr/>
          <a:p>
            <a:r>
              <a:t>Footer</a:t>
            </a:r>
          </a:p>
        </p:txBody>
      </p:sp>
      <p:sp>
        <p:nvSpPr>
          <p:cNvPr id="3" name="PlaceHolder 2"/>
          <p:cNvSpPr>
            <a:spLocks noGrp="1"/>
          </p:cNvSpPr>
          <p:nvPr>
            <p:ph type="sldNum" idx="44"/>
          </p:nvPr>
        </p:nvSpPr>
        <p:spPr/>
        <p:txBody>
          <a:bodyPr/>
          <a:p>
            <a:fld id="{6CE6F7BD-E495-4880-A9B9-D69C4C522ECE}" type="slidenum">
              <a:t>&lt;#&gt;</a:t>
            </a:fld>
          </a:p>
        </p:txBody>
      </p:sp>
      <p:sp>
        <p:nvSpPr>
          <p:cNvPr id="4" name="PlaceHolder 3"/>
          <p:cNvSpPr>
            <a:spLocks noGrp="1"/>
          </p:cNvSpPr>
          <p:nvPr>
            <p:ph type="dt" idx="45"/>
          </p:nvPr>
        </p:nvSpPr>
        <p:spPr/>
        <p:txBody>
          <a:bodyPr/>
          <a:p>
            <a:r>
              <a:rPr lang="en-US"/>
              <a:t/>
            </a:r>
          </a:p>
        </p:txBody>
      </p:sp>
    </p:spTree>
  </p:cSld>
</p:sldLayout>
</file>

<file path=ppt/slideLayouts/slideLayout17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7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80"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43"/>
          </p:nvPr>
        </p:nvSpPr>
        <p:spPr/>
        <p:txBody>
          <a:bodyPr/>
          <a:p>
            <a:r>
              <a:t>Footer</a:t>
            </a:r>
          </a:p>
        </p:txBody>
      </p:sp>
      <p:sp>
        <p:nvSpPr>
          <p:cNvPr id="5" name="PlaceHolder 4"/>
          <p:cNvSpPr>
            <a:spLocks noGrp="1"/>
          </p:cNvSpPr>
          <p:nvPr>
            <p:ph type="sldNum" idx="44"/>
          </p:nvPr>
        </p:nvSpPr>
        <p:spPr/>
        <p:txBody>
          <a:bodyPr/>
          <a:p>
            <a:fld id="{933F33AB-8956-490D-8565-06BF358E5ED1}" type="slidenum">
              <a:t>&lt;#&gt;</a:t>
            </a:fld>
          </a:p>
        </p:txBody>
      </p:sp>
      <p:sp>
        <p:nvSpPr>
          <p:cNvPr id="6" name="PlaceHolder 5"/>
          <p:cNvSpPr>
            <a:spLocks noGrp="1"/>
          </p:cNvSpPr>
          <p:nvPr>
            <p:ph type="dt" idx="45"/>
          </p:nvPr>
        </p:nvSpPr>
        <p:spPr/>
        <p:txBody>
          <a:bodyPr/>
          <a:p>
            <a:r>
              <a:rPr lang="en-US"/>
              <a:t/>
            </a:r>
          </a:p>
        </p:txBody>
      </p:sp>
    </p:spTree>
  </p:cSld>
</p:sldLayout>
</file>

<file path=ppt/slideLayouts/slideLayout17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58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82"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43"/>
          </p:nvPr>
        </p:nvSpPr>
        <p:spPr/>
        <p:txBody>
          <a:bodyPr/>
          <a:p>
            <a:r>
              <a:t>Footer</a:t>
            </a:r>
          </a:p>
        </p:txBody>
      </p:sp>
      <p:sp>
        <p:nvSpPr>
          <p:cNvPr id="5" name="PlaceHolder 4"/>
          <p:cNvSpPr>
            <a:spLocks noGrp="1"/>
          </p:cNvSpPr>
          <p:nvPr>
            <p:ph type="sldNum" idx="44"/>
          </p:nvPr>
        </p:nvSpPr>
        <p:spPr/>
        <p:txBody>
          <a:bodyPr/>
          <a:p>
            <a:fld id="{78F04838-E079-45B1-91E4-F8988CFE8E80}" type="slidenum">
              <a:t>&lt;#&gt;</a:t>
            </a:fld>
          </a:p>
        </p:txBody>
      </p:sp>
      <p:sp>
        <p:nvSpPr>
          <p:cNvPr id="6" name="PlaceHolder 5"/>
          <p:cNvSpPr>
            <a:spLocks noGrp="1"/>
          </p:cNvSpPr>
          <p:nvPr>
            <p:ph type="dt" idx="45"/>
          </p:nvPr>
        </p:nvSpPr>
        <p:spPr/>
        <p:txBody>
          <a:bodyPr/>
          <a:p>
            <a:r>
              <a:rPr lang="en-US"/>
              <a:t/>
            </a:r>
          </a:p>
        </p:txBody>
      </p:sp>
    </p:spTree>
  </p:cSld>
</p:sldLayout>
</file>

<file path=ppt/slideLayouts/slideLayout17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8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84"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85"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3"/>
          </p:nvPr>
        </p:nvSpPr>
        <p:spPr/>
        <p:txBody>
          <a:bodyPr/>
          <a:p>
            <a:r>
              <a:t>Footer</a:t>
            </a:r>
          </a:p>
        </p:txBody>
      </p:sp>
      <p:sp>
        <p:nvSpPr>
          <p:cNvPr id="6" name="PlaceHolder 5"/>
          <p:cNvSpPr>
            <a:spLocks noGrp="1"/>
          </p:cNvSpPr>
          <p:nvPr>
            <p:ph type="sldNum" idx="44"/>
          </p:nvPr>
        </p:nvSpPr>
        <p:spPr/>
        <p:txBody>
          <a:bodyPr/>
          <a:p>
            <a:fld id="{44066183-1635-4E16-858B-A93BA406039D}" type="slidenum">
              <a:t>&lt;#&gt;</a:t>
            </a:fld>
          </a:p>
        </p:txBody>
      </p:sp>
      <p:sp>
        <p:nvSpPr>
          <p:cNvPr id="7" name="PlaceHolder 6"/>
          <p:cNvSpPr>
            <a:spLocks noGrp="1"/>
          </p:cNvSpPr>
          <p:nvPr>
            <p:ph type="dt" idx="45"/>
          </p:nvPr>
        </p:nvSpPr>
        <p:spPr/>
        <p:txBody>
          <a:bodyPr/>
          <a:p>
            <a:r>
              <a:rPr lang="en-US"/>
              <a:t/>
            </a:r>
          </a:p>
        </p:txBody>
      </p:sp>
    </p:spTree>
  </p:cSld>
</p:sldLayout>
</file>

<file path=ppt/slideLayouts/slideLayout17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8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43"/>
          </p:nvPr>
        </p:nvSpPr>
        <p:spPr/>
        <p:txBody>
          <a:bodyPr/>
          <a:p>
            <a:r>
              <a:t>Footer</a:t>
            </a:r>
          </a:p>
        </p:txBody>
      </p:sp>
      <p:sp>
        <p:nvSpPr>
          <p:cNvPr id="4" name="PlaceHolder 3"/>
          <p:cNvSpPr>
            <a:spLocks noGrp="1"/>
          </p:cNvSpPr>
          <p:nvPr>
            <p:ph type="sldNum" idx="44"/>
          </p:nvPr>
        </p:nvSpPr>
        <p:spPr/>
        <p:txBody>
          <a:bodyPr/>
          <a:p>
            <a:fld id="{22AA30D8-243A-47FA-BDE1-B33BA451E6A6}" type="slidenum">
              <a:t>&lt;#&gt;</a:t>
            </a:fld>
          </a:p>
        </p:txBody>
      </p:sp>
      <p:sp>
        <p:nvSpPr>
          <p:cNvPr id="5" name="PlaceHolder 4"/>
          <p:cNvSpPr>
            <a:spLocks noGrp="1"/>
          </p:cNvSpPr>
          <p:nvPr>
            <p:ph type="dt" idx="45"/>
          </p:nvPr>
        </p:nvSpPr>
        <p:spPr/>
        <p:txBody>
          <a:bodyPr/>
          <a:p>
            <a:r>
              <a:rPr lang="en-US"/>
              <a:t/>
            </a:r>
          </a:p>
        </p:txBody>
      </p:sp>
    </p:spTree>
  </p:cSld>
</p:sldLayout>
</file>

<file path=ppt/slideLayouts/slideLayout17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87"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43"/>
          </p:nvPr>
        </p:nvSpPr>
        <p:spPr/>
        <p:txBody>
          <a:bodyPr/>
          <a:p>
            <a:r>
              <a:t>Footer</a:t>
            </a:r>
          </a:p>
        </p:txBody>
      </p:sp>
      <p:sp>
        <p:nvSpPr>
          <p:cNvPr id="4" name="PlaceHolder 3"/>
          <p:cNvSpPr>
            <a:spLocks noGrp="1"/>
          </p:cNvSpPr>
          <p:nvPr>
            <p:ph type="sldNum" idx="44"/>
          </p:nvPr>
        </p:nvSpPr>
        <p:spPr/>
        <p:txBody>
          <a:bodyPr/>
          <a:p>
            <a:fld id="{B6649C18-CB5A-476D-B91A-301BFB79F895}" type="slidenum">
              <a:t>&lt;#&gt;</a:t>
            </a:fld>
          </a:p>
        </p:txBody>
      </p:sp>
      <p:sp>
        <p:nvSpPr>
          <p:cNvPr id="5" name="PlaceHolder 4"/>
          <p:cNvSpPr>
            <a:spLocks noGrp="1"/>
          </p:cNvSpPr>
          <p:nvPr>
            <p:ph type="dt" idx="45"/>
          </p:nvPr>
        </p:nvSpPr>
        <p:spPr/>
        <p:txBody>
          <a:bodyPr/>
          <a:p>
            <a:r>
              <a:rPr lang="en-US"/>
              <a:t/>
            </a:r>
          </a:p>
        </p:txBody>
      </p:sp>
    </p:spTree>
  </p:cSld>
</p:sldLayout>
</file>

<file path=ppt/slideLayouts/slideLayout17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8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89"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90"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91"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3"/>
          </p:nvPr>
        </p:nvSpPr>
        <p:spPr/>
        <p:txBody>
          <a:bodyPr/>
          <a:p>
            <a:r>
              <a:t>Footer</a:t>
            </a:r>
          </a:p>
        </p:txBody>
      </p:sp>
      <p:sp>
        <p:nvSpPr>
          <p:cNvPr id="7" name="PlaceHolder 6"/>
          <p:cNvSpPr>
            <a:spLocks noGrp="1"/>
          </p:cNvSpPr>
          <p:nvPr>
            <p:ph type="sldNum" idx="44"/>
          </p:nvPr>
        </p:nvSpPr>
        <p:spPr/>
        <p:txBody>
          <a:bodyPr/>
          <a:p>
            <a:fld id="{CCDA2351-9CAB-422B-A4F8-EE9A6821F390}" type="slidenum">
              <a:t>&lt;#&gt;</a:t>
            </a:fld>
          </a:p>
        </p:txBody>
      </p:sp>
      <p:sp>
        <p:nvSpPr>
          <p:cNvPr id="8" name="PlaceHolder 7"/>
          <p:cNvSpPr>
            <a:spLocks noGrp="1"/>
          </p:cNvSpPr>
          <p:nvPr>
            <p:ph type="dt" idx="45"/>
          </p:nvPr>
        </p:nvSpPr>
        <p:spPr/>
        <p:txBody>
          <a:bodyPr/>
          <a:p>
            <a:r>
              <a:rPr lang="en-US"/>
              <a:t/>
            </a:r>
          </a:p>
        </p:txBody>
      </p:sp>
    </p:spTree>
  </p:cSld>
</p:sldLayout>
</file>

<file path=ppt/slideLayouts/slideLayout17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59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93"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9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95"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3"/>
          </p:nvPr>
        </p:nvSpPr>
        <p:spPr/>
        <p:txBody>
          <a:bodyPr/>
          <a:p>
            <a:r>
              <a:t>Footer</a:t>
            </a:r>
          </a:p>
        </p:txBody>
      </p:sp>
      <p:sp>
        <p:nvSpPr>
          <p:cNvPr id="7" name="PlaceHolder 6"/>
          <p:cNvSpPr>
            <a:spLocks noGrp="1"/>
          </p:cNvSpPr>
          <p:nvPr>
            <p:ph type="sldNum" idx="44"/>
          </p:nvPr>
        </p:nvSpPr>
        <p:spPr/>
        <p:txBody>
          <a:bodyPr/>
          <a:p>
            <a:fld id="{D58735AD-8C7A-4F82-8791-77AD981E1793}" type="slidenum">
              <a:t>&lt;#&gt;</a:t>
            </a:fld>
          </a:p>
        </p:txBody>
      </p:sp>
      <p:sp>
        <p:nvSpPr>
          <p:cNvPr id="8" name="PlaceHolder 7"/>
          <p:cNvSpPr>
            <a:spLocks noGrp="1"/>
          </p:cNvSpPr>
          <p:nvPr>
            <p:ph type="dt" idx="45"/>
          </p:nvPr>
        </p:nvSpPr>
        <p:spPr/>
        <p:txBody>
          <a:bodyPr/>
          <a:p>
            <a:r>
              <a:rPr lang="en-US"/>
              <a:t/>
            </a:r>
          </a:p>
        </p:txBody>
      </p:sp>
    </p:spTree>
  </p:cSld>
</p:sldLayout>
</file>

<file path=ppt/slideLayouts/slideLayout17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59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97"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98"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99"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3"/>
          </p:nvPr>
        </p:nvSpPr>
        <p:spPr/>
        <p:txBody>
          <a:bodyPr/>
          <a:p>
            <a:r>
              <a:t>Footer</a:t>
            </a:r>
          </a:p>
        </p:txBody>
      </p:sp>
      <p:sp>
        <p:nvSpPr>
          <p:cNvPr id="7" name="PlaceHolder 6"/>
          <p:cNvSpPr>
            <a:spLocks noGrp="1"/>
          </p:cNvSpPr>
          <p:nvPr>
            <p:ph type="sldNum" idx="44"/>
          </p:nvPr>
        </p:nvSpPr>
        <p:spPr/>
        <p:txBody>
          <a:bodyPr/>
          <a:p>
            <a:fld id="{5C71E646-B190-4A79-A3CD-8A83E5EAA06A}" type="slidenum">
              <a:t>&lt;#&gt;</a:t>
            </a:fld>
          </a:p>
        </p:txBody>
      </p:sp>
      <p:sp>
        <p:nvSpPr>
          <p:cNvPr id="8" name="PlaceHolder 7"/>
          <p:cNvSpPr>
            <a:spLocks noGrp="1"/>
          </p:cNvSpPr>
          <p:nvPr>
            <p:ph type="dt" idx="45"/>
          </p:nvPr>
        </p:nvSpPr>
        <p:spPr/>
        <p:txBody>
          <a:bodyPr/>
          <a:p>
            <a:r>
              <a:rPr lang="en-US"/>
              <a:t/>
            </a:r>
          </a:p>
        </p:txBody>
      </p:sp>
    </p:spTree>
  </p:cSld>
</p:sldLayout>
</file>

<file path=ppt/slideLayouts/slideLayout17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0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01"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02"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3"/>
          </p:nvPr>
        </p:nvSpPr>
        <p:spPr/>
        <p:txBody>
          <a:bodyPr/>
          <a:p>
            <a:r>
              <a:t>Footer</a:t>
            </a:r>
          </a:p>
        </p:txBody>
      </p:sp>
      <p:sp>
        <p:nvSpPr>
          <p:cNvPr id="6" name="PlaceHolder 5"/>
          <p:cNvSpPr>
            <a:spLocks noGrp="1"/>
          </p:cNvSpPr>
          <p:nvPr>
            <p:ph type="sldNum" idx="44"/>
          </p:nvPr>
        </p:nvSpPr>
        <p:spPr/>
        <p:txBody>
          <a:bodyPr/>
          <a:p>
            <a:fld id="{8C5D8415-28E3-4DDE-B6AC-1A2604E314EF}" type="slidenum">
              <a:t>&lt;#&gt;</a:t>
            </a:fld>
          </a:p>
        </p:txBody>
      </p:sp>
      <p:sp>
        <p:nvSpPr>
          <p:cNvPr id="7" name="PlaceHolder 6"/>
          <p:cNvSpPr>
            <a:spLocks noGrp="1"/>
          </p:cNvSpPr>
          <p:nvPr>
            <p:ph type="dt" idx="45"/>
          </p:nvPr>
        </p:nvSpPr>
        <p:spPr/>
        <p:txBody>
          <a:bodyPr/>
          <a:p>
            <a:r>
              <a:rPr lang="en-US"/>
              <a:t/>
            </a:r>
          </a:p>
        </p:txBody>
      </p:sp>
    </p:spTree>
  </p:cSld>
</p:sldLayout>
</file>

<file path=ppt/slideLayouts/slideLayout17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60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04"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05"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06"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07"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43"/>
          </p:nvPr>
        </p:nvSpPr>
        <p:spPr/>
        <p:txBody>
          <a:bodyPr/>
          <a:p>
            <a:r>
              <a:t>Footer</a:t>
            </a:r>
          </a:p>
        </p:txBody>
      </p:sp>
      <p:sp>
        <p:nvSpPr>
          <p:cNvPr id="8" name="PlaceHolder 7"/>
          <p:cNvSpPr>
            <a:spLocks noGrp="1"/>
          </p:cNvSpPr>
          <p:nvPr>
            <p:ph type="sldNum" idx="44"/>
          </p:nvPr>
        </p:nvSpPr>
        <p:spPr/>
        <p:txBody>
          <a:bodyPr/>
          <a:p>
            <a:fld id="{C7754E07-8E34-409F-965C-B57BC53A114F}" type="slidenum">
              <a:t>&lt;#&gt;</a:t>
            </a:fld>
          </a:p>
        </p:txBody>
      </p:sp>
      <p:sp>
        <p:nvSpPr>
          <p:cNvPr id="9" name="PlaceHolder 8"/>
          <p:cNvSpPr>
            <a:spLocks noGrp="1"/>
          </p:cNvSpPr>
          <p:nvPr>
            <p:ph type="dt" idx="45"/>
          </p:nvPr>
        </p:nvSpPr>
        <p:spPr/>
        <p:txBody>
          <a:bodyPr/>
          <a:p>
            <a:r>
              <a:rPr lang="en-US"/>
              <a:t/>
            </a:r>
          </a:p>
        </p:txBody>
      </p:sp>
    </p:spTree>
  </p:cSld>
</p:sldLayout>
</file>

<file path=ppt/slideLayouts/slideLayout18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60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09"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10"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11"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12"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13"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14"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43"/>
          </p:nvPr>
        </p:nvSpPr>
        <p:spPr/>
        <p:txBody>
          <a:bodyPr/>
          <a:p>
            <a:r>
              <a:t>Footer</a:t>
            </a:r>
          </a:p>
        </p:txBody>
      </p:sp>
      <p:sp>
        <p:nvSpPr>
          <p:cNvPr id="10" name="PlaceHolder 9"/>
          <p:cNvSpPr>
            <a:spLocks noGrp="1"/>
          </p:cNvSpPr>
          <p:nvPr>
            <p:ph type="sldNum" idx="44"/>
          </p:nvPr>
        </p:nvSpPr>
        <p:spPr/>
        <p:txBody>
          <a:bodyPr/>
          <a:p>
            <a:fld id="{607D044E-4E68-4FA4-8BE5-6BA0C84DFF50}" type="slidenum">
              <a:t>&lt;#&gt;</a:t>
            </a:fld>
          </a:p>
        </p:txBody>
      </p:sp>
      <p:sp>
        <p:nvSpPr>
          <p:cNvPr id="11" name="PlaceHolder 10"/>
          <p:cNvSpPr>
            <a:spLocks noGrp="1"/>
          </p:cNvSpPr>
          <p:nvPr>
            <p:ph type="dt" idx="45"/>
          </p:nvPr>
        </p:nvSpPr>
        <p:spPr/>
        <p:txBody>
          <a:bodyPr/>
          <a:p>
            <a:r>
              <a:rPr lang="en-US"/>
              <a:t/>
            </a:r>
          </a:p>
        </p:txBody>
      </p:sp>
    </p:spTree>
  </p:cSld>
</p:sldLayout>
</file>

<file path=ppt/slideLayouts/slideLayout18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46"/>
          </p:nvPr>
        </p:nvSpPr>
        <p:spPr/>
        <p:txBody>
          <a:bodyPr/>
          <a:p>
            <a:r>
              <a:t>Footer</a:t>
            </a:r>
          </a:p>
        </p:txBody>
      </p:sp>
      <p:sp>
        <p:nvSpPr>
          <p:cNvPr id="3" name="PlaceHolder 2"/>
          <p:cNvSpPr>
            <a:spLocks noGrp="1"/>
          </p:cNvSpPr>
          <p:nvPr>
            <p:ph type="sldNum" idx="47"/>
          </p:nvPr>
        </p:nvSpPr>
        <p:spPr/>
        <p:txBody>
          <a:bodyPr/>
          <a:p>
            <a:fld id="{BFBE3A98-A4B8-4D59-B4FC-28397B0EE012}" type="slidenum">
              <a:t>&lt;#&gt;</a:t>
            </a:fld>
          </a:p>
        </p:txBody>
      </p:sp>
      <p:sp>
        <p:nvSpPr>
          <p:cNvPr id="4" name="PlaceHolder 3"/>
          <p:cNvSpPr>
            <a:spLocks noGrp="1"/>
          </p:cNvSpPr>
          <p:nvPr>
            <p:ph type="dt" idx="48"/>
          </p:nvPr>
        </p:nvSpPr>
        <p:spPr/>
        <p:txBody>
          <a:bodyPr/>
          <a:p>
            <a:r>
              <a:rPr lang="en-US"/>
              <a:t/>
            </a:r>
          </a:p>
        </p:txBody>
      </p:sp>
    </p:spTree>
  </p:cSld>
</p:sldLayout>
</file>

<file path=ppt/slideLayouts/slideLayout18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61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19"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46"/>
          </p:nvPr>
        </p:nvSpPr>
        <p:spPr/>
        <p:txBody>
          <a:bodyPr/>
          <a:p>
            <a:r>
              <a:t>Footer</a:t>
            </a:r>
          </a:p>
        </p:txBody>
      </p:sp>
      <p:sp>
        <p:nvSpPr>
          <p:cNvPr id="5" name="PlaceHolder 4"/>
          <p:cNvSpPr>
            <a:spLocks noGrp="1"/>
          </p:cNvSpPr>
          <p:nvPr>
            <p:ph type="sldNum" idx="47"/>
          </p:nvPr>
        </p:nvSpPr>
        <p:spPr/>
        <p:txBody>
          <a:bodyPr/>
          <a:p>
            <a:fld id="{955FF754-9DA6-470F-88E6-3C834F597FC8}" type="slidenum">
              <a:t>&lt;#&gt;</a:t>
            </a:fld>
          </a:p>
        </p:txBody>
      </p:sp>
      <p:sp>
        <p:nvSpPr>
          <p:cNvPr id="6" name="PlaceHolder 5"/>
          <p:cNvSpPr>
            <a:spLocks noGrp="1"/>
          </p:cNvSpPr>
          <p:nvPr>
            <p:ph type="dt" idx="48"/>
          </p:nvPr>
        </p:nvSpPr>
        <p:spPr/>
        <p:txBody>
          <a:bodyPr/>
          <a:p>
            <a:r>
              <a:rPr lang="en-US"/>
              <a:t/>
            </a:r>
          </a:p>
        </p:txBody>
      </p:sp>
    </p:spTree>
  </p:cSld>
</p:sldLayout>
</file>

<file path=ppt/slideLayouts/slideLayout18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62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21"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46"/>
          </p:nvPr>
        </p:nvSpPr>
        <p:spPr/>
        <p:txBody>
          <a:bodyPr/>
          <a:p>
            <a:r>
              <a:t>Footer</a:t>
            </a:r>
          </a:p>
        </p:txBody>
      </p:sp>
      <p:sp>
        <p:nvSpPr>
          <p:cNvPr id="5" name="PlaceHolder 4"/>
          <p:cNvSpPr>
            <a:spLocks noGrp="1"/>
          </p:cNvSpPr>
          <p:nvPr>
            <p:ph type="sldNum" idx="47"/>
          </p:nvPr>
        </p:nvSpPr>
        <p:spPr/>
        <p:txBody>
          <a:bodyPr/>
          <a:p>
            <a:fld id="{00DB2EAC-81D3-4700-BC39-4010B8838DC4}" type="slidenum">
              <a:t>&lt;#&gt;</a:t>
            </a:fld>
          </a:p>
        </p:txBody>
      </p:sp>
      <p:sp>
        <p:nvSpPr>
          <p:cNvPr id="6" name="PlaceHolder 5"/>
          <p:cNvSpPr>
            <a:spLocks noGrp="1"/>
          </p:cNvSpPr>
          <p:nvPr>
            <p:ph type="dt" idx="48"/>
          </p:nvPr>
        </p:nvSpPr>
        <p:spPr/>
        <p:txBody>
          <a:bodyPr/>
          <a:p>
            <a:r>
              <a:rPr lang="en-US"/>
              <a:t/>
            </a:r>
          </a:p>
        </p:txBody>
      </p:sp>
    </p:spTree>
  </p:cSld>
</p:sldLayout>
</file>

<file path=ppt/slideLayouts/slideLayout18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2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23"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24"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6"/>
          </p:nvPr>
        </p:nvSpPr>
        <p:spPr/>
        <p:txBody>
          <a:bodyPr/>
          <a:p>
            <a:r>
              <a:t>Footer</a:t>
            </a:r>
          </a:p>
        </p:txBody>
      </p:sp>
      <p:sp>
        <p:nvSpPr>
          <p:cNvPr id="6" name="PlaceHolder 5"/>
          <p:cNvSpPr>
            <a:spLocks noGrp="1"/>
          </p:cNvSpPr>
          <p:nvPr>
            <p:ph type="sldNum" idx="47"/>
          </p:nvPr>
        </p:nvSpPr>
        <p:spPr/>
        <p:txBody>
          <a:bodyPr/>
          <a:p>
            <a:fld id="{94D86C9C-64E0-4EFA-95AC-43AC914BE303}" type="slidenum">
              <a:t>&lt;#&gt;</a:t>
            </a:fld>
          </a:p>
        </p:txBody>
      </p:sp>
      <p:sp>
        <p:nvSpPr>
          <p:cNvPr id="7" name="PlaceHolder 6"/>
          <p:cNvSpPr>
            <a:spLocks noGrp="1"/>
          </p:cNvSpPr>
          <p:nvPr>
            <p:ph type="dt" idx="48"/>
          </p:nvPr>
        </p:nvSpPr>
        <p:spPr/>
        <p:txBody>
          <a:bodyPr/>
          <a:p>
            <a:r>
              <a:rPr lang="en-US"/>
              <a:t/>
            </a:r>
          </a:p>
        </p:txBody>
      </p:sp>
    </p:spTree>
  </p:cSld>
</p:sldLayout>
</file>

<file path=ppt/slideLayouts/slideLayout18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62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46"/>
          </p:nvPr>
        </p:nvSpPr>
        <p:spPr/>
        <p:txBody>
          <a:bodyPr/>
          <a:p>
            <a:r>
              <a:t>Footer</a:t>
            </a:r>
          </a:p>
        </p:txBody>
      </p:sp>
      <p:sp>
        <p:nvSpPr>
          <p:cNvPr id="4" name="PlaceHolder 3"/>
          <p:cNvSpPr>
            <a:spLocks noGrp="1"/>
          </p:cNvSpPr>
          <p:nvPr>
            <p:ph type="sldNum" idx="47"/>
          </p:nvPr>
        </p:nvSpPr>
        <p:spPr/>
        <p:txBody>
          <a:bodyPr/>
          <a:p>
            <a:fld id="{97551A2E-3CA1-44D0-98B2-2C61FCAA1F7C}" type="slidenum">
              <a:t>&lt;#&gt;</a:t>
            </a:fld>
          </a:p>
        </p:txBody>
      </p:sp>
      <p:sp>
        <p:nvSpPr>
          <p:cNvPr id="5" name="PlaceHolder 4"/>
          <p:cNvSpPr>
            <a:spLocks noGrp="1"/>
          </p:cNvSpPr>
          <p:nvPr>
            <p:ph type="dt" idx="48"/>
          </p:nvPr>
        </p:nvSpPr>
        <p:spPr/>
        <p:txBody>
          <a:bodyPr/>
          <a:p>
            <a:r>
              <a:rPr lang="en-US"/>
              <a:t/>
            </a:r>
          </a:p>
        </p:txBody>
      </p:sp>
    </p:spTree>
  </p:cSld>
</p:sldLayout>
</file>

<file path=ppt/slideLayouts/slideLayout18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626"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46"/>
          </p:nvPr>
        </p:nvSpPr>
        <p:spPr/>
        <p:txBody>
          <a:bodyPr/>
          <a:p>
            <a:r>
              <a:t>Footer</a:t>
            </a:r>
          </a:p>
        </p:txBody>
      </p:sp>
      <p:sp>
        <p:nvSpPr>
          <p:cNvPr id="4" name="PlaceHolder 3"/>
          <p:cNvSpPr>
            <a:spLocks noGrp="1"/>
          </p:cNvSpPr>
          <p:nvPr>
            <p:ph type="sldNum" idx="47"/>
          </p:nvPr>
        </p:nvSpPr>
        <p:spPr/>
        <p:txBody>
          <a:bodyPr/>
          <a:p>
            <a:fld id="{7B301FD4-04E3-42BD-B3B5-EE6CD25EBAD4}" type="slidenum">
              <a:t>&lt;#&gt;</a:t>
            </a:fld>
          </a:p>
        </p:txBody>
      </p:sp>
      <p:sp>
        <p:nvSpPr>
          <p:cNvPr id="5" name="PlaceHolder 4"/>
          <p:cNvSpPr>
            <a:spLocks noGrp="1"/>
          </p:cNvSpPr>
          <p:nvPr>
            <p:ph type="dt" idx="48"/>
          </p:nvPr>
        </p:nvSpPr>
        <p:spPr/>
        <p:txBody>
          <a:bodyPr/>
          <a:p>
            <a:r>
              <a:rPr lang="en-US"/>
              <a:t/>
            </a:r>
          </a:p>
        </p:txBody>
      </p:sp>
    </p:spTree>
  </p:cSld>
</p:sldLayout>
</file>

<file path=ppt/slideLayouts/slideLayout18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62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28"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29"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30"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6"/>
          </p:nvPr>
        </p:nvSpPr>
        <p:spPr/>
        <p:txBody>
          <a:bodyPr/>
          <a:p>
            <a:r>
              <a:t>Footer</a:t>
            </a:r>
          </a:p>
        </p:txBody>
      </p:sp>
      <p:sp>
        <p:nvSpPr>
          <p:cNvPr id="7" name="PlaceHolder 6"/>
          <p:cNvSpPr>
            <a:spLocks noGrp="1"/>
          </p:cNvSpPr>
          <p:nvPr>
            <p:ph type="sldNum" idx="47"/>
          </p:nvPr>
        </p:nvSpPr>
        <p:spPr/>
        <p:txBody>
          <a:bodyPr/>
          <a:p>
            <a:fld id="{AE6DDF75-0FC6-4C74-91C2-DC49EFC6B375}" type="slidenum">
              <a:t>&lt;#&gt;</a:t>
            </a:fld>
          </a:p>
        </p:txBody>
      </p:sp>
      <p:sp>
        <p:nvSpPr>
          <p:cNvPr id="8" name="PlaceHolder 7"/>
          <p:cNvSpPr>
            <a:spLocks noGrp="1"/>
          </p:cNvSpPr>
          <p:nvPr>
            <p:ph type="dt" idx="48"/>
          </p:nvPr>
        </p:nvSpPr>
        <p:spPr/>
        <p:txBody>
          <a:bodyPr/>
          <a:p>
            <a:r>
              <a:rPr lang="en-US"/>
              <a:t/>
            </a:r>
          </a:p>
        </p:txBody>
      </p:sp>
    </p:spTree>
  </p:cSld>
</p:sldLayout>
</file>

<file path=ppt/slideLayouts/slideLayout18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63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32"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33"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34"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6"/>
          </p:nvPr>
        </p:nvSpPr>
        <p:spPr/>
        <p:txBody>
          <a:bodyPr/>
          <a:p>
            <a:r>
              <a:t>Footer</a:t>
            </a:r>
          </a:p>
        </p:txBody>
      </p:sp>
      <p:sp>
        <p:nvSpPr>
          <p:cNvPr id="7" name="PlaceHolder 6"/>
          <p:cNvSpPr>
            <a:spLocks noGrp="1"/>
          </p:cNvSpPr>
          <p:nvPr>
            <p:ph type="sldNum" idx="47"/>
          </p:nvPr>
        </p:nvSpPr>
        <p:spPr/>
        <p:txBody>
          <a:bodyPr/>
          <a:p>
            <a:fld id="{899BB83A-AF6D-454F-86AB-0BB3F4F4C71E}" type="slidenum">
              <a:t>&lt;#&gt;</a:t>
            </a:fld>
          </a:p>
        </p:txBody>
      </p:sp>
      <p:sp>
        <p:nvSpPr>
          <p:cNvPr id="8" name="PlaceHolder 7"/>
          <p:cNvSpPr>
            <a:spLocks noGrp="1"/>
          </p:cNvSpPr>
          <p:nvPr>
            <p:ph type="dt" idx="48"/>
          </p:nvPr>
        </p:nvSpPr>
        <p:spPr/>
        <p:txBody>
          <a:bodyPr/>
          <a:p>
            <a:r>
              <a:rPr lang="en-US"/>
              <a:t/>
            </a:r>
          </a:p>
        </p:txBody>
      </p:sp>
    </p:spTree>
  </p:cSld>
</p:sldLayout>
</file>

<file path=ppt/slideLayouts/slideLayout18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3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3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3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38"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6"/>
          </p:nvPr>
        </p:nvSpPr>
        <p:spPr/>
        <p:txBody>
          <a:bodyPr/>
          <a:p>
            <a:r>
              <a:t>Footer</a:t>
            </a:r>
          </a:p>
        </p:txBody>
      </p:sp>
      <p:sp>
        <p:nvSpPr>
          <p:cNvPr id="7" name="PlaceHolder 6"/>
          <p:cNvSpPr>
            <a:spLocks noGrp="1"/>
          </p:cNvSpPr>
          <p:nvPr>
            <p:ph type="sldNum" idx="47"/>
          </p:nvPr>
        </p:nvSpPr>
        <p:spPr/>
        <p:txBody>
          <a:bodyPr/>
          <a:p>
            <a:fld id="{17C54ADD-064E-4932-BEDD-9C22B29A61F8}" type="slidenum">
              <a:t>&lt;#&gt;</a:t>
            </a:fld>
          </a:p>
        </p:txBody>
      </p:sp>
      <p:sp>
        <p:nvSpPr>
          <p:cNvPr id="8" name="PlaceHolder 7"/>
          <p:cNvSpPr>
            <a:spLocks noGrp="1"/>
          </p:cNvSpPr>
          <p:nvPr>
            <p:ph type="dt" idx="48"/>
          </p:nvPr>
        </p:nvSpPr>
        <p:spPr/>
        <p:txBody>
          <a:bodyPr/>
          <a:p>
            <a:r>
              <a:rPr lang="en-US"/>
              <a:t/>
            </a:r>
          </a:p>
        </p:txBody>
      </p:sp>
    </p:spTree>
  </p:cSld>
</p:sldLayout>
</file>

<file path=ppt/slideLayouts/slideLayout19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3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40"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41"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6"/>
          </p:nvPr>
        </p:nvSpPr>
        <p:spPr/>
        <p:txBody>
          <a:bodyPr/>
          <a:p>
            <a:r>
              <a:t>Footer</a:t>
            </a:r>
          </a:p>
        </p:txBody>
      </p:sp>
      <p:sp>
        <p:nvSpPr>
          <p:cNvPr id="6" name="PlaceHolder 5"/>
          <p:cNvSpPr>
            <a:spLocks noGrp="1"/>
          </p:cNvSpPr>
          <p:nvPr>
            <p:ph type="sldNum" idx="47"/>
          </p:nvPr>
        </p:nvSpPr>
        <p:spPr/>
        <p:txBody>
          <a:bodyPr/>
          <a:p>
            <a:fld id="{C2E378AE-D78C-46C9-B09A-89A4B5F5E5A1}" type="slidenum">
              <a:t>&lt;#&gt;</a:t>
            </a:fld>
          </a:p>
        </p:txBody>
      </p:sp>
      <p:sp>
        <p:nvSpPr>
          <p:cNvPr id="7" name="PlaceHolder 6"/>
          <p:cNvSpPr>
            <a:spLocks noGrp="1"/>
          </p:cNvSpPr>
          <p:nvPr>
            <p:ph type="dt" idx="48"/>
          </p:nvPr>
        </p:nvSpPr>
        <p:spPr/>
        <p:txBody>
          <a:bodyPr/>
          <a:p>
            <a:r>
              <a:rPr lang="en-US"/>
              <a:t/>
            </a:r>
          </a:p>
        </p:txBody>
      </p:sp>
    </p:spTree>
  </p:cSld>
</p:sldLayout>
</file>

<file path=ppt/slideLayouts/slideLayout19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64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4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4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45"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46"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46"/>
          </p:nvPr>
        </p:nvSpPr>
        <p:spPr/>
        <p:txBody>
          <a:bodyPr/>
          <a:p>
            <a:r>
              <a:t>Footer</a:t>
            </a:r>
          </a:p>
        </p:txBody>
      </p:sp>
      <p:sp>
        <p:nvSpPr>
          <p:cNvPr id="8" name="PlaceHolder 7"/>
          <p:cNvSpPr>
            <a:spLocks noGrp="1"/>
          </p:cNvSpPr>
          <p:nvPr>
            <p:ph type="sldNum" idx="47"/>
          </p:nvPr>
        </p:nvSpPr>
        <p:spPr/>
        <p:txBody>
          <a:bodyPr/>
          <a:p>
            <a:fld id="{6284EA62-FB0E-4EFF-A9A9-09B96F515206}" type="slidenum">
              <a:t>&lt;#&gt;</a:t>
            </a:fld>
          </a:p>
        </p:txBody>
      </p:sp>
      <p:sp>
        <p:nvSpPr>
          <p:cNvPr id="9" name="PlaceHolder 8"/>
          <p:cNvSpPr>
            <a:spLocks noGrp="1"/>
          </p:cNvSpPr>
          <p:nvPr>
            <p:ph type="dt" idx="48"/>
          </p:nvPr>
        </p:nvSpPr>
        <p:spPr/>
        <p:txBody>
          <a:bodyPr/>
          <a:p>
            <a:r>
              <a:rPr lang="en-US"/>
              <a:t/>
            </a:r>
          </a:p>
        </p:txBody>
      </p:sp>
    </p:spTree>
  </p:cSld>
</p:sldLayout>
</file>

<file path=ppt/slideLayouts/slideLayout19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64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48"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49"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50"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51"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52"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53"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46"/>
          </p:nvPr>
        </p:nvSpPr>
        <p:spPr/>
        <p:txBody>
          <a:bodyPr/>
          <a:p>
            <a:r>
              <a:t>Footer</a:t>
            </a:r>
          </a:p>
        </p:txBody>
      </p:sp>
      <p:sp>
        <p:nvSpPr>
          <p:cNvPr id="10" name="PlaceHolder 9"/>
          <p:cNvSpPr>
            <a:spLocks noGrp="1"/>
          </p:cNvSpPr>
          <p:nvPr>
            <p:ph type="sldNum" idx="47"/>
          </p:nvPr>
        </p:nvSpPr>
        <p:spPr/>
        <p:txBody>
          <a:bodyPr/>
          <a:p>
            <a:fld id="{7689B35E-08C2-4913-9E79-E9650B5377FD}" type="slidenum">
              <a:t>&lt;#&gt;</a:t>
            </a:fld>
          </a:p>
        </p:txBody>
      </p:sp>
      <p:sp>
        <p:nvSpPr>
          <p:cNvPr id="11" name="PlaceHolder 10"/>
          <p:cNvSpPr>
            <a:spLocks noGrp="1"/>
          </p:cNvSpPr>
          <p:nvPr>
            <p:ph type="dt" idx="48"/>
          </p:nvPr>
        </p:nvSpPr>
        <p:spPr/>
        <p:txBody>
          <a:bodyPr/>
          <a:p>
            <a:r>
              <a:rPr lang="en-US"/>
              <a:t/>
            </a:r>
          </a:p>
        </p:txBody>
      </p:sp>
    </p:spTree>
  </p:cSld>
</p:sldLayout>
</file>

<file path=ppt/slideLayouts/slideLayout19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49"/>
          </p:nvPr>
        </p:nvSpPr>
        <p:spPr/>
        <p:txBody>
          <a:bodyPr/>
          <a:p>
            <a:r>
              <a:t>Footer</a:t>
            </a:r>
          </a:p>
        </p:txBody>
      </p:sp>
      <p:sp>
        <p:nvSpPr>
          <p:cNvPr id="3" name="PlaceHolder 2"/>
          <p:cNvSpPr>
            <a:spLocks noGrp="1"/>
          </p:cNvSpPr>
          <p:nvPr>
            <p:ph type="sldNum" idx="50"/>
          </p:nvPr>
        </p:nvSpPr>
        <p:spPr/>
        <p:txBody>
          <a:bodyPr/>
          <a:p>
            <a:fld id="{6748BEB5-29B1-4771-B418-28DF1231FC13}" type="slidenum">
              <a:t>&lt;#&gt;</a:t>
            </a:fld>
          </a:p>
        </p:txBody>
      </p:sp>
      <p:sp>
        <p:nvSpPr>
          <p:cNvPr id="4" name="PlaceHolder 3"/>
          <p:cNvSpPr>
            <a:spLocks noGrp="1"/>
          </p:cNvSpPr>
          <p:nvPr>
            <p:ph type="dt" idx="51"/>
          </p:nvPr>
        </p:nvSpPr>
        <p:spPr/>
        <p:txBody>
          <a:bodyPr/>
          <a:p>
            <a:r>
              <a:rPr lang="en-US"/>
              <a:t/>
            </a:r>
          </a:p>
        </p:txBody>
      </p:sp>
    </p:spTree>
  </p:cSld>
</p:sldLayout>
</file>

<file path=ppt/slideLayouts/slideLayout19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65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60"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49"/>
          </p:nvPr>
        </p:nvSpPr>
        <p:spPr/>
        <p:txBody>
          <a:bodyPr/>
          <a:p>
            <a:r>
              <a:t>Footer</a:t>
            </a:r>
          </a:p>
        </p:txBody>
      </p:sp>
      <p:sp>
        <p:nvSpPr>
          <p:cNvPr id="5" name="PlaceHolder 4"/>
          <p:cNvSpPr>
            <a:spLocks noGrp="1"/>
          </p:cNvSpPr>
          <p:nvPr>
            <p:ph type="sldNum" idx="50"/>
          </p:nvPr>
        </p:nvSpPr>
        <p:spPr/>
        <p:txBody>
          <a:bodyPr/>
          <a:p>
            <a:fld id="{D95215BE-E0ED-4E27-A613-4AF4C9EAB0D9}" type="slidenum">
              <a:t>&lt;#&gt;</a:t>
            </a:fld>
          </a:p>
        </p:txBody>
      </p:sp>
      <p:sp>
        <p:nvSpPr>
          <p:cNvPr id="6" name="PlaceHolder 5"/>
          <p:cNvSpPr>
            <a:spLocks noGrp="1"/>
          </p:cNvSpPr>
          <p:nvPr>
            <p:ph type="dt" idx="51"/>
          </p:nvPr>
        </p:nvSpPr>
        <p:spPr/>
        <p:txBody>
          <a:bodyPr/>
          <a:p>
            <a:r>
              <a:rPr lang="en-US"/>
              <a:t/>
            </a:r>
          </a:p>
        </p:txBody>
      </p:sp>
    </p:spTree>
  </p:cSld>
</p:sldLayout>
</file>

<file path=ppt/slideLayouts/slideLayout19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66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62"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49"/>
          </p:nvPr>
        </p:nvSpPr>
        <p:spPr/>
        <p:txBody>
          <a:bodyPr/>
          <a:p>
            <a:r>
              <a:t>Footer</a:t>
            </a:r>
          </a:p>
        </p:txBody>
      </p:sp>
      <p:sp>
        <p:nvSpPr>
          <p:cNvPr id="5" name="PlaceHolder 4"/>
          <p:cNvSpPr>
            <a:spLocks noGrp="1"/>
          </p:cNvSpPr>
          <p:nvPr>
            <p:ph type="sldNum" idx="50"/>
          </p:nvPr>
        </p:nvSpPr>
        <p:spPr/>
        <p:txBody>
          <a:bodyPr/>
          <a:p>
            <a:fld id="{83475BD2-00E1-4DE6-A095-78417688B21F}" type="slidenum">
              <a:t>&lt;#&gt;</a:t>
            </a:fld>
          </a:p>
        </p:txBody>
      </p:sp>
      <p:sp>
        <p:nvSpPr>
          <p:cNvPr id="6" name="PlaceHolder 5"/>
          <p:cNvSpPr>
            <a:spLocks noGrp="1"/>
          </p:cNvSpPr>
          <p:nvPr>
            <p:ph type="dt" idx="51"/>
          </p:nvPr>
        </p:nvSpPr>
        <p:spPr/>
        <p:txBody>
          <a:bodyPr/>
          <a:p>
            <a:r>
              <a:rPr lang="en-US"/>
              <a:t/>
            </a:r>
          </a:p>
        </p:txBody>
      </p:sp>
    </p:spTree>
  </p:cSld>
</p:sldLayout>
</file>

<file path=ppt/slideLayouts/slideLayout19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6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64"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65"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9"/>
          </p:nvPr>
        </p:nvSpPr>
        <p:spPr/>
        <p:txBody>
          <a:bodyPr/>
          <a:p>
            <a:r>
              <a:t>Footer</a:t>
            </a:r>
          </a:p>
        </p:txBody>
      </p:sp>
      <p:sp>
        <p:nvSpPr>
          <p:cNvPr id="6" name="PlaceHolder 5"/>
          <p:cNvSpPr>
            <a:spLocks noGrp="1"/>
          </p:cNvSpPr>
          <p:nvPr>
            <p:ph type="sldNum" idx="50"/>
          </p:nvPr>
        </p:nvSpPr>
        <p:spPr/>
        <p:txBody>
          <a:bodyPr/>
          <a:p>
            <a:fld id="{9325D727-1676-4C23-B243-5E1B5A83EA8B}" type="slidenum">
              <a:t>&lt;#&gt;</a:t>
            </a:fld>
          </a:p>
        </p:txBody>
      </p:sp>
      <p:sp>
        <p:nvSpPr>
          <p:cNvPr id="7" name="PlaceHolder 6"/>
          <p:cNvSpPr>
            <a:spLocks noGrp="1"/>
          </p:cNvSpPr>
          <p:nvPr>
            <p:ph type="dt" idx="51"/>
          </p:nvPr>
        </p:nvSpPr>
        <p:spPr/>
        <p:txBody>
          <a:bodyPr/>
          <a:p>
            <a:r>
              <a:rPr lang="en-US"/>
              <a:t/>
            </a:r>
          </a:p>
        </p:txBody>
      </p:sp>
    </p:spTree>
  </p:cSld>
</p:sldLayout>
</file>

<file path=ppt/slideLayouts/slideLayout19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66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49"/>
          </p:nvPr>
        </p:nvSpPr>
        <p:spPr/>
        <p:txBody>
          <a:bodyPr/>
          <a:p>
            <a:r>
              <a:t>Footer</a:t>
            </a:r>
          </a:p>
        </p:txBody>
      </p:sp>
      <p:sp>
        <p:nvSpPr>
          <p:cNvPr id="4" name="PlaceHolder 3"/>
          <p:cNvSpPr>
            <a:spLocks noGrp="1"/>
          </p:cNvSpPr>
          <p:nvPr>
            <p:ph type="sldNum" idx="50"/>
          </p:nvPr>
        </p:nvSpPr>
        <p:spPr/>
        <p:txBody>
          <a:bodyPr/>
          <a:p>
            <a:fld id="{A910E84A-D7C9-4353-B60F-6C507DE967C4}" type="slidenum">
              <a:t>&lt;#&gt;</a:t>
            </a:fld>
          </a:p>
        </p:txBody>
      </p:sp>
      <p:sp>
        <p:nvSpPr>
          <p:cNvPr id="5" name="PlaceHolder 4"/>
          <p:cNvSpPr>
            <a:spLocks noGrp="1"/>
          </p:cNvSpPr>
          <p:nvPr>
            <p:ph type="dt" idx="51"/>
          </p:nvPr>
        </p:nvSpPr>
        <p:spPr/>
        <p:txBody>
          <a:bodyPr/>
          <a:p>
            <a:r>
              <a:rPr lang="en-US"/>
              <a:t/>
            </a:r>
          </a:p>
        </p:txBody>
      </p:sp>
    </p:spTree>
  </p:cSld>
</p:sldLayout>
</file>

<file path=ppt/slideLayouts/slideLayout19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667"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49"/>
          </p:nvPr>
        </p:nvSpPr>
        <p:spPr/>
        <p:txBody>
          <a:bodyPr/>
          <a:p>
            <a:r>
              <a:t>Footer</a:t>
            </a:r>
          </a:p>
        </p:txBody>
      </p:sp>
      <p:sp>
        <p:nvSpPr>
          <p:cNvPr id="4" name="PlaceHolder 3"/>
          <p:cNvSpPr>
            <a:spLocks noGrp="1"/>
          </p:cNvSpPr>
          <p:nvPr>
            <p:ph type="sldNum" idx="50"/>
          </p:nvPr>
        </p:nvSpPr>
        <p:spPr/>
        <p:txBody>
          <a:bodyPr/>
          <a:p>
            <a:fld id="{C4B90036-4453-43BF-B7FD-CA9CC40030BE}" type="slidenum">
              <a:t>&lt;#&gt;</a:t>
            </a:fld>
          </a:p>
        </p:txBody>
      </p:sp>
      <p:sp>
        <p:nvSpPr>
          <p:cNvPr id="5" name="PlaceHolder 4"/>
          <p:cNvSpPr>
            <a:spLocks noGrp="1"/>
          </p:cNvSpPr>
          <p:nvPr>
            <p:ph type="dt" idx="51"/>
          </p:nvPr>
        </p:nvSpPr>
        <p:spPr/>
        <p:txBody>
          <a:bodyPr/>
          <a:p>
            <a:r>
              <a:rPr lang="en-US"/>
              <a:t/>
            </a:r>
          </a:p>
        </p:txBody>
      </p:sp>
    </p:spTree>
  </p:cSld>
</p:sldLayout>
</file>

<file path=ppt/slideLayouts/slideLayout19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66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69"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70"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71"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9"/>
          </p:nvPr>
        </p:nvSpPr>
        <p:spPr/>
        <p:txBody>
          <a:bodyPr/>
          <a:p>
            <a:r>
              <a:t>Footer</a:t>
            </a:r>
          </a:p>
        </p:txBody>
      </p:sp>
      <p:sp>
        <p:nvSpPr>
          <p:cNvPr id="7" name="PlaceHolder 6"/>
          <p:cNvSpPr>
            <a:spLocks noGrp="1"/>
          </p:cNvSpPr>
          <p:nvPr>
            <p:ph type="sldNum" idx="50"/>
          </p:nvPr>
        </p:nvSpPr>
        <p:spPr/>
        <p:txBody>
          <a:bodyPr/>
          <a:p>
            <a:fld id="{316C1452-803B-4ECC-804A-D2F8CC38703B}" type="slidenum">
              <a:t>&lt;#&gt;</a:t>
            </a:fld>
          </a:p>
        </p:txBody>
      </p:sp>
      <p:sp>
        <p:nvSpPr>
          <p:cNvPr id="8" name="PlaceHolder 7"/>
          <p:cNvSpPr>
            <a:spLocks noGrp="1"/>
          </p:cNvSpPr>
          <p:nvPr>
            <p:ph type="dt" idx="51"/>
          </p:nvPr>
        </p:nvSpPr>
        <p:spPr/>
        <p:txBody>
          <a:bodyPr/>
          <a:p>
            <a:r>
              <a:rPr lang="en-US"/>
              <a:t/>
            </a:r>
          </a:p>
        </p:txBody>
      </p:sp>
    </p:spTree>
  </p:cSld>
</p:sldLayout>
</file>

<file path=ppt/slideLayouts/slideLayout20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67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73"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7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75"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9"/>
          </p:nvPr>
        </p:nvSpPr>
        <p:spPr/>
        <p:txBody>
          <a:bodyPr/>
          <a:p>
            <a:r>
              <a:t>Footer</a:t>
            </a:r>
          </a:p>
        </p:txBody>
      </p:sp>
      <p:sp>
        <p:nvSpPr>
          <p:cNvPr id="7" name="PlaceHolder 6"/>
          <p:cNvSpPr>
            <a:spLocks noGrp="1"/>
          </p:cNvSpPr>
          <p:nvPr>
            <p:ph type="sldNum" idx="50"/>
          </p:nvPr>
        </p:nvSpPr>
        <p:spPr/>
        <p:txBody>
          <a:bodyPr/>
          <a:p>
            <a:fld id="{121A2EFA-9003-4DA6-AF57-D454DAEDD574}" type="slidenum">
              <a:t>&lt;#&gt;</a:t>
            </a:fld>
          </a:p>
        </p:txBody>
      </p:sp>
      <p:sp>
        <p:nvSpPr>
          <p:cNvPr id="8" name="PlaceHolder 7"/>
          <p:cNvSpPr>
            <a:spLocks noGrp="1"/>
          </p:cNvSpPr>
          <p:nvPr>
            <p:ph type="dt" idx="51"/>
          </p:nvPr>
        </p:nvSpPr>
        <p:spPr/>
        <p:txBody>
          <a:bodyPr/>
          <a:p>
            <a:r>
              <a:rPr lang="en-US"/>
              <a:t/>
            </a:r>
          </a:p>
        </p:txBody>
      </p:sp>
    </p:spTree>
  </p:cSld>
</p:sldLayout>
</file>

<file path=ppt/slideLayouts/slideLayout20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7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77"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78"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79"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9"/>
          </p:nvPr>
        </p:nvSpPr>
        <p:spPr/>
        <p:txBody>
          <a:bodyPr/>
          <a:p>
            <a:r>
              <a:t>Footer</a:t>
            </a:r>
          </a:p>
        </p:txBody>
      </p:sp>
      <p:sp>
        <p:nvSpPr>
          <p:cNvPr id="7" name="PlaceHolder 6"/>
          <p:cNvSpPr>
            <a:spLocks noGrp="1"/>
          </p:cNvSpPr>
          <p:nvPr>
            <p:ph type="sldNum" idx="50"/>
          </p:nvPr>
        </p:nvSpPr>
        <p:spPr/>
        <p:txBody>
          <a:bodyPr/>
          <a:p>
            <a:fld id="{DD333055-01DF-47F0-8590-09C5FAE841B7}" type="slidenum">
              <a:t>&lt;#&gt;</a:t>
            </a:fld>
          </a:p>
        </p:txBody>
      </p:sp>
      <p:sp>
        <p:nvSpPr>
          <p:cNvPr id="8" name="PlaceHolder 7"/>
          <p:cNvSpPr>
            <a:spLocks noGrp="1"/>
          </p:cNvSpPr>
          <p:nvPr>
            <p:ph type="dt" idx="51"/>
          </p:nvPr>
        </p:nvSpPr>
        <p:spPr/>
        <p:txBody>
          <a:bodyPr/>
          <a:p>
            <a:r>
              <a:rPr lang="en-US"/>
              <a:t/>
            </a:r>
          </a:p>
        </p:txBody>
      </p:sp>
    </p:spTree>
  </p:cSld>
</p:sldLayout>
</file>

<file path=ppt/slideLayouts/slideLayout20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8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81"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82"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9"/>
          </p:nvPr>
        </p:nvSpPr>
        <p:spPr/>
        <p:txBody>
          <a:bodyPr/>
          <a:p>
            <a:r>
              <a:t>Footer</a:t>
            </a:r>
          </a:p>
        </p:txBody>
      </p:sp>
      <p:sp>
        <p:nvSpPr>
          <p:cNvPr id="6" name="PlaceHolder 5"/>
          <p:cNvSpPr>
            <a:spLocks noGrp="1"/>
          </p:cNvSpPr>
          <p:nvPr>
            <p:ph type="sldNum" idx="50"/>
          </p:nvPr>
        </p:nvSpPr>
        <p:spPr/>
        <p:txBody>
          <a:bodyPr/>
          <a:p>
            <a:fld id="{E0BE88D2-1DFB-4CE1-8241-40C7F1CF9067}" type="slidenum">
              <a:t>&lt;#&gt;</a:t>
            </a:fld>
          </a:p>
        </p:txBody>
      </p:sp>
      <p:sp>
        <p:nvSpPr>
          <p:cNvPr id="7" name="PlaceHolder 6"/>
          <p:cNvSpPr>
            <a:spLocks noGrp="1"/>
          </p:cNvSpPr>
          <p:nvPr>
            <p:ph type="dt" idx="51"/>
          </p:nvPr>
        </p:nvSpPr>
        <p:spPr/>
        <p:txBody>
          <a:bodyPr/>
          <a:p>
            <a:r>
              <a:rPr lang="en-US"/>
              <a:t/>
            </a:r>
          </a:p>
        </p:txBody>
      </p:sp>
    </p:spTree>
  </p:cSld>
</p:sldLayout>
</file>

<file path=ppt/slideLayouts/slideLayout20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68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84"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85"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86"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87"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49"/>
          </p:nvPr>
        </p:nvSpPr>
        <p:spPr/>
        <p:txBody>
          <a:bodyPr/>
          <a:p>
            <a:r>
              <a:t>Footer</a:t>
            </a:r>
          </a:p>
        </p:txBody>
      </p:sp>
      <p:sp>
        <p:nvSpPr>
          <p:cNvPr id="8" name="PlaceHolder 7"/>
          <p:cNvSpPr>
            <a:spLocks noGrp="1"/>
          </p:cNvSpPr>
          <p:nvPr>
            <p:ph type="sldNum" idx="50"/>
          </p:nvPr>
        </p:nvSpPr>
        <p:spPr/>
        <p:txBody>
          <a:bodyPr/>
          <a:p>
            <a:fld id="{6781EE1A-B8D2-4589-9BDE-92092C0B6FB4}" type="slidenum">
              <a:t>&lt;#&gt;</a:t>
            </a:fld>
          </a:p>
        </p:txBody>
      </p:sp>
      <p:sp>
        <p:nvSpPr>
          <p:cNvPr id="9" name="PlaceHolder 8"/>
          <p:cNvSpPr>
            <a:spLocks noGrp="1"/>
          </p:cNvSpPr>
          <p:nvPr>
            <p:ph type="dt" idx="51"/>
          </p:nvPr>
        </p:nvSpPr>
        <p:spPr/>
        <p:txBody>
          <a:bodyPr/>
          <a:p>
            <a:r>
              <a:rPr lang="en-US"/>
              <a:t/>
            </a:r>
          </a:p>
        </p:txBody>
      </p:sp>
    </p:spTree>
  </p:cSld>
</p:sldLayout>
</file>

<file path=ppt/slideLayouts/slideLayout20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68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89"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90"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91"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92"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93"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94"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49"/>
          </p:nvPr>
        </p:nvSpPr>
        <p:spPr/>
        <p:txBody>
          <a:bodyPr/>
          <a:p>
            <a:r>
              <a:t>Footer</a:t>
            </a:r>
          </a:p>
        </p:txBody>
      </p:sp>
      <p:sp>
        <p:nvSpPr>
          <p:cNvPr id="10" name="PlaceHolder 9"/>
          <p:cNvSpPr>
            <a:spLocks noGrp="1"/>
          </p:cNvSpPr>
          <p:nvPr>
            <p:ph type="sldNum" idx="50"/>
          </p:nvPr>
        </p:nvSpPr>
        <p:spPr/>
        <p:txBody>
          <a:bodyPr/>
          <a:p>
            <a:fld id="{8E3D4977-9B80-4856-9DB5-C4E201A3B57E}" type="slidenum">
              <a:t>&lt;#&gt;</a:t>
            </a:fld>
          </a:p>
        </p:txBody>
      </p:sp>
      <p:sp>
        <p:nvSpPr>
          <p:cNvPr id="11" name="PlaceHolder 10"/>
          <p:cNvSpPr>
            <a:spLocks noGrp="1"/>
          </p:cNvSpPr>
          <p:nvPr>
            <p:ph type="dt" idx="51"/>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25.xml"/><Relationship Id="rId3" Type="http://schemas.openxmlformats.org/officeDocument/2006/relationships/slideLayout" Target="../slideLayouts/slideLayout26.xml"/><Relationship Id="rId4" Type="http://schemas.openxmlformats.org/officeDocument/2006/relationships/slideLayout" Target="../slideLayouts/slideLayout27.xml"/><Relationship Id="rId5" Type="http://schemas.openxmlformats.org/officeDocument/2006/relationships/slideLayout" Target="../slideLayouts/slideLayout28.xml"/><Relationship Id="rId6" Type="http://schemas.openxmlformats.org/officeDocument/2006/relationships/slideLayout" Target="../slideLayouts/slideLayout29.xml"/><Relationship Id="rId7" Type="http://schemas.openxmlformats.org/officeDocument/2006/relationships/slideLayout" Target="../slideLayouts/slideLayout30.xml"/><Relationship Id="rId8" Type="http://schemas.openxmlformats.org/officeDocument/2006/relationships/slideLayout" Target="../slideLayouts/slideLayout31.xml"/><Relationship Id="rId9" Type="http://schemas.openxmlformats.org/officeDocument/2006/relationships/slideLayout" Target="../slideLayouts/slideLayout32.xml"/><Relationship Id="rId10" Type="http://schemas.openxmlformats.org/officeDocument/2006/relationships/slideLayout" Target="../slideLayouts/slideLayout33.xml"/><Relationship Id="rId11" Type="http://schemas.openxmlformats.org/officeDocument/2006/relationships/slideLayout" Target="../slideLayouts/slideLayout34.xml"/><Relationship Id="rId12" Type="http://schemas.openxmlformats.org/officeDocument/2006/relationships/slideLayout" Target="../slideLayouts/slideLayout35.xml"/><Relationship Id="rId13" Type="http://schemas.openxmlformats.org/officeDocument/2006/relationships/slideLayout" Target="../slideLayouts/slideLayout36.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37.xml"/><Relationship Id="rId3" Type="http://schemas.openxmlformats.org/officeDocument/2006/relationships/slideLayout" Target="../slideLayouts/slideLayout38.xml"/><Relationship Id="rId4" Type="http://schemas.openxmlformats.org/officeDocument/2006/relationships/slideLayout" Target="../slideLayouts/slideLayout39.xml"/><Relationship Id="rId5" Type="http://schemas.openxmlformats.org/officeDocument/2006/relationships/slideLayout" Target="../slideLayouts/slideLayout40.xml"/><Relationship Id="rId6" Type="http://schemas.openxmlformats.org/officeDocument/2006/relationships/slideLayout" Target="../slideLayouts/slideLayout41.xml"/><Relationship Id="rId7" Type="http://schemas.openxmlformats.org/officeDocument/2006/relationships/slideLayout" Target="../slideLayouts/slideLayout42.xml"/><Relationship Id="rId8" Type="http://schemas.openxmlformats.org/officeDocument/2006/relationships/slideLayout" Target="../slideLayouts/slideLayout43.xml"/><Relationship Id="rId9" Type="http://schemas.openxmlformats.org/officeDocument/2006/relationships/slideLayout" Target="../slideLayouts/slideLayout44.xml"/><Relationship Id="rId10" Type="http://schemas.openxmlformats.org/officeDocument/2006/relationships/slideLayout" Target="../slideLayouts/slideLayout45.xml"/><Relationship Id="rId11" Type="http://schemas.openxmlformats.org/officeDocument/2006/relationships/slideLayout" Target="../slideLayouts/slideLayout46.xml"/><Relationship Id="rId12" Type="http://schemas.openxmlformats.org/officeDocument/2006/relationships/slideLayout" Target="../slideLayouts/slideLayout47.xml"/><Relationship Id="rId13" Type="http://schemas.openxmlformats.org/officeDocument/2006/relationships/slideLayout" Target="../slideLayouts/slideLayout48.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49.xml"/><Relationship Id="rId3" Type="http://schemas.openxmlformats.org/officeDocument/2006/relationships/slideLayout" Target="../slideLayouts/slideLayout50.xml"/><Relationship Id="rId4" Type="http://schemas.openxmlformats.org/officeDocument/2006/relationships/slideLayout" Target="../slideLayouts/slideLayout51.xml"/><Relationship Id="rId5" Type="http://schemas.openxmlformats.org/officeDocument/2006/relationships/slideLayout" Target="../slideLayouts/slideLayout52.xml"/><Relationship Id="rId6" Type="http://schemas.openxmlformats.org/officeDocument/2006/relationships/slideLayout" Target="../slideLayouts/slideLayout53.xml"/><Relationship Id="rId7" Type="http://schemas.openxmlformats.org/officeDocument/2006/relationships/slideLayout" Target="../slideLayouts/slideLayout54.xml"/><Relationship Id="rId8" Type="http://schemas.openxmlformats.org/officeDocument/2006/relationships/slideLayout" Target="../slideLayouts/slideLayout55.xml"/><Relationship Id="rId9" Type="http://schemas.openxmlformats.org/officeDocument/2006/relationships/slideLayout" Target="../slideLayouts/slideLayout56.xml"/><Relationship Id="rId10" Type="http://schemas.openxmlformats.org/officeDocument/2006/relationships/slideLayout" Target="../slideLayouts/slideLayout57.xml"/><Relationship Id="rId11" Type="http://schemas.openxmlformats.org/officeDocument/2006/relationships/slideLayout" Target="../slideLayouts/slideLayout58.xml"/><Relationship Id="rId12" Type="http://schemas.openxmlformats.org/officeDocument/2006/relationships/slideLayout" Target="../slideLayouts/slideLayout59.xml"/><Relationship Id="rId13" Type="http://schemas.openxmlformats.org/officeDocument/2006/relationships/slideLayout" Target="../slideLayouts/slideLayout60.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1.xml"/><Relationship Id="rId3" Type="http://schemas.openxmlformats.org/officeDocument/2006/relationships/slideLayout" Target="../slideLayouts/slideLayout62.xml"/><Relationship Id="rId4" Type="http://schemas.openxmlformats.org/officeDocument/2006/relationships/slideLayout" Target="../slideLayouts/slideLayout63.xml"/><Relationship Id="rId5" Type="http://schemas.openxmlformats.org/officeDocument/2006/relationships/slideLayout" Target="../slideLayouts/slideLayout64.xml"/><Relationship Id="rId6" Type="http://schemas.openxmlformats.org/officeDocument/2006/relationships/slideLayout" Target="../slideLayouts/slideLayout65.xml"/><Relationship Id="rId7" Type="http://schemas.openxmlformats.org/officeDocument/2006/relationships/slideLayout" Target="../slideLayouts/slideLayout66.xml"/><Relationship Id="rId8" Type="http://schemas.openxmlformats.org/officeDocument/2006/relationships/slideLayout" Target="../slideLayouts/slideLayout67.xml"/><Relationship Id="rId9" Type="http://schemas.openxmlformats.org/officeDocument/2006/relationships/slideLayout" Target="../slideLayouts/slideLayout68.xml"/><Relationship Id="rId10" Type="http://schemas.openxmlformats.org/officeDocument/2006/relationships/slideLayout" Target="../slideLayouts/slideLayout69.xml"/><Relationship Id="rId11" Type="http://schemas.openxmlformats.org/officeDocument/2006/relationships/slideLayout" Target="../slideLayouts/slideLayout70.xml"/><Relationship Id="rId12" Type="http://schemas.openxmlformats.org/officeDocument/2006/relationships/slideLayout" Target="../slideLayouts/slideLayout71.xml"/><Relationship Id="rId13" Type="http://schemas.openxmlformats.org/officeDocument/2006/relationships/slideLayout" Target="../slideLayouts/slideLayout72.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3.xml"/><Relationship Id="rId3" Type="http://schemas.openxmlformats.org/officeDocument/2006/relationships/slideLayout" Target="../slideLayouts/slideLayout74.xml"/><Relationship Id="rId4" Type="http://schemas.openxmlformats.org/officeDocument/2006/relationships/slideLayout" Target="../slideLayouts/slideLayout75.xml"/><Relationship Id="rId5" Type="http://schemas.openxmlformats.org/officeDocument/2006/relationships/slideLayout" Target="../slideLayouts/slideLayout76.xml"/><Relationship Id="rId6" Type="http://schemas.openxmlformats.org/officeDocument/2006/relationships/slideLayout" Target="../slideLayouts/slideLayout77.xml"/><Relationship Id="rId7" Type="http://schemas.openxmlformats.org/officeDocument/2006/relationships/slideLayout" Target="../slideLayouts/slideLayout78.xml"/><Relationship Id="rId8" Type="http://schemas.openxmlformats.org/officeDocument/2006/relationships/slideLayout" Target="../slideLayouts/slideLayout79.xml"/><Relationship Id="rId9" Type="http://schemas.openxmlformats.org/officeDocument/2006/relationships/slideLayout" Target="../slideLayouts/slideLayout80.xml"/><Relationship Id="rId10" Type="http://schemas.openxmlformats.org/officeDocument/2006/relationships/slideLayout" Target="../slideLayouts/slideLayout81.xml"/><Relationship Id="rId11" Type="http://schemas.openxmlformats.org/officeDocument/2006/relationships/slideLayout" Target="../slideLayouts/slideLayout82.xml"/><Relationship Id="rId12" Type="http://schemas.openxmlformats.org/officeDocument/2006/relationships/slideLayout" Target="../slideLayouts/slideLayout83.xml"/><Relationship Id="rId13" Type="http://schemas.openxmlformats.org/officeDocument/2006/relationships/slideLayout" Target="../slideLayouts/slideLayout84.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9" Type="http://schemas.openxmlformats.org/officeDocument/2006/relationships/slideLayout" Target="../slideLayouts/slideLayout92.xml"/><Relationship Id="rId10" Type="http://schemas.openxmlformats.org/officeDocument/2006/relationships/slideLayout" Target="../slideLayouts/slideLayout93.xml"/><Relationship Id="rId11" Type="http://schemas.openxmlformats.org/officeDocument/2006/relationships/slideLayout" Target="../slideLayouts/slideLayout94.xml"/><Relationship Id="rId12" Type="http://schemas.openxmlformats.org/officeDocument/2006/relationships/slideLayout" Target="../slideLayouts/slideLayout95.xml"/><Relationship Id="rId13" Type="http://schemas.openxmlformats.org/officeDocument/2006/relationships/slideLayout" Target="../slideLayouts/slideLayout96.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7.xml"/><Relationship Id="rId3" Type="http://schemas.openxmlformats.org/officeDocument/2006/relationships/slideLayout" Target="../slideLayouts/slideLayout98.xml"/><Relationship Id="rId4" Type="http://schemas.openxmlformats.org/officeDocument/2006/relationships/slideLayout" Target="../slideLayouts/slideLayout99.xml"/><Relationship Id="rId5" Type="http://schemas.openxmlformats.org/officeDocument/2006/relationships/slideLayout" Target="../slideLayouts/slideLayout100.xml"/><Relationship Id="rId6" Type="http://schemas.openxmlformats.org/officeDocument/2006/relationships/slideLayout" Target="../slideLayouts/slideLayout101.xml"/><Relationship Id="rId7" Type="http://schemas.openxmlformats.org/officeDocument/2006/relationships/slideLayout" Target="../slideLayouts/slideLayout102.xml"/><Relationship Id="rId8" Type="http://schemas.openxmlformats.org/officeDocument/2006/relationships/slideLayout" Target="../slideLayouts/slideLayout103.xml"/><Relationship Id="rId9" Type="http://schemas.openxmlformats.org/officeDocument/2006/relationships/slideLayout" Target="../slideLayouts/slideLayout104.xml"/><Relationship Id="rId10" Type="http://schemas.openxmlformats.org/officeDocument/2006/relationships/slideLayout" Target="../slideLayouts/slideLayout105.xml"/><Relationship Id="rId11" Type="http://schemas.openxmlformats.org/officeDocument/2006/relationships/slideLayout" Target="../slideLayouts/slideLayout106.xml"/><Relationship Id="rId12" Type="http://schemas.openxmlformats.org/officeDocument/2006/relationships/slideLayout" Target="../slideLayouts/slideLayout107.xml"/><Relationship Id="rId13" Type="http://schemas.openxmlformats.org/officeDocument/2006/relationships/slideLayout" Target="../slideLayouts/slideLayout108.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9.xml"/><Relationship Id="rId3" Type="http://schemas.openxmlformats.org/officeDocument/2006/relationships/slideLayout" Target="../slideLayouts/slideLayout110.xml"/><Relationship Id="rId4" Type="http://schemas.openxmlformats.org/officeDocument/2006/relationships/slideLayout" Target="../slideLayouts/slideLayout111.xml"/><Relationship Id="rId5" Type="http://schemas.openxmlformats.org/officeDocument/2006/relationships/slideLayout" Target="../slideLayouts/slideLayout112.xml"/><Relationship Id="rId6" Type="http://schemas.openxmlformats.org/officeDocument/2006/relationships/slideLayout" Target="../slideLayouts/slideLayout113.xml"/><Relationship Id="rId7" Type="http://schemas.openxmlformats.org/officeDocument/2006/relationships/slideLayout" Target="../slideLayouts/slideLayout114.xml"/><Relationship Id="rId8" Type="http://schemas.openxmlformats.org/officeDocument/2006/relationships/slideLayout" Target="../slideLayouts/slideLayout115.xml"/><Relationship Id="rId9" Type="http://schemas.openxmlformats.org/officeDocument/2006/relationships/slideLayout" Target="../slideLayouts/slideLayout116.xml"/><Relationship Id="rId10" Type="http://schemas.openxmlformats.org/officeDocument/2006/relationships/slideLayout" Target="../slideLayouts/slideLayout117.xml"/><Relationship Id="rId11" Type="http://schemas.openxmlformats.org/officeDocument/2006/relationships/slideLayout" Target="../slideLayouts/slideLayout118.xml"/><Relationship Id="rId12" Type="http://schemas.openxmlformats.org/officeDocument/2006/relationships/slideLayout" Target="../slideLayouts/slideLayout119.xml"/><Relationship Id="rId13" Type="http://schemas.openxmlformats.org/officeDocument/2006/relationships/slideLayout" Target="../slideLayouts/slideLayout12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21.xml"/><Relationship Id="rId3" Type="http://schemas.openxmlformats.org/officeDocument/2006/relationships/slideLayout" Target="../slideLayouts/slideLayout122.xml"/><Relationship Id="rId4" Type="http://schemas.openxmlformats.org/officeDocument/2006/relationships/slideLayout" Target="../slideLayouts/slideLayout123.xml"/><Relationship Id="rId5" Type="http://schemas.openxmlformats.org/officeDocument/2006/relationships/slideLayout" Target="../slideLayouts/slideLayout124.xml"/><Relationship Id="rId6" Type="http://schemas.openxmlformats.org/officeDocument/2006/relationships/slideLayout" Target="../slideLayouts/slideLayout125.xml"/><Relationship Id="rId7" Type="http://schemas.openxmlformats.org/officeDocument/2006/relationships/slideLayout" Target="../slideLayouts/slideLayout126.xml"/><Relationship Id="rId8" Type="http://schemas.openxmlformats.org/officeDocument/2006/relationships/slideLayout" Target="../slideLayouts/slideLayout127.xml"/><Relationship Id="rId9" Type="http://schemas.openxmlformats.org/officeDocument/2006/relationships/slideLayout" Target="../slideLayouts/slideLayout128.xml"/><Relationship Id="rId10" Type="http://schemas.openxmlformats.org/officeDocument/2006/relationships/slideLayout" Target="../slideLayouts/slideLayout129.xml"/><Relationship Id="rId11" Type="http://schemas.openxmlformats.org/officeDocument/2006/relationships/slideLayout" Target="../slideLayouts/slideLayout130.xml"/><Relationship Id="rId12" Type="http://schemas.openxmlformats.org/officeDocument/2006/relationships/slideLayout" Target="../slideLayouts/slideLayout131.xml"/><Relationship Id="rId13" Type="http://schemas.openxmlformats.org/officeDocument/2006/relationships/slideLayout" Target="../slideLayouts/slideLayout132.xml"/>
</Relationships>
</file>

<file path=ppt/slideMasters/_rels/slideMaster12.xml.rels><?xml version="1.0" encoding="UTF-8"?>
<Relationships xmlns="http://schemas.openxmlformats.org/package/2006/relationships"><Relationship Id="rId1" Type="http://schemas.openxmlformats.org/officeDocument/2006/relationships/theme" Target="../theme/theme12.xml"/><Relationship Id="rId2" Type="http://schemas.openxmlformats.org/officeDocument/2006/relationships/slideLayout" Target="../slideLayouts/slideLayout133.xml"/><Relationship Id="rId3" Type="http://schemas.openxmlformats.org/officeDocument/2006/relationships/slideLayout" Target="../slideLayouts/slideLayout134.xml"/><Relationship Id="rId4" Type="http://schemas.openxmlformats.org/officeDocument/2006/relationships/slideLayout" Target="../slideLayouts/slideLayout135.xml"/><Relationship Id="rId5" Type="http://schemas.openxmlformats.org/officeDocument/2006/relationships/slideLayout" Target="../slideLayouts/slideLayout136.xml"/><Relationship Id="rId6" Type="http://schemas.openxmlformats.org/officeDocument/2006/relationships/slideLayout" Target="../slideLayouts/slideLayout137.xml"/><Relationship Id="rId7" Type="http://schemas.openxmlformats.org/officeDocument/2006/relationships/slideLayout" Target="../slideLayouts/slideLayout138.xml"/><Relationship Id="rId8" Type="http://schemas.openxmlformats.org/officeDocument/2006/relationships/slideLayout" Target="../slideLayouts/slideLayout139.xml"/><Relationship Id="rId9" Type="http://schemas.openxmlformats.org/officeDocument/2006/relationships/slideLayout" Target="../slideLayouts/slideLayout140.xml"/><Relationship Id="rId10" Type="http://schemas.openxmlformats.org/officeDocument/2006/relationships/slideLayout" Target="../slideLayouts/slideLayout141.xml"/><Relationship Id="rId11" Type="http://schemas.openxmlformats.org/officeDocument/2006/relationships/slideLayout" Target="../slideLayouts/slideLayout142.xml"/><Relationship Id="rId12" Type="http://schemas.openxmlformats.org/officeDocument/2006/relationships/slideLayout" Target="../slideLayouts/slideLayout143.xml"/><Relationship Id="rId13" Type="http://schemas.openxmlformats.org/officeDocument/2006/relationships/slideLayout" Target="../slideLayouts/slideLayout144.xml"/>
</Relationships>
</file>

<file path=ppt/slideMasters/_rels/slideMaster13.xml.rels><?xml version="1.0" encoding="UTF-8"?>
<Relationships xmlns="http://schemas.openxmlformats.org/package/2006/relationships"><Relationship Id="rId1" Type="http://schemas.openxmlformats.org/officeDocument/2006/relationships/theme" Target="../theme/theme13.xml"/><Relationship Id="rId2" Type="http://schemas.openxmlformats.org/officeDocument/2006/relationships/slideLayout" Target="../slideLayouts/slideLayout145.xml"/><Relationship Id="rId3" Type="http://schemas.openxmlformats.org/officeDocument/2006/relationships/slideLayout" Target="../slideLayouts/slideLayout146.xml"/><Relationship Id="rId4" Type="http://schemas.openxmlformats.org/officeDocument/2006/relationships/slideLayout" Target="../slideLayouts/slideLayout147.xml"/><Relationship Id="rId5" Type="http://schemas.openxmlformats.org/officeDocument/2006/relationships/slideLayout" Target="../slideLayouts/slideLayout148.xml"/><Relationship Id="rId6" Type="http://schemas.openxmlformats.org/officeDocument/2006/relationships/slideLayout" Target="../slideLayouts/slideLayout149.xml"/><Relationship Id="rId7" Type="http://schemas.openxmlformats.org/officeDocument/2006/relationships/slideLayout" Target="../slideLayouts/slideLayout150.xml"/><Relationship Id="rId8" Type="http://schemas.openxmlformats.org/officeDocument/2006/relationships/slideLayout" Target="../slideLayouts/slideLayout151.xml"/><Relationship Id="rId9" Type="http://schemas.openxmlformats.org/officeDocument/2006/relationships/slideLayout" Target="../slideLayouts/slideLayout152.xml"/><Relationship Id="rId10" Type="http://schemas.openxmlformats.org/officeDocument/2006/relationships/slideLayout" Target="../slideLayouts/slideLayout153.xml"/><Relationship Id="rId11" Type="http://schemas.openxmlformats.org/officeDocument/2006/relationships/slideLayout" Target="../slideLayouts/slideLayout154.xml"/><Relationship Id="rId12" Type="http://schemas.openxmlformats.org/officeDocument/2006/relationships/slideLayout" Target="../slideLayouts/slideLayout155.xml"/><Relationship Id="rId13" Type="http://schemas.openxmlformats.org/officeDocument/2006/relationships/slideLayout" Target="../slideLayouts/slideLayout156.xml"/>
</Relationships>
</file>

<file path=ppt/slideMasters/_rels/slideMaster14.xml.rels><?xml version="1.0" encoding="UTF-8"?>
<Relationships xmlns="http://schemas.openxmlformats.org/package/2006/relationships"><Relationship Id="rId1" Type="http://schemas.openxmlformats.org/officeDocument/2006/relationships/theme" Target="../theme/theme14.xml"/><Relationship Id="rId2" Type="http://schemas.openxmlformats.org/officeDocument/2006/relationships/slideLayout" Target="../slideLayouts/slideLayout157.xml"/><Relationship Id="rId3" Type="http://schemas.openxmlformats.org/officeDocument/2006/relationships/slideLayout" Target="../slideLayouts/slideLayout158.xml"/><Relationship Id="rId4" Type="http://schemas.openxmlformats.org/officeDocument/2006/relationships/slideLayout" Target="../slideLayouts/slideLayout159.xml"/><Relationship Id="rId5" Type="http://schemas.openxmlformats.org/officeDocument/2006/relationships/slideLayout" Target="../slideLayouts/slideLayout160.xml"/><Relationship Id="rId6" Type="http://schemas.openxmlformats.org/officeDocument/2006/relationships/slideLayout" Target="../slideLayouts/slideLayout161.xml"/><Relationship Id="rId7" Type="http://schemas.openxmlformats.org/officeDocument/2006/relationships/slideLayout" Target="../slideLayouts/slideLayout162.xml"/><Relationship Id="rId8" Type="http://schemas.openxmlformats.org/officeDocument/2006/relationships/slideLayout" Target="../slideLayouts/slideLayout163.xml"/><Relationship Id="rId9" Type="http://schemas.openxmlformats.org/officeDocument/2006/relationships/slideLayout" Target="../slideLayouts/slideLayout164.xml"/><Relationship Id="rId10" Type="http://schemas.openxmlformats.org/officeDocument/2006/relationships/slideLayout" Target="../slideLayouts/slideLayout165.xml"/><Relationship Id="rId11" Type="http://schemas.openxmlformats.org/officeDocument/2006/relationships/slideLayout" Target="../slideLayouts/slideLayout166.xml"/><Relationship Id="rId12" Type="http://schemas.openxmlformats.org/officeDocument/2006/relationships/slideLayout" Target="../slideLayouts/slideLayout167.xml"/><Relationship Id="rId13" Type="http://schemas.openxmlformats.org/officeDocument/2006/relationships/slideLayout" Target="../slideLayouts/slideLayout168.xml"/>
</Relationships>
</file>

<file path=ppt/slideMasters/_rels/slideMaster15.xml.rels><?xml version="1.0" encoding="UTF-8"?>
<Relationships xmlns="http://schemas.openxmlformats.org/package/2006/relationships"><Relationship Id="rId1" Type="http://schemas.openxmlformats.org/officeDocument/2006/relationships/theme" Target="../theme/theme15.xml"/><Relationship Id="rId2" Type="http://schemas.openxmlformats.org/officeDocument/2006/relationships/slideLayout" Target="../slideLayouts/slideLayout169.xml"/><Relationship Id="rId3" Type="http://schemas.openxmlformats.org/officeDocument/2006/relationships/slideLayout" Target="../slideLayouts/slideLayout170.xml"/><Relationship Id="rId4" Type="http://schemas.openxmlformats.org/officeDocument/2006/relationships/slideLayout" Target="../slideLayouts/slideLayout171.xml"/><Relationship Id="rId5" Type="http://schemas.openxmlformats.org/officeDocument/2006/relationships/slideLayout" Target="../slideLayouts/slideLayout172.xml"/><Relationship Id="rId6" Type="http://schemas.openxmlformats.org/officeDocument/2006/relationships/slideLayout" Target="../slideLayouts/slideLayout173.xml"/><Relationship Id="rId7" Type="http://schemas.openxmlformats.org/officeDocument/2006/relationships/slideLayout" Target="../slideLayouts/slideLayout174.xml"/><Relationship Id="rId8" Type="http://schemas.openxmlformats.org/officeDocument/2006/relationships/slideLayout" Target="../slideLayouts/slideLayout175.xml"/><Relationship Id="rId9" Type="http://schemas.openxmlformats.org/officeDocument/2006/relationships/slideLayout" Target="../slideLayouts/slideLayout176.xml"/><Relationship Id="rId10" Type="http://schemas.openxmlformats.org/officeDocument/2006/relationships/slideLayout" Target="../slideLayouts/slideLayout177.xml"/><Relationship Id="rId11" Type="http://schemas.openxmlformats.org/officeDocument/2006/relationships/slideLayout" Target="../slideLayouts/slideLayout178.xml"/><Relationship Id="rId12" Type="http://schemas.openxmlformats.org/officeDocument/2006/relationships/slideLayout" Target="../slideLayouts/slideLayout179.xml"/><Relationship Id="rId13" Type="http://schemas.openxmlformats.org/officeDocument/2006/relationships/slideLayout" Target="../slideLayouts/slideLayout180.xml"/>
</Relationships>
</file>

<file path=ppt/slideMasters/_rels/slideMaster16.xml.rels><?xml version="1.0" encoding="UTF-8"?>
<Relationships xmlns="http://schemas.openxmlformats.org/package/2006/relationships"><Relationship Id="rId1" Type="http://schemas.openxmlformats.org/officeDocument/2006/relationships/theme" Target="../theme/theme16.xml"/><Relationship Id="rId2" Type="http://schemas.openxmlformats.org/officeDocument/2006/relationships/slideLayout" Target="../slideLayouts/slideLayout181.xml"/><Relationship Id="rId3" Type="http://schemas.openxmlformats.org/officeDocument/2006/relationships/slideLayout" Target="../slideLayouts/slideLayout182.xml"/><Relationship Id="rId4" Type="http://schemas.openxmlformats.org/officeDocument/2006/relationships/slideLayout" Target="../slideLayouts/slideLayout183.xml"/><Relationship Id="rId5" Type="http://schemas.openxmlformats.org/officeDocument/2006/relationships/slideLayout" Target="../slideLayouts/slideLayout184.xml"/><Relationship Id="rId6" Type="http://schemas.openxmlformats.org/officeDocument/2006/relationships/slideLayout" Target="../slideLayouts/slideLayout185.xml"/><Relationship Id="rId7" Type="http://schemas.openxmlformats.org/officeDocument/2006/relationships/slideLayout" Target="../slideLayouts/slideLayout186.xml"/><Relationship Id="rId8" Type="http://schemas.openxmlformats.org/officeDocument/2006/relationships/slideLayout" Target="../slideLayouts/slideLayout187.xml"/><Relationship Id="rId9" Type="http://schemas.openxmlformats.org/officeDocument/2006/relationships/slideLayout" Target="../slideLayouts/slideLayout188.xml"/><Relationship Id="rId10" Type="http://schemas.openxmlformats.org/officeDocument/2006/relationships/slideLayout" Target="../slideLayouts/slideLayout189.xml"/><Relationship Id="rId11" Type="http://schemas.openxmlformats.org/officeDocument/2006/relationships/slideLayout" Target="../slideLayouts/slideLayout190.xml"/><Relationship Id="rId12" Type="http://schemas.openxmlformats.org/officeDocument/2006/relationships/slideLayout" Target="../slideLayouts/slideLayout191.xml"/><Relationship Id="rId13" Type="http://schemas.openxmlformats.org/officeDocument/2006/relationships/slideLayout" Target="../slideLayouts/slideLayout192.xml"/>
</Relationships>
</file>

<file path=ppt/slideMasters/_rels/slideMaster17.xml.rels><?xml version="1.0" encoding="UTF-8"?>
<Relationships xmlns="http://schemas.openxmlformats.org/package/2006/relationships"><Relationship Id="rId1" Type="http://schemas.openxmlformats.org/officeDocument/2006/relationships/theme" Target="../theme/theme17.xml"/><Relationship Id="rId2" Type="http://schemas.openxmlformats.org/officeDocument/2006/relationships/slideLayout" Target="../slideLayouts/slideLayout193.xml"/><Relationship Id="rId3" Type="http://schemas.openxmlformats.org/officeDocument/2006/relationships/slideLayout" Target="../slideLayouts/slideLayout194.xml"/><Relationship Id="rId4" Type="http://schemas.openxmlformats.org/officeDocument/2006/relationships/slideLayout" Target="../slideLayouts/slideLayout195.xml"/><Relationship Id="rId5" Type="http://schemas.openxmlformats.org/officeDocument/2006/relationships/slideLayout" Target="../slideLayouts/slideLayout196.xml"/><Relationship Id="rId6" Type="http://schemas.openxmlformats.org/officeDocument/2006/relationships/slideLayout" Target="../slideLayouts/slideLayout197.xml"/><Relationship Id="rId7" Type="http://schemas.openxmlformats.org/officeDocument/2006/relationships/slideLayout" Target="../slideLayouts/slideLayout198.xml"/><Relationship Id="rId8" Type="http://schemas.openxmlformats.org/officeDocument/2006/relationships/slideLayout" Target="../slideLayouts/slideLayout199.xml"/><Relationship Id="rId9" Type="http://schemas.openxmlformats.org/officeDocument/2006/relationships/slideLayout" Target="../slideLayouts/slideLayout200.xml"/><Relationship Id="rId10" Type="http://schemas.openxmlformats.org/officeDocument/2006/relationships/slideLayout" Target="../slideLayouts/slideLayout201.xml"/><Relationship Id="rId11" Type="http://schemas.openxmlformats.org/officeDocument/2006/relationships/slideLayout" Target="../slideLayouts/slideLayout202.xml"/><Relationship Id="rId12" Type="http://schemas.openxmlformats.org/officeDocument/2006/relationships/slideLayout" Target="../slideLayouts/slideLayout203.xml"/><Relationship Id="rId13" Type="http://schemas.openxmlformats.org/officeDocument/2006/relationships/slideLayout" Target="../slideLayouts/slideLayout204.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ftr" idx="1"/>
          </p:nvPr>
        </p:nvSpPr>
        <p:spPr>
          <a:xfrm>
            <a:off x="3124080" y="6356520"/>
            <a:ext cx="2887560" cy="35712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 name="PlaceHolder 2"/>
          <p:cNvSpPr>
            <a:spLocks noGrp="1"/>
          </p:cNvSpPr>
          <p:nvPr>
            <p:ph type="sldNum" idx="2"/>
          </p:nvPr>
        </p:nvSpPr>
        <p:spPr>
          <a:xfrm>
            <a:off x="6553080" y="6356520"/>
            <a:ext cx="2125800" cy="35712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C17C3AB0-45C8-4A9B-8457-DC2692006784}"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2" name="PlaceHolder 3"/>
          <p:cNvSpPr>
            <a:spLocks noGrp="1"/>
          </p:cNvSpPr>
          <p:nvPr>
            <p:ph type="dt" idx="3"/>
          </p:nvPr>
        </p:nvSpPr>
        <p:spPr>
          <a:xfrm>
            <a:off x="457200" y="6356520"/>
            <a:ext cx="2125800" cy="35712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3"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1" name="PlaceHolder 1"/>
          <p:cNvSpPr>
            <a:spLocks noGrp="1"/>
          </p:cNvSpPr>
          <p:nvPr>
            <p:ph type="ftr" idx="4"/>
          </p:nvPr>
        </p:nvSpPr>
        <p:spPr>
          <a:xfrm>
            <a:off x="3124080" y="6356520"/>
            <a:ext cx="2889720" cy="35928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2" name="PlaceHolder 2"/>
          <p:cNvSpPr>
            <a:spLocks noGrp="1"/>
          </p:cNvSpPr>
          <p:nvPr>
            <p:ph type="sldNum" idx="5"/>
          </p:nvPr>
        </p:nvSpPr>
        <p:spPr>
          <a:xfrm>
            <a:off x="6553080" y="6356520"/>
            <a:ext cx="2127960" cy="35928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E491D0B0-DFE5-41A9-8B72-B0E1BBE78195}"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43" name="PlaceHolder 3"/>
          <p:cNvSpPr>
            <a:spLocks noGrp="1"/>
          </p:cNvSpPr>
          <p:nvPr>
            <p:ph type="dt" idx="6"/>
          </p:nvPr>
        </p:nvSpPr>
        <p:spPr>
          <a:xfrm>
            <a:off x="457200" y="6356520"/>
            <a:ext cx="2127960" cy="35928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4"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5"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2" name="PlaceHolder 1"/>
          <p:cNvSpPr>
            <a:spLocks noGrp="1"/>
          </p:cNvSpPr>
          <p:nvPr>
            <p:ph type="ftr" idx="7"/>
          </p:nvPr>
        </p:nvSpPr>
        <p:spPr>
          <a:xfrm>
            <a:off x="3124080" y="6356520"/>
            <a:ext cx="2889360" cy="35892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83" name="PlaceHolder 2"/>
          <p:cNvSpPr>
            <a:spLocks noGrp="1"/>
          </p:cNvSpPr>
          <p:nvPr>
            <p:ph type="sldNum" idx="8"/>
          </p:nvPr>
        </p:nvSpPr>
        <p:spPr>
          <a:xfrm>
            <a:off x="6553080" y="6356520"/>
            <a:ext cx="2127600" cy="35892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DE0F81FC-44BE-4BFE-B8D3-0E72FA35E5E0}"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84" name="PlaceHolder 3"/>
          <p:cNvSpPr>
            <a:spLocks noGrp="1"/>
          </p:cNvSpPr>
          <p:nvPr>
            <p:ph type="dt" idx="9"/>
          </p:nvPr>
        </p:nvSpPr>
        <p:spPr>
          <a:xfrm>
            <a:off x="457200" y="6356520"/>
            <a:ext cx="2127600" cy="35892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85"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86"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 id="2147483686" r:id="rId13"/>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3" name="PlaceHolder 1"/>
          <p:cNvSpPr>
            <a:spLocks noGrp="1"/>
          </p:cNvSpPr>
          <p:nvPr>
            <p:ph type="ftr" idx="10"/>
          </p:nvPr>
        </p:nvSpPr>
        <p:spPr>
          <a:xfrm>
            <a:off x="3124080" y="6356520"/>
            <a:ext cx="2887560" cy="35712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24" name="PlaceHolder 2"/>
          <p:cNvSpPr>
            <a:spLocks noGrp="1"/>
          </p:cNvSpPr>
          <p:nvPr>
            <p:ph type="sldNum" idx="11"/>
          </p:nvPr>
        </p:nvSpPr>
        <p:spPr>
          <a:xfrm>
            <a:off x="6553080" y="6356520"/>
            <a:ext cx="2125800" cy="35712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F4FD230F-733A-4005-805C-9CF6CE90534F}"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125" name="PlaceHolder 3"/>
          <p:cNvSpPr>
            <a:spLocks noGrp="1"/>
          </p:cNvSpPr>
          <p:nvPr>
            <p:ph type="dt" idx="12"/>
          </p:nvPr>
        </p:nvSpPr>
        <p:spPr>
          <a:xfrm>
            <a:off x="457200" y="6356520"/>
            <a:ext cx="2125800" cy="35712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126"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127"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 id="2147483699" r:id="rId13"/>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4" name="PlaceHolder 1"/>
          <p:cNvSpPr>
            <a:spLocks noGrp="1"/>
          </p:cNvSpPr>
          <p:nvPr>
            <p:ph type="ftr" idx="13"/>
          </p:nvPr>
        </p:nvSpPr>
        <p:spPr>
          <a:xfrm>
            <a:off x="3124080" y="6356520"/>
            <a:ext cx="2887920" cy="35748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65" name="PlaceHolder 2"/>
          <p:cNvSpPr>
            <a:spLocks noGrp="1"/>
          </p:cNvSpPr>
          <p:nvPr>
            <p:ph type="sldNum" idx="14"/>
          </p:nvPr>
        </p:nvSpPr>
        <p:spPr>
          <a:xfrm>
            <a:off x="6553080" y="6356520"/>
            <a:ext cx="2126160" cy="35748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63736DC2-760B-49C5-8DAB-334B76798F70}"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166" name="PlaceHolder 3"/>
          <p:cNvSpPr>
            <a:spLocks noGrp="1"/>
          </p:cNvSpPr>
          <p:nvPr>
            <p:ph type="dt" idx="15"/>
          </p:nvPr>
        </p:nvSpPr>
        <p:spPr>
          <a:xfrm>
            <a:off x="457200" y="6356520"/>
            <a:ext cx="2126160" cy="35748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167"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168"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01" r:id="rId2"/>
    <p:sldLayoutId id="2147483702" r:id="rId3"/>
    <p:sldLayoutId id="2147483703" r:id="rId4"/>
    <p:sldLayoutId id="2147483704" r:id="rId5"/>
    <p:sldLayoutId id="2147483705" r:id="rId6"/>
    <p:sldLayoutId id="2147483706" r:id="rId7"/>
    <p:sldLayoutId id="2147483707" r:id="rId8"/>
    <p:sldLayoutId id="2147483708" r:id="rId9"/>
    <p:sldLayoutId id="2147483709" r:id="rId10"/>
    <p:sldLayoutId id="2147483710" r:id="rId11"/>
    <p:sldLayoutId id="2147483711" r:id="rId12"/>
    <p:sldLayoutId id="2147483712" r:id="rId13"/>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05" name="PlaceHolder 1"/>
          <p:cNvSpPr>
            <a:spLocks noGrp="1"/>
          </p:cNvSpPr>
          <p:nvPr>
            <p:ph type="ftr" idx="16"/>
          </p:nvPr>
        </p:nvSpPr>
        <p:spPr>
          <a:xfrm>
            <a:off x="3124080" y="6356520"/>
            <a:ext cx="2888280" cy="35784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06" name="PlaceHolder 2"/>
          <p:cNvSpPr>
            <a:spLocks noGrp="1"/>
          </p:cNvSpPr>
          <p:nvPr>
            <p:ph type="sldNum" idx="17"/>
          </p:nvPr>
        </p:nvSpPr>
        <p:spPr>
          <a:xfrm>
            <a:off x="6553080" y="6356520"/>
            <a:ext cx="2126520" cy="35784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43F3EF4E-ED91-408E-982C-6B8C4B799E21}"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207" name="PlaceHolder 3"/>
          <p:cNvSpPr>
            <a:spLocks noGrp="1"/>
          </p:cNvSpPr>
          <p:nvPr>
            <p:ph type="dt" idx="18"/>
          </p:nvPr>
        </p:nvSpPr>
        <p:spPr>
          <a:xfrm>
            <a:off x="457200" y="6356520"/>
            <a:ext cx="2126520" cy="35784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208"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209"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14" r:id="rId2"/>
    <p:sldLayoutId id="2147483715" r:id="rId3"/>
    <p:sldLayoutId id="2147483716" r:id="rId4"/>
    <p:sldLayoutId id="2147483717" r:id="rId5"/>
    <p:sldLayoutId id="2147483718" r:id="rId6"/>
    <p:sldLayoutId id="2147483719" r:id="rId7"/>
    <p:sldLayoutId id="2147483720" r:id="rId8"/>
    <p:sldLayoutId id="2147483721" r:id="rId9"/>
    <p:sldLayoutId id="2147483722" r:id="rId10"/>
    <p:sldLayoutId id="2147483723" r:id="rId11"/>
    <p:sldLayoutId id="2147483724" r:id="rId12"/>
    <p:sldLayoutId id="2147483725" r:id="rId13"/>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46" name="PlaceHolder 1"/>
          <p:cNvSpPr>
            <a:spLocks noGrp="1"/>
          </p:cNvSpPr>
          <p:nvPr>
            <p:ph type="ftr" idx="19"/>
          </p:nvPr>
        </p:nvSpPr>
        <p:spPr>
          <a:xfrm>
            <a:off x="3124080" y="6356520"/>
            <a:ext cx="2889000" cy="3585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47" name="PlaceHolder 2"/>
          <p:cNvSpPr>
            <a:spLocks noGrp="1"/>
          </p:cNvSpPr>
          <p:nvPr>
            <p:ph type="sldNum" idx="20"/>
          </p:nvPr>
        </p:nvSpPr>
        <p:spPr>
          <a:xfrm>
            <a:off x="6553080" y="6356520"/>
            <a:ext cx="2127240" cy="3585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F3E2765F-CBF8-4937-A973-17AF5D0D0A7F}"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248" name="PlaceHolder 3"/>
          <p:cNvSpPr>
            <a:spLocks noGrp="1"/>
          </p:cNvSpPr>
          <p:nvPr>
            <p:ph type="dt" idx="21"/>
          </p:nvPr>
        </p:nvSpPr>
        <p:spPr>
          <a:xfrm>
            <a:off x="457200" y="6356520"/>
            <a:ext cx="2127240" cy="35856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249"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250"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8" r:id="rId13"/>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87" name="PlaceHolder 1"/>
          <p:cNvSpPr>
            <a:spLocks noGrp="1"/>
          </p:cNvSpPr>
          <p:nvPr>
            <p:ph type="ftr" idx="22"/>
          </p:nvPr>
        </p:nvSpPr>
        <p:spPr>
          <a:xfrm>
            <a:off x="3124080" y="6356520"/>
            <a:ext cx="2890080" cy="35964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88" name="PlaceHolder 2"/>
          <p:cNvSpPr>
            <a:spLocks noGrp="1"/>
          </p:cNvSpPr>
          <p:nvPr>
            <p:ph type="sldNum" idx="23"/>
          </p:nvPr>
        </p:nvSpPr>
        <p:spPr>
          <a:xfrm>
            <a:off x="6553080" y="6356520"/>
            <a:ext cx="2128320" cy="35964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A2D70663-033C-4CA6-9578-96E2BB186724}"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289" name="PlaceHolder 3"/>
          <p:cNvSpPr>
            <a:spLocks noGrp="1"/>
          </p:cNvSpPr>
          <p:nvPr>
            <p:ph type="dt" idx="24"/>
          </p:nvPr>
        </p:nvSpPr>
        <p:spPr>
          <a:xfrm>
            <a:off x="457200" y="6356520"/>
            <a:ext cx="2128320" cy="35964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290"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291"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 id="2147483750" r:id="rId12"/>
    <p:sldLayoutId id="2147483751" r:id="rId13"/>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28" name="PlaceHolder 1"/>
          <p:cNvSpPr>
            <a:spLocks noGrp="1"/>
          </p:cNvSpPr>
          <p:nvPr>
            <p:ph type="ftr" idx="25"/>
          </p:nvPr>
        </p:nvSpPr>
        <p:spPr>
          <a:xfrm>
            <a:off x="3124080" y="6356520"/>
            <a:ext cx="2890440" cy="36000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29" name="PlaceHolder 2"/>
          <p:cNvSpPr>
            <a:spLocks noGrp="1"/>
          </p:cNvSpPr>
          <p:nvPr>
            <p:ph type="sldNum" idx="26"/>
          </p:nvPr>
        </p:nvSpPr>
        <p:spPr>
          <a:xfrm>
            <a:off x="6553080" y="6356520"/>
            <a:ext cx="2128680" cy="36000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AF65F357-53C4-453A-8FE9-D81B0CECC5E0}"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330" name="PlaceHolder 3"/>
          <p:cNvSpPr>
            <a:spLocks noGrp="1"/>
          </p:cNvSpPr>
          <p:nvPr>
            <p:ph type="dt" idx="27"/>
          </p:nvPr>
        </p:nvSpPr>
        <p:spPr>
          <a:xfrm>
            <a:off x="457200" y="6356520"/>
            <a:ext cx="2128680" cy="36000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331"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332"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53" r:id="rId2"/>
    <p:sldLayoutId id="2147483754" r:id="rId3"/>
    <p:sldLayoutId id="2147483755" r:id="rId4"/>
    <p:sldLayoutId id="2147483756" r:id="rId5"/>
    <p:sldLayoutId id="2147483757" r:id="rId6"/>
    <p:sldLayoutId id="2147483758" r:id="rId7"/>
    <p:sldLayoutId id="2147483759" r:id="rId8"/>
    <p:sldLayoutId id="2147483760" r:id="rId9"/>
    <p:sldLayoutId id="2147483761" r:id="rId10"/>
    <p:sldLayoutId id="2147483762" r:id="rId11"/>
    <p:sldLayoutId id="2147483763" r:id="rId12"/>
    <p:sldLayoutId id="2147483764" r:id="rId13"/>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69" name="PlaceHolder 1"/>
          <p:cNvSpPr>
            <a:spLocks noGrp="1"/>
          </p:cNvSpPr>
          <p:nvPr>
            <p:ph type="ftr" idx="28"/>
          </p:nvPr>
        </p:nvSpPr>
        <p:spPr>
          <a:xfrm>
            <a:off x="3124080" y="6356520"/>
            <a:ext cx="2890800" cy="3603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70" name="PlaceHolder 2"/>
          <p:cNvSpPr>
            <a:spLocks noGrp="1"/>
          </p:cNvSpPr>
          <p:nvPr>
            <p:ph type="sldNum" idx="29"/>
          </p:nvPr>
        </p:nvSpPr>
        <p:spPr>
          <a:xfrm>
            <a:off x="6553080" y="6356520"/>
            <a:ext cx="2129040" cy="3603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1CCFAEDC-CDC7-4E56-BD4E-2134A6E89CFA}"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371" name="PlaceHolder 3"/>
          <p:cNvSpPr>
            <a:spLocks noGrp="1"/>
          </p:cNvSpPr>
          <p:nvPr>
            <p:ph type="dt" idx="30"/>
          </p:nvPr>
        </p:nvSpPr>
        <p:spPr>
          <a:xfrm>
            <a:off x="457200" y="6356520"/>
            <a:ext cx="2129040" cy="36036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372"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373"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66" r:id="rId2"/>
    <p:sldLayoutId id="2147483767" r:id="rId3"/>
    <p:sldLayoutId id="2147483768" r:id="rId4"/>
    <p:sldLayoutId id="2147483769" r:id="rId5"/>
    <p:sldLayoutId id="2147483770" r:id="rId6"/>
    <p:sldLayoutId id="2147483771" r:id="rId7"/>
    <p:sldLayoutId id="2147483772" r:id="rId8"/>
    <p:sldLayoutId id="2147483773" r:id="rId9"/>
    <p:sldLayoutId id="2147483774" r:id="rId10"/>
    <p:sldLayoutId id="2147483775" r:id="rId11"/>
    <p:sldLayoutId id="2147483776" r:id="rId12"/>
    <p:sldLayoutId id="2147483777" r:id="rId13"/>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10" name="PlaceHolder 1"/>
          <p:cNvSpPr>
            <a:spLocks noGrp="1"/>
          </p:cNvSpPr>
          <p:nvPr>
            <p:ph type="ftr" idx="31"/>
          </p:nvPr>
        </p:nvSpPr>
        <p:spPr>
          <a:xfrm>
            <a:off x="3124080" y="6356520"/>
            <a:ext cx="2891160" cy="36072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11" name="PlaceHolder 2"/>
          <p:cNvSpPr>
            <a:spLocks noGrp="1"/>
          </p:cNvSpPr>
          <p:nvPr>
            <p:ph type="sldNum" idx="32"/>
          </p:nvPr>
        </p:nvSpPr>
        <p:spPr>
          <a:xfrm>
            <a:off x="6553080" y="6356520"/>
            <a:ext cx="2129400" cy="36072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7E4CF7CB-71B0-4682-920B-602B3F4D86F6}"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412" name="PlaceHolder 3"/>
          <p:cNvSpPr>
            <a:spLocks noGrp="1"/>
          </p:cNvSpPr>
          <p:nvPr>
            <p:ph type="dt" idx="33"/>
          </p:nvPr>
        </p:nvSpPr>
        <p:spPr>
          <a:xfrm>
            <a:off x="457200" y="6356520"/>
            <a:ext cx="2129400" cy="36072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13"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14"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79" r:id="rId2"/>
    <p:sldLayoutId id="2147483780" r:id="rId3"/>
    <p:sldLayoutId id="2147483781" r:id="rId4"/>
    <p:sldLayoutId id="2147483782" r:id="rId5"/>
    <p:sldLayoutId id="2147483783" r:id="rId6"/>
    <p:sldLayoutId id="2147483784" r:id="rId7"/>
    <p:sldLayoutId id="2147483785" r:id="rId8"/>
    <p:sldLayoutId id="2147483786" r:id="rId9"/>
    <p:sldLayoutId id="2147483787" r:id="rId10"/>
    <p:sldLayoutId id="2147483788" r:id="rId11"/>
    <p:sldLayoutId id="2147483789" r:id="rId12"/>
    <p:sldLayoutId id="2147483790" r:id="rId13"/>
  </p:sldLayoutIdLst>
</p:sldMaster>
</file>

<file path=ppt/slideMasters/slideMaster1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51" name="PlaceHolder 1"/>
          <p:cNvSpPr>
            <a:spLocks noGrp="1"/>
          </p:cNvSpPr>
          <p:nvPr>
            <p:ph type="ftr" idx="34"/>
          </p:nvPr>
        </p:nvSpPr>
        <p:spPr>
          <a:xfrm>
            <a:off x="3124080" y="6356520"/>
            <a:ext cx="2891880" cy="36144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52" name="PlaceHolder 2"/>
          <p:cNvSpPr>
            <a:spLocks noGrp="1"/>
          </p:cNvSpPr>
          <p:nvPr>
            <p:ph type="sldNum" idx="35"/>
          </p:nvPr>
        </p:nvSpPr>
        <p:spPr>
          <a:xfrm>
            <a:off x="6553080" y="6356520"/>
            <a:ext cx="2130120" cy="36144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49CFB6F8-208F-4672-81C4-30F35F847244}"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453" name="PlaceHolder 3"/>
          <p:cNvSpPr>
            <a:spLocks noGrp="1"/>
          </p:cNvSpPr>
          <p:nvPr>
            <p:ph type="dt" idx="36"/>
          </p:nvPr>
        </p:nvSpPr>
        <p:spPr>
          <a:xfrm>
            <a:off x="457200" y="6356520"/>
            <a:ext cx="2130120" cy="36144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54"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55"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92" r:id="rId2"/>
    <p:sldLayoutId id="2147483793" r:id="rId3"/>
    <p:sldLayoutId id="2147483794" r:id="rId4"/>
    <p:sldLayoutId id="2147483795" r:id="rId5"/>
    <p:sldLayoutId id="2147483796" r:id="rId6"/>
    <p:sldLayoutId id="2147483797" r:id="rId7"/>
    <p:sldLayoutId id="2147483798" r:id="rId8"/>
    <p:sldLayoutId id="2147483799" r:id="rId9"/>
    <p:sldLayoutId id="2147483800" r:id="rId10"/>
    <p:sldLayoutId id="2147483801" r:id="rId11"/>
    <p:sldLayoutId id="2147483802" r:id="rId12"/>
    <p:sldLayoutId id="2147483803" r:id="rId13"/>
  </p:sldLayoutIdLst>
</p:sldMaster>
</file>

<file path=ppt/slideMasters/slideMaster1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92" name="PlaceHolder 1"/>
          <p:cNvSpPr>
            <a:spLocks noGrp="1"/>
          </p:cNvSpPr>
          <p:nvPr>
            <p:ph type="ftr" idx="37"/>
          </p:nvPr>
        </p:nvSpPr>
        <p:spPr>
          <a:xfrm>
            <a:off x="3124080" y="6356520"/>
            <a:ext cx="2892600" cy="3621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93" name="PlaceHolder 2"/>
          <p:cNvSpPr>
            <a:spLocks noGrp="1"/>
          </p:cNvSpPr>
          <p:nvPr>
            <p:ph type="sldNum" idx="38"/>
          </p:nvPr>
        </p:nvSpPr>
        <p:spPr>
          <a:xfrm>
            <a:off x="6553080" y="6356520"/>
            <a:ext cx="2130840" cy="3621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E7698B33-BC99-464D-8EF6-E61E03CEA478}"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494" name="PlaceHolder 3"/>
          <p:cNvSpPr>
            <a:spLocks noGrp="1"/>
          </p:cNvSpPr>
          <p:nvPr>
            <p:ph type="dt" idx="39"/>
          </p:nvPr>
        </p:nvSpPr>
        <p:spPr>
          <a:xfrm>
            <a:off x="457200" y="6356520"/>
            <a:ext cx="2130840" cy="36216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95"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96"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805" r:id="rId2"/>
    <p:sldLayoutId id="2147483806" r:id="rId3"/>
    <p:sldLayoutId id="2147483807" r:id="rId4"/>
    <p:sldLayoutId id="2147483808" r:id="rId5"/>
    <p:sldLayoutId id="2147483809" r:id="rId6"/>
    <p:sldLayoutId id="2147483810" r:id="rId7"/>
    <p:sldLayoutId id="2147483811" r:id="rId8"/>
    <p:sldLayoutId id="2147483812" r:id="rId9"/>
    <p:sldLayoutId id="2147483813" r:id="rId10"/>
    <p:sldLayoutId id="2147483814" r:id="rId11"/>
    <p:sldLayoutId id="2147483815" r:id="rId12"/>
    <p:sldLayoutId id="2147483816" r:id="rId13"/>
  </p:sldLayoutIdLst>
</p:sldMaster>
</file>

<file path=ppt/slideMasters/slideMaster1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33" name="PlaceHolder 1"/>
          <p:cNvSpPr>
            <a:spLocks noGrp="1"/>
          </p:cNvSpPr>
          <p:nvPr>
            <p:ph type="ftr" idx="40"/>
          </p:nvPr>
        </p:nvSpPr>
        <p:spPr>
          <a:xfrm>
            <a:off x="3124080" y="6356520"/>
            <a:ext cx="2892960" cy="36252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34" name="PlaceHolder 2"/>
          <p:cNvSpPr>
            <a:spLocks noGrp="1"/>
          </p:cNvSpPr>
          <p:nvPr>
            <p:ph type="sldNum" idx="41"/>
          </p:nvPr>
        </p:nvSpPr>
        <p:spPr>
          <a:xfrm>
            <a:off x="6553080" y="6356520"/>
            <a:ext cx="2131200" cy="36252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5EA963EF-3E73-4CB7-BE60-D07F0FD22F7F}"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535" name="PlaceHolder 3"/>
          <p:cNvSpPr>
            <a:spLocks noGrp="1"/>
          </p:cNvSpPr>
          <p:nvPr>
            <p:ph type="dt" idx="42"/>
          </p:nvPr>
        </p:nvSpPr>
        <p:spPr>
          <a:xfrm>
            <a:off x="457200" y="6356520"/>
            <a:ext cx="2131200" cy="36252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536"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537"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818" r:id="rId2"/>
    <p:sldLayoutId id="2147483819" r:id="rId3"/>
    <p:sldLayoutId id="2147483820" r:id="rId4"/>
    <p:sldLayoutId id="2147483821" r:id="rId5"/>
    <p:sldLayoutId id="2147483822" r:id="rId6"/>
    <p:sldLayoutId id="2147483823" r:id="rId7"/>
    <p:sldLayoutId id="2147483824" r:id="rId8"/>
    <p:sldLayoutId id="2147483825" r:id="rId9"/>
    <p:sldLayoutId id="2147483826" r:id="rId10"/>
    <p:sldLayoutId id="2147483827" r:id="rId11"/>
    <p:sldLayoutId id="2147483828" r:id="rId12"/>
    <p:sldLayoutId id="2147483829" r:id="rId13"/>
  </p:sldLayoutIdLst>
</p:sldMaster>
</file>

<file path=ppt/slideMasters/slideMaster1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74" name="PlaceHolder 1"/>
          <p:cNvSpPr>
            <a:spLocks noGrp="1"/>
          </p:cNvSpPr>
          <p:nvPr>
            <p:ph type="ftr" idx="43"/>
          </p:nvPr>
        </p:nvSpPr>
        <p:spPr>
          <a:xfrm>
            <a:off x="3124080" y="6356520"/>
            <a:ext cx="2893320" cy="36288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75" name="PlaceHolder 2"/>
          <p:cNvSpPr>
            <a:spLocks noGrp="1"/>
          </p:cNvSpPr>
          <p:nvPr>
            <p:ph type="sldNum" idx="44"/>
          </p:nvPr>
        </p:nvSpPr>
        <p:spPr>
          <a:xfrm>
            <a:off x="6553080" y="6356520"/>
            <a:ext cx="2131560" cy="36288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2FC33CD7-C9E7-49D5-B24D-4A75A1B1FE09}"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576" name="PlaceHolder 3"/>
          <p:cNvSpPr>
            <a:spLocks noGrp="1"/>
          </p:cNvSpPr>
          <p:nvPr>
            <p:ph type="dt" idx="45"/>
          </p:nvPr>
        </p:nvSpPr>
        <p:spPr>
          <a:xfrm>
            <a:off x="457200" y="6356520"/>
            <a:ext cx="2131560" cy="36288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577"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578"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831" r:id="rId2"/>
    <p:sldLayoutId id="2147483832" r:id="rId3"/>
    <p:sldLayoutId id="2147483833" r:id="rId4"/>
    <p:sldLayoutId id="2147483834" r:id="rId5"/>
    <p:sldLayoutId id="2147483835" r:id="rId6"/>
    <p:sldLayoutId id="2147483836" r:id="rId7"/>
    <p:sldLayoutId id="2147483837" r:id="rId8"/>
    <p:sldLayoutId id="2147483838" r:id="rId9"/>
    <p:sldLayoutId id="2147483839" r:id="rId10"/>
    <p:sldLayoutId id="2147483840" r:id="rId11"/>
    <p:sldLayoutId id="2147483841" r:id="rId12"/>
    <p:sldLayoutId id="2147483842" r:id="rId13"/>
  </p:sldLayoutIdLst>
</p:sldMaster>
</file>

<file path=ppt/slideMasters/slideMaster1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15" name="PlaceHolder 1"/>
          <p:cNvSpPr>
            <a:spLocks noGrp="1"/>
          </p:cNvSpPr>
          <p:nvPr>
            <p:ph type="ftr" idx="46"/>
          </p:nvPr>
        </p:nvSpPr>
        <p:spPr>
          <a:xfrm>
            <a:off x="3124080" y="6356520"/>
            <a:ext cx="2893680" cy="36324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16" name="PlaceHolder 2"/>
          <p:cNvSpPr>
            <a:spLocks noGrp="1"/>
          </p:cNvSpPr>
          <p:nvPr>
            <p:ph type="sldNum" idx="47"/>
          </p:nvPr>
        </p:nvSpPr>
        <p:spPr>
          <a:xfrm>
            <a:off x="6553080" y="6356520"/>
            <a:ext cx="2131920" cy="36324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D7CBCD30-0DE7-4A37-8D69-71254982EB0C}"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617" name="PlaceHolder 3"/>
          <p:cNvSpPr>
            <a:spLocks noGrp="1"/>
          </p:cNvSpPr>
          <p:nvPr>
            <p:ph type="dt" idx="48"/>
          </p:nvPr>
        </p:nvSpPr>
        <p:spPr>
          <a:xfrm>
            <a:off x="457200" y="6356520"/>
            <a:ext cx="2131920" cy="36324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844" r:id="rId2"/>
    <p:sldLayoutId id="2147483845" r:id="rId3"/>
    <p:sldLayoutId id="2147483846" r:id="rId4"/>
    <p:sldLayoutId id="2147483847" r:id="rId5"/>
    <p:sldLayoutId id="2147483848" r:id="rId6"/>
    <p:sldLayoutId id="2147483849" r:id="rId7"/>
    <p:sldLayoutId id="2147483850" r:id="rId8"/>
    <p:sldLayoutId id="2147483851" r:id="rId9"/>
    <p:sldLayoutId id="2147483852" r:id="rId10"/>
    <p:sldLayoutId id="2147483853" r:id="rId11"/>
    <p:sldLayoutId id="2147483854" r:id="rId12"/>
    <p:sldLayoutId id="2147483855" r:id="rId13"/>
  </p:sldLayoutIdLst>
</p:sldMaster>
</file>

<file path=ppt/slideMasters/slideMaster1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54" name="PlaceHolder 1"/>
          <p:cNvSpPr>
            <a:spLocks noGrp="1"/>
          </p:cNvSpPr>
          <p:nvPr>
            <p:ph type="ftr" idx="49"/>
          </p:nvPr>
        </p:nvSpPr>
        <p:spPr>
          <a:xfrm>
            <a:off x="3124080" y="6356520"/>
            <a:ext cx="2894400" cy="3639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55" name="PlaceHolder 2"/>
          <p:cNvSpPr>
            <a:spLocks noGrp="1"/>
          </p:cNvSpPr>
          <p:nvPr>
            <p:ph type="sldNum" idx="50"/>
          </p:nvPr>
        </p:nvSpPr>
        <p:spPr>
          <a:xfrm>
            <a:off x="6553080" y="6356520"/>
            <a:ext cx="2132640" cy="3639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5C227E66-0A6E-4FFD-A726-5E7590715B9C}"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656" name="PlaceHolder 3"/>
          <p:cNvSpPr>
            <a:spLocks noGrp="1"/>
          </p:cNvSpPr>
          <p:nvPr>
            <p:ph type="dt" idx="51"/>
          </p:nvPr>
        </p:nvSpPr>
        <p:spPr>
          <a:xfrm>
            <a:off x="457200" y="6356520"/>
            <a:ext cx="2132640" cy="36396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657"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658"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857" r:id="rId2"/>
    <p:sldLayoutId id="2147483858" r:id="rId3"/>
    <p:sldLayoutId id="2147483859" r:id="rId4"/>
    <p:sldLayoutId id="2147483860" r:id="rId5"/>
    <p:sldLayoutId id="2147483861" r:id="rId6"/>
    <p:sldLayoutId id="2147483862" r:id="rId7"/>
    <p:sldLayoutId id="2147483863" r:id="rId8"/>
    <p:sldLayoutId id="2147483864" r:id="rId9"/>
    <p:sldLayoutId id="2147483865" r:id="rId10"/>
    <p:sldLayoutId id="2147483866" r:id="rId11"/>
    <p:sldLayoutId id="2147483867" r:id="rId12"/>
    <p:sldLayoutId id="2147483868" r:id="rId1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25.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37.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49.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49.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61.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61.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73.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85.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97.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09.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21.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33.xml"/>
</Relationships>
</file>

<file path=ppt/slides/_rels/slide17.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45.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57.xml"/>
</Relationships>
</file>

<file path=ppt/slides/_rels/slide19.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57.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169.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8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193.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95" name="Rectangle 1"/>
          <p:cNvSpPr/>
          <p:nvPr/>
        </p:nvSpPr>
        <p:spPr>
          <a:xfrm>
            <a:off x="0" y="0"/>
            <a:ext cx="12180960" cy="685008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696" name="Rectangle 2"/>
          <p:cNvSpPr/>
          <p:nvPr/>
        </p:nvSpPr>
        <p:spPr>
          <a:xfrm>
            <a:off x="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697" name="Rectangle 3"/>
          <p:cNvSpPr/>
          <p:nvPr/>
        </p:nvSpPr>
        <p:spPr>
          <a:xfrm>
            <a:off x="9144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698" name="Rectangle 4"/>
          <p:cNvSpPr/>
          <p:nvPr/>
        </p:nvSpPr>
        <p:spPr>
          <a:xfrm>
            <a:off x="18288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699" name="Rectangle 5"/>
          <p:cNvSpPr/>
          <p:nvPr/>
        </p:nvSpPr>
        <p:spPr>
          <a:xfrm>
            <a:off x="27432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00" name="Rectangle 6"/>
          <p:cNvSpPr/>
          <p:nvPr/>
        </p:nvSpPr>
        <p:spPr>
          <a:xfrm>
            <a:off x="36576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01" name="Rectangle 7"/>
          <p:cNvSpPr/>
          <p:nvPr/>
        </p:nvSpPr>
        <p:spPr>
          <a:xfrm>
            <a:off x="45720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02" name="Rectangle 8"/>
          <p:cNvSpPr/>
          <p:nvPr/>
        </p:nvSpPr>
        <p:spPr>
          <a:xfrm>
            <a:off x="54864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03" name="Rectangle 9"/>
          <p:cNvSpPr/>
          <p:nvPr/>
        </p:nvSpPr>
        <p:spPr>
          <a:xfrm>
            <a:off x="64008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04" name="Rectangle 10"/>
          <p:cNvSpPr/>
          <p:nvPr/>
        </p:nvSpPr>
        <p:spPr>
          <a:xfrm>
            <a:off x="73152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05" name="Rectangle 11"/>
          <p:cNvSpPr/>
          <p:nvPr/>
        </p:nvSpPr>
        <p:spPr>
          <a:xfrm>
            <a:off x="82296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06" name="Rectangle 12"/>
          <p:cNvSpPr/>
          <p:nvPr/>
        </p:nvSpPr>
        <p:spPr>
          <a:xfrm>
            <a:off x="91440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07" name="Rectangle 13"/>
          <p:cNvSpPr/>
          <p:nvPr/>
        </p:nvSpPr>
        <p:spPr>
          <a:xfrm>
            <a:off x="100584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08" name="Rectangle 14"/>
          <p:cNvSpPr/>
          <p:nvPr/>
        </p:nvSpPr>
        <p:spPr>
          <a:xfrm>
            <a:off x="109728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09" name="Rectangle 15"/>
          <p:cNvSpPr/>
          <p:nvPr/>
        </p:nvSpPr>
        <p:spPr>
          <a:xfrm>
            <a:off x="118872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10" name="Rectangle 16"/>
          <p:cNvSpPr/>
          <p:nvPr/>
        </p:nvSpPr>
        <p:spPr>
          <a:xfrm>
            <a:off x="0" y="0"/>
            <a:ext cx="312120" cy="685008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11" name="Rounded Rectangle 17"/>
          <p:cNvSpPr/>
          <p:nvPr/>
        </p:nvSpPr>
        <p:spPr>
          <a:xfrm>
            <a:off x="9875520" y="365760"/>
            <a:ext cx="2003760" cy="49500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712" name="TextBox 18"/>
          <p:cNvSpPr/>
          <p:nvPr/>
        </p:nvSpPr>
        <p:spPr>
          <a:xfrm>
            <a:off x="3340800" y="1005840"/>
            <a:ext cx="428976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JAVA VARIABLES</a:t>
            </a:r>
            <a:endParaRPr b="0" lang="en-US" sz="4800" spc="-1" strike="noStrike">
              <a:solidFill>
                <a:srgbClr val="000000"/>
              </a:solidFill>
              <a:latin typeface="Arial"/>
            </a:endParaRPr>
          </a:p>
        </p:txBody>
      </p:sp>
      <p:sp>
        <p:nvSpPr>
          <p:cNvPr id="713" name="TextBox 19"/>
          <p:cNvSpPr/>
          <p:nvPr/>
        </p:nvSpPr>
        <p:spPr>
          <a:xfrm>
            <a:off x="1470960" y="2057400"/>
            <a:ext cx="950184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Variables are named memory locations used to store data in a program.</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In Java, every variable must have a specific data type that defines what kind of data it can store.</a:t>
            </a:r>
            <a:endParaRPr b="0" lang="en-US" sz="1900" spc="-1" strike="noStrike">
              <a:solidFill>
                <a:srgbClr val="000000"/>
              </a:solidFill>
              <a:latin typeface="Arial"/>
            </a:endParaRPr>
          </a:p>
        </p:txBody>
      </p:sp>
      <p:sp>
        <p:nvSpPr>
          <p:cNvPr id="714" name="Rounded Rectangle 20"/>
          <p:cNvSpPr/>
          <p:nvPr/>
        </p:nvSpPr>
        <p:spPr>
          <a:xfrm>
            <a:off x="987480" y="3182040"/>
            <a:ext cx="3283920" cy="27352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15" name="Rounded Rectangle 21"/>
          <p:cNvSpPr/>
          <p:nvPr/>
        </p:nvSpPr>
        <p:spPr>
          <a:xfrm>
            <a:off x="914400" y="3108960"/>
            <a:ext cx="3283920" cy="32850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100" spc="-1" strike="noStrike">
                <a:solidFill>
                  <a:schemeClr val="lt1"/>
                </a:solidFill>
                <a:latin typeface="Calibri"/>
                <a:ea typeface="DejaVu Sans"/>
              </a:rPr>
              <a:t>Variable Definition</a:t>
            </a:r>
            <a:endParaRPr b="0" lang="en-US" sz="1100" spc="-1" strike="noStrike">
              <a:solidFill>
                <a:srgbClr val="ffffff"/>
              </a:solidFill>
              <a:latin typeface="Arial"/>
            </a:endParaRPr>
          </a:p>
          <a:p>
            <a:pPr>
              <a:lnSpc>
                <a:spcPct val="100000"/>
              </a:lnSpc>
            </a:pPr>
            <a:r>
              <a:rPr b="0" lang="en-US" sz="1100" spc="-1" strike="noStrike">
                <a:solidFill>
                  <a:schemeClr val="lt1"/>
                </a:solidFill>
                <a:latin typeface="Calibri"/>
                <a:ea typeface="DejaVu Sans"/>
              </a:rPr>
              <a:t>A variable is a named memory location used to store data.</a:t>
            </a:r>
            <a:endParaRPr b="0" lang="en-US" sz="1100" spc="-1" strike="noStrike">
              <a:solidFill>
                <a:srgbClr val="ffffff"/>
              </a:solidFill>
              <a:latin typeface="Arial"/>
            </a:endParaRPr>
          </a:p>
          <a:p>
            <a:pPr>
              <a:lnSpc>
                <a:spcPct val="100000"/>
              </a:lnSpc>
            </a:pPr>
            <a:endParaRPr b="0" lang="en-US" sz="1100" spc="-1" strike="noStrike">
              <a:solidFill>
                <a:srgbClr val="ffffff"/>
              </a:solidFill>
              <a:latin typeface="Arial"/>
            </a:endParaRPr>
          </a:p>
          <a:p>
            <a:pPr>
              <a:lnSpc>
                <a:spcPct val="100000"/>
              </a:lnSpc>
            </a:pPr>
            <a:r>
              <a:rPr b="1" lang="en-US" sz="1100" spc="-1" strike="noStrike">
                <a:solidFill>
                  <a:schemeClr val="lt1"/>
                </a:solidFill>
                <a:latin typeface="Calibri"/>
                <a:ea typeface="DejaVu Sans"/>
              </a:rPr>
              <a:t>Data Type Requirement</a:t>
            </a:r>
            <a:endParaRPr b="0" lang="en-US" sz="1100" spc="-1" strike="noStrike">
              <a:solidFill>
                <a:srgbClr val="ffffff"/>
              </a:solidFill>
              <a:latin typeface="Arial"/>
            </a:endParaRPr>
          </a:p>
          <a:p>
            <a:pPr>
              <a:lnSpc>
                <a:spcPct val="100000"/>
              </a:lnSpc>
            </a:pPr>
            <a:r>
              <a:rPr b="0" lang="en-US" sz="1100" spc="-1" strike="noStrike">
                <a:solidFill>
                  <a:schemeClr val="lt1"/>
                </a:solidFill>
                <a:latin typeface="Calibri"/>
                <a:ea typeface="DejaVu Sans"/>
              </a:rPr>
              <a:t>In Java, every variable must be declared with a specific data type.</a:t>
            </a:r>
            <a:endParaRPr b="0" lang="en-US" sz="1100" spc="-1" strike="noStrike">
              <a:solidFill>
                <a:srgbClr val="ffffff"/>
              </a:solidFill>
              <a:latin typeface="Arial"/>
            </a:endParaRPr>
          </a:p>
          <a:p>
            <a:pPr>
              <a:lnSpc>
                <a:spcPct val="100000"/>
              </a:lnSpc>
            </a:pPr>
            <a:endParaRPr b="0" lang="en-US" sz="1100" spc="-1" strike="noStrike">
              <a:solidFill>
                <a:srgbClr val="ffffff"/>
              </a:solidFill>
              <a:latin typeface="Arial"/>
            </a:endParaRPr>
          </a:p>
          <a:p>
            <a:pPr>
              <a:lnSpc>
                <a:spcPct val="100000"/>
              </a:lnSpc>
            </a:pPr>
            <a:r>
              <a:rPr b="1" lang="en-US" sz="1100" spc="-1" strike="noStrike">
                <a:solidFill>
                  <a:schemeClr val="lt1"/>
                </a:solidFill>
                <a:latin typeface="Calibri"/>
                <a:ea typeface="DejaVu Sans"/>
              </a:rPr>
              <a:t>Memory Allocation</a:t>
            </a:r>
            <a:endParaRPr b="0" lang="en-US" sz="1100" spc="-1" strike="noStrike">
              <a:solidFill>
                <a:srgbClr val="ffffff"/>
              </a:solidFill>
              <a:latin typeface="Arial"/>
            </a:endParaRPr>
          </a:p>
          <a:p>
            <a:pPr>
              <a:lnSpc>
                <a:spcPct val="100000"/>
              </a:lnSpc>
            </a:pPr>
            <a:r>
              <a:rPr b="0" lang="en-US" sz="1100" spc="-1" strike="noStrike">
                <a:solidFill>
                  <a:schemeClr val="lt1"/>
                </a:solidFill>
                <a:latin typeface="Calibri"/>
                <a:ea typeface="DejaVu Sans"/>
              </a:rPr>
              <a:t>The data type determines the type of value and the memory size.</a:t>
            </a:r>
            <a:endParaRPr b="0" lang="en-US" sz="1100" spc="-1" strike="noStrike">
              <a:solidFill>
                <a:srgbClr val="ffffff"/>
              </a:solidFill>
              <a:latin typeface="Arial"/>
            </a:endParaRPr>
          </a:p>
          <a:p>
            <a:pPr>
              <a:lnSpc>
                <a:spcPct val="100000"/>
              </a:lnSpc>
            </a:pPr>
            <a:endParaRPr b="0" lang="en-US" sz="1100" spc="-1" strike="noStrike">
              <a:solidFill>
                <a:srgbClr val="ffffff"/>
              </a:solidFill>
              <a:latin typeface="Arial"/>
            </a:endParaRPr>
          </a:p>
          <a:p>
            <a:pPr>
              <a:lnSpc>
                <a:spcPct val="100000"/>
              </a:lnSpc>
            </a:pPr>
            <a:r>
              <a:rPr b="1" lang="en-US" sz="1100" spc="-1" strike="noStrike">
                <a:solidFill>
                  <a:schemeClr val="lt1"/>
                </a:solidFill>
                <a:latin typeface="Calibri"/>
                <a:ea typeface="DejaVu Sans"/>
              </a:rPr>
              <a:t>Example Data Types</a:t>
            </a:r>
            <a:endParaRPr b="0" lang="en-US" sz="1100" spc="-1" strike="noStrike">
              <a:solidFill>
                <a:srgbClr val="ffffff"/>
              </a:solidFill>
              <a:latin typeface="Arial"/>
            </a:endParaRPr>
          </a:p>
          <a:p>
            <a:pPr>
              <a:lnSpc>
                <a:spcPct val="100000"/>
              </a:lnSpc>
            </a:pPr>
            <a:r>
              <a:rPr b="0" lang="en-US" sz="1100" spc="-1" strike="noStrike">
                <a:solidFill>
                  <a:schemeClr val="lt1"/>
                </a:solidFill>
                <a:latin typeface="Calibri"/>
                <a:ea typeface="DejaVu Sans"/>
              </a:rPr>
              <a:t>For example, int stores whole numbers, double stores decimals, and String stores text.</a:t>
            </a:r>
            <a:endParaRPr b="0" lang="en-US" sz="1100" spc="-1" strike="noStrike">
              <a:solidFill>
                <a:srgbClr val="ffffff"/>
              </a:solidFill>
              <a:latin typeface="Arial"/>
            </a:endParaRPr>
          </a:p>
          <a:p>
            <a:pPr>
              <a:lnSpc>
                <a:spcPct val="100000"/>
              </a:lnSpc>
            </a:pPr>
            <a:endParaRPr b="0" lang="en-US" sz="1100" spc="-1" strike="noStrike">
              <a:solidFill>
                <a:srgbClr val="ffffff"/>
              </a:solidFill>
              <a:latin typeface="Arial"/>
            </a:endParaRPr>
          </a:p>
          <a:p>
            <a:pPr>
              <a:lnSpc>
                <a:spcPct val="100000"/>
              </a:lnSpc>
            </a:pPr>
            <a:r>
              <a:rPr b="1" lang="en-US" sz="1100" spc="-1" strike="noStrike">
                <a:solidFill>
                  <a:schemeClr val="lt1"/>
                </a:solidFill>
                <a:latin typeface="Calibri"/>
                <a:ea typeface="DejaVu Sans"/>
              </a:rPr>
              <a:t>Program Flexibility</a:t>
            </a:r>
            <a:endParaRPr b="0" lang="en-US" sz="1100" spc="-1" strike="noStrike">
              <a:solidFill>
                <a:srgbClr val="ffffff"/>
              </a:solidFill>
              <a:latin typeface="Arial"/>
            </a:endParaRPr>
          </a:p>
          <a:p>
            <a:pPr>
              <a:lnSpc>
                <a:spcPct val="100000"/>
              </a:lnSpc>
            </a:pPr>
            <a:r>
              <a:rPr b="0" lang="en-US" sz="1100" spc="-1" strike="noStrike">
                <a:solidFill>
                  <a:schemeClr val="lt1"/>
                </a:solidFill>
                <a:latin typeface="Calibri"/>
                <a:ea typeface="DejaVu Sans"/>
              </a:rPr>
              <a:t>Variables allow programs to store and modify data during execution.</a:t>
            </a:r>
            <a:endParaRPr b="0" lang="en-US" sz="1100" spc="-1" strike="noStrike">
              <a:solidFill>
                <a:srgbClr val="ffffff"/>
              </a:solidFill>
              <a:latin typeface="Arial"/>
            </a:endParaRPr>
          </a:p>
        </p:txBody>
      </p:sp>
      <p:sp>
        <p:nvSpPr>
          <p:cNvPr id="716" name="Rounded Rectangle 22"/>
          <p:cNvSpPr/>
          <p:nvPr/>
        </p:nvSpPr>
        <p:spPr>
          <a:xfrm>
            <a:off x="4507920" y="3182040"/>
            <a:ext cx="3283920" cy="27352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17" name="Rounded Rectangle 23"/>
          <p:cNvSpPr/>
          <p:nvPr/>
        </p:nvSpPr>
        <p:spPr>
          <a:xfrm>
            <a:off x="4434840" y="3108960"/>
            <a:ext cx="3283920" cy="27352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Start Program</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Declare Variable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(data type + name)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Assign Value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Use Variable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(print / calculate)</a:t>
            </a:r>
            <a:endParaRPr b="0" lang="en-US" sz="1800" spc="-1" strike="noStrike">
              <a:solidFill>
                <a:srgbClr val="ffffff"/>
              </a:solidFill>
              <a:latin typeface="Arial"/>
            </a:endParaRPr>
          </a:p>
        </p:txBody>
      </p:sp>
      <p:sp>
        <p:nvSpPr>
          <p:cNvPr id="718" name="Rounded Rectangle 24"/>
          <p:cNvSpPr/>
          <p:nvPr/>
        </p:nvSpPr>
        <p:spPr>
          <a:xfrm>
            <a:off x="8028360" y="3182040"/>
            <a:ext cx="3283920" cy="27352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719" name="Rounded Rectangle 25"/>
          <p:cNvSpPr/>
          <p:nvPr/>
        </p:nvSpPr>
        <p:spPr>
          <a:xfrm>
            <a:off x="7955280" y="3108960"/>
            <a:ext cx="3467880" cy="32850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400" spc="-1" strike="noStrike">
                <a:solidFill>
                  <a:srgbClr val="78ffc8"/>
                </a:solidFill>
                <a:latin typeface="Consolas"/>
                <a:ea typeface="DejaVu Sans"/>
              </a:rPr>
              <a:t>public class VariableExample{</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public static void main(String[] args) {</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int age = 21;</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double price = 49.99;</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String name = "Java";</a:t>
            </a:r>
            <a:br>
              <a:rPr sz="1400"/>
            </a:b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System.out.println(age);</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System.out.println(price);    System.out.println(name);</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a:t>
            </a:r>
            <a:endParaRPr b="0" lang="en-US" sz="1400" spc="-1" strike="noStrike">
              <a:solidFill>
                <a:srgbClr val="ffffff"/>
              </a:solidFill>
              <a:latin typeface="Arial"/>
            </a:endParaRPr>
          </a:p>
        </p:txBody>
      </p:sp>
      <p:sp>
        <p:nvSpPr>
          <p:cNvPr id="720" name="TextBox 26"/>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1" name="Rectangle 32"/>
          <p:cNvSpPr/>
          <p:nvPr/>
        </p:nvSpPr>
        <p:spPr>
          <a:xfrm>
            <a:off x="0" y="0"/>
            <a:ext cx="12180960" cy="685008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22" name="Rectangle 33"/>
          <p:cNvSpPr/>
          <p:nvPr/>
        </p:nvSpPr>
        <p:spPr>
          <a:xfrm>
            <a:off x="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23" name="Rectangle 34"/>
          <p:cNvSpPr/>
          <p:nvPr/>
        </p:nvSpPr>
        <p:spPr>
          <a:xfrm>
            <a:off x="9144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24" name="Rectangle 35"/>
          <p:cNvSpPr/>
          <p:nvPr/>
        </p:nvSpPr>
        <p:spPr>
          <a:xfrm>
            <a:off x="18288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25" name="Rectangle 36"/>
          <p:cNvSpPr/>
          <p:nvPr/>
        </p:nvSpPr>
        <p:spPr>
          <a:xfrm>
            <a:off x="27432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26" name="Rectangle 37"/>
          <p:cNvSpPr/>
          <p:nvPr/>
        </p:nvSpPr>
        <p:spPr>
          <a:xfrm>
            <a:off x="36576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27" name="Rectangle 38"/>
          <p:cNvSpPr/>
          <p:nvPr/>
        </p:nvSpPr>
        <p:spPr>
          <a:xfrm>
            <a:off x="45720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28" name="Rectangle 39"/>
          <p:cNvSpPr/>
          <p:nvPr/>
        </p:nvSpPr>
        <p:spPr>
          <a:xfrm>
            <a:off x="54864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29" name="Rectangle 40"/>
          <p:cNvSpPr/>
          <p:nvPr/>
        </p:nvSpPr>
        <p:spPr>
          <a:xfrm>
            <a:off x="64008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30" name="Rectangle 41"/>
          <p:cNvSpPr/>
          <p:nvPr/>
        </p:nvSpPr>
        <p:spPr>
          <a:xfrm>
            <a:off x="73152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31" name="Rectangle 42"/>
          <p:cNvSpPr/>
          <p:nvPr/>
        </p:nvSpPr>
        <p:spPr>
          <a:xfrm>
            <a:off x="82296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32" name="Rectangle 43"/>
          <p:cNvSpPr/>
          <p:nvPr/>
        </p:nvSpPr>
        <p:spPr>
          <a:xfrm>
            <a:off x="91440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33" name="Rectangle 44"/>
          <p:cNvSpPr/>
          <p:nvPr/>
        </p:nvSpPr>
        <p:spPr>
          <a:xfrm>
            <a:off x="100584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34" name="Rectangle 45"/>
          <p:cNvSpPr/>
          <p:nvPr/>
        </p:nvSpPr>
        <p:spPr>
          <a:xfrm>
            <a:off x="109728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35" name="Rectangle 46"/>
          <p:cNvSpPr/>
          <p:nvPr/>
        </p:nvSpPr>
        <p:spPr>
          <a:xfrm>
            <a:off x="118872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36" name="Rectangle 47"/>
          <p:cNvSpPr/>
          <p:nvPr/>
        </p:nvSpPr>
        <p:spPr>
          <a:xfrm>
            <a:off x="0" y="0"/>
            <a:ext cx="312120" cy="685008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37" name="Rounded Rectangle 8"/>
          <p:cNvSpPr/>
          <p:nvPr/>
        </p:nvSpPr>
        <p:spPr>
          <a:xfrm>
            <a:off x="9875520" y="365760"/>
            <a:ext cx="2003760" cy="49500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738" name="TextBox 4"/>
          <p:cNvSpPr/>
          <p:nvPr/>
        </p:nvSpPr>
        <p:spPr>
          <a:xfrm>
            <a:off x="2652120" y="1005840"/>
            <a:ext cx="566748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JAVA VARIABLE TYPES</a:t>
            </a:r>
            <a:endParaRPr b="0" lang="en-US" sz="4800" spc="-1" strike="noStrike">
              <a:solidFill>
                <a:srgbClr val="000000"/>
              </a:solidFill>
              <a:latin typeface="Arial"/>
            </a:endParaRPr>
          </a:p>
        </p:txBody>
      </p:sp>
      <p:sp>
        <p:nvSpPr>
          <p:cNvPr id="739" name="TextBox 5"/>
          <p:cNvSpPr/>
          <p:nvPr/>
        </p:nvSpPr>
        <p:spPr>
          <a:xfrm>
            <a:off x="712800" y="2057400"/>
            <a:ext cx="11018160" cy="37908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Java variables are classified based on where they are declared and how they are used within a class or method.</a:t>
            </a:r>
            <a:endParaRPr b="0" lang="en-US" sz="1900" spc="-1" strike="noStrike">
              <a:solidFill>
                <a:srgbClr val="000000"/>
              </a:solidFill>
              <a:latin typeface="Arial"/>
            </a:endParaRPr>
          </a:p>
        </p:txBody>
      </p:sp>
      <p:sp>
        <p:nvSpPr>
          <p:cNvPr id="740" name="Rounded Rectangle 9"/>
          <p:cNvSpPr/>
          <p:nvPr/>
        </p:nvSpPr>
        <p:spPr>
          <a:xfrm>
            <a:off x="987480" y="3182040"/>
            <a:ext cx="3283920" cy="27352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41" name="Rounded Rectangle 10"/>
          <p:cNvSpPr/>
          <p:nvPr/>
        </p:nvSpPr>
        <p:spPr>
          <a:xfrm>
            <a:off x="826200" y="2925720"/>
            <a:ext cx="3387600" cy="36990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300" spc="-1" strike="noStrike">
                <a:solidFill>
                  <a:schemeClr val="lt1"/>
                </a:solidFill>
                <a:latin typeface="Calibri"/>
                <a:ea typeface="DejaVu Sans"/>
              </a:rPr>
              <a:t>Local Variables</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Local variables are declared inside a method, constructor, or block. They can only be accessed within that specific method or block where they are created.</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Instance Variables</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Instance variables are declared inside a class but outside methods. Each object of the class has its own copy of these variables.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Static Variables</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Static variables are declared using the static keyword. They belong to the class itself and are shared among all objects of that class.</a:t>
            </a:r>
            <a:endParaRPr b="0" lang="en-US" sz="1300" spc="-1" strike="noStrike">
              <a:solidFill>
                <a:srgbClr val="ffffff"/>
              </a:solidFill>
              <a:latin typeface="Arial"/>
            </a:endParaRPr>
          </a:p>
        </p:txBody>
      </p:sp>
      <p:sp>
        <p:nvSpPr>
          <p:cNvPr id="742" name="Rounded Rectangle 11"/>
          <p:cNvSpPr/>
          <p:nvPr/>
        </p:nvSpPr>
        <p:spPr>
          <a:xfrm>
            <a:off x="4507920" y="3182040"/>
            <a:ext cx="3283920" cy="27352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43" name="Rounded Rectangle 12"/>
          <p:cNvSpPr/>
          <p:nvPr/>
        </p:nvSpPr>
        <p:spPr>
          <a:xfrm>
            <a:off x="4434840" y="3108960"/>
            <a:ext cx="3283920" cy="30564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Class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Static Variable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Instance Variable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Method</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Local Variable</a:t>
            </a:r>
            <a:endParaRPr b="0" lang="en-US" sz="1800" spc="-1" strike="noStrike">
              <a:solidFill>
                <a:srgbClr val="ffffff"/>
              </a:solidFill>
              <a:latin typeface="Arial"/>
            </a:endParaRPr>
          </a:p>
        </p:txBody>
      </p:sp>
      <p:sp>
        <p:nvSpPr>
          <p:cNvPr id="744" name="Rounded Rectangle 13"/>
          <p:cNvSpPr/>
          <p:nvPr/>
        </p:nvSpPr>
        <p:spPr>
          <a:xfrm>
            <a:off x="8028360" y="3182040"/>
            <a:ext cx="3283920" cy="27352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45" name="Rounded Rectangle 14"/>
          <p:cNvSpPr/>
          <p:nvPr/>
        </p:nvSpPr>
        <p:spPr>
          <a:xfrm>
            <a:off x="7955280" y="3108960"/>
            <a:ext cx="3467880" cy="32850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200" spc="-1" strike="noStrike">
                <a:solidFill>
                  <a:srgbClr val="78ffc8"/>
                </a:solidFill>
                <a:latin typeface="Consolas"/>
                <a:ea typeface="DejaVu Sans"/>
              </a:rPr>
              <a:t>public class VariableTypes {</a:t>
            </a:r>
            <a:endParaRPr b="0" lang="en-US" sz="1200" spc="-1" strike="noStrike">
              <a:solidFill>
                <a:srgbClr val="ffffff"/>
              </a:solidFill>
              <a:latin typeface="Arial"/>
            </a:endParaRPr>
          </a:p>
          <a:p>
            <a:pPr algn="ctr">
              <a:lnSpc>
                <a:spcPct val="100000"/>
              </a:lnSpc>
            </a:pP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instanceVar = 10;        // instance variable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static int staticVar = 20;   // static variable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public void showVariables() {</a:t>
            </a:r>
            <a:endParaRPr b="0" lang="en-US" sz="1200" spc="-1" strike="noStrike">
              <a:solidFill>
                <a:srgbClr val="ffffff"/>
              </a:solidFill>
              <a:latin typeface="Arial"/>
            </a:endParaRPr>
          </a:p>
          <a:p>
            <a:pPr algn="ctr">
              <a:lnSpc>
                <a:spcPct val="100000"/>
              </a:lnSpc>
            </a:pP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localVar = 30;       // local variable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System.out.println(localVar);        System.out.println(instanceVar);        System.out.println(staticVar);</a:t>
            </a:r>
            <a:endParaRPr b="0" lang="en-US" sz="1200" spc="-1" strike="noStrike">
              <a:solidFill>
                <a:srgbClr val="ffffff"/>
              </a:solidFill>
              <a:latin typeface="Arial"/>
            </a:endParaRPr>
          </a:p>
          <a:p>
            <a:pPr algn="ctr">
              <a:lnSpc>
                <a:spcPct val="100000"/>
              </a:lnSpc>
            </a:pP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a:t>
            </a:r>
            <a:endParaRPr b="0" lang="en-US" sz="1200" spc="-1" strike="noStrike">
              <a:solidFill>
                <a:srgbClr val="ffffff"/>
              </a:solidFill>
              <a:latin typeface="Arial"/>
            </a:endParaRPr>
          </a:p>
          <a:p>
            <a:pPr algn="ctr">
              <a:lnSpc>
                <a:spcPct val="100000"/>
              </a:lnSpc>
            </a:pP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a:t>
            </a:r>
            <a:endParaRPr b="0" lang="en-US" sz="1200" spc="-1" strike="noStrike">
              <a:solidFill>
                <a:srgbClr val="ffffff"/>
              </a:solidFill>
              <a:latin typeface="Arial"/>
            </a:endParaRPr>
          </a:p>
        </p:txBody>
      </p:sp>
      <p:sp>
        <p:nvSpPr>
          <p:cNvPr id="746" name="TextBox 6"/>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47" name="Rectangle 160"/>
          <p:cNvSpPr/>
          <p:nvPr/>
        </p:nvSpPr>
        <p:spPr>
          <a:xfrm>
            <a:off x="0" y="0"/>
            <a:ext cx="12183120" cy="685224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48" name="Rectangle 161"/>
          <p:cNvSpPr/>
          <p:nvPr/>
        </p:nvSpPr>
        <p:spPr>
          <a:xfrm>
            <a:off x="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49" name="Rectangle 162"/>
          <p:cNvSpPr/>
          <p:nvPr/>
        </p:nvSpPr>
        <p:spPr>
          <a:xfrm>
            <a:off x="9144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50" name="Rectangle 163"/>
          <p:cNvSpPr/>
          <p:nvPr/>
        </p:nvSpPr>
        <p:spPr>
          <a:xfrm>
            <a:off x="18288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51" name="Rectangle 164"/>
          <p:cNvSpPr/>
          <p:nvPr/>
        </p:nvSpPr>
        <p:spPr>
          <a:xfrm>
            <a:off x="27432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52" name="Rectangle 165"/>
          <p:cNvSpPr/>
          <p:nvPr/>
        </p:nvSpPr>
        <p:spPr>
          <a:xfrm>
            <a:off x="36576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53" name="Rectangle 166"/>
          <p:cNvSpPr/>
          <p:nvPr/>
        </p:nvSpPr>
        <p:spPr>
          <a:xfrm>
            <a:off x="45720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54" name="Rectangle 167"/>
          <p:cNvSpPr/>
          <p:nvPr/>
        </p:nvSpPr>
        <p:spPr>
          <a:xfrm>
            <a:off x="54864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55" name="Rectangle 168"/>
          <p:cNvSpPr/>
          <p:nvPr/>
        </p:nvSpPr>
        <p:spPr>
          <a:xfrm>
            <a:off x="64008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56" name="Rectangle 169"/>
          <p:cNvSpPr/>
          <p:nvPr/>
        </p:nvSpPr>
        <p:spPr>
          <a:xfrm>
            <a:off x="73152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57" name="Rectangle 170"/>
          <p:cNvSpPr/>
          <p:nvPr/>
        </p:nvSpPr>
        <p:spPr>
          <a:xfrm>
            <a:off x="82296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58" name="Rectangle 171"/>
          <p:cNvSpPr/>
          <p:nvPr/>
        </p:nvSpPr>
        <p:spPr>
          <a:xfrm>
            <a:off x="91440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59" name="Rectangle 172"/>
          <p:cNvSpPr/>
          <p:nvPr/>
        </p:nvSpPr>
        <p:spPr>
          <a:xfrm>
            <a:off x="100584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60" name="Rectangle 173"/>
          <p:cNvSpPr/>
          <p:nvPr/>
        </p:nvSpPr>
        <p:spPr>
          <a:xfrm>
            <a:off x="109728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61" name="Rectangle 174"/>
          <p:cNvSpPr/>
          <p:nvPr/>
        </p:nvSpPr>
        <p:spPr>
          <a:xfrm>
            <a:off x="118872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62" name="Rectangle 175"/>
          <p:cNvSpPr/>
          <p:nvPr/>
        </p:nvSpPr>
        <p:spPr>
          <a:xfrm>
            <a:off x="0" y="0"/>
            <a:ext cx="314280" cy="685224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63" name="Rounded Rectangle 71"/>
          <p:cNvSpPr/>
          <p:nvPr/>
        </p:nvSpPr>
        <p:spPr>
          <a:xfrm>
            <a:off x="9875520" y="365760"/>
            <a:ext cx="2005920" cy="49716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764" name="TextBox 31"/>
          <p:cNvSpPr/>
          <p:nvPr/>
        </p:nvSpPr>
        <p:spPr>
          <a:xfrm>
            <a:off x="2074320" y="685800"/>
            <a:ext cx="684108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JAVA VARIABLES EXAMPLE</a:t>
            </a:r>
            <a:endParaRPr b="0" lang="en-US" sz="4800" spc="-1" strike="noStrike">
              <a:solidFill>
                <a:srgbClr val="000000"/>
              </a:solidFill>
              <a:latin typeface="Arial"/>
            </a:endParaRPr>
          </a:p>
        </p:txBody>
      </p:sp>
      <p:sp>
        <p:nvSpPr>
          <p:cNvPr id="765" name="TextBox 32"/>
          <p:cNvSpPr/>
          <p:nvPr/>
        </p:nvSpPr>
        <p:spPr>
          <a:xfrm>
            <a:off x="2312280" y="1679400"/>
            <a:ext cx="6373080" cy="106308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600" spc="-1" strike="noStrike">
                <a:solidFill>
                  <a:srgbClr val="aaaaaa"/>
                </a:solidFill>
                <a:latin typeface="Calibri"/>
                <a:ea typeface="DejaVu Sans"/>
              </a:rPr>
              <a:t>Java programs use different variable types together.</a:t>
            </a:r>
            <a:endParaRPr b="0" lang="en-US" sz="1600" spc="-1" strike="noStrike">
              <a:solidFill>
                <a:srgbClr val="000000"/>
              </a:solidFill>
              <a:latin typeface="Arial"/>
            </a:endParaRPr>
          </a:p>
          <a:p>
            <a:pPr>
              <a:lnSpc>
                <a:spcPct val="100000"/>
              </a:lnSpc>
            </a:pPr>
            <a:r>
              <a:rPr b="0" lang="en-US" sz="1600" spc="-1" strike="noStrike">
                <a:solidFill>
                  <a:srgbClr val="aaaaaa"/>
                </a:solidFill>
                <a:latin typeface="Calibri"/>
                <a:ea typeface="DejaVu Sans"/>
              </a:rPr>
              <a:t>Each type has a different scope and lifetime.</a:t>
            </a:r>
            <a:endParaRPr b="0" lang="en-US" sz="1600" spc="-1" strike="noStrike">
              <a:solidFill>
                <a:srgbClr val="000000"/>
              </a:solidFill>
              <a:latin typeface="Arial"/>
            </a:endParaRPr>
          </a:p>
          <a:p>
            <a:pPr>
              <a:lnSpc>
                <a:spcPct val="100000"/>
              </a:lnSpc>
            </a:pPr>
            <a:r>
              <a:rPr b="0" lang="en-US" sz="1600" spc="-1" strike="noStrike">
                <a:solidFill>
                  <a:srgbClr val="aaaaaa"/>
                </a:solidFill>
                <a:latin typeface="Calibri"/>
                <a:ea typeface="DejaVu Sans"/>
              </a:rPr>
              <a:t>Local variables exist in methods, I</a:t>
            </a:r>
            <a:endParaRPr b="0" lang="en-US" sz="1600" spc="-1" strike="noStrike">
              <a:solidFill>
                <a:srgbClr val="000000"/>
              </a:solidFill>
              <a:latin typeface="Arial"/>
            </a:endParaRPr>
          </a:p>
          <a:p>
            <a:pPr>
              <a:lnSpc>
                <a:spcPct val="100000"/>
              </a:lnSpc>
            </a:pPr>
            <a:r>
              <a:rPr b="0" lang="en-US" sz="1600" spc="-1" strike="noStrike">
                <a:solidFill>
                  <a:srgbClr val="aaaaaa"/>
                </a:solidFill>
                <a:latin typeface="Calibri"/>
                <a:ea typeface="DejaVu Sans"/>
              </a:rPr>
              <a:t>nstance variables belong to objects, and static variables belong to the class.</a:t>
            </a:r>
            <a:endParaRPr b="0" lang="en-US" sz="1600" spc="-1" strike="noStrike">
              <a:solidFill>
                <a:srgbClr val="000000"/>
              </a:solidFill>
              <a:latin typeface="Arial"/>
            </a:endParaRPr>
          </a:p>
        </p:txBody>
      </p:sp>
      <p:sp>
        <p:nvSpPr>
          <p:cNvPr id="766" name="Rounded Rectangle 72"/>
          <p:cNvSpPr/>
          <p:nvPr/>
        </p:nvSpPr>
        <p:spPr>
          <a:xfrm>
            <a:off x="987480" y="3182040"/>
            <a:ext cx="3286080" cy="27374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67" name="Rounded Rectangle 73"/>
          <p:cNvSpPr/>
          <p:nvPr/>
        </p:nvSpPr>
        <p:spPr>
          <a:xfrm>
            <a:off x="685800" y="2971800"/>
            <a:ext cx="3514680" cy="31957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400" spc="-1" strike="noStrike">
                <a:solidFill>
                  <a:schemeClr val="lt1"/>
                </a:solidFill>
                <a:latin typeface="Calibri"/>
                <a:ea typeface="DejaVu Sans"/>
              </a:rPr>
              <a:t>Değişken Kapsamı</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Yerel Değişken (Local Variable)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Sadece bir metod içinde bulunur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Metod başladığında oluşturulur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Metod bittiğinde yok edilir</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Instance Değişken (Instance Variable)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Bir nesneye aittir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Her nesnenin kendine ait kopyası vardır</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Static Değişken (Static Variable)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Tüm nesneler tarafından paylaşılır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Sınıfın kendisine aittir</a:t>
            </a:r>
            <a:endParaRPr b="0" lang="en-US" sz="1400" spc="-1" strike="noStrike">
              <a:solidFill>
                <a:srgbClr val="ffffff"/>
              </a:solidFill>
              <a:latin typeface="Arial"/>
            </a:endParaRPr>
          </a:p>
        </p:txBody>
      </p:sp>
      <p:sp>
        <p:nvSpPr>
          <p:cNvPr id="768" name="Rounded Rectangle 74"/>
          <p:cNvSpPr/>
          <p:nvPr/>
        </p:nvSpPr>
        <p:spPr>
          <a:xfrm>
            <a:off x="4507920" y="3182040"/>
            <a:ext cx="3286080" cy="27374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69" name="Rounded Rectangle 75"/>
          <p:cNvSpPr/>
          <p:nvPr/>
        </p:nvSpPr>
        <p:spPr>
          <a:xfrm>
            <a:off x="4434840" y="3108960"/>
            <a:ext cx="3286080" cy="30585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Program Execution</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Create Class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a:t>
            </a:r>
            <a:r>
              <a:rPr b="0" lang="en-US" sz="1400" spc="-1" strike="noStrike">
                <a:solidFill>
                  <a:schemeClr val="lt1"/>
                </a:solidFill>
                <a:latin typeface="Calibri"/>
                <a:ea typeface="DejaVu Sans"/>
              </a:rPr>
              <a:t>Static Variable (shared)</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Create Object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a:t>
            </a:r>
            <a:r>
              <a:rPr b="0" lang="en-US" sz="1400" spc="-1" strike="noStrike">
                <a:solidFill>
                  <a:schemeClr val="lt1"/>
                </a:solidFill>
                <a:latin typeface="Calibri"/>
                <a:ea typeface="DejaVu Sans"/>
              </a:rPr>
              <a:t>Instance Variable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Call Method</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a:t>
            </a:r>
            <a:r>
              <a:rPr b="0" lang="en-US" sz="1400" spc="-1" strike="noStrike">
                <a:solidFill>
                  <a:schemeClr val="lt1"/>
                </a:solidFill>
                <a:latin typeface="Calibri"/>
                <a:ea typeface="DejaVu Sans"/>
              </a:rPr>
              <a:t>Local Variable</a:t>
            </a:r>
            <a:endParaRPr b="0" lang="en-US" sz="1400" spc="-1" strike="noStrike">
              <a:solidFill>
                <a:srgbClr val="ffffff"/>
              </a:solidFill>
              <a:latin typeface="Arial"/>
            </a:endParaRPr>
          </a:p>
        </p:txBody>
      </p:sp>
      <p:sp>
        <p:nvSpPr>
          <p:cNvPr id="770" name="Rounded Rectangle 76"/>
          <p:cNvSpPr/>
          <p:nvPr/>
        </p:nvSpPr>
        <p:spPr>
          <a:xfrm>
            <a:off x="8028360" y="3182040"/>
            <a:ext cx="3286080" cy="27374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71" name="Rounded Rectangle 77"/>
          <p:cNvSpPr/>
          <p:nvPr/>
        </p:nvSpPr>
        <p:spPr>
          <a:xfrm>
            <a:off x="7955280" y="2971800"/>
            <a:ext cx="3698640" cy="34243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050" spc="-1" strike="noStrike">
                <a:solidFill>
                  <a:srgbClr val="78ffc8"/>
                </a:solidFill>
                <a:latin typeface="Consolas"/>
                <a:ea typeface="DejaVu Sans"/>
              </a:rPr>
              <a:t>public class VariableDemo {</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static String university = "Tech University"; // static variable</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String studentName; // instance variable</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public void showInfo() {</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int year = 2; // local variable</a:t>
            </a:r>
            <a:endParaRPr b="0" lang="en-US" sz="1050" spc="-1" strike="noStrike">
              <a:solidFill>
                <a:srgbClr val="ffffff"/>
              </a:solidFill>
              <a:latin typeface="Arial"/>
            </a:endParaRPr>
          </a:p>
          <a:p>
            <a:pPr algn="ctr">
              <a:lnSpc>
                <a:spcPct val="100000"/>
              </a:lnSpc>
            </a:pP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System.out.println(studentName);</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System.out.println(university);</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System.out.println(year);</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public static void main(String[] args) {</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VariableDemo s1 = new VariableDemo();</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s1.studentName = "Tuna";</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s1.showInfo();</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a:t>
            </a:r>
            <a:endParaRPr b="0" lang="en-US" sz="1050" spc="-1" strike="noStrike">
              <a:solidFill>
                <a:srgbClr val="ffffff"/>
              </a:solidFill>
              <a:latin typeface="Arial"/>
            </a:endParaRPr>
          </a:p>
        </p:txBody>
      </p:sp>
      <p:sp>
        <p:nvSpPr>
          <p:cNvPr id="772" name="TextBox 33"/>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73" name="Rectangle 144"/>
          <p:cNvSpPr/>
          <p:nvPr/>
        </p:nvSpPr>
        <p:spPr>
          <a:xfrm>
            <a:off x="0" y="0"/>
            <a:ext cx="12182760" cy="685188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74" name="Rectangle 145"/>
          <p:cNvSpPr/>
          <p:nvPr/>
        </p:nvSpPr>
        <p:spPr>
          <a:xfrm>
            <a:off x="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75" name="Rectangle 146"/>
          <p:cNvSpPr/>
          <p:nvPr/>
        </p:nvSpPr>
        <p:spPr>
          <a:xfrm>
            <a:off x="9144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76" name="Rectangle 147"/>
          <p:cNvSpPr/>
          <p:nvPr/>
        </p:nvSpPr>
        <p:spPr>
          <a:xfrm>
            <a:off x="18288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77" name="Rectangle 148"/>
          <p:cNvSpPr/>
          <p:nvPr/>
        </p:nvSpPr>
        <p:spPr>
          <a:xfrm>
            <a:off x="27432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78" name="Rectangle 149"/>
          <p:cNvSpPr/>
          <p:nvPr/>
        </p:nvSpPr>
        <p:spPr>
          <a:xfrm>
            <a:off x="36576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79" name="Rectangle 150"/>
          <p:cNvSpPr/>
          <p:nvPr/>
        </p:nvSpPr>
        <p:spPr>
          <a:xfrm>
            <a:off x="45720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80" name="Rectangle 151"/>
          <p:cNvSpPr/>
          <p:nvPr/>
        </p:nvSpPr>
        <p:spPr>
          <a:xfrm>
            <a:off x="54864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81" name="Rectangle 152"/>
          <p:cNvSpPr/>
          <p:nvPr/>
        </p:nvSpPr>
        <p:spPr>
          <a:xfrm>
            <a:off x="64008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82" name="Rectangle 153"/>
          <p:cNvSpPr/>
          <p:nvPr/>
        </p:nvSpPr>
        <p:spPr>
          <a:xfrm>
            <a:off x="73152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83" name="Rectangle 154"/>
          <p:cNvSpPr/>
          <p:nvPr/>
        </p:nvSpPr>
        <p:spPr>
          <a:xfrm>
            <a:off x="82296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84" name="Rectangle 155"/>
          <p:cNvSpPr/>
          <p:nvPr/>
        </p:nvSpPr>
        <p:spPr>
          <a:xfrm>
            <a:off x="91440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85" name="Rectangle 156"/>
          <p:cNvSpPr/>
          <p:nvPr/>
        </p:nvSpPr>
        <p:spPr>
          <a:xfrm>
            <a:off x="100584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86" name="Rectangle 157"/>
          <p:cNvSpPr/>
          <p:nvPr/>
        </p:nvSpPr>
        <p:spPr>
          <a:xfrm>
            <a:off x="109728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87" name="Rectangle 158"/>
          <p:cNvSpPr/>
          <p:nvPr/>
        </p:nvSpPr>
        <p:spPr>
          <a:xfrm>
            <a:off x="118872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88" name="Rectangle 159"/>
          <p:cNvSpPr/>
          <p:nvPr/>
        </p:nvSpPr>
        <p:spPr>
          <a:xfrm>
            <a:off x="0" y="0"/>
            <a:ext cx="313920" cy="685188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89" name="Rounded Rectangle 64"/>
          <p:cNvSpPr/>
          <p:nvPr/>
        </p:nvSpPr>
        <p:spPr>
          <a:xfrm>
            <a:off x="9875520" y="365760"/>
            <a:ext cx="2005560" cy="49680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790" name="TextBox 28"/>
          <p:cNvSpPr/>
          <p:nvPr/>
        </p:nvSpPr>
        <p:spPr>
          <a:xfrm>
            <a:off x="3228120" y="1005840"/>
            <a:ext cx="451548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JAVA DATA TYPES</a:t>
            </a:r>
            <a:endParaRPr b="0" lang="en-US" sz="4800" spc="-1" strike="noStrike">
              <a:solidFill>
                <a:srgbClr val="000000"/>
              </a:solidFill>
              <a:latin typeface="Arial"/>
            </a:endParaRPr>
          </a:p>
        </p:txBody>
      </p:sp>
      <p:sp>
        <p:nvSpPr>
          <p:cNvPr id="791" name="TextBox 29"/>
          <p:cNvSpPr/>
          <p:nvPr/>
        </p:nvSpPr>
        <p:spPr>
          <a:xfrm>
            <a:off x="2229120" y="2194560"/>
            <a:ext cx="651204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Data types define what kind of value a variable can store in Java.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Every variable must have a specific data type</a:t>
            </a:r>
            <a:endParaRPr b="0" lang="en-US" sz="1900" spc="-1" strike="noStrike">
              <a:solidFill>
                <a:srgbClr val="000000"/>
              </a:solidFill>
              <a:latin typeface="Arial"/>
            </a:endParaRPr>
          </a:p>
        </p:txBody>
      </p:sp>
      <p:sp>
        <p:nvSpPr>
          <p:cNvPr id="792" name="Rounded Rectangle 65"/>
          <p:cNvSpPr/>
          <p:nvPr/>
        </p:nvSpPr>
        <p:spPr>
          <a:xfrm>
            <a:off x="987480" y="3182040"/>
            <a:ext cx="3285720" cy="27370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93" name="Rounded Rectangle 66"/>
          <p:cNvSpPr/>
          <p:nvPr/>
        </p:nvSpPr>
        <p:spPr>
          <a:xfrm>
            <a:off x="685800" y="3108960"/>
            <a:ext cx="3514320" cy="32868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1" lang="en-US" sz="1500" spc="-1" strike="noStrike">
                <a:solidFill>
                  <a:schemeClr val="lt1"/>
                </a:solidFill>
                <a:latin typeface="Calibri"/>
                <a:ea typeface="DejaVu Sans"/>
              </a:rPr>
              <a:t>Data Types</a:t>
            </a:r>
            <a:r>
              <a:rPr b="0" lang="en-US" sz="1500" spc="-1" strike="noStrike">
                <a:solidFill>
                  <a:schemeClr val="lt1"/>
                </a:solidFill>
                <a:latin typeface="Calibri"/>
                <a:ea typeface="DejaVu Sans"/>
              </a:rPr>
              <a:t> specify the type of data stored in a variable.</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Java has </a:t>
            </a:r>
            <a:r>
              <a:rPr b="1" lang="en-US" sz="1500" spc="-1" strike="noStrike">
                <a:solidFill>
                  <a:schemeClr val="lt1"/>
                </a:solidFill>
                <a:latin typeface="Calibri"/>
                <a:ea typeface="DejaVu Sans"/>
              </a:rPr>
              <a:t>two main data type categories</a:t>
            </a:r>
            <a:r>
              <a:rPr b="0" lang="en-US" sz="1500" spc="-1" strike="noStrike">
                <a:solidFill>
                  <a:schemeClr val="lt1"/>
                </a:solidFill>
                <a:latin typeface="Calibri"/>
                <a:ea typeface="DejaVu Sans"/>
              </a:rPr>
              <a:t>.</a:t>
            </a:r>
            <a:endParaRPr b="0" lang="en-US" sz="1500" spc="-1" strike="noStrike">
              <a:solidFill>
                <a:srgbClr val="ffffff"/>
              </a:solidFill>
              <a:latin typeface="Arial"/>
            </a:endParaRPr>
          </a:p>
          <a:p>
            <a:pPr>
              <a:lnSpc>
                <a:spcPct val="100000"/>
              </a:lnSpc>
            </a:pPr>
            <a:endParaRPr b="0" lang="en-US" sz="1500" spc="-1" strike="noStrike">
              <a:solidFill>
                <a:srgbClr val="ffffff"/>
              </a:solidFill>
              <a:latin typeface="Arial"/>
            </a:endParaRPr>
          </a:p>
          <a:p>
            <a:pPr>
              <a:lnSpc>
                <a:spcPct val="100000"/>
              </a:lnSpc>
            </a:pPr>
            <a:r>
              <a:rPr b="1" lang="en-US" sz="1500" spc="-1" strike="noStrike">
                <a:solidFill>
                  <a:schemeClr val="lt1"/>
                </a:solidFill>
                <a:latin typeface="Calibri"/>
                <a:ea typeface="DejaVu Sans"/>
              </a:rPr>
              <a:t>Primitive Types</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Store simple values directly in memory.</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Examples: </a:t>
            </a:r>
            <a:r>
              <a:rPr b="1" lang="en-US" sz="1500" spc="-1" strike="noStrike">
                <a:solidFill>
                  <a:schemeClr val="lt1"/>
                </a:solidFill>
                <a:latin typeface="Calibri"/>
                <a:ea typeface="DejaVu Sans"/>
              </a:rPr>
              <a:t>int, double, char, boolean.</a:t>
            </a:r>
            <a:endParaRPr b="0" lang="en-US" sz="1500" spc="-1" strike="noStrike">
              <a:solidFill>
                <a:srgbClr val="ffffff"/>
              </a:solidFill>
              <a:latin typeface="Arial"/>
            </a:endParaRPr>
          </a:p>
          <a:p>
            <a:pPr>
              <a:lnSpc>
                <a:spcPct val="100000"/>
              </a:lnSpc>
            </a:pPr>
            <a:endParaRPr b="0" lang="en-US" sz="1500" spc="-1" strike="noStrike">
              <a:solidFill>
                <a:srgbClr val="ffffff"/>
              </a:solidFill>
              <a:latin typeface="Arial"/>
            </a:endParaRPr>
          </a:p>
          <a:p>
            <a:pPr>
              <a:lnSpc>
                <a:spcPct val="100000"/>
              </a:lnSpc>
            </a:pPr>
            <a:r>
              <a:rPr b="1" lang="en-US" sz="1500" spc="-1" strike="noStrike">
                <a:solidFill>
                  <a:schemeClr val="lt1"/>
                </a:solidFill>
                <a:latin typeface="Calibri"/>
                <a:ea typeface="DejaVu Sans"/>
              </a:rPr>
              <a:t>Non-Primitive Types</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Store references to objects.</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Examples: String, Arrays, Classes.</a:t>
            </a:r>
            <a:endParaRPr b="0" lang="en-US" sz="1500" spc="-1" strike="noStrike">
              <a:solidFill>
                <a:srgbClr val="ffffff"/>
              </a:solidFill>
              <a:latin typeface="Arial"/>
            </a:endParaRPr>
          </a:p>
        </p:txBody>
      </p:sp>
      <p:sp>
        <p:nvSpPr>
          <p:cNvPr id="794" name="Rounded Rectangle 67"/>
          <p:cNvSpPr/>
          <p:nvPr/>
        </p:nvSpPr>
        <p:spPr>
          <a:xfrm>
            <a:off x="4507920" y="3182040"/>
            <a:ext cx="3285720" cy="27370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95" name="Rounded Rectangle 68"/>
          <p:cNvSpPr/>
          <p:nvPr/>
        </p:nvSpPr>
        <p:spPr>
          <a:xfrm>
            <a:off x="4434840" y="3108960"/>
            <a:ext cx="3285720" cy="30582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500" spc="-1" strike="noStrike">
                <a:solidFill>
                  <a:schemeClr val="lt1"/>
                </a:solidFill>
                <a:latin typeface="Calibri"/>
                <a:ea typeface="DejaVu Sans"/>
              </a:rPr>
              <a:t>Java Data Types</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a:t>
            </a:r>
            <a:r>
              <a:rPr b="0" lang="en-US" sz="1500" spc="-1" strike="noStrike">
                <a:solidFill>
                  <a:schemeClr val="lt1"/>
                </a:solidFill>
                <a:latin typeface="Calibri"/>
                <a:ea typeface="DejaVu Sans"/>
              </a:rPr>
              <a:t>Primitive Types</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 </a:t>
            </a:r>
            <a:r>
              <a:rPr b="0" lang="en-US" sz="1500" spc="-1" strike="noStrike">
                <a:solidFill>
                  <a:schemeClr val="lt1"/>
                </a:solidFill>
                <a:latin typeface="Calibri"/>
                <a:ea typeface="DejaVu Sans"/>
              </a:rPr>
              <a:t>int</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 </a:t>
            </a:r>
            <a:r>
              <a:rPr b="0" lang="en-US" sz="1500" spc="-1" strike="noStrike">
                <a:solidFill>
                  <a:schemeClr val="lt1"/>
                </a:solidFill>
                <a:latin typeface="Calibri"/>
                <a:ea typeface="DejaVu Sans"/>
              </a:rPr>
              <a:t>double</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 </a:t>
            </a:r>
            <a:r>
              <a:rPr b="0" lang="en-US" sz="1500" spc="-1" strike="noStrike">
                <a:solidFill>
                  <a:schemeClr val="lt1"/>
                </a:solidFill>
                <a:latin typeface="Calibri"/>
                <a:ea typeface="DejaVu Sans"/>
              </a:rPr>
              <a:t>char</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 </a:t>
            </a:r>
            <a:r>
              <a:rPr b="0" lang="en-US" sz="1500" spc="-1" strike="noStrike">
                <a:solidFill>
                  <a:schemeClr val="lt1"/>
                </a:solidFill>
                <a:latin typeface="Calibri"/>
                <a:ea typeface="DejaVu Sans"/>
              </a:rPr>
              <a:t>boolean</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a:t>
            </a:r>
            <a:r>
              <a:rPr b="0" lang="en-US" sz="1500" spc="-1" strike="noStrike">
                <a:solidFill>
                  <a:schemeClr val="lt1"/>
                </a:solidFill>
                <a:latin typeface="Calibri"/>
                <a:ea typeface="DejaVu Sans"/>
              </a:rPr>
              <a:t>Non-Primitive Types</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a:t>
            </a:r>
            <a:r>
              <a:rPr b="0" lang="en-US" sz="1500" spc="-1" strike="noStrike">
                <a:solidFill>
                  <a:schemeClr val="lt1"/>
                </a:solidFill>
                <a:latin typeface="Calibri"/>
                <a:ea typeface="DejaVu Sans"/>
              </a:rPr>
              <a:t>String</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a:t>
            </a:r>
            <a:r>
              <a:rPr b="0" lang="en-US" sz="1500" spc="-1" strike="noStrike">
                <a:solidFill>
                  <a:schemeClr val="lt1"/>
                </a:solidFill>
                <a:latin typeface="Calibri"/>
                <a:ea typeface="DejaVu Sans"/>
              </a:rPr>
              <a:t>Array</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a:t>
            </a:r>
            <a:r>
              <a:rPr b="0" lang="en-US" sz="1500" spc="-1" strike="noStrike">
                <a:solidFill>
                  <a:schemeClr val="lt1"/>
                </a:solidFill>
                <a:latin typeface="Calibri"/>
                <a:ea typeface="DejaVu Sans"/>
              </a:rPr>
              <a:t>Class</a:t>
            </a:r>
            <a:endParaRPr b="0" lang="en-US" sz="1500" spc="-1" strike="noStrike">
              <a:solidFill>
                <a:srgbClr val="ffffff"/>
              </a:solidFill>
              <a:latin typeface="Arial"/>
            </a:endParaRPr>
          </a:p>
        </p:txBody>
      </p:sp>
      <p:sp>
        <p:nvSpPr>
          <p:cNvPr id="796" name="Rounded Rectangle 69"/>
          <p:cNvSpPr/>
          <p:nvPr/>
        </p:nvSpPr>
        <p:spPr>
          <a:xfrm>
            <a:off x="8028360" y="3182040"/>
            <a:ext cx="3285720" cy="27370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797" name="Rounded Rectangle 70"/>
          <p:cNvSpPr/>
          <p:nvPr/>
        </p:nvSpPr>
        <p:spPr>
          <a:xfrm>
            <a:off x="7955280" y="3108960"/>
            <a:ext cx="3698280" cy="30582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400" spc="-1" strike="noStrike">
                <a:solidFill>
                  <a:srgbClr val="78ffc8"/>
                </a:solidFill>
                <a:latin typeface="Consolas"/>
                <a:ea typeface="DejaVu Sans"/>
              </a:rPr>
              <a:t>public class DataTypesExample {</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public static void main(String[] args) {</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int age = 25;</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double salary = 5500.5;</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char grade = 'A';</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boolean isStudent = true;</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String name = "Tuna";</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System.out.println(name);</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System.out.println(age);</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a:t>
            </a:r>
            <a:endParaRPr b="0" lang="en-US" sz="1400" spc="-1" strike="noStrike">
              <a:solidFill>
                <a:srgbClr val="ffffff"/>
              </a:solidFill>
              <a:latin typeface="Arial"/>
            </a:endParaRPr>
          </a:p>
        </p:txBody>
      </p:sp>
      <p:sp>
        <p:nvSpPr>
          <p:cNvPr id="798" name="TextBox 30"/>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99" name="Rectangle 48"/>
          <p:cNvSpPr/>
          <p:nvPr/>
        </p:nvSpPr>
        <p:spPr>
          <a:xfrm>
            <a:off x="0" y="0"/>
            <a:ext cx="12180960" cy="685008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00" name="Rectangle 49"/>
          <p:cNvSpPr/>
          <p:nvPr/>
        </p:nvSpPr>
        <p:spPr>
          <a:xfrm>
            <a:off x="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01" name="Rectangle 50"/>
          <p:cNvSpPr/>
          <p:nvPr/>
        </p:nvSpPr>
        <p:spPr>
          <a:xfrm>
            <a:off x="9144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02" name="Rectangle 51"/>
          <p:cNvSpPr/>
          <p:nvPr/>
        </p:nvSpPr>
        <p:spPr>
          <a:xfrm>
            <a:off x="18288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03" name="Rectangle 52"/>
          <p:cNvSpPr/>
          <p:nvPr/>
        </p:nvSpPr>
        <p:spPr>
          <a:xfrm>
            <a:off x="27432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04" name="Rectangle 53"/>
          <p:cNvSpPr/>
          <p:nvPr/>
        </p:nvSpPr>
        <p:spPr>
          <a:xfrm>
            <a:off x="36576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05" name="Rectangle 54"/>
          <p:cNvSpPr/>
          <p:nvPr/>
        </p:nvSpPr>
        <p:spPr>
          <a:xfrm>
            <a:off x="45720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06" name="Rectangle 55"/>
          <p:cNvSpPr/>
          <p:nvPr/>
        </p:nvSpPr>
        <p:spPr>
          <a:xfrm>
            <a:off x="54864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07" name="Rectangle 56"/>
          <p:cNvSpPr/>
          <p:nvPr/>
        </p:nvSpPr>
        <p:spPr>
          <a:xfrm>
            <a:off x="64008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08" name="Rectangle 57"/>
          <p:cNvSpPr/>
          <p:nvPr/>
        </p:nvSpPr>
        <p:spPr>
          <a:xfrm>
            <a:off x="73152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09" name="Rectangle 58"/>
          <p:cNvSpPr/>
          <p:nvPr/>
        </p:nvSpPr>
        <p:spPr>
          <a:xfrm>
            <a:off x="82296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10" name="Rectangle 59"/>
          <p:cNvSpPr/>
          <p:nvPr/>
        </p:nvSpPr>
        <p:spPr>
          <a:xfrm>
            <a:off x="91440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11" name="Rectangle 60"/>
          <p:cNvSpPr/>
          <p:nvPr/>
        </p:nvSpPr>
        <p:spPr>
          <a:xfrm>
            <a:off x="100584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12" name="Rectangle 61"/>
          <p:cNvSpPr/>
          <p:nvPr/>
        </p:nvSpPr>
        <p:spPr>
          <a:xfrm>
            <a:off x="109728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13" name="Rectangle 62"/>
          <p:cNvSpPr/>
          <p:nvPr/>
        </p:nvSpPr>
        <p:spPr>
          <a:xfrm>
            <a:off x="118872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14" name="Rectangle 63"/>
          <p:cNvSpPr/>
          <p:nvPr/>
        </p:nvSpPr>
        <p:spPr>
          <a:xfrm>
            <a:off x="0" y="0"/>
            <a:ext cx="312120" cy="685008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15" name="Rounded Rectangle 15"/>
          <p:cNvSpPr/>
          <p:nvPr/>
        </p:nvSpPr>
        <p:spPr>
          <a:xfrm>
            <a:off x="9875520" y="365760"/>
            <a:ext cx="2003760" cy="49500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816" name="TextBox 7"/>
          <p:cNvSpPr/>
          <p:nvPr/>
        </p:nvSpPr>
        <p:spPr>
          <a:xfrm>
            <a:off x="1629000" y="1005840"/>
            <a:ext cx="771444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   </a:t>
            </a:r>
            <a:r>
              <a:rPr b="1" lang="en-US" sz="4800" spc="-1" strike="noStrike">
                <a:solidFill>
                  <a:srgbClr val="f5f5f5"/>
                </a:solidFill>
                <a:latin typeface="Calibri"/>
                <a:ea typeface="DejaVu Sans"/>
              </a:rPr>
              <a:t>JAVA PRIMITIVE DATA TYPES</a:t>
            </a:r>
            <a:endParaRPr b="0" lang="en-US" sz="4800" spc="-1" strike="noStrike">
              <a:solidFill>
                <a:srgbClr val="000000"/>
              </a:solidFill>
              <a:latin typeface="Arial"/>
            </a:endParaRPr>
          </a:p>
        </p:txBody>
      </p:sp>
      <p:sp>
        <p:nvSpPr>
          <p:cNvPr id="817" name="TextBox 8"/>
          <p:cNvSpPr/>
          <p:nvPr/>
        </p:nvSpPr>
        <p:spPr>
          <a:xfrm>
            <a:off x="1870560" y="1846080"/>
            <a:ext cx="728928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Primitive data types are the basic data types in Java used to store simple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values such as numbers, characters, and boolean values.</a:t>
            </a:r>
            <a:endParaRPr b="0" lang="en-US" sz="1900" spc="-1" strike="noStrike">
              <a:solidFill>
                <a:srgbClr val="000000"/>
              </a:solidFill>
              <a:latin typeface="Arial"/>
            </a:endParaRPr>
          </a:p>
        </p:txBody>
      </p:sp>
      <p:sp>
        <p:nvSpPr>
          <p:cNvPr id="818" name="Rounded Rectangle 16"/>
          <p:cNvSpPr/>
          <p:nvPr/>
        </p:nvSpPr>
        <p:spPr>
          <a:xfrm>
            <a:off x="987480" y="3182040"/>
            <a:ext cx="3283920" cy="27352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19" name="Rounded Rectangle 18"/>
          <p:cNvSpPr/>
          <p:nvPr/>
        </p:nvSpPr>
        <p:spPr>
          <a:xfrm>
            <a:off x="685800" y="2743200"/>
            <a:ext cx="3512520" cy="34221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300" spc="-1" strike="noStrike">
                <a:solidFill>
                  <a:schemeClr val="lt1"/>
                </a:solidFill>
                <a:latin typeface="Calibri"/>
                <a:ea typeface="DejaVu Sans"/>
              </a:rPr>
              <a:t>Numeric Types</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Java provides numeric data types such as byte, short, int, long, float, and double to store different kinds of numbers.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Character Type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The char data type is used to store a single character based on the Unicode system.</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Boolean Type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The boolean data type represents logical values and can only store true or false.</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Memory Efficiency</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Primitive types are stored directly in memory and are faster and more memory-efficient than reference types.</a:t>
            </a:r>
            <a:endParaRPr b="0" lang="en-US" sz="1300" spc="-1" strike="noStrike">
              <a:solidFill>
                <a:srgbClr val="ffffff"/>
              </a:solidFill>
              <a:latin typeface="Arial"/>
            </a:endParaRPr>
          </a:p>
        </p:txBody>
      </p:sp>
      <p:sp>
        <p:nvSpPr>
          <p:cNvPr id="820" name="Rounded Rectangle 19"/>
          <p:cNvSpPr/>
          <p:nvPr/>
        </p:nvSpPr>
        <p:spPr>
          <a:xfrm>
            <a:off x="4507920" y="3182040"/>
            <a:ext cx="3283920" cy="27352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21" name="Rounded Rectangle 26"/>
          <p:cNvSpPr/>
          <p:nvPr/>
        </p:nvSpPr>
        <p:spPr>
          <a:xfrm>
            <a:off x="4343400" y="2743200"/>
            <a:ext cx="3375360" cy="36507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Primitive Data Types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a:t>
            </a:r>
            <a:r>
              <a:rPr b="0" lang="en-US" sz="1400" spc="-1" strike="noStrike">
                <a:solidFill>
                  <a:schemeClr val="lt1"/>
                </a:solidFill>
                <a:latin typeface="Calibri"/>
                <a:ea typeface="DejaVu Sans"/>
              </a:rPr>
              <a:t>Numeric Types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 </a:t>
            </a:r>
            <a:r>
              <a:rPr b="0" lang="en-US" sz="1400" spc="-1" strike="noStrike">
                <a:solidFill>
                  <a:schemeClr val="lt1"/>
                </a:solidFill>
                <a:latin typeface="Calibri"/>
                <a:ea typeface="DejaVu Sans"/>
              </a:rPr>
              <a:t>byte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 </a:t>
            </a:r>
            <a:r>
              <a:rPr b="0" lang="en-US" sz="1400" spc="-1" strike="noStrike">
                <a:solidFill>
                  <a:schemeClr val="lt1"/>
                </a:solidFill>
                <a:latin typeface="Calibri"/>
                <a:ea typeface="DejaVu Sans"/>
              </a:rPr>
              <a:t>short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 </a:t>
            </a:r>
            <a:r>
              <a:rPr b="0" lang="en-US" sz="1400" spc="-1" strike="noStrike">
                <a:solidFill>
                  <a:schemeClr val="lt1"/>
                </a:solidFill>
                <a:latin typeface="Calibri"/>
                <a:ea typeface="DejaVu Sans"/>
              </a:rPr>
              <a:t>int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 </a:t>
            </a:r>
            <a:r>
              <a:rPr b="0" lang="en-US" sz="1400" spc="-1" strike="noStrike">
                <a:solidFill>
                  <a:schemeClr val="lt1"/>
                </a:solidFill>
                <a:latin typeface="Calibri"/>
                <a:ea typeface="DejaVu Sans"/>
              </a:rPr>
              <a:t>long</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 </a:t>
            </a:r>
            <a:r>
              <a:rPr b="0" lang="en-US" sz="1400" spc="-1" strike="noStrike">
                <a:solidFill>
                  <a:schemeClr val="lt1"/>
                </a:solidFill>
                <a:latin typeface="Calibri"/>
                <a:ea typeface="DejaVu Sans"/>
              </a:rPr>
              <a:t>float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 </a:t>
            </a:r>
            <a:r>
              <a:rPr b="0" lang="en-US" sz="1400" spc="-1" strike="noStrike">
                <a:solidFill>
                  <a:schemeClr val="lt1"/>
                </a:solidFill>
                <a:latin typeface="Calibri"/>
                <a:ea typeface="DejaVu Sans"/>
              </a:rPr>
              <a:t>double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a:t>
            </a:r>
            <a:r>
              <a:rPr b="0" lang="en-US" sz="1400" spc="-1" strike="noStrike">
                <a:solidFill>
                  <a:schemeClr val="lt1"/>
                </a:solidFill>
                <a:latin typeface="Calibri"/>
                <a:ea typeface="DejaVu Sans"/>
              </a:rPr>
              <a:t>Character Type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 </a:t>
            </a:r>
            <a:r>
              <a:rPr b="0" lang="en-US" sz="1400" spc="-1" strike="noStrike">
                <a:solidFill>
                  <a:schemeClr val="lt1"/>
                </a:solidFill>
                <a:latin typeface="Calibri"/>
                <a:ea typeface="DejaVu Sans"/>
              </a:rPr>
              <a:t>char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a:t>
            </a:r>
            <a:r>
              <a:rPr b="0" lang="en-US" sz="1400" spc="-1" strike="noStrike">
                <a:solidFill>
                  <a:schemeClr val="lt1"/>
                </a:solidFill>
                <a:latin typeface="Calibri"/>
                <a:ea typeface="DejaVu Sans"/>
              </a:rPr>
              <a:t>Boolean Type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a:t>
            </a:r>
            <a:r>
              <a:rPr b="0" lang="en-US" sz="1400" spc="-1" strike="noStrike">
                <a:solidFill>
                  <a:schemeClr val="lt1"/>
                </a:solidFill>
                <a:latin typeface="Calibri"/>
                <a:ea typeface="DejaVu Sans"/>
              </a:rPr>
              <a:t>boolean</a:t>
            </a:r>
            <a:endParaRPr b="0" lang="en-US" sz="1400" spc="-1" strike="noStrike">
              <a:solidFill>
                <a:srgbClr val="ffffff"/>
              </a:solidFill>
              <a:latin typeface="Arial"/>
            </a:endParaRPr>
          </a:p>
        </p:txBody>
      </p:sp>
      <p:sp>
        <p:nvSpPr>
          <p:cNvPr id="822" name="Rounded Rectangle 27"/>
          <p:cNvSpPr/>
          <p:nvPr/>
        </p:nvSpPr>
        <p:spPr>
          <a:xfrm>
            <a:off x="8028360" y="3182040"/>
            <a:ext cx="3283920" cy="27352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23" name="Rounded Rectangle 28"/>
          <p:cNvSpPr/>
          <p:nvPr/>
        </p:nvSpPr>
        <p:spPr>
          <a:xfrm>
            <a:off x="7955280" y="2971800"/>
            <a:ext cx="3696480" cy="31935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PrimitiveExample {</a:t>
            </a:r>
            <a:endParaRPr b="0" lang="en-US" sz="1300" spc="-1" strike="noStrike">
              <a:solidFill>
                <a:srgbClr val="ffffff"/>
              </a:solidFill>
              <a:latin typeface="Arial"/>
            </a:endParaRPr>
          </a:p>
          <a:p>
            <a:pPr algn="ctr">
              <a:lnSpc>
                <a:spcPct val="100000"/>
              </a:lnSpc>
            </a:pP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age = 25;</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price = 19.99;</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char grade = 'A';</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boolean isStudent = true;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System.out.println(age);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System.out.println(price);      System.out.println(grade);    System.out.println(isStudent);</a:t>
            </a:r>
            <a:endParaRPr b="0" lang="en-US" sz="1300" spc="-1" strike="noStrike">
              <a:solidFill>
                <a:srgbClr val="ffffff"/>
              </a:solidFill>
              <a:latin typeface="Arial"/>
            </a:endParaRPr>
          </a:p>
          <a:p>
            <a:pPr algn="ctr">
              <a:lnSpc>
                <a:spcPct val="100000"/>
              </a:lnSpc>
            </a:pP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824" name="TextBox 9"/>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25" name="Rectangle 80"/>
          <p:cNvSpPr/>
          <p:nvPr/>
        </p:nvSpPr>
        <p:spPr>
          <a:xfrm>
            <a:off x="0" y="0"/>
            <a:ext cx="12181320" cy="685044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26" name="Rectangle 81"/>
          <p:cNvSpPr/>
          <p:nvPr/>
        </p:nvSpPr>
        <p:spPr>
          <a:xfrm>
            <a:off x="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27" name="Rectangle 82"/>
          <p:cNvSpPr/>
          <p:nvPr/>
        </p:nvSpPr>
        <p:spPr>
          <a:xfrm>
            <a:off x="9144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28" name="Rectangle 83"/>
          <p:cNvSpPr/>
          <p:nvPr/>
        </p:nvSpPr>
        <p:spPr>
          <a:xfrm>
            <a:off x="18288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29" name="Rectangle 84"/>
          <p:cNvSpPr/>
          <p:nvPr/>
        </p:nvSpPr>
        <p:spPr>
          <a:xfrm>
            <a:off x="27432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30" name="Rectangle 85"/>
          <p:cNvSpPr/>
          <p:nvPr/>
        </p:nvSpPr>
        <p:spPr>
          <a:xfrm>
            <a:off x="36576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31" name="Rectangle 86"/>
          <p:cNvSpPr/>
          <p:nvPr/>
        </p:nvSpPr>
        <p:spPr>
          <a:xfrm>
            <a:off x="45720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32" name="Rectangle 87"/>
          <p:cNvSpPr/>
          <p:nvPr/>
        </p:nvSpPr>
        <p:spPr>
          <a:xfrm>
            <a:off x="54864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33" name="Rectangle 88"/>
          <p:cNvSpPr/>
          <p:nvPr/>
        </p:nvSpPr>
        <p:spPr>
          <a:xfrm>
            <a:off x="64008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34" name="Rectangle 89"/>
          <p:cNvSpPr/>
          <p:nvPr/>
        </p:nvSpPr>
        <p:spPr>
          <a:xfrm>
            <a:off x="73152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35" name="Rectangle 90"/>
          <p:cNvSpPr/>
          <p:nvPr/>
        </p:nvSpPr>
        <p:spPr>
          <a:xfrm>
            <a:off x="82296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36" name="Rectangle 91"/>
          <p:cNvSpPr/>
          <p:nvPr/>
        </p:nvSpPr>
        <p:spPr>
          <a:xfrm>
            <a:off x="91440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37" name="Rectangle 92"/>
          <p:cNvSpPr/>
          <p:nvPr/>
        </p:nvSpPr>
        <p:spPr>
          <a:xfrm>
            <a:off x="100584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38" name="Rectangle 93"/>
          <p:cNvSpPr/>
          <p:nvPr/>
        </p:nvSpPr>
        <p:spPr>
          <a:xfrm>
            <a:off x="109728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39" name="Rectangle 94"/>
          <p:cNvSpPr/>
          <p:nvPr/>
        </p:nvSpPr>
        <p:spPr>
          <a:xfrm>
            <a:off x="118872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40" name="Rectangle 95"/>
          <p:cNvSpPr/>
          <p:nvPr/>
        </p:nvSpPr>
        <p:spPr>
          <a:xfrm>
            <a:off x="0" y="0"/>
            <a:ext cx="312480" cy="685044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41" name="Rounded Rectangle 36"/>
          <p:cNvSpPr/>
          <p:nvPr/>
        </p:nvSpPr>
        <p:spPr>
          <a:xfrm>
            <a:off x="9875520" y="365760"/>
            <a:ext cx="2004120" cy="49536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842" name="TextBox 13"/>
          <p:cNvSpPr/>
          <p:nvPr/>
        </p:nvSpPr>
        <p:spPr>
          <a:xfrm>
            <a:off x="2400480" y="1005840"/>
            <a:ext cx="617040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REFERENCE DATA TYPES</a:t>
            </a:r>
            <a:endParaRPr b="0" lang="en-US" sz="4800" spc="-1" strike="noStrike">
              <a:solidFill>
                <a:srgbClr val="000000"/>
              </a:solidFill>
              <a:latin typeface="Arial"/>
            </a:endParaRPr>
          </a:p>
        </p:txBody>
      </p:sp>
      <p:sp>
        <p:nvSpPr>
          <p:cNvPr id="843" name="TextBox 14"/>
          <p:cNvSpPr/>
          <p:nvPr/>
        </p:nvSpPr>
        <p:spPr>
          <a:xfrm>
            <a:off x="2493720" y="2194560"/>
            <a:ext cx="598320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Reference data types store references (memory addresses)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to objects rather than the actual values.</a:t>
            </a:r>
            <a:endParaRPr b="0" lang="en-US" sz="1900" spc="-1" strike="noStrike">
              <a:solidFill>
                <a:srgbClr val="000000"/>
              </a:solidFill>
              <a:latin typeface="Arial"/>
            </a:endParaRPr>
          </a:p>
        </p:txBody>
      </p:sp>
      <p:sp>
        <p:nvSpPr>
          <p:cNvPr id="844" name="Rounded Rectangle 37"/>
          <p:cNvSpPr/>
          <p:nvPr/>
        </p:nvSpPr>
        <p:spPr>
          <a:xfrm>
            <a:off x="987480" y="3182040"/>
            <a:ext cx="3284280" cy="27356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45" name="Rounded Rectangle 38"/>
          <p:cNvSpPr/>
          <p:nvPr/>
        </p:nvSpPr>
        <p:spPr>
          <a:xfrm>
            <a:off x="685800" y="3108960"/>
            <a:ext cx="3512880" cy="32853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 </a:t>
            </a:r>
            <a:r>
              <a:rPr b="1" lang="en-US" sz="1400" spc="-1" strike="noStrike">
                <a:solidFill>
                  <a:schemeClr val="lt1"/>
                </a:solidFill>
                <a:latin typeface="Calibri"/>
                <a:ea typeface="DejaVu Sans"/>
              </a:rPr>
              <a:t>Object-Based Types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Reference types represent objects created from classes.</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1" lang="en-US" sz="1400" spc="-1" strike="noStrike">
                <a:solidFill>
                  <a:schemeClr val="lt1"/>
                </a:solidFill>
                <a:latin typeface="Calibri"/>
                <a:ea typeface="DejaVu Sans"/>
              </a:rPr>
              <a:t>Memory Reference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They store the memory address of the object instead of the actual data.</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1" lang="en-US" sz="1400" spc="-1" strike="noStrike">
                <a:solidFill>
                  <a:schemeClr val="lt1"/>
                </a:solidFill>
                <a:latin typeface="Calibri"/>
                <a:ea typeface="DejaVu Sans"/>
              </a:rPr>
              <a:t>Common Examples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Examples include String, arrays, classes, and objects.</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1" lang="en-US" sz="1400" spc="-1" strike="noStrike">
                <a:solidFill>
                  <a:schemeClr val="lt1"/>
                </a:solidFill>
                <a:latin typeface="Calibri"/>
                <a:ea typeface="DejaVu Sans"/>
              </a:rPr>
              <a:t>Flexible Structure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Reference types allow storing complex data structures and multiple values.</a:t>
            </a:r>
            <a:endParaRPr b="0" lang="en-US" sz="1400" spc="-1" strike="noStrike">
              <a:solidFill>
                <a:srgbClr val="ffffff"/>
              </a:solidFill>
              <a:latin typeface="Arial"/>
            </a:endParaRPr>
          </a:p>
        </p:txBody>
      </p:sp>
      <p:sp>
        <p:nvSpPr>
          <p:cNvPr id="846" name="Rounded Rectangle 39"/>
          <p:cNvSpPr/>
          <p:nvPr/>
        </p:nvSpPr>
        <p:spPr>
          <a:xfrm>
            <a:off x="4507920" y="3182040"/>
            <a:ext cx="3284280" cy="27356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47" name="Rounded Rectangle 40"/>
          <p:cNvSpPr/>
          <p:nvPr/>
        </p:nvSpPr>
        <p:spPr>
          <a:xfrm>
            <a:off x="4434840" y="3108960"/>
            <a:ext cx="3284280" cy="27356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2200" spc="-1" strike="noStrike">
                <a:solidFill>
                  <a:schemeClr val="lt1"/>
                </a:solidFill>
                <a:latin typeface="Calibri"/>
                <a:ea typeface="DejaVu Sans"/>
              </a:rPr>
              <a:t>Reference Types</a:t>
            </a:r>
            <a:endParaRPr b="0" lang="en-US" sz="2200" spc="-1" strike="noStrike">
              <a:solidFill>
                <a:srgbClr val="ffffff"/>
              </a:solidFill>
              <a:latin typeface="Arial"/>
            </a:endParaRPr>
          </a:p>
          <a:p>
            <a:pPr>
              <a:lnSpc>
                <a:spcPct val="100000"/>
              </a:lnSpc>
            </a:pPr>
            <a:r>
              <a:rPr b="0" lang="en-US" sz="2200" spc="-1" strike="noStrike">
                <a:solidFill>
                  <a:schemeClr val="lt1"/>
                </a:solidFill>
                <a:latin typeface="Calibri"/>
                <a:ea typeface="DejaVu Sans"/>
              </a:rPr>
              <a:t>      │</a:t>
            </a:r>
            <a:endParaRPr b="0" lang="en-US" sz="2200" spc="-1" strike="noStrike">
              <a:solidFill>
                <a:srgbClr val="ffffff"/>
              </a:solidFill>
              <a:latin typeface="Arial"/>
            </a:endParaRPr>
          </a:p>
          <a:p>
            <a:pPr>
              <a:lnSpc>
                <a:spcPct val="100000"/>
              </a:lnSpc>
            </a:pPr>
            <a:r>
              <a:rPr b="0" lang="en-US" sz="2200" spc="-1" strike="noStrike">
                <a:solidFill>
                  <a:schemeClr val="lt1"/>
                </a:solidFill>
                <a:latin typeface="Calibri"/>
                <a:ea typeface="DejaVu Sans"/>
              </a:rPr>
              <a:t>      ├── </a:t>
            </a:r>
            <a:r>
              <a:rPr b="0" lang="en-US" sz="2200" spc="-1" strike="noStrike">
                <a:solidFill>
                  <a:schemeClr val="lt1"/>
                </a:solidFill>
                <a:latin typeface="Calibri"/>
                <a:ea typeface="DejaVu Sans"/>
              </a:rPr>
              <a:t>String</a:t>
            </a:r>
            <a:endParaRPr b="0" lang="en-US" sz="2200" spc="-1" strike="noStrike">
              <a:solidFill>
                <a:srgbClr val="ffffff"/>
              </a:solidFill>
              <a:latin typeface="Arial"/>
            </a:endParaRPr>
          </a:p>
          <a:p>
            <a:pPr>
              <a:lnSpc>
                <a:spcPct val="100000"/>
              </a:lnSpc>
            </a:pPr>
            <a:r>
              <a:rPr b="0" lang="en-US" sz="2200" spc="-1" strike="noStrike">
                <a:solidFill>
                  <a:schemeClr val="lt1"/>
                </a:solidFill>
                <a:latin typeface="Calibri"/>
                <a:ea typeface="DejaVu Sans"/>
              </a:rPr>
              <a:t>      ├── </a:t>
            </a:r>
            <a:r>
              <a:rPr b="0" lang="en-US" sz="2200" spc="-1" strike="noStrike">
                <a:solidFill>
                  <a:schemeClr val="lt1"/>
                </a:solidFill>
                <a:latin typeface="Calibri"/>
                <a:ea typeface="DejaVu Sans"/>
              </a:rPr>
              <a:t>Arrays</a:t>
            </a:r>
            <a:endParaRPr b="0" lang="en-US" sz="2200" spc="-1" strike="noStrike">
              <a:solidFill>
                <a:srgbClr val="ffffff"/>
              </a:solidFill>
              <a:latin typeface="Arial"/>
            </a:endParaRPr>
          </a:p>
          <a:p>
            <a:pPr>
              <a:lnSpc>
                <a:spcPct val="100000"/>
              </a:lnSpc>
            </a:pPr>
            <a:r>
              <a:rPr b="0" lang="en-US" sz="2200" spc="-1" strike="noStrike">
                <a:solidFill>
                  <a:schemeClr val="lt1"/>
                </a:solidFill>
                <a:latin typeface="Calibri"/>
                <a:ea typeface="DejaVu Sans"/>
              </a:rPr>
              <a:t>      ├── </a:t>
            </a:r>
            <a:r>
              <a:rPr b="0" lang="en-US" sz="2200" spc="-1" strike="noStrike">
                <a:solidFill>
                  <a:schemeClr val="lt1"/>
                </a:solidFill>
                <a:latin typeface="Calibri"/>
                <a:ea typeface="DejaVu Sans"/>
              </a:rPr>
              <a:t>Classes</a:t>
            </a:r>
            <a:endParaRPr b="0" lang="en-US" sz="2200" spc="-1" strike="noStrike">
              <a:solidFill>
                <a:srgbClr val="ffffff"/>
              </a:solidFill>
              <a:latin typeface="Arial"/>
            </a:endParaRPr>
          </a:p>
          <a:p>
            <a:pPr>
              <a:lnSpc>
                <a:spcPct val="100000"/>
              </a:lnSpc>
            </a:pPr>
            <a:r>
              <a:rPr b="0" lang="en-US" sz="2200" spc="-1" strike="noStrike">
                <a:solidFill>
                  <a:schemeClr val="lt1"/>
                </a:solidFill>
                <a:latin typeface="Calibri"/>
                <a:ea typeface="DejaVu Sans"/>
              </a:rPr>
              <a:t>      └── </a:t>
            </a:r>
            <a:r>
              <a:rPr b="0" lang="en-US" sz="2200" spc="-1" strike="noStrike">
                <a:solidFill>
                  <a:schemeClr val="lt1"/>
                </a:solidFill>
                <a:latin typeface="Calibri"/>
                <a:ea typeface="DejaVu Sans"/>
              </a:rPr>
              <a:t>Objects</a:t>
            </a:r>
            <a:endParaRPr b="0" lang="en-US" sz="2200" spc="-1" strike="noStrike">
              <a:solidFill>
                <a:srgbClr val="ffffff"/>
              </a:solidFill>
              <a:latin typeface="Arial"/>
            </a:endParaRPr>
          </a:p>
        </p:txBody>
      </p:sp>
      <p:sp>
        <p:nvSpPr>
          <p:cNvPr id="848" name="Rounded Rectangle 41"/>
          <p:cNvSpPr/>
          <p:nvPr/>
        </p:nvSpPr>
        <p:spPr>
          <a:xfrm>
            <a:off x="8028360" y="3182040"/>
            <a:ext cx="3284280" cy="27356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49" name="Rounded Rectangle 42"/>
          <p:cNvSpPr/>
          <p:nvPr/>
        </p:nvSpPr>
        <p:spPr>
          <a:xfrm>
            <a:off x="7955280" y="3108960"/>
            <a:ext cx="3696840" cy="30567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400" spc="-1" strike="noStrike">
                <a:solidFill>
                  <a:srgbClr val="78ffc8"/>
                </a:solidFill>
                <a:latin typeface="Consolas"/>
                <a:ea typeface="DejaVu Sans"/>
              </a:rPr>
              <a:t>public class ReferenceExample {</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public static void main(String[] args) {</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String name = "Java";</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int[] numbers = {10, 20, 30};</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System.out.println(name);</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System.out.println(numbers[0]);</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a:t>
            </a:r>
            <a:endParaRPr b="0" lang="en-US" sz="1400" spc="-1" strike="noStrike">
              <a:solidFill>
                <a:srgbClr val="ffffff"/>
              </a:solidFill>
              <a:latin typeface="Arial"/>
            </a:endParaRPr>
          </a:p>
        </p:txBody>
      </p:sp>
      <p:sp>
        <p:nvSpPr>
          <p:cNvPr id="850" name="TextBox 15"/>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1" name="Rectangle 64"/>
          <p:cNvSpPr/>
          <p:nvPr/>
        </p:nvSpPr>
        <p:spPr>
          <a:xfrm>
            <a:off x="0" y="0"/>
            <a:ext cx="12181320" cy="685044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52" name="Rectangle 65"/>
          <p:cNvSpPr/>
          <p:nvPr/>
        </p:nvSpPr>
        <p:spPr>
          <a:xfrm>
            <a:off x="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53" name="Rectangle 66"/>
          <p:cNvSpPr/>
          <p:nvPr/>
        </p:nvSpPr>
        <p:spPr>
          <a:xfrm>
            <a:off x="9144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54" name="Rectangle 67"/>
          <p:cNvSpPr/>
          <p:nvPr/>
        </p:nvSpPr>
        <p:spPr>
          <a:xfrm>
            <a:off x="18288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55" name="Rectangle 68"/>
          <p:cNvSpPr/>
          <p:nvPr/>
        </p:nvSpPr>
        <p:spPr>
          <a:xfrm>
            <a:off x="27432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56" name="Rectangle 69"/>
          <p:cNvSpPr/>
          <p:nvPr/>
        </p:nvSpPr>
        <p:spPr>
          <a:xfrm>
            <a:off x="36576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57" name="Rectangle 70"/>
          <p:cNvSpPr/>
          <p:nvPr/>
        </p:nvSpPr>
        <p:spPr>
          <a:xfrm>
            <a:off x="45720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58" name="Rectangle 71"/>
          <p:cNvSpPr/>
          <p:nvPr/>
        </p:nvSpPr>
        <p:spPr>
          <a:xfrm>
            <a:off x="54864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59" name="Rectangle 72"/>
          <p:cNvSpPr/>
          <p:nvPr/>
        </p:nvSpPr>
        <p:spPr>
          <a:xfrm>
            <a:off x="64008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60" name="Rectangle 73"/>
          <p:cNvSpPr/>
          <p:nvPr/>
        </p:nvSpPr>
        <p:spPr>
          <a:xfrm>
            <a:off x="73152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61" name="Rectangle 74"/>
          <p:cNvSpPr/>
          <p:nvPr/>
        </p:nvSpPr>
        <p:spPr>
          <a:xfrm>
            <a:off x="82296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62" name="Rectangle 75"/>
          <p:cNvSpPr/>
          <p:nvPr/>
        </p:nvSpPr>
        <p:spPr>
          <a:xfrm>
            <a:off x="91440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63" name="Rectangle 76"/>
          <p:cNvSpPr/>
          <p:nvPr/>
        </p:nvSpPr>
        <p:spPr>
          <a:xfrm>
            <a:off x="100584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64" name="Rectangle 77"/>
          <p:cNvSpPr/>
          <p:nvPr/>
        </p:nvSpPr>
        <p:spPr>
          <a:xfrm>
            <a:off x="109728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65" name="Rectangle 78"/>
          <p:cNvSpPr/>
          <p:nvPr/>
        </p:nvSpPr>
        <p:spPr>
          <a:xfrm>
            <a:off x="118872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66" name="Rectangle 79"/>
          <p:cNvSpPr/>
          <p:nvPr/>
        </p:nvSpPr>
        <p:spPr>
          <a:xfrm>
            <a:off x="0" y="0"/>
            <a:ext cx="312480" cy="685044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67" name="Rounded Rectangle 29"/>
          <p:cNvSpPr/>
          <p:nvPr/>
        </p:nvSpPr>
        <p:spPr>
          <a:xfrm>
            <a:off x="9875520" y="365760"/>
            <a:ext cx="2004120" cy="49536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868" name="TextBox 10"/>
          <p:cNvSpPr/>
          <p:nvPr/>
        </p:nvSpPr>
        <p:spPr>
          <a:xfrm>
            <a:off x="1342800" y="1005840"/>
            <a:ext cx="828576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PRIMITIVE VS REFERENCE TYPES</a:t>
            </a:r>
            <a:endParaRPr b="0" lang="en-US" sz="4800" spc="-1" strike="noStrike">
              <a:solidFill>
                <a:srgbClr val="000000"/>
              </a:solidFill>
              <a:latin typeface="Arial"/>
            </a:endParaRPr>
          </a:p>
        </p:txBody>
      </p:sp>
      <p:sp>
        <p:nvSpPr>
          <p:cNvPr id="869" name="TextBox 11"/>
          <p:cNvSpPr/>
          <p:nvPr/>
        </p:nvSpPr>
        <p:spPr>
          <a:xfrm>
            <a:off x="1143000" y="2057400"/>
            <a:ext cx="927324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Java data types are divided into primitive types and reference types.</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Primitive types store actual values, while reference types store memory addresses of objects.</a:t>
            </a:r>
            <a:endParaRPr b="0" lang="en-US" sz="1900" spc="-1" strike="noStrike">
              <a:solidFill>
                <a:srgbClr val="000000"/>
              </a:solidFill>
              <a:latin typeface="Arial"/>
            </a:endParaRPr>
          </a:p>
        </p:txBody>
      </p:sp>
      <p:sp>
        <p:nvSpPr>
          <p:cNvPr id="870" name="Rounded Rectangle 30"/>
          <p:cNvSpPr/>
          <p:nvPr/>
        </p:nvSpPr>
        <p:spPr>
          <a:xfrm>
            <a:off x="987480" y="3182040"/>
            <a:ext cx="3284280" cy="27356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71" name="Rounded Rectangle 31"/>
          <p:cNvSpPr/>
          <p:nvPr/>
        </p:nvSpPr>
        <p:spPr>
          <a:xfrm>
            <a:off x="457200" y="2971800"/>
            <a:ext cx="3741480" cy="34225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200" spc="-1" strike="noStrike">
                <a:solidFill>
                  <a:schemeClr val="lt1"/>
                </a:solidFill>
                <a:latin typeface="Calibri"/>
                <a:ea typeface="DejaVu Sans"/>
              </a:rPr>
              <a:t>Primitive Types</a:t>
            </a:r>
            <a:endParaRPr b="0" lang="en-US" sz="1200" spc="-1" strike="noStrike">
              <a:solidFill>
                <a:srgbClr val="ffffff"/>
              </a:solidFill>
              <a:latin typeface="Arial"/>
            </a:endParaRPr>
          </a:p>
          <a:p>
            <a:pPr>
              <a:lnSpc>
                <a:spcPct val="100000"/>
              </a:lnSpc>
            </a:pPr>
            <a:r>
              <a:rPr b="0" lang="en-US" sz="1200" spc="-1" strike="noStrike">
                <a:solidFill>
                  <a:schemeClr val="lt1"/>
                </a:solidFill>
                <a:latin typeface="Calibri"/>
                <a:ea typeface="DejaVu Sans"/>
              </a:rPr>
              <a:t>Primitive types store the actual value directly in memory. Examples include int, double, char, and boolean.</a:t>
            </a:r>
            <a:endParaRPr b="0" lang="en-US" sz="1200" spc="-1" strike="noStrike">
              <a:solidFill>
                <a:srgbClr val="ffffff"/>
              </a:solidFill>
              <a:latin typeface="Arial"/>
            </a:endParaRPr>
          </a:p>
          <a:p>
            <a:pPr>
              <a:lnSpc>
                <a:spcPct val="100000"/>
              </a:lnSpc>
            </a:pPr>
            <a:endParaRPr b="0" lang="en-US" sz="1200" spc="-1" strike="noStrike">
              <a:solidFill>
                <a:srgbClr val="ffffff"/>
              </a:solidFill>
              <a:latin typeface="Arial"/>
            </a:endParaRPr>
          </a:p>
          <a:p>
            <a:pPr>
              <a:lnSpc>
                <a:spcPct val="100000"/>
              </a:lnSpc>
            </a:pPr>
            <a:r>
              <a:rPr b="1" lang="en-US" sz="1200" spc="-1" strike="noStrike">
                <a:solidFill>
                  <a:schemeClr val="lt1"/>
                </a:solidFill>
                <a:latin typeface="Calibri"/>
                <a:ea typeface="DejaVu Sans"/>
              </a:rPr>
              <a:t>Reference Types</a:t>
            </a:r>
            <a:endParaRPr b="0" lang="en-US" sz="1200" spc="-1" strike="noStrike">
              <a:solidFill>
                <a:srgbClr val="ffffff"/>
              </a:solidFill>
              <a:latin typeface="Arial"/>
            </a:endParaRPr>
          </a:p>
          <a:p>
            <a:pPr>
              <a:lnSpc>
                <a:spcPct val="100000"/>
              </a:lnSpc>
            </a:pPr>
            <a:r>
              <a:rPr b="0" lang="en-US" sz="1200" spc="-1" strike="noStrike">
                <a:solidFill>
                  <a:schemeClr val="lt1"/>
                </a:solidFill>
                <a:latin typeface="Calibri"/>
                <a:ea typeface="DejaVu Sans"/>
              </a:rPr>
              <a:t>Reference types store the memory address of an object. Examples include String, arrays, and class objects.</a:t>
            </a:r>
            <a:endParaRPr b="0" lang="en-US" sz="1200" spc="-1" strike="noStrike">
              <a:solidFill>
                <a:srgbClr val="ffffff"/>
              </a:solidFill>
              <a:latin typeface="Arial"/>
            </a:endParaRPr>
          </a:p>
          <a:p>
            <a:pPr>
              <a:lnSpc>
                <a:spcPct val="100000"/>
              </a:lnSpc>
            </a:pPr>
            <a:endParaRPr b="0" lang="en-US" sz="1200" spc="-1" strike="noStrike">
              <a:solidFill>
                <a:srgbClr val="ffffff"/>
              </a:solidFill>
              <a:latin typeface="Arial"/>
            </a:endParaRPr>
          </a:p>
          <a:p>
            <a:pPr>
              <a:lnSpc>
                <a:spcPct val="100000"/>
              </a:lnSpc>
            </a:pPr>
            <a:r>
              <a:rPr b="1" lang="en-US" sz="1200" spc="-1" strike="noStrike">
                <a:solidFill>
                  <a:schemeClr val="lt1"/>
                </a:solidFill>
                <a:latin typeface="Calibri"/>
                <a:ea typeface="DejaVu Sans"/>
              </a:rPr>
              <a:t>Memory Storage</a:t>
            </a:r>
            <a:endParaRPr b="0" lang="en-US" sz="1200" spc="-1" strike="noStrike">
              <a:solidFill>
                <a:srgbClr val="ffffff"/>
              </a:solidFill>
              <a:latin typeface="Arial"/>
            </a:endParaRPr>
          </a:p>
          <a:p>
            <a:pPr>
              <a:lnSpc>
                <a:spcPct val="100000"/>
              </a:lnSpc>
            </a:pPr>
            <a:r>
              <a:rPr b="0" lang="en-US" sz="1200" spc="-1" strike="noStrike">
                <a:solidFill>
                  <a:schemeClr val="lt1"/>
                </a:solidFill>
                <a:latin typeface="Calibri"/>
                <a:ea typeface="DejaVu Sans"/>
              </a:rPr>
              <a:t>Primitive values are stored directly, while reference types point to objects in memory.</a:t>
            </a:r>
            <a:endParaRPr b="0" lang="en-US" sz="1200" spc="-1" strike="noStrike">
              <a:solidFill>
                <a:srgbClr val="ffffff"/>
              </a:solidFill>
              <a:latin typeface="Arial"/>
            </a:endParaRPr>
          </a:p>
          <a:p>
            <a:pPr>
              <a:lnSpc>
                <a:spcPct val="100000"/>
              </a:lnSpc>
            </a:pPr>
            <a:endParaRPr b="0" lang="en-US" sz="1200" spc="-1" strike="noStrike">
              <a:solidFill>
                <a:srgbClr val="ffffff"/>
              </a:solidFill>
              <a:latin typeface="Arial"/>
            </a:endParaRPr>
          </a:p>
          <a:p>
            <a:pPr>
              <a:lnSpc>
                <a:spcPct val="100000"/>
              </a:lnSpc>
            </a:pPr>
            <a:r>
              <a:rPr b="1" lang="en-US" sz="1200" spc="-1" strike="noStrike">
                <a:solidFill>
                  <a:schemeClr val="lt1"/>
                </a:solidFill>
                <a:latin typeface="Calibri"/>
                <a:ea typeface="DejaVu Sans"/>
              </a:rPr>
              <a:t>Usage Difference</a:t>
            </a:r>
            <a:endParaRPr b="0" lang="en-US" sz="1200" spc="-1" strike="noStrike">
              <a:solidFill>
                <a:srgbClr val="ffffff"/>
              </a:solidFill>
              <a:latin typeface="Arial"/>
            </a:endParaRPr>
          </a:p>
          <a:p>
            <a:pPr>
              <a:lnSpc>
                <a:spcPct val="100000"/>
              </a:lnSpc>
            </a:pPr>
            <a:r>
              <a:rPr b="0" lang="en-US" sz="1200" spc="-1" strike="noStrike">
                <a:solidFill>
                  <a:schemeClr val="lt1"/>
                </a:solidFill>
                <a:latin typeface="Calibri"/>
                <a:ea typeface="DejaVu Sans"/>
              </a:rPr>
              <a:t>Primitive types are used for simple values, while reference types handle complex data and objects.</a:t>
            </a:r>
            <a:endParaRPr b="0" lang="en-US" sz="1200" spc="-1" strike="noStrike">
              <a:solidFill>
                <a:srgbClr val="ffffff"/>
              </a:solidFill>
              <a:latin typeface="Arial"/>
            </a:endParaRPr>
          </a:p>
        </p:txBody>
      </p:sp>
      <p:sp>
        <p:nvSpPr>
          <p:cNvPr id="872" name="Rounded Rectangle 32"/>
          <p:cNvSpPr/>
          <p:nvPr/>
        </p:nvSpPr>
        <p:spPr>
          <a:xfrm>
            <a:off x="4507920" y="3182040"/>
            <a:ext cx="3284280" cy="27356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73" name="Rounded Rectangle 33"/>
          <p:cNvSpPr/>
          <p:nvPr/>
        </p:nvSpPr>
        <p:spPr>
          <a:xfrm>
            <a:off x="4343400" y="2971800"/>
            <a:ext cx="3422520" cy="32853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Java Data Types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Primitive Types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 </a:t>
            </a:r>
            <a:r>
              <a:rPr b="0" lang="en-US" sz="1800" spc="-1" strike="noStrike">
                <a:solidFill>
                  <a:schemeClr val="lt1"/>
                </a:solidFill>
                <a:latin typeface="Calibri"/>
                <a:ea typeface="DejaVu Sans"/>
              </a:rPr>
              <a:t>int</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 </a:t>
            </a:r>
            <a:r>
              <a:rPr b="0" lang="en-US" sz="1800" spc="-1" strike="noStrike">
                <a:solidFill>
                  <a:schemeClr val="lt1"/>
                </a:solidFill>
                <a:latin typeface="Calibri"/>
                <a:ea typeface="DejaVu Sans"/>
              </a:rPr>
              <a:t>double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 </a:t>
            </a:r>
            <a:r>
              <a:rPr b="0" lang="en-US" sz="1800" spc="-1" strike="noStrike">
                <a:solidFill>
                  <a:schemeClr val="lt1"/>
                </a:solidFill>
                <a:latin typeface="Calibri"/>
                <a:ea typeface="DejaVu Sans"/>
              </a:rPr>
              <a:t>char</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 </a:t>
            </a:r>
            <a:r>
              <a:rPr b="0" lang="en-US" sz="1800" spc="-1" strike="noStrike">
                <a:solidFill>
                  <a:schemeClr val="lt1"/>
                </a:solidFill>
                <a:latin typeface="Calibri"/>
                <a:ea typeface="DejaVu Sans"/>
              </a:rPr>
              <a:t>boolean</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Reference Types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String</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Arrays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Objects</a:t>
            </a:r>
            <a:endParaRPr b="0" lang="en-US" sz="1800" spc="-1" strike="noStrike">
              <a:solidFill>
                <a:srgbClr val="ffffff"/>
              </a:solidFill>
              <a:latin typeface="Arial"/>
            </a:endParaRPr>
          </a:p>
        </p:txBody>
      </p:sp>
      <p:sp>
        <p:nvSpPr>
          <p:cNvPr id="874" name="Rounded Rectangle 34"/>
          <p:cNvSpPr/>
          <p:nvPr/>
        </p:nvSpPr>
        <p:spPr>
          <a:xfrm>
            <a:off x="8028360" y="3182040"/>
            <a:ext cx="3284280" cy="27356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75" name="Rounded Rectangle 35"/>
          <p:cNvSpPr/>
          <p:nvPr/>
        </p:nvSpPr>
        <p:spPr>
          <a:xfrm>
            <a:off x="7955280" y="3108960"/>
            <a:ext cx="3696840" cy="30567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100" spc="-1" strike="noStrike">
                <a:solidFill>
                  <a:srgbClr val="78ffc8"/>
                </a:solidFill>
                <a:latin typeface="Consolas"/>
                <a:ea typeface="DejaVu Sans"/>
              </a:rPr>
              <a:t>public class PrimitiveVsReference {</a:t>
            </a:r>
            <a:endParaRPr b="0" lang="en-US" sz="1100" spc="-1" strike="noStrike">
              <a:solidFill>
                <a:srgbClr val="ffffff"/>
              </a:solidFill>
              <a:latin typeface="Arial"/>
            </a:endParaRPr>
          </a:p>
          <a:p>
            <a:pPr algn="ctr">
              <a:lnSpc>
                <a:spcPct val="100000"/>
              </a:lnSpc>
            </a:pP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public static void main(String[] args) {</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int number = 10;           // primitive type</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double price = 19.99;     // primitive type</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String text = "Java";     // reference type</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int[] numbers = {1, 2, 3}; // reference type</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System.out.println(number);</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System.out.println(price);</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System.out.println(text);</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System.out.println(numbers[0]);</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a:t>
            </a:r>
            <a:endParaRPr b="0" lang="en-US" sz="1100" spc="-1" strike="noStrike">
              <a:solidFill>
                <a:srgbClr val="ffffff"/>
              </a:solidFill>
              <a:latin typeface="Arial"/>
            </a:endParaRPr>
          </a:p>
        </p:txBody>
      </p:sp>
      <p:sp>
        <p:nvSpPr>
          <p:cNvPr id="876" name="TextBox 12"/>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77" name="Rectangle 96"/>
          <p:cNvSpPr/>
          <p:nvPr/>
        </p:nvSpPr>
        <p:spPr>
          <a:xfrm>
            <a:off x="0" y="0"/>
            <a:ext cx="12181680" cy="685080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78" name="Rectangle 97"/>
          <p:cNvSpPr/>
          <p:nvPr/>
        </p:nvSpPr>
        <p:spPr>
          <a:xfrm>
            <a:off x="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79" name="Rectangle 98"/>
          <p:cNvSpPr/>
          <p:nvPr/>
        </p:nvSpPr>
        <p:spPr>
          <a:xfrm>
            <a:off x="9144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80" name="Rectangle 99"/>
          <p:cNvSpPr/>
          <p:nvPr/>
        </p:nvSpPr>
        <p:spPr>
          <a:xfrm>
            <a:off x="18288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81" name="Rectangle 100"/>
          <p:cNvSpPr/>
          <p:nvPr/>
        </p:nvSpPr>
        <p:spPr>
          <a:xfrm>
            <a:off x="27432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82" name="Rectangle 101"/>
          <p:cNvSpPr/>
          <p:nvPr/>
        </p:nvSpPr>
        <p:spPr>
          <a:xfrm>
            <a:off x="36576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83" name="Rectangle 102"/>
          <p:cNvSpPr/>
          <p:nvPr/>
        </p:nvSpPr>
        <p:spPr>
          <a:xfrm>
            <a:off x="45720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84" name="Rectangle 103"/>
          <p:cNvSpPr/>
          <p:nvPr/>
        </p:nvSpPr>
        <p:spPr>
          <a:xfrm>
            <a:off x="54864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85" name="Rectangle 104"/>
          <p:cNvSpPr/>
          <p:nvPr/>
        </p:nvSpPr>
        <p:spPr>
          <a:xfrm>
            <a:off x="64008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86" name="Rectangle 105"/>
          <p:cNvSpPr/>
          <p:nvPr/>
        </p:nvSpPr>
        <p:spPr>
          <a:xfrm>
            <a:off x="73152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87" name="Rectangle 106"/>
          <p:cNvSpPr/>
          <p:nvPr/>
        </p:nvSpPr>
        <p:spPr>
          <a:xfrm>
            <a:off x="82296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88" name="Rectangle 107"/>
          <p:cNvSpPr/>
          <p:nvPr/>
        </p:nvSpPr>
        <p:spPr>
          <a:xfrm>
            <a:off x="91440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89" name="Rectangle 108"/>
          <p:cNvSpPr/>
          <p:nvPr/>
        </p:nvSpPr>
        <p:spPr>
          <a:xfrm>
            <a:off x="100584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90" name="Rectangle 109"/>
          <p:cNvSpPr/>
          <p:nvPr/>
        </p:nvSpPr>
        <p:spPr>
          <a:xfrm>
            <a:off x="109728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91" name="Rectangle 110"/>
          <p:cNvSpPr/>
          <p:nvPr/>
        </p:nvSpPr>
        <p:spPr>
          <a:xfrm>
            <a:off x="118872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92" name="Rectangle 111"/>
          <p:cNvSpPr/>
          <p:nvPr/>
        </p:nvSpPr>
        <p:spPr>
          <a:xfrm>
            <a:off x="0" y="0"/>
            <a:ext cx="312840" cy="685080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93" name="Rounded Rectangle 43"/>
          <p:cNvSpPr/>
          <p:nvPr/>
        </p:nvSpPr>
        <p:spPr>
          <a:xfrm>
            <a:off x="9875520" y="365760"/>
            <a:ext cx="2004480" cy="49572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894" name="TextBox 16"/>
          <p:cNvSpPr/>
          <p:nvPr/>
        </p:nvSpPr>
        <p:spPr>
          <a:xfrm>
            <a:off x="2108520" y="1005840"/>
            <a:ext cx="675432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VARIABLE NAMING RULES</a:t>
            </a:r>
            <a:endParaRPr b="0" lang="en-US" sz="4800" spc="-1" strike="noStrike">
              <a:solidFill>
                <a:srgbClr val="000000"/>
              </a:solidFill>
              <a:latin typeface="Arial"/>
            </a:endParaRPr>
          </a:p>
        </p:txBody>
      </p:sp>
      <p:sp>
        <p:nvSpPr>
          <p:cNvPr id="895" name="TextBox 17"/>
          <p:cNvSpPr/>
          <p:nvPr/>
        </p:nvSpPr>
        <p:spPr>
          <a:xfrm>
            <a:off x="2305080" y="1826640"/>
            <a:ext cx="650412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Variable naming rules specify how variables should be written in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Java to ensure valid and readable code.</a:t>
            </a:r>
            <a:endParaRPr b="0" lang="en-US" sz="1900" spc="-1" strike="noStrike">
              <a:solidFill>
                <a:srgbClr val="000000"/>
              </a:solidFill>
              <a:latin typeface="Arial"/>
            </a:endParaRPr>
          </a:p>
        </p:txBody>
      </p:sp>
      <p:sp>
        <p:nvSpPr>
          <p:cNvPr id="896" name="Rounded Rectangle 44"/>
          <p:cNvSpPr/>
          <p:nvPr/>
        </p:nvSpPr>
        <p:spPr>
          <a:xfrm>
            <a:off x="987480" y="3182040"/>
            <a:ext cx="3284640" cy="27360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97" name="Rounded Rectangle 45"/>
          <p:cNvSpPr/>
          <p:nvPr/>
        </p:nvSpPr>
        <p:spPr>
          <a:xfrm>
            <a:off x="475560" y="2514600"/>
            <a:ext cx="3723480" cy="38800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300" spc="-1" strike="noStrike">
                <a:solidFill>
                  <a:schemeClr val="lt1"/>
                </a:solidFill>
                <a:latin typeface="Calibri"/>
                <a:ea typeface="DejaVu Sans"/>
              </a:rPr>
              <a:t>Start with Letter, _ or $</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 variable name must start with a letter, underscore _, or dollar sign $.</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No Spaces Allowed</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Variable names cannot contain spaces.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Case Sensitive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Java variable names are case sensitive (age and Age are different).</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Cannot Use Keywords</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Java reserved keywords such as int, class, or public cannot be used as variable names.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Meaningful Names</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Variable names should be meaningful and descriptive to improve code readability.</a:t>
            </a:r>
            <a:endParaRPr b="0" lang="en-US" sz="1300" spc="-1" strike="noStrike">
              <a:solidFill>
                <a:srgbClr val="ffffff"/>
              </a:solidFill>
              <a:latin typeface="Arial"/>
            </a:endParaRPr>
          </a:p>
        </p:txBody>
      </p:sp>
      <p:sp>
        <p:nvSpPr>
          <p:cNvPr id="898" name="Rounded Rectangle 46"/>
          <p:cNvSpPr/>
          <p:nvPr/>
        </p:nvSpPr>
        <p:spPr>
          <a:xfrm>
            <a:off x="4507920" y="3182040"/>
            <a:ext cx="3284640" cy="27360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99" name="Rounded Rectangle 47"/>
          <p:cNvSpPr/>
          <p:nvPr/>
        </p:nvSpPr>
        <p:spPr>
          <a:xfrm>
            <a:off x="4434840" y="3108960"/>
            <a:ext cx="3284640" cy="27360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Variable Name Rules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Start with letter / _ /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No spaces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Case sensitive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Not a keyword</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Use meaningful names</a:t>
            </a:r>
            <a:endParaRPr b="0" lang="en-US" sz="1800" spc="-1" strike="noStrike">
              <a:solidFill>
                <a:srgbClr val="ffffff"/>
              </a:solidFill>
              <a:latin typeface="Arial"/>
            </a:endParaRPr>
          </a:p>
        </p:txBody>
      </p:sp>
      <p:sp>
        <p:nvSpPr>
          <p:cNvPr id="900" name="Rounded Rectangle 48"/>
          <p:cNvSpPr/>
          <p:nvPr/>
        </p:nvSpPr>
        <p:spPr>
          <a:xfrm>
            <a:off x="8028360" y="3182040"/>
            <a:ext cx="3284640" cy="27360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01" name="Rounded Rectangle 49"/>
          <p:cNvSpPr/>
          <p:nvPr/>
        </p:nvSpPr>
        <p:spPr>
          <a:xfrm>
            <a:off x="7955280" y="2514600"/>
            <a:ext cx="3697200" cy="34034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200" spc="-1" strike="noStrike">
                <a:solidFill>
                  <a:srgbClr val="78ffc8"/>
                </a:solidFill>
                <a:latin typeface="Consolas"/>
                <a:ea typeface="DejaVu Sans"/>
              </a:rPr>
              <a:t>public class VariableNaming {</a:t>
            </a:r>
            <a:endParaRPr b="0" lang="en-US" sz="1200" spc="-1" strike="noStrike">
              <a:solidFill>
                <a:srgbClr val="ffffff"/>
              </a:solidFill>
              <a:latin typeface="Arial"/>
            </a:endParaRPr>
          </a:p>
          <a:p>
            <a:pPr algn="ctr">
              <a:lnSpc>
                <a:spcPct val="100000"/>
              </a:lnSpc>
            </a:pP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public static void main(String[] args)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age = 25;          // valid</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studentCount = 30; // valid</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 int 2age = 20;      // invalid (cannot start with number)</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 int student age = 5; // invalid (space not allowed)</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 int class = 10;     // invalid (keyword)</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System.out.println(age); System.out.println(studentCount);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a:t>
            </a:r>
            <a:endParaRPr b="0" lang="en-US" sz="1200" spc="-1" strike="noStrike">
              <a:solidFill>
                <a:srgbClr val="ffffff"/>
              </a:solidFill>
              <a:latin typeface="Arial"/>
            </a:endParaRPr>
          </a:p>
        </p:txBody>
      </p:sp>
      <p:sp>
        <p:nvSpPr>
          <p:cNvPr id="902" name="TextBox 20"/>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03" name="Rectangle 112"/>
          <p:cNvSpPr/>
          <p:nvPr/>
        </p:nvSpPr>
        <p:spPr>
          <a:xfrm>
            <a:off x="0" y="0"/>
            <a:ext cx="12181680" cy="685080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04" name="Rectangle 113"/>
          <p:cNvSpPr/>
          <p:nvPr/>
        </p:nvSpPr>
        <p:spPr>
          <a:xfrm>
            <a:off x="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05" name="Rectangle 114"/>
          <p:cNvSpPr/>
          <p:nvPr/>
        </p:nvSpPr>
        <p:spPr>
          <a:xfrm>
            <a:off x="9144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06" name="Rectangle 115"/>
          <p:cNvSpPr/>
          <p:nvPr/>
        </p:nvSpPr>
        <p:spPr>
          <a:xfrm>
            <a:off x="18288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07" name="Rectangle 116"/>
          <p:cNvSpPr/>
          <p:nvPr/>
        </p:nvSpPr>
        <p:spPr>
          <a:xfrm>
            <a:off x="27432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08" name="Rectangle 117"/>
          <p:cNvSpPr/>
          <p:nvPr/>
        </p:nvSpPr>
        <p:spPr>
          <a:xfrm>
            <a:off x="36576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09" name="Rectangle 118"/>
          <p:cNvSpPr/>
          <p:nvPr/>
        </p:nvSpPr>
        <p:spPr>
          <a:xfrm>
            <a:off x="45720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10" name="Rectangle 119"/>
          <p:cNvSpPr/>
          <p:nvPr/>
        </p:nvSpPr>
        <p:spPr>
          <a:xfrm>
            <a:off x="54864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11" name="Rectangle 120"/>
          <p:cNvSpPr/>
          <p:nvPr/>
        </p:nvSpPr>
        <p:spPr>
          <a:xfrm>
            <a:off x="64008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12" name="Rectangle 121"/>
          <p:cNvSpPr/>
          <p:nvPr/>
        </p:nvSpPr>
        <p:spPr>
          <a:xfrm>
            <a:off x="73152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13" name="Rectangle 122"/>
          <p:cNvSpPr/>
          <p:nvPr/>
        </p:nvSpPr>
        <p:spPr>
          <a:xfrm>
            <a:off x="82296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14" name="Rectangle 123"/>
          <p:cNvSpPr/>
          <p:nvPr/>
        </p:nvSpPr>
        <p:spPr>
          <a:xfrm>
            <a:off x="91440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15" name="Rectangle 124"/>
          <p:cNvSpPr/>
          <p:nvPr/>
        </p:nvSpPr>
        <p:spPr>
          <a:xfrm>
            <a:off x="100584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16" name="Rectangle 125"/>
          <p:cNvSpPr/>
          <p:nvPr/>
        </p:nvSpPr>
        <p:spPr>
          <a:xfrm>
            <a:off x="109728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17" name="Rectangle 126"/>
          <p:cNvSpPr/>
          <p:nvPr/>
        </p:nvSpPr>
        <p:spPr>
          <a:xfrm>
            <a:off x="118872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18" name="Rectangle 127"/>
          <p:cNvSpPr/>
          <p:nvPr/>
        </p:nvSpPr>
        <p:spPr>
          <a:xfrm>
            <a:off x="0" y="0"/>
            <a:ext cx="312840" cy="685080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19" name="Rounded Rectangle 50"/>
          <p:cNvSpPr/>
          <p:nvPr/>
        </p:nvSpPr>
        <p:spPr>
          <a:xfrm>
            <a:off x="9875520" y="365760"/>
            <a:ext cx="2004480" cy="49572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920" name="TextBox 21"/>
          <p:cNvSpPr/>
          <p:nvPr/>
        </p:nvSpPr>
        <p:spPr>
          <a:xfrm>
            <a:off x="2159640" y="1005840"/>
            <a:ext cx="665208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VARIABLE INITIALIZATION</a:t>
            </a:r>
            <a:endParaRPr b="0" lang="en-US" sz="4800" spc="-1" strike="noStrike">
              <a:solidFill>
                <a:srgbClr val="000000"/>
              </a:solidFill>
              <a:latin typeface="Arial"/>
            </a:endParaRPr>
          </a:p>
        </p:txBody>
      </p:sp>
      <p:sp>
        <p:nvSpPr>
          <p:cNvPr id="921" name="TextBox 22"/>
          <p:cNvSpPr/>
          <p:nvPr/>
        </p:nvSpPr>
        <p:spPr>
          <a:xfrm>
            <a:off x="2057400" y="2074680"/>
            <a:ext cx="687168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Variable initialization is the process of assigning a value to a variable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when it is declared or before it is used.</a:t>
            </a:r>
            <a:endParaRPr b="0" lang="en-US" sz="1900" spc="-1" strike="noStrike">
              <a:solidFill>
                <a:srgbClr val="000000"/>
              </a:solidFill>
              <a:latin typeface="Arial"/>
            </a:endParaRPr>
          </a:p>
        </p:txBody>
      </p:sp>
      <p:sp>
        <p:nvSpPr>
          <p:cNvPr id="922" name="Rounded Rectangle 51"/>
          <p:cNvSpPr/>
          <p:nvPr/>
        </p:nvSpPr>
        <p:spPr>
          <a:xfrm>
            <a:off x="987480" y="3182040"/>
            <a:ext cx="3284640" cy="27360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23" name="Rounded Rectangle 52"/>
          <p:cNvSpPr/>
          <p:nvPr/>
        </p:nvSpPr>
        <p:spPr>
          <a:xfrm>
            <a:off x="685800" y="2971800"/>
            <a:ext cx="3513240" cy="31942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400" spc="-1" strike="noStrike">
                <a:solidFill>
                  <a:schemeClr val="lt1"/>
                </a:solidFill>
                <a:latin typeface="Calibri"/>
                <a:ea typeface="DejaVu Sans"/>
              </a:rPr>
              <a:t>Declaration</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 variable must first be declared with a data type and name.</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Initialization</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Initialization means assigning an initial value to the variable.</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Default Values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Some variables receive default values automatically depending on their type.</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Before Usage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Local variables must be initialized before they are used in a program.</a:t>
            </a:r>
            <a:endParaRPr b="0" lang="en-US" sz="1400" spc="-1" strike="noStrike">
              <a:solidFill>
                <a:srgbClr val="ffffff"/>
              </a:solidFill>
              <a:latin typeface="Arial"/>
            </a:endParaRPr>
          </a:p>
        </p:txBody>
      </p:sp>
      <p:sp>
        <p:nvSpPr>
          <p:cNvPr id="924" name="Rounded Rectangle 53"/>
          <p:cNvSpPr/>
          <p:nvPr/>
        </p:nvSpPr>
        <p:spPr>
          <a:xfrm>
            <a:off x="4507920" y="3182040"/>
            <a:ext cx="3284640" cy="27360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25" name="Rounded Rectangle 54"/>
          <p:cNvSpPr/>
          <p:nvPr/>
        </p:nvSpPr>
        <p:spPr>
          <a:xfrm>
            <a:off x="4434840" y="3108960"/>
            <a:ext cx="3284640" cy="27360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600" spc="-1" strike="noStrike">
                <a:solidFill>
                  <a:schemeClr val="lt1"/>
                </a:solidFill>
                <a:latin typeface="Calibri"/>
                <a:ea typeface="DejaVu Sans"/>
              </a:rPr>
              <a:t>Variable Initialization</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 </a:t>
            </a:r>
            <a:r>
              <a:rPr b="0" lang="en-US" sz="1600" spc="-1" strike="noStrike">
                <a:solidFill>
                  <a:schemeClr val="lt1"/>
                </a:solidFill>
                <a:latin typeface="Calibri"/>
                <a:ea typeface="DejaVu Sans"/>
              </a:rPr>
              <a:t>Declare Variable</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       </a:t>
            </a:r>
            <a:r>
              <a:rPr b="0" lang="en-US" sz="1600" spc="-1" strike="noStrike">
                <a:solidFill>
                  <a:schemeClr val="lt1"/>
                </a:solidFill>
                <a:latin typeface="Calibri"/>
                <a:ea typeface="DejaVu Sans"/>
              </a:rPr>
              <a:t>int age;</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 </a:t>
            </a:r>
            <a:r>
              <a:rPr b="0" lang="en-US" sz="1600" spc="-1" strike="noStrike">
                <a:solidFill>
                  <a:schemeClr val="lt1"/>
                </a:solidFill>
                <a:latin typeface="Calibri"/>
                <a:ea typeface="DejaVu Sans"/>
              </a:rPr>
              <a:t>Assign Value</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       </a:t>
            </a:r>
            <a:r>
              <a:rPr b="0" lang="en-US" sz="1600" spc="-1" strike="noStrike">
                <a:solidFill>
                  <a:schemeClr val="lt1"/>
                </a:solidFill>
                <a:latin typeface="Calibri"/>
                <a:ea typeface="DejaVu Sans"/>
              </a:rPr>
              <a:t>age = 20;</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 </a:t>
            </a:r>
            <a:r>
              <a:rPr b="0" lang="en-US" sz="1600" spc="-1" strike="noStrike">
                <a:solidFill>
                  <a:schemeClr val="lt1"/>
                </a:solidFill>
                <a:latin typeface="Calibri"/>
                <a:ea typeface="DejaVu Sans"/>
              </a:rPr>
              <a:t>Use Variable</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a:t>
            </a:r>
            <a:r>
              <a:rPr b="0" lang="en-US" sz="1600" spc="-1" strike="noStrike">
                <a:solidFill>
                  <a:schemeClr val="lt1"/>
                </a:solidFill>
                <a:latin typeface="Calibri"/>
                <a:ea typeface="DejaVu Sans"/>
              </a:rPr>
              <a:t>System.out.println(age);</a:t>
            </a:r>
            <a:endParaRPr b="0" lang="en-US" sz="1600" spc="-1" strike="noStrike">
              <a:solidFill>
                <a:srgbClr val="ffffff"/>
              </a:solidFill>
              <a:latin typeface="Arial"/>
            </a:endParaRPr>
          </a:p>
        </p:txBody>
      </p:sp>
      <p:sp>
        <p:nvSpPr>
          <p:cNvPr id="926" name="Rounded Rectangle 55"/>
          <p:cNvSpPr/>
          <p:nvPr/>
        </p:nvSpPr>
        <p:spPr>
          <a:xfrm>
            <a:off x="8028360" y="3182040"/>
            <a:ext cx="3284640" cy="27360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27" name="Rounded Rectangle 56"/>
          <p:cNvSpPr/>
          <p:nvPr/>
        </p:nvSpPr>
        <p:spPr>
          <a:xfrm>
            <a:off x="7955280" y="2971800"/>
            <a:ext cx="3468600" cy="29656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VariableInitialization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age;      // declaration</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age = 20;     // initialization</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price = 19.99; // declaration + initialization</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System.out.println(age);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System.out.println(price);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928" name="TextBox 23"/>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9" name="Rectangle 128"/>
          <p:cNvSpPr/>
          <p:nvPr/>
        </p:nvSpPr>
        <p:spPr>
          <a:xfrm>
            <a:off x="0" y="0"/>
            <a:ext cx="12182400" cy="685152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0" name="Rectangle 129"/>
          <p:cNvSpPr/>
          <p:nvPr/>
        </p:nvSpPr>
        <p:spPr>
          <a:xfrm>
            <a:off x="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1" name="Rectangle 130"/>
          <p:cNvSpPr/>
          <p:nvPr/>
        </p:nvSpPr>
        <p:spPr>
          <a:xfrm>
            <a:off x="9144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2" name="Rectangle 131"/>
          <p:cNvSpPr/>
          <p:nvPr/>
        </p:nvSpPr>
        <p:spPr>
          <a:xfrm>
            <a:off x="18288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3" name="Rectangle 132"/>
          <p:cNvSpPr/>
          <p:nvPr/>
        </p:nvSpPr>
        <p:spPr>
          <a:xfrm>
            <a:off x="27432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4" name="Rectangle 133"/>
          <p:cNvSpPr/>
          <p:nvPr/>
        </p:nvSpPr>
        <p:spPr>
          <a:xfrm>
            <a:off x="36576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5" name="Rectangle 134"/>
          <p:cNvSpPr/>
          <p:nvPr/>
        </p:nvSpPr>
        <p:spPr>
          <a:xfrm>
            <a:off x="45720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6" name="Rectangle 135"/>
          <p:cNvSpPr/>
          <p:nvPr/>
        </p:nvSpPr>
        <p:spPr>
          <a:xfrm>
            <a:off x="54864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7" name="Rectangle 136"/>
          <p:cNvSpPr/>
          <p:nvPr/>
        </p:nvSpPr>
        <p:spPr>
          <a:xfrm>
            <a:off x="64008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8" name="Rectangle 137"/>
          <p:cNvSpPr/>
          <p:nvPr/>
        </p:nvSpPr>
        <p:spPr>
          <a:xfrm>
            <a:off x="73152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9" name="Rectangle 138"/>
          <p:cNvSpPr/>
          <p:nvPr/>
        </p:nvSpPr>
        <p:spPr>
          <a:xfrm>
            <a:off x="82296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40" name="Rectangle 139"/>
          <p:cNvSpPr/>
          <p:nvPr/>
        </p:nvSpPr>
        <p:spPr>
          <a:xfrm>
            <a:off x="91440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41" name="Rectangle 140"/>
          <p:cNvSpPr/>
          <p:nvPr/>
        </p:nvSpPr>
        <p:spPr>
          <a:xfrm>
            <a:off x="100584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42" name="Rectangle 141"/>
          <p:cNvSpPr/>
          <p:nvPr/>
        </p:nvSpPr>
        <p:spPr>
          <a:xfrm>
            <a:off x="109728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43" name="Rectangle 142"/>
          <p:cNvSpPr/>
          <p:nvPr/>
        </p:nvSpPr>
        <p:spPr>
          <a:xfrm>
            <a:off x="118872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44" name="Rectangle 143"/>
          <p:cNvSpPr/>
          <p:nvPr/>
        </p:nvSpPr>
        <p:spPr>
          <a:xfrm>
            <a:off x="0" y="0"/>
            <a:ext cx="313560" cy="685152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45" name="Rounded Rectangle 57"/>
          <p:cNvSpPr/>
          <p:nvPr/>
        </p:nvSpPr>
        <p:spPr>
          <a:xfrm>
            <a:off x="9875520" y="365760"/>
            <a:ext cx="2005200" cy="49644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946" name="TextBox 24"/>
          <p:cNvSpPr/>
          <p:nvPr/>
        </p:nvSpPr>
        <p:spPr>
          <a:xfrm>
            <a:off x="2999160" y="1005840"/>
            <a:ext cx="497556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WRAPPER CLASSES</a:t>
            </a:r>
            <a:endParaRPr b="0" lang="en-US" sz="4800" spc="-1" strike="noStrike">
              <a:solidFill>
                <a:srgbClr val="000000"/>
              </a:solidFill>
              <a:latin typeface="Arial"/>
            </a:endParaRPr>
          </a:p>
        </p:txBody>
      </p:sp>
      <p:sp>
        <p:nvSpPr>
          <p:cNvPr id="947" name="TextBox 25"/>
          <p:cNvSpPr/>
          <p:nvPr/>
        </p:nvSpPr>
        <p:spPr>
          <a:xfrm>
            <a:off x="1873440" y="2194560"/>
            <a:ext cx="7225200" cy="37908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Wrapper classes allow primitive data types to be used as objects in Java.</a:t>
            </a:r>
            <a:endParaRPr b="0" lang="en-US" sz="1900" spc="-1" strike="noStrike">
              <a:solidFill>
                <a:srgbClr val="000000"/>
              </a:solidFill>
              <a:latin typeface="Arial"/>
            </a:endParaRPr>
          </a:p>
        </p:txBody>
      </p:sp>
      <p:sp>
        <p:nvSpPr>
          <p:cNvPr id="948" name="Rounded Rectangle 58"/>
          <p:cNvSpPr/>
          <p:nvPr/>
        </p:nvSpPr>
        <p:spPr>
          <a:xfrm>
            <a:off x="987480" y="3182040"/>
            <a:ext cx="3285360" cy="27367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49" name="Rounded Rectangle 59"/>
          <p:cNvSpPr/>
          <p:nvPr/>
        </p:nvSpPr>
        <p:spPr>
          <a:xfrm>
            <a:off x="685800" y="3108960"/>
            <a:ext cx="3513960" cy="32864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Wrapper classes convert primitive values into objects.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They are commonly used in collections and object-based operations.</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Primitive</a:t>
            </a:r>
            <a:r>
              <a:rPr b="0" lang="en-US" sz="1400" spc="-1" strike="noStrike">
                <a:solidFill>
                  <a:schemeClr val="lt1"/>
                </a:solidFill>
                <a:latin typeface="Calibri"/>
                <a:ea typeface="DejaVu Sans"/>
              </a:rPr>
              <a:t> → Wrapper examples</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int</a:t>
            </a:r>
            <a:r>
              <a:rPr b="0" lang="en-US" sz="1400" spc="-1" strike="noStrike">
                <a:solidFill>
                  <a:schemeClr val="lt1"/>
                </a:solidFill>
                <a:latin typeface="Calibri"/>
                <a:ea typeface="DejaVu Sans"/>
              </a:rPr>
              <a:t> → Integer</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double</a:t>
            </a:r>
            <a:r>
              <a:rPr b="0" lang="en-US" sz="1400" spc="-1" strike="noStrike">
                <a:solidFill>
                  <a:schemeClr val="lt1"/>
                </a:solidFill>
                <a:latin typeface="Calibri"/>
                <a:ea typeface="DejaVu Sans"/>
              </a:rPr>
              <a:t> → Double</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char</a:t>
            </a:r>
            <a:r>
              <a:rPr b="0" lang="en-US" sz="1400" spc="-1" strike="noStrike">
                <a:solidFill>
                  <a:schemeClr val="lt1"/>
                </a:solidFill>
                <a:latin typeface="Calibri"/>
                <a:ea typeface="DejaVu Sans"/>
              </a:rPr>
              <a:t> → Character</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boolean</a:t>
            </a:r>
            <a:r>
              <a:rPr b="0" lang="en-US" sz="1400" spc="-1" strike="noStrike">
                <a:solidFill>
                  <a:schemeClr val="lt1"/>
                </a:solidFill>
                <a:latin typeface="Calibri"/>
                <a:ea typeface="DejaVu Sans"/>
              </a:rPr>
              <a:t> → Boolean</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Wrapper classes</a:t>
            </a:r>
            <a:r>
              <a:rPr b="0" lang="en-US" sz="1400" spc="-1" strike="noStrike">
                <a:solidFill>
                  <a:schemeClr val="lt1"/>
                </a:solidFill>
                <a:latin typeface="Calibri"/>
                <a:ea typeface="DejaVu Sans"/>
              </a:rPr>
              <a:t> provide useful methods for conversion and data handling.</a:t>
            </a:r>
            <a:endParaRPr b="0" lang="en-US" sz="1400" spc="-1" strike="noStrike">
              <a:solidFill>
                <a:srgbClr val="ffffff"/>
              </a:solidFill>
              <a:latin typeface="Arial"/>
            </a:endParaRPr>
          </a:p>
        </p:txBody>
      </p:sp>
      <p:sp>
        <p:nvSpPr>
          <p:cNvPr id="950" name="Rounded Rectangle 60"/>
          <p:cNvSpPr/>
          <p:nvPr/>
        </p:nvSpPr>
        <p:spPr>
          <a:xfrm>
            <a:off x="4507920" y="3182040"/>
            <a:ext cx="3285360" cy="27367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51" name="Rounded Rectangle 61"/>
          <p:cNvSpPr/>
          <p:nvPr/>
        </p:nvSpPr>
        <p:spPr>
          <a:xfrm>
            <a:off x="4434840" y="3108960"/>
            <a:ext cx="3285360" cy="27367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300" spc="-1" strike="noStrike">
                <a:solidFill>
                  <a:schemeClr val="lt1"/>
                </a:solidFill>
                <a:latin typeface="Calibri"/>
                <a:ea typeface="DejaVu Sans"/>
              </a:rPr>
              <a:t>Primitive Value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Wrapper Class Conversion</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Object Representation</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Use in Collections / Methods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Examples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int → Integer</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double → Double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boolean → Boolean</a:t>
            </a:r>
            <a:endParaRPr b="0" lang="en-US" sz="1300" spc="-1" strike="noStrike">
              <a:solidFill>
                <a:srgbClr val="ffffff"/>
              </a:solidFill>
              <a:latin typeface="Arial"/>
            </a:endParaRPr>
          </a:p>
        </p:txBody>
      </p:sp>
      <p:sp>
        <p:nvSpPr>
          <p:cNvPr id="952" name="Rounded Rectangle 62"/>
          <p:cNvSpPr/>
          <p:nvPr/>
        </p:nvSpPr>
        <p:spPr>
          <a:xfrm>
            <a:off x="8028360" y="3182040"/>
            <a:ext cx="3285360" cy="27367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53" name="Rounded Rectangle 63"/>
          <p:cNvSpPr/>
          <p:nvPr/>
        </p:nvSpPr>
        <p:spPr>
          <a:xfrm>
            <a:off x="7955280" y="3108960"/>
            <a:ext cx="3469320" cy="32864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WrapperExample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number = 10;</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Integer wrapperNumber = number;   // autoboxing</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price = 19.99;</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wrapperPrice = price;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System.out.println(wrapperNumber);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System.out.println(wrapperPrice);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954" name="TextBox 27"/>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55" name="Rectangle 176"/>
          <p:cNvSpPr/>
          <p:nvPr/>
        </p:nvSpPr>
        <p:spPr>
          <a:xfrm>
            <a:off x="0" y="0"/>
            <a:ext cx="12183120" cy="685224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56" name="Rectangle 177"/>
          <p:cNvSpPr/>
          <p:nvPr/>
        </p:nvSpPr>
        <p:spPr>
          <a:xfrm>
            <a:off x="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57" name="Rectangle 178"/>
          <p:cNvSpPr/>
          <p:nvPr/>
        </p:nvSpPr>
        <p:spPr>
          <a:xfrm>
            <a:off x="9144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58" name="Rectangle 179"/>
          <p:cNvSpPr/>
          <p:nvPr/>
        </p:nvSpPr>
        <p:spPr>
          <a:xfrm>
            <a:off x="18288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59" name="Rectangle 180"/>
          <p:cNvSpPr/>
          <p:nvPr/>
        </p:nvSpPr>
        <p:spPr>
          <a:xfrm>
            <a:off x="27432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0" name="Rectangle 181"/>
          <p:cNvSpPr/>
          <p:nvPr/>
        </p:nvSpPr>
        <p:spPr>
          <a:xfrm>
            <a:off x="36576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1" name="Rectangle 182"/>
          <p:cNvSpPr/>
          <p:nvPr/>
        </p:nvSpPr>
        <p:spPr>
          <a:xfrm>
            <a:off x="45720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2" name="Rectangle 183"/>
          <p:cNvSpPr/>
          <p:nvPr/>
        </p:nvSpPr>
        <p:spPr>
          <a:xfrm>
            <a:off x="54864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3" name="Rectangle 184"/>
          <p:cNvSpPr/>
          <p:nvPr/>
        </p:nvSpPr>
        <p:spPr>
          <a:xfrm>
            <a:off x="64008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4" name="Rectangle 185"/>
          <p:cNvSpPr/>
          <p:nvPr/>
        </p:nvSpPr>
        <p:spPr>
          <a:xfrm>
            <a:off x="73152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5" name="Rectangle 186"/>
          <p:cNvSpPr/>
          <p:nvPr/>
        </p:nvSpPr>
        <p:spPr>
          <a:xfrm>
            <a:off x="82296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6" name="Rectangle 187"/>
          <p:cNvSpPr/>
          <p:nvPr/>
        </p:nvSpPr>
        <p:spPr>
          <a:xfrm>
            <a:off x="91440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7" name="Rectangle 188"/>
          <p:cNvSpPr/>
          <p:nvPr/>
        </p:nvSpPr>
        <p:spPr>
          <a:xfrm>
            <a:off x="100584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8" name="Rectangle 189"/>
          <p:cNvSpPr/>
          <p:nvPr/>
        </p:nvSpPr>
        <p:spPr>
          <a:xfrm>
            <a:off x="109728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9" name="Rectangle 190"/>
          <p:cNvSpPr/>
          <p:nvPr/>
        </p:nvSpPr>
        <p:spPr>
          <a:xfrm>
            <a:off x="118872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70" name="Rectangle 191"/>
          <p:cNvSpPr/>
          <p:nvPr/>
        </p:nvSpPr>
        <p:spPr>
          <a:xfrm>
            <a:off x="0" y="0"/>
            <a:ext cx="314280" cy="685224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71" name="Rounded Rectangle 78"/>
          <p:cNvSpPr/>
          <p:nvPr/>
        </p:nvSpPr>
        <p:spPr>
          <a:xfrm>
            <a:off x="9875520" y="365760"/>
            <a:ext cx="2005920" cy="49716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972" name="TextBox 34"/>
          <p:cNvSpPr/>
          <p:nvPr/>
        </p:nvSpPr>
        <p:spPr>
          <a:xfrm>
            <a:off x="2912760" y="1005840"/>
            <a:ext cx="514620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JAVA TYPE CASTING</a:t>
            </a:r>
            <a:endParaRPr b="0" lang="en-US" sz="4800" spc="-1" strike="noStrike">
              <a:solidFill>
                <a:srgbClr val="000000"/>
              </a:solidFill>
              <a:latin typeface="Arial"/>
            </a:endParaRPr>
          </a:p>
        </p:txBody>
      </p:sp>
      <p:sp>
        <p:nvSpPr>
          <p:cNvPr id="973" name="TextBox 35"/>
          <p:cNvSpPr/>
          <p:nvPr/>
        </p:nvSpPr>
        <p:spPr>
          <a:xfrm>
            <a:off x="2356200" y="2057400"/>
            <a:ext cx="632916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Type casting converts one data type into another in Java.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There are two types: implicit (automatic) and explicit (manual).</a:t>
            </a:r>
            <a:endParaRPr b="0" lang="en-US" sz="1900" spc="-1" strike="noStrike">
              <a:solidFill>
                <a:srgbClr val="000000"/>
              </a:solidFill>
              <a:latin typeface="Arial"/>
            </a:endParaRPr>
          </a:p>
        </p:txBody>
      </p:sp>
      <p:sp>
        <p:nvSpPr>
          <p:cNvPr id="974" name="Rounded Rectangle 79"/>
          <p:cNvSpPr/>
          <p:nvPr/>
        </p:nvSpPr>
        <p:spPr>
          <a:xfrm>
            <a:off x="987480" y="3182040"/>
            <a:ext cx="3286080" cy="27374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75" name="Rounded Rectangle 80"/>
          <p:cNvSpPr/>
          <p:nvPr/>
        </p:nvSpPr>
        <p:spPr>
          <a:xfrm>
            <a:off x="914400" y="3108960"/>
            <a:ext cx="3286080" cy="27374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300" spc="-1" strike="noStrike">
                <a:solidFill>
                  <a:schemeClr val="lt1"/>
                </a:solidFill>
                <a:latin typeface="Calibri"/>
                <a:ea typeface="DejaVu Sans"/>
              </a:rPr>
              <a:t>Implicit Casting (Widening)</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Performed automatically by Java</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Converts smaller types to larger types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Example: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int → long → float → double</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Explicit Casting (Narrowing)</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Performed manually by the programmer</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Converts larger types to smaller types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Example: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double → float → int → byte</a:t>
            </a:r>
            <a:endParaRPr b="0" lang="en-US" sz="1300" spc="-1" strike="noStrike">
              <a:solidFill>
                <a:srgbClr val="ffffff"/>
              </a:solidFill>
              <a:latin typeface="Arial"/>
            </a:endParaRPr>
          </a:p>
        </p:txBody>
      </p:sp>
      <p:sp>
        <p:nvSpPr>
          <p:cNvPr id="976" name="Rounded Rectangle 81"/>
          <p:cNvSpPr/>
          <p:nvPr/>
        </p:nvSpPr>
        <p:spPr>
          <a:xfrm>
            <a:off x="4507920" y="3182040"/>
            <a:ext cx="3286080" cy="27374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77" name="Rounded Rectangle 82"/>
          <p:cNvSpPr/>
          <p:nvPr/>
        </p:nvSpPr>
        <p:spPr>
          <a:xfrm>
            <a:off x="4434840" y="3108960"/>
            <a:ext cx="3286080" cy="27374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300" spc="-1" strike="noStrike">
                <a:solidFill>
                  <a:schemeClr val="lt1"/>
                </a:solidFill>
                <a:latin typeface="Calibri"/>
                <a:ea typeface="DejaVu Sans"/>
              </a:rPr>
              <a:t>Type Casting</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Implicit Casting</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(Automatic)</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byte → short → int → long → float → double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Explicit Casting</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(Manual)</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double → float → long → int → short → byte</a:t>
            </a:r>
            <a:endParaRPr b="0" lang="en-US" sz="1300" spc="-1" strike="noStrike">
              <a:solidFill>
                <a:srgbClr val="ffffff"/>
              </a:solidFill>
              <a:latin typeface="Arial"/>
            </a:endParaRPr>
          </a:p>
        </p:txBody>
      </p:sp>
      <p:sp>
        <p:nvSpPr>
          <p:cNvPr id="978" name="Rounded Rectangle 83"/>
          <p:cNvSpPr/>
          <p:nvPr/>
        </p:nvSpPr>
        <p:spPr>
          <a:xfrm>
            <a:off x="8028360" y="3182040"/>
            <a:ext cx="3286080" cy="27374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79" name="Rounded Rectangle 84"/>
          <p:cNvSpPr/>
          <p:nvPr/>
        </p:nvSpPr>
        <p:spPr>
          <a:xfrm>
            <a:off x="7955280" y="2971800"/>
            <a:ext cx="3698640" cy="31957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TypeCastingExample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 Implicit Casting</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number = 25;</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result = number;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System.out.println(result);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 Explicit Casting</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price = 49.99;</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newPrice = (int) price;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System.out.println(newPrice);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980" name="TextBox 36"/>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81" name="Rectangle 192"/>
          <p:cNvSpPr/>
          <p:nvPr/>
        </p:nvSpPr>
        <p:spPr>
          <a:xfrm>
            <a:off x="0" y="0"/>
            <a:ext cx="12183480" cy="685260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2" name="Rectangle 193"/>
          <p:cNvSpPr/>
          <p:nvPr/>
        </p:nvSpPr>
        <p:spPr>
          <a:xfrm>
            <a:off x="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3" name="Rectangle 194"/>
          <p:cNvSpPr/>
          <p:nvPr/>
        </p:nvSpPr>
        <p:spPr>
          <a:xfrm>
            <a:off x="9144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4" name="Rectangle 195"/>
          <p:cNvSpPr/>
          <p:nvPr/>
        </p:nvSpPr>
        <p:spPr>
          <a:xfrm>
            <a:off x="18288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5" name="Rectangle 196"/>
          <p:cNvSpPr/>
          <p:nvPr/>
        </p:nvSpPr>
        <p:spPr>
          <a:xfrm>
            <a:off x="27432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6" name="Rectangle 197"/>
          <p:cNvSpPr/>
          <p:nvPr/>
        </p:nvSpPr>
        <p:spPr>
          <a:xfrm>
            <a:off x="36576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7" name="Rectangle 198"/>
          <p:cNvSpPr/>
          <p:nvPr/>
        </p:nvSpPr>
        <p:spPr>
          <a:xfrm>
            <a:off x="45720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8" name="Rectangle 199"/>
          <p:cNvSpPr/>
          <p:nvPr/>
        </p:nvSpPr>
        <p:spPr>
          <a:xfrm>
            <a:off x="54864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9" name="Rectangle 200"/>
          <p:cNvSpPr/>
          <p:nvPr/>
        </p:nvSpPr>
        <p:spPr>
          <a:xfrm>
            <a:off x="64008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0" name="Rectangle 201"/>
          <p:cNvSpPr/>
          <p:nvPr/>
        </p:nvSpPr>
        <p:spPr>
          <a:xfrm>
            <a:off x="73152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1" name="Rectangle 202"/>
          <p:cNvSpPr/>
          <p:nvPr/>
        </p:nvSpPr>
        <p:spPr>
          <a:xfrm>
            <a:off x="82296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2" name="Rectangle 203"/>
          <p:cNvSpPr/>
          <p:nvPr/>
        </p:nvSpPr>
        <p:spPr>
          <a:xfrm>
            <a:off x="91440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3" name="Rectangle 204"/>
          <p:cNvSpPr/>
          <p:nvPr/>
        </p:nvSpPr>
        <p:spPr>
          <a:xfrm>
            <a:off x="100584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4" name="Rectangle 205"/>
          <p:cNvSpPr/>
          <p:nvPr/>
        </p:nvSpPr>
        <p:spPr>
          <a:xfrm>
            <a:off x="109728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5" name="Rectangle 206"/>
          <p:cNvSpPr/>
          <p:nvPr/>
        </p:nvSpPr>
        <p:spPr>
          <a:xfrm>
            <a:off x="11887200" y="0"/>
            <a:ext cx="12960" cy="68526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6" name="Rectangle 207"/>
          <p:cNvSpPr/>
          <p:nvPr/>
        </p:nvSpPr>
        <p:spPr>
          <a:xfrm>
            <a:off x="0" y="0"/>
            <a:ext cx="314640" cy="685260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7" name="Rounded Rectangle 85"/>
          <p:cNvSpPr/>
          <p:nvPr/>
        </p:nvSpPr>
        <p:spPr>
          <a:xfrm>
            <a:off x="9875520" y="365760"/>
            <a:ext cx="2006280" cy="49752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998" name="TextBox 37"/>
          <p:cNvSpPr/>
          <p:nvPr/>
        </p:nvSpPr>
        <p:spPr>
          <a:xfrm>
            <a:off x="1242720" y="900360"/>
            <a:ext cx="8483760" cy="6991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000" spc="-1" strike="noStrike">
                <a:solidFill>
                  <a:srgbClr val="f5f5f5"/>
                </a:solidFill>
                <a:latin typeface="Calibri"/>
                <a:ea typeface="DejaVu Sans"/>
              </a:rPr>
              <a:t>Implicit Casting (Automatic Conversion)</a:t>
            </a:r>
            <a:endParaRPr b="0" lang="en-US" sz="4000" spc="-1" strike="noStrike">
              <a:solidFill>
                <a:srgbClr val="000000"/>
              </a:solidFill>
              <a:latin typeface="Arial"/>
            </a:endParaRPr>
          </a:p>
        </p:txBody>
      </p:sp>
      <p:sp>
        <p:nvSpPr>
          <p:cNvPr id="999" name="TextBox 38"/>
          <p:cNvSpPr/>
          <p:nvPr/>
        </p:nvSpPr>
        <p:spPr>
          <a:xfrm>
            <a:off x="3011040" y="1600200"/>
            <a:ext cx="4995720" cy="10026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500" spc="-1" strike="noStrike">
                <a:solidFill>
                  <a:srgbClr val="aaaaaa"/>
                </a:solidFill>
                <a:latin typeface="Calibri"/>
                <a:ea typeface="DejaVu Sans"/>
              </a:rPr>
              <a:t>Implicit casting occurs when Java automatically converts a </a:t>
            </a:r>
            <a:endParaRPr b="0" lang="en-US" sz="1500" spc="-1" strike="noStrike">
              <a:solidFill>
                <a:srgbClr val="000000"/>
              </a:solidFill>
              <a:latin typeface="Arial"/>
            </a:endParaRPr>
          </a:p>
          <a:p>
            <a:pPr>
              <a:lnSpc>
                <a:spcPct val="100000"/>
              </a:lnSpc>
            </a:pPr>
            <a:r>
              <a:rPr b="0" lang="en-US" sz="1500" spc="-1" strike="noStrike">
                <a:solidFill>
                  <a:srgbClr val="aaaaaa"/>
                </a:solidFill>
                <a:latin typeface="Calibri"/>
                <a:ea typeface="DejaVu Sans"/>
              </a:rPr>
              <a:t>smaller data type into a larger data type.</a:t>
            </a:r>
            <a:endParaRPr b="0" lang="en-US" sz="1500" spc="-1" strike="noStrike">
              <a:solidFill>
                <a:srgbClr val="000000"/>
              </a:solidFill>
              <a:latin typeface="Arial"/>
            </a:endParaRPr>
          </a:p>
          <a:p>
            <a:pPr>
              <a:lnSpc>
                <a:spcPct val="100000"/>
              </a:lnSpc>
            </a:pPr>
            <a:r>
              <a:rPr b="0" lang="en-US" sz="1500" spc="-1" strike="noStrike">
                <a:solidFill>
                  <a:srgbClr val="aaaaaa"/>
                </a:solidFill>
                <a:latin typeface="Calibri"/>
                <a:ea typeface="DejaVu Sans"/>
              </a:rPr>
              <a:t>This conversion is safe because the larger data type</a:t>
            </a:r>
            <a:endParaRPr b="0" lang="en-US" sz="1500" spc="-1" strike="noStrike">
              <a:solidFill>
                <a:srgbClr val="000000"/>
              </a:solidFill>
              <a:latin typeface="Arial"/>
            </a:endParaRPr>
          </a:p>
          <a:p>
            <a:pPr>
              <a:lnSpc>
                <a:spcPct val="100000"/>
              </a:lnSpc>
            </a:pPr>
            <a:r>
              <a:rPr b="0" lang="en-US" sz="1500" spc="-1" strike="noStrike">
                <a:solidFill>
                  <a:srgbClr val="aaaaaa"/>
                </a:solidFill>
                <a:latin typeface="Calibri"/>
                <a:ea typeface="DejaVu Sans"/>
              </a:rPr>
              <a:t> </a:t>
            </a:r>
            <a:r>
              <a:rPr b="0" lang="en-US" sz="1500" spc="-1" strike="noStrike">
                <a:solidFill>
                  <a:srgbClr val="aaaaaa"/>
                </a:solidFill>
                <a:latin typeface="Calibri"/>
                <a:ea typeface="DejaVu Sans"/>
              </a:rPr>
              <a:t>can store all values of the smaller data type without data loss.</a:t>
            </a:r>
            <a:endParaRPr b="0" lang="en-US" sz="1500" spc="-1" strike="noStrike">
              <a:solidFill>
                <a:srgbClr val="000000"/>
              </a:solidFill>
              <a:latin typeface="Arial"/>
            </a:endParaRPr>
          </a:p>
        </p:txBody>
      </p:sp>
      <p:sp>
        <p:nvSpPr>
          <p:cNvPr id="1000" name="Rounded Rectangle 86"/>
          <p:cNvSpPr/>
          <p:nvPr/>
        </p:nvSpPr>
        <p:spPr>
          <a:xfrm>
            <a:off x="987480" y="3182040"/>
            <a:ext cx="3286440" cy="27378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01" name="Rounded Rectangle 87"/>
          <p:cNvSpPr/>
          <p:nvPr/>
        </p:nvSpPr>
        <p:spPr>
          <a:xfrm>
            <a:off x="595440" y="2743200"/>
            <a:ext cx="3515040" cy="36532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300" spc="-1" strike="noStrike">
                <a:solidFill>
                  <a:schemeClr val="lt1"/>
                </a:solidFill>
                <a:latin typeface="Calibri"/>
                <a:ea typeface="DejaVu Sans"/>
              </a:rPr>
              <a:t>Implicit Casting is the automatic conversion of a smaller data type to a larger data type in Java.</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Java performs this conversion automatically when there is no risk of data loss.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Also called Widening Casting.</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Key points:</a:t>
            </a: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 </a:t>
            </a:r>
            <a:r>
              <a:rPr b="1" lang="en-US" sz="1300" spc="-1" strike="noStrike">
                <a:solidFill>
                  <a:schemeClr val="lt1"/>
                </a:solidFill>
                <a:latin typeface="Calibri"/>
                <a:ea typeface="DejaVu Sans"/>
              </a:rPr>
              <a:t>Done automatically by the compiler</a:t>
            </a: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 </a:t>
            </a:r>
            <a:r>
              <a:rPr b="1" lang="en-US" sz="1300" spc="-1" strike="noStrike">
                <a:solidFill>
                  <a:schemeClr val="lt1"/>
                </a:solidFill>
                <a:latin typeface="Calibri"/>
                <a:ea typeface="DejaVu Sans"/>
              </a:rPr>
              <a:t>Converts smaller types to larger types</a:t>
            </a: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 </a:t>
            </a:r>
            <a:r>
              <a:rPr b="1" lang="en-US" sz="1300" spc="-1" strike="noStrike">
                <a:solidFill>
                  <a:schemeClr val="lt1"/>
                </a:solidFill>
                <a:latin typeface="Calibri"/>
                <a:ea typeface="DejaVu Sans"/>
              </a:rPr>
              <a:t>No manual casting needed</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Example: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int → long → float → double</a:t>
            </a:r>
            <a:endParaRPr b="0" lang="en-US" sz="1300" spc="-1" strike="noStrike">
              <a:solidFill>
                <a:srgbClr val="ffffff"/>
              </a:solidFill>
              <a:latin typeface="Arial"/>
            </a:endParaRPr>
          </a:p>
        </p:txBody>
      </p:sp>
      <p:sp>
        <p:nvSpPr>
          <p:cNvPr id="1002" name="Rounded Rectangle 88"/>
          <p:cNvSpPr/>
          <p:nvPr/>
        </p:nvSpPr>
        <p:spPr>
          <a:xfrm>
            <a:off x="4507920" y="3182040"/>
            <a:ext cx="3286440" cy="27378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03" name="Rounded Rectangle 89"/>
          <p:cNvSpPr/>
          <p:nvPr/>
        </p:nvSpPr>
        <p:spPr>
          <a:xfrm>
            <a:off x="4343400" y="2880360"/>
            <a:ext cx="3653280" cy="34246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Implicit Casting Flow (Widening Conversion)</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byte</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short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int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long</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float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double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Each step represents a data type that can store the previous type safely.</a:t>
            </a:r>
            <a:endParaRPr b="0" lang="en-US" sz="1400" spc="-1" strike="noStrike">
              <a:solidFill>
                <a:srgbClr val="ffffff"/>
              </a:solidFill>
              <a:latin typeface="Arial"/>
            </a:endParaRPr>
          </a:p>
        </p:txBody>
      </p:sp>
      <p:sp>
        <p:nvSpPr>
          <p:cNvPr id="1004" name="Rounded Rectangle 90"/>
          <p:cNvSpPr/>
          <p:nvPr/>
        </p:nvSpPr>
        <p:spPr>
          <a:xfrm>
            <a:off x="8028360" y="3182040"/>
            <a:ext cx="3286440" cy="27378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05" name="Rounded Rectangle 91"/>
          <p:cNvSpPr/>
          <p:nvPr/>
        </p:nvSpPr>
        <p:spPr>
          <a:xfrm>
            <a:off x="8229600" y="2972880"/>
            <a:ext cx="3653280" cy="31950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ImplicitCastingExample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number = 25;</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 Automatic conversion from int to double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result = number;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System.out.println("Number: " + number);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System.out.println("Converted value: " + result);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1006" name="TextBox 39"/>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07" name="Rectangle 208"/>
          <p:cNvSpPr/>
          <p:nvPr/>
        </p:nvSpPr>
        <p:spPr>
          <a:xfrm>
            <a:off x="0" y="0"/>
            <a:ext cx="12183840" cy="685296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08" name="Rectangle 209"/>
          <p:cNvSpPr/>
          <p:nvPr/>
        </p:nvSpPr>
        <p:spPr>
          <a:xfrm>
            <a:off x="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09" name="Rectangle 210"/>
          <p:cNvSpPr/>
          <p:nvPr/>
        </p:nvSpPr>
        <p:spPr>
          <a:xfrm>
            <a:off x="9144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0" name="Rectangle 211"/>
          <p:cNvSpPr/>
          <p:nvPr/>
        </p:nvSpPr>
        <p:spPr>
          <a:xfrm>
            <a:off x="18288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1" name="Rectangle 212"/>
          <p:cNvSpPr/>
          <p:nvPr/>
        </p:nvSpPr>
        <p:spPr>
          <a:xfrm>
            <a:off x="27432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2" name="Rectangle 213"/>
          <p:cNvSpPr/>
          <p:nvPr/>
        </p:nvSpPr>
        <p:spPr>
          <a:xfrm>
            <a:off x="36576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3" name="Rectangle 214"/>
          <p:cNvSpPr/>
          <p:nvPr/>
        </p:nvSpPr>
        <p:spPr>
          <a:xfrm>
            <a:off x="45720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4" name="Rectangle 215"/>
          <p:cNvSpPr/>
          <p:nvPr/>
        </p:nvSpPr>
        <p:spPr>
          <a:xfrm>
            <a:off x="54864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5" name="Rectangle 216"/>
          <p:cNvSpPr/>
          <p:nvPr/>
        </p:nvSpPr>
        <p:spPr>
          <a:xfrm>
            <a:off x="64008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6" name="Rectangle 217"/>
          <p:cNvSpPr/>
          <p:nvPr/>
        </p:nvSpPr>
        <p:spPr>
          <a:xfrm>
            <a:off x="73152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7" name="Rectangle 218"/>
          <p:cNvSpPr/>
          <p:nvPr/>
        </p:nvSpPr>
        <p:spPr>
          <a:xfrm>
            <a:off x="82296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8" name="Rectangle 219"/>
          <p:cNvSpPr/>
          <p:nvPr/>
        </p:nvSpPr>
        <p:spPr>
          <a:xfrm>
            <a:off x="91440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9" name="Rectangle 220"/>
          <p:cNvSpPr/>
          <p:nvPr/>
        </p:nvSpPr>
        <p:spPr>
          <a:xfrm>
            <a:off x="100584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20" name="Rectangle 221"/>
          <p:cNvSpPr/>
          <p:nvPr/>
        </p:nvSpPr>
        <p:spPr>
          <a:xfrm>
            <a:off x="109728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21" name="Rectangle 222"/>
          <p:cNvSpPr/>
          <p:nvPr/>
        </p:nvSpPr>
        <p:spPr>
          <a:xfrm>
            <a:off x="118872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22" name="Rectangle 223"/>
          <p:cNvSpPr/>
          <p:nvPr/>
        </p:nvSpPr>
        <p:spPr>
          <a:xfrm>
            <a:off x="0" y="0"/>
            <a:ext cx="315000" cy="685296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23" name="Rounded Rectangle 92"/>
          <p:cNvSpPr/>
          <p:nvPr/>
        </p:nvSpPr>
        <p:spPr>
          <a:xfrm>
            <a:off x="9875520" y="365760"/>
            <a:ext cx="2006640" cy="49788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024" name="TextBox 40"/>
          <p:cNvSpPr/>
          <p:nvPr/>
        </p:nvSpPr>
        <p:spPr>
          <a:xfrm>
            <a:off x="2514600" y="685800"/>
            <a:ext cx="607140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JAVA EXPLICIT CASTING</a:t>
            </a:r>
            <a:endParaRPr b="0" lang="en-US" sz="4800" spc="-1" strike="noStrike">
              <a:solidFill>
                <a:srgbClr val="000000"/>
              </a:solidFill>
              <a:latin typeface="Arial"/>
            </a:endParaRPr>
          </a:p>
        </p:txBody>
      </p:sp>
      <p:sp>
        <p:nvSpPr>
          <p:cNvPr id="1025" name="TextBox 41"/>
          <p:cNvSpPr/>
          <p:nvPr/>
        </p:nvSpPr>
        <p:spPr>
          <a:xfrm>
            <a:off x="2647440" y="1600200"/>
            <a:ext cx="5809320" cy="957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Explicit casting is the manual conversion of a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larger data type to a smaller data type in Java.</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It is required when there is a risk of data or precision loss.</a:t>
            </a:r>
            <a:endParaRPr b="0" lang="en-US" sz="1900" spc="-1" strike="noStrike">
              <a:solidFill>
                <a:srgbClr val="000000"/>
              </a:solidFill>
              <a:latin typeface="Arial"/>
            </a:endParaRPr>
          </a:p>
        </p:txBody>
      </p:sp>
      <p:sp>
        <p:nvSpPr>
          <p:cNvPr id="1026" name="Rounded Rectangle 93"/>
          <p:cNvSpPr/>
          <p:nvPr/>
        </p:nvSpPr>
        <p:spPr>
          <a:xfrm>
            <a:off x="987480" y="3182040"/>
            <a:ext cx="3286800" cy="27381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27" name="Rounded Rectangle 94"/>
          <p:cNvSpPr/>
          <p:nvPr/>
        </p:nvSpPr>
        <p:spPr>
          <a:xfrm>
            <a:off x="457200" y="2743200"/>
            <a:ext cx="3744000" cy="38822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300" spc="-1" strike="noStrike">
                <a:solidFill>
                  <a:schemeClr val="lt1"/>
                </a:solidFill>
                <a:latin typeface="Calibri"/>
                <a:ea typeface="DejaVu Sans"/>
              </a:rPr>
              <a:t>Explicit Casting is the manual conversion of a larger data type to a smaller data type.</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Java does not perform this conversion automatically because the smaller type may not store all values.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Also called Narrowing Casting.</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Key points: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marL="216000" indent="-216000">
              <a:lnSpc>
                <a:spcPct val="100000"/>
              </a:lnSpc>
              <a:buClr>
                <a:srgbClr val="ffffff"/>
              </a:buClr>
              <a:buFont typeface="Wingdings" charset="2"/>
              <a:buChar char=""/>
            </a:pPr>
            <a:r>
              <a:rPr b="1" lang="en-US" sz="1300" spc="-1" strike="noStrike">
                <a:solidFill>
                  <a:schemeClr val="lt1"/>
                </a:solidFill>
                <a:latin typeface="Calibri"/>
                <a:ea typeface="DejaVu Sans"/>
              </a:rPr>
              <a:t>Performed manually by the programmer</a:t>
            </a:r>
            <a:endParaRPr b="0" lang="en-US" sz="1300" spc="-1" strike="noStrike">
              <a:solidFill>
                <a:srgbClr val="ffffff"/>
              </a:solidFill>
              <a:latin typeface="Arial"/>
            </a:endParaRPr>
          </a:p>
          <a:p>
            <a:pPr marL="216000" indent="-216000">
              <a:lnSpc>
                <a:spcPct val="100000"/>
              </a:lnSpc>
              <a:buClr>
                <a:srgbClr val="ffffff"/>
              </a:buClr>
              <a:buFont typeface="Wingdings" charset="2"/>
              <a:buChar char=""/>
            </a:pPr>
            <a:r>
              <a:rPr b="1" lang="en-US" sz="1300" spc="-1" strike="noStrike">
                <a:solidFill>
                  <a:schemeClr val="lt1"/>
                </a:solidFill>
                <a:latin typeface="Calibri"/>
                <a:ea typeface="DejaVu Sans"/>
              </a:rPr>
              <a:t>Converts larger numeric types to smaller ones</a:t>
            </a:r>
            <a:endParaRPr b="0" lang="en-US" sz="1300" spc="-1" strike="noStrike">
              <a:solidFill>
                <a:srgbClr val="ffffff"/>
              </a:solidFill>
              <a:latin typeface="Arial"/>
            </a:endParaRPr>
          </a:p>
          <a:p>
            <a:pPr marL="216000" indent="-216000">
              <a:lnSpc>
                <a:spcPct val="100000"/>
              </a:lnSpc>
              <a:buClr>
                <a:srgbClr val="ffffff"/>
              </a:buClr>
              <a:buFont typeface="Wingdings" charset="2"/>
              <a:buChar char=""/>
            </a:pPr>
            <a:r>
              <a:rPr b="0" lang="en-US" sz="1300" spc="-1" strike="noStrike">
                <a:solidFill>
                  <a:schemeClr val="lt1"/>
                </a:solidFill>
                <a:latin typeface="Calibri"/>
                <a:ea typeface="DejaVu Sans"/>
              </a:rPr>
              <a:t> </a:t>
            </a:r>
            <a:r>
              <a:rPr b="1" lang="en-US" sz="1300" spc="-1" strike="noStrike">
                <a:solidFill>
                  <a:schemeClr val="lt1"/>
                </a:solidFill>
                <a:latin typeface="Calibri"/>
                <a:ea typeface="DejaVu Sans"/>
              </a:rPr>
              <a:t>Requires casting syntax (type)</a:t>
            </a:r>
            <a:endParaRPr b="0" lang="en-US" sz="1300" spc="-1" strike="noStrike">
              <a:solidFill>
                <a:srgbClr val="ffffff"/>
              </a:solidFill>
              <a:latin typeface="Arial"/>
            </a:endParaRPr>
          </a:p>
          <a:p>
            <a:pPr marL="216000" indent="-216000">
              <a:lnSpc>
                <a:spcPct val="100000"/>
              </a:lnSpc>
              <a:buClr>
                <a:srgbClr val="ffffff"/>
              </a:buClr>
              <a:buFont typeface="Wingdings" charset="2"/>
              <a:buChar char=""/>
            </a:pPr>
            <a:r>
              <a:rPr b="0" lang="en-US" sz="1300" spc="-1" strike="noStrike">
                <a:solidFill>
                  <a:schemeClr val="lt1"/>
                </a:solidFill>
                <a:latin typeface="Calibri"/>
                <a:ea typeface="DejaVu Sans"/>
              </a:rPr>
              <a:t> </a:t>
            </a:r>
            <a:r>
              <a:rPr b="1" lang="en-US" sz="1300" spc="-1" strike="noStrike">
                <a:solidFill>
                  <a:schemeClr val="lt1"/>
                </a:solidFill>
                <a:latin typeface="Calibri"/>
                <a:ea typeface="DejaVu Sans"/>
              </a:rPr>
              <a:t>May cause data or precision loss</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Example: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double → float → long → int → short → byte</a:t>
            </a:r>
            <a:endParaRPr b="0" lang="en-US" sz="1300" spc="-1" strike="noStrike">
              <a:solidFill>
                <a:srgbClr val="ffffff"/>
              </a:solidFill>
              <a:latin typeface="Arial"/>
            </a:endParaRPr>
          </a:p>
        </p:txBody>
      </p:sp>
      <p:sp>
        <p:nvSpPr>
          <p:cNvPr id="1028" name="Rounded Rectangle 95"/>
          <p:cNvSpPr/>
          <p:nvPr/>
        </p:nvSpPr>
        <p:spPr>
          <a:xfrm>
            <a:off x="4507920" y="3182040"/>
            <a:ext cx="3286800" cy="27381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29" name="Rounded Rectangle 96"/>
          <p:cNvSpPr/>
          <p:nvPr/>
        </p:nvSpPr>
        <p:spPr>
          <a:xfrm>
            <a:off x="4434840" y="2971800"/>
            <a:ext cx="3286800" cy="34250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200" spc="-1" strike="noStrike">
                <a:solidFill>
                  <a:schemeClr val="lt1"/>
                </a:solidFill>
                <a:latin typeface="Calibri"/>
                <a:ea typeface="DejaVu Sans"/>
              </a:rPr>
              <a:t>Explicit Casting Flow (Narrowing)</a:t>
            </a:r>
            <a:endParaRPr b="0" lang="en-US" sz="1200" spc="-1" strike="noStrike">
              <a:solidFill>
                <a:srgbClr val="ffffff"/>
              </a:solidFill>
              <a:latin typeface="Arial"/>
            </a:endParaRPr>
          </a:p>
          <a:p>
            <a:pPr>
              <a:lnSpc>
                <a:spcPct val="100000"/>
              </a:lnSpc>
            </a:pPr>
            <a:endParaRPr b="0" lang="en-US" sz="12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double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float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long</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int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short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byte</a:t>
            </a:r>
            <a:endParaRPr b="0" lang="en-US" sz="1300" spc="-1" strike="noStrike">
              <a:solidFill>
                <a:srgbClr val="ffffff"/>
              </a:solidFill>
              <a:latin typeface="Arial"/>
            </a:endParaRPr>
          </a:p>
          <a:p>
            <a:pPr>
              <a:lnSpc>
                <a:spcPct val="100000"/>
              </a:lnSpc>
            </a:pPr>
            <a:endParaRPr b="0" lang="en-US" sz="1200" spc="-1" strike="noStrike">
              <a:solidFill>
                <a:srgbClr val="ffffff"/>
              </a:solidFill>
              <a:latin typeface="Arial"/>
            </a:endParaRPr>
          </a:p>
          <a:p>
            <a:pPr>
              <a:lnSpc>
                <a:spcPct val="100000"/>
              </a:lnSpc>
            </a:pPr>
            <a:r>
              <a:rPr b="0" lang="en-US" sz="1200" spc="-1" strike="noStrike">
                <a:solidFill>
                  <a:schemeClr val="lt1"/>
                </a:solidFill>
                <a:latin typeface="Calibri"/>
                <a:ea typeface="DejaVu Sans"/>
              </a:rPr>
              <a:t>Each step converts the value to a smaller storage type, which may remove decimal values or overflow.</a:t>
            </a:r>
            <a:endParaRPr b="0" lang="en-US" sz="1200" spc="-1" strike="noStrike">
              <a:solidFill>
                <a:srgbClr val="ffffff"/>
              </a:solidFill>
              <a:latin typeface="Arial"/>
            </a:endParaRPr>
          </a:p>
        </p:txBody>
      </p:sp>
      <p:sp>
        <p:nvSpPr>
          <p:cNvPr id="1030" name="Rounded Rectangle 97"/>
          <p:cNvSpPr/>
          <p:nvPr/>
        </p:nvSpPr>
        <p:spPr>
          <a:xfrm>
            <a:off x="8028360" y="3182040"/>
            <a:ext cx="3286800" cy="27381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1" name="Rounded Rectangle 98"/>
          <p:cNvSpPr/>
          <p:nvPr/>
        </p:nvSpPr>
        <p:spPr>
          <a:xfrm>
            <a:off x="7955280" y="2514600"/>
            <a:ext cx="3927960" cy="41108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400" spc="-1" strike="noStrike">
                <a:solidFill>
                  <a:srgbClr val="78ffc8"/>
                </a:solidFill>
                <a:latin typeface="Consolas"/>
                <a:ea typeface="DejaVu Sans"/>
              </a:rPr>
              <a:t>public class ExplicitCastingExample {</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public static void main(String[] args) {</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double price = 49.99;</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 Explicit casting from double to int</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int newPrice = (int) price;</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System.out.println("Original value: " + price);</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System.out.println("Converted value: " + newPrice);</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a:t>
            </a:r>
            <a:endParaRPr b="0" lang="en-US" sz="1400" spc="-1" strike="noStrike">
              <a:solidFill>
                <a:srgbClr val="ffffff"/>
              </a:solidFill>
              <a:latin typeface="Arial"/>
            </a:endParaRPr>
          </a:p>
        </p:txBody>
      </p:sp>
      <p:sp>
        <p:nvSpPr>
          <p:cNvPr id="1032" name="TextBox 42"/>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33" name="Rectangle 224"/>
          <p:cNvSpPr/>
          <p:nvPr/>
        </p:nvSpPr>
        <p:spPr>
          <a:xfrm>
            <a:off x="0" y="0"/>
            <a:ext cx="12184200" cy="685332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4" name="Rectangle 225"/>
          <p:cNvSpPr/>
          <p:nvPr/>
        </p:nvSpPr>
        <p:spPr>
          <a:xfrm>
            <a:off x="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5" name="Rectangle 226"/>
          <p:cNvSpPr/>
          <p:nvPr/>
        </p:nvSpPr>
        <p:spPr>
          <a:xfrm>
            <a:off x="9144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6" name="Rectangle 227"/>
          <p:cNvSpPr/>
          <p:nvPr/>
        </p:nvSpPr>
        <p:spPr>
          <a:xfrm>
            <a:off x="18288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7" name="Rectangle 228"/>
          <p:cNvSpPr/>
          <p:nvPr/>
        </p:nvSpPr>
        <p:spPr>
          <a:xfrm>
            <a:off x="27432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8" name="Rectangle 229"/>
          <p:cNvSpPr/>
          <p:nvPr/>
        </p:nvSpPr>
        <p:spPr>
          <a:xfrm>
            <a:off x="36576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9" name="Rectangle 230"/>
          <p:cNvSpPr/>
          <p:nvPr/>
        </p:nvSpPr>
        <p:spPr>
          <a:xfrm>
            <a:off x="45720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0" name="Rectangle 231"/>
          <p:cNvSpPr/>
          <p:nvPr/>
        </p:nvSpPr>
        <p:spPr>
          <a:xfrm>
            <a:off x="54864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1" name="Rectangle 232"/>
          <p:cNvSpPr/>
          <p:nvPr/>
        </p:nvSpPr>
        <p:spPr>
          <a:xfrm>
            <a:off x="64008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2" name="Rectangle 233"/>
          <p:cNvSpPr/>
          <p:nvPr/>
        </p:nvSpPr>
        <p:spPr>
          <a:xfrm>
            <a:off x="73152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3" name="Rectangle 234"/>
          <p:cNvSpPr/>
          <p:nvPr/>
        </p:nvSpPr>
        <p:spPr>
          <a:xfrm>
            <a:off x="82296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4" name="Rectangle 235"/>
          <p:cNvSpPr/>
          <p:nvPr/>
        </p:nvSpPr>
        <p:spPr>
          <a:xfrm>
            <a:off x="91440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5" name="Rectangle 236"/>
          <p:cNvSpPr/>
          <p:nvPr/>
        </p:nvSpPr>
        <p:spPr>
          <a:xfrm>
            <a:off x="100584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6" name="Rectangle 237"/>
          <p:cNvSpPr/>
          <p:nvPr/>
        </p:nvSpPr>
        <p:spPr>
          <a:xfrm>
            <a:off x="109728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7" name="Rectangle 238"/>
          <p:cNvSpPr/>
          <p:nvPr/>
        </p:nvSpPr>
        <p:spPr>
          <a:xfrm>
            <a:off x="11887200" y="0"/>
            <a:ext cx="13680" cy="68533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8" name="Rectangle 239"/>
          <p:cNvSpPr/>
          <p:nvPr/>
        </p:nvSpPr>
        <p:spPr>
          <a:xfrm>
            <a:off x="0" y="0"/>
            <a:ext cx="315360" cy="685332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9" name="Rounded Rectangle 99"/>
          <p:cNvSpPr/>
          <p:nvPr/>
        </p:nvSpPr>
        <p:spPr>
          <a:xfrm>
            <a:off x="9875520" y="365760"/>
            <a:ext cx="2007000" cy="49824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050" name="TextBox 43"/>
          <p:cNvSpPr/>
          <p:nvPr/>
        </p:nvSpPr>
        <p:spPr>
          <a:xfrm>
            <a:off x="2148480" y="1005840"/>
            <a:ext cx="667476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Implicit vs Explicit Casting</a:t>
            </a:r>
            <a:endParaRPr b="0" lang="en-US" sz="4800" spc="-1" strike="noStrike">
              <a:solidFill>
                <a:srgbClr val="000000"/>
              </a:solidFill>
              <a:latin typeface="Arial"/>
            </a:endParaRPr>
          </a:p>
        </p:txBody>
      </p:sp>
      <p:sp>
        <p:nvSpPr>
          <p:cNvPr id="1051" name="TextBox 44"/>
          <p:cNvSpPr/>
          <p:nvPr/>
        </p:nvSpPr>
        <p:spPr>
          <a:xfrm>
            <a:off x="2094480" y="2057400"/>
            <a:ext cx="678168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Understanding the difference between implicit and explicit casting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helps prevent data loss and ensures correct type conversion in Java.</a:t>
            </a:r>
            <a:endParaRPr b="0" lang="en-US" sz="1900" spc="-1" strike="noStrike">
              <a:solidFill>
                <a:srgbClr val="000000"/>
              </a:solidFill>
              <a:latin typeface="Arial"/>
            </a:endParaRPr>
          </a:p>
        </p:txBody>
      </p:sp>
      <p:sp>
        <p:nvSpPr>
          <p:cNvPr id="1052" name="Rounded Rectangle 100"/>
          <p:cNvSpPr/>
          <p:nvPr/>
        </p:nvSpPr>
        <p:spPr>
          <a:xfrm>
            <a:off x="987480" y="3182040"/>
            <a:ext cx="3287160" cy="27385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53" name="Rounded Rectangle 101"/>
          <p:cNvSpPr/>
          <p:nvPr/>
        </p:nvSpPr>
        <p:spPr>
          <a:xfrm>
            <a:off x="914400" y="3108960"/>
            <a:ext cx="3287160" cy="27385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500" spc="-1" strike="noStrike">
                <a:solidFill>
                  <a:schemeClr val="lt1"/>
                </a:solidFill>
                <a:latin typeface="Calibri"/>
                <a:ea typeface="DejaVu Sans"/>
              </a:rPr>
              <a:t>Implicit Casting (Widening)</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Smaller → Larger data type</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Done automatically</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No data loss</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No syntax required</a:t>
            </a:r>
            <a:endParaRPr b="0" lang="en-US" sz="1500" spc="-1" strike="noStrike">
              <a:solidFill>
                <a:srgbClr val="ffffff"/>
              </a:solidFill>
              <a:latin typeface="Arial"/>
            </a:endParaRPr>
          </a:p>
          <a:p>
            <a:pPr>
              <a:lnSpc>
                <a:spcPct val="100000"/>
              </a:lnSpc>
            </a:pPr>
            <a:endParaRPr b="0" lang="en-US" sz="1500" spc="-1" strike="noStrike">
              <a:solidFill>
                <a:srgbClr val="ffffff"/>
              </a:solidFill>
              <a:latin typeface="Arial"/>
            </a:endParaRPr>
          </a:p>
          <a:p>
            <a:pPr>
              <a:lnSpc>
                <a:spcPct val="100000"/>
              </a:lnSpc>
            </a:pPr>
            <a:r>
              <a:rPr b="1" lang="en-US" sz="1500" spc="-1" strike="noStrike">
                <a:solidFill>
                  <a:schemeClr val="lt1"/>
                </a:solidFill>
                <a:latin typeface="Calibri"/>
                <a:ea typeface="DejaVu Sans"/>
              </a:rPr>
              <a:t>Explicit Casting (Narrowing)</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Larger → Smaller data type</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Done manually</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May cause data loss</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Requires (type) syntax</a:t>
            </a:r>
            <a:endParaRPr b="0" lang="en-US" sz="1500" spc="-1" strike="noStrike">
              <a:solidFill>
                <a:srgbClr val="ffffff"/>
              </a:solidFill>
              <a:latin typeface="Arial"/>
            </a:endParaRPr>
          </a:p>
        </p:txBody>
      </p:sp>
      <p:sp>
        <p:nvSpPr>
          <p:cNvPr id="1054" name="Rounded Rectangle 102"/>
          <p:cNvSpPr/>
          <p:nvPr/>
        </p:nvSpPr>
        <p:spPr>
          <a:xfrm>
            <a:off x="4507920" y="3182040"/>
            <a:ext cx="3287160" cy="27385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55" name="Rounded Rectangle 103"/>
          <p:cNvSpPr/>
          <p:nvPr/>
        </p:nvSpPr>
        <p:spPr>
          <a:xfrm>
            <a:off x="4434840" y="3108960"/>
            <a:ext cx="3287160" cy="27385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800" spc="-1" strike="noStrike">
                <a:solidFill>
                  <a:schemeClr val="lt1"/>
                </a:solidFill>
                <a:latin typeface="Calibri"/>
                <a:ea typeface="DejaVu Sans"/>
              </a:rPr>
              <a:t>Implicit Casting Flow:</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byte → short → int → long → float → double</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1" lang="en-US" sz="1800" spc="-1" strike="noStrike">
                <a:solidFill>
                  <a:schemeClr val="lt1"/>
                </a:solidFill>
                <a:latin typeface="Calibri"/>
                <a:ea typeface="DejaVu Sans"/>
              </a:rPr>
              <a:t>Explicit Casting Flow:</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double → float → long → int → short → byte</a:t>
            </a:r>
            <a:endParaRPr b="0" lang="en-US" sz="1800" spc="-1" strike="noStrike">
              <a:solidFill>
                <a:srgbClr val="ffffff"/>
              </a:solidFill>
              <a:latin typeface="Arial"/>
            </a:endParaRPr>
          </a:p>
        </p:txBody>
      </p:sp>
      <p:sp>
        <p:nvSpPr>
          <p:cNvPr id="1056" name="Rounded Rectangle 104"/>
          <p:cNvSpPr/>
          <p:nvPr/>
        </p:nvSpPr>
        <p:spPr>
          <a:xfrm>
            <a:off x="8028360" y="3182040"/>
            <a:ext cx="3287160" cy="27385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57" name="Rounded Rectangle 105"/>
          <p:cNvSpPr/>
          <p:nvPr/>
        </p:nvSpPr>
        <p:spPr>
          <a:xfrm>
            <a:off x="7955280" y="3108960"/>
            <a:ext cx="3699720" cy="30596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CastingComparison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 Implicit Casting</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num = 25;</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result = num;</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 Explicit Casting</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price = 49.99;</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newPrice = (int) price;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System.out.println(result);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System.out.println(newPrice);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1058" name="TextBox 45"/>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59" name="Rectangle 240"/>
          <p:cNvSpPr/>
          <p:nvPr/>
        </p:nvSpPr>
        <p:spPr>
          <a:xfrm>
            <a:off x="0" y="0"/>
            <a:ext cx="12184560" cy="685368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0" name="Rectangle 241"/>
          <p:cNvSpPr/>
          <p:nvPr/>
        </p:nvSpPr>
        <p:spPr>
          <a:xfrm>
            <a:off x="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1" name="Rectangle 242"/>
          <p:cNvSpPr/>
          <p:nvPr/>
        </p:nvSpPr>
        <p:spPr>
          <a:xfrm>
            <a:off x="9144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2" name="Rectangle 243"/>
          <p:cNvSpPr/>
          <p:nvPr/>
        </p:nvSpPr>
        <p:spPr>
          <a:xfrm>
            <a:off x="18288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3" name="Rectangle 244"/>
          <p:cNvSpPr/>
          <p:nvPr/>
        </p:nvSpPr>
        <p:spPr>
          <a:xfrm>
            <a:off x="27432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4" name="Rectangle 245"/>
          <p:cNvSpPr/>
          <p:nvPr/>
        </p:nvSpPr>
        <p:spPr>
          <a:xfrm>
            <a:off x="36576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5" name="Rectangle 246"/>
          <p:cNvSpPr/>
          <p:nvPr/>
        </p:nvSpPr>
        <p:spPr>
          <a:xfrm>
            <a:off x="45720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6" name="Rectangle 247"/>
          <p:cNvSpPr/>
          <p:nvPr/>
        </p:nvSpPr>
        <p:spPr>
          <a:xfrm>
            <a:off x="54864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7" name="Rectangle 248"/>
          <p:cNvSpPr/>
          <p:nvPr/>
        </p:nvSpPr>
        <p:spPr>
          <a:xfrm>
            <a:off x="64008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8" name="Rectangle 249"/>
          <p:cNvSpPr/>
          <p:nvPr/>
        </p:nvSpPr>
        <p:spPr>
          <a:xfrm>
            <a:off x="73152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9" name="Rectangle 250"/>
          <p:cNvSpPr/>
          <p:nvPr/>
        </p:nvSpPr>
        <p:spPr>
          <a:xfrm>
            <a:off x="82296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70" name="Rectangle 251"/>
          <p:cNvSpPr/>
          <p:nvPr/>
        </p:nvSpPr>
        <p:spPr>
          <a:xfrm>
            <a:off x="91440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71" name="Rectangle 252"/>
          <p:cNvSpPr/>
          <p:nvPr/>
        </p:nvSpPr>
        <p:spPr>
          <a:xfrm>
            <a:off x="100584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72" name="Rectangle 253"/>
          <p:cNvSpPr/>
          <p:nvPr/>
        </p:nvSpPr>
        <p:spPr>
          <a:xfrm>
            <a:off x="109728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73" name="Rectangle 254"/>
          <p:cNvSpPr/>
          <p:nvPr/>
        </p:nvSpPr>
        <p:spPr>
          <a:xfrm>
            <a:off x="118872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74" name="Rectangle 255"/>
          <p:cNvSpPr/>
          <p:nvPr/>
        </p:nvSpPr>
        <p:spPr>
          <a:xfrm>
            <a:off x="0" y="0"/>
            <a:ext cx="315720" cy="685368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75" name="Rounded Rectangle 106"/>
          <p:cNvSpPr/>
          <p:nvPr/>
        </p:nvSpPr>
        <p:spPr>
          <a:xfrm>
            <a:off x="9875520" y="365760"/>
            <a:ext cx="2007360" cy="49860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076" name="TextBox 46"/>
          <p:cNvSpPr/>
          <p:nvPr/>
        </p:nvSpPr>
        <p:spPr>
          <a:xfrm>
            <a:off x="1659960" y="1005840"/>
            <a:ext cx="765180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DATA LOSS &amp; PRECISION LOSS</a:t>
            </a:r>
            <a:endParaRPr b="0" lang="en-US" sz="4800" spc="-1" strike="noStrike">
              <a:solidFill>
                <a:srgbClr val="000000"/>
              </a:solidFill>
              <a:latin typeface="Arial"/>
            </a:endParaRPr>
          </a:p>
        </p:txBody>
      </p:sp>
      <p:sp>
        <p:nvSpPr>
          <p:cNvPr id="1077" name="TextBox 47"/>
          <p:cNvSpPr/>
          <p:nvPr/>
        </p:nvSpPr>
        <p:spPr>
          <a:xfrm>
            <a:off x="2286000" y="1826640"/>
            <a:ext cx="6431040" cy="957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Type casting may cause data loss when converting from a larger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data type to a smaller one.</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Decimal values can be removed and large values may overflow.</a:t>
            </a:r>
            <a:endParaRPr b="0" lang="en-US" sz="1900" spc="-1" strike="noStrike">
              <a:solidFill>
                <a:srgbClr val="000000"/>
              </a:solidFill>
              <a:latin typeface="Arial"/>
            </a:endParaRPr>
          </a:p>
        </p:txBody>
      </p:sp>
      <p:sp>
        <p:nvSpPr>
          <p:cNvPr id="1078" name="Rounded Rectangle 107"/>
          <p:cNvSpPr/>
          <p:nvPr/>
        </p:nvSpPr>
        <p:spPr>
          <a:xfrm>
            <a:off x="987480" y="3182040"/>
            <a:ext cx="3287520" cy="27388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79" name="Rounded Rectangle 108"/>
          <p:cNvSpPr/>
          <p:nvPr/>
        </p:nvSpPr>
        <p:spPr>
          <a:xfrm>
            <a:off x="914400" y="3108960"/>
            <a:ext cx="3287520" cy="27388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Occurs in explicit (narrowing) casting</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Decimal part is truncated (not rounded)</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Smaller types cannot store full value</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May lead to incorrect results</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Precision loss happens especially with float → int</a:t>
            </a:r>
            <a:endParaRPr b="0" lang="en-US" sz="1800" spc="-1" strike="noStrike">
              <a:solidFill>
                <a:srgbClr val="ffffff"/>
              </a:solidFill>
              <a:latin typeface="Arial"/>
            </a:endParaRPr>
          </a:p>
        </p:txBody>
      </p:sp>
      <p:sp>
        <p:nvSpPr>
          <p:cNvPr id="1080" name="Rounded Rectangle 109"/>
          <p:cNvSpPr/>
          <p:nvPr/>
        </p:nvSpPr>
        <p:spPr>
          <a:xfrm>
            <a:off x="4507920" y="3182040"/>
            <a:ext cx="3287520" cy="27388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81" name="Rounded Rectangle 110"/>
          <p:cNvSpPr/>
          <p:nvPr/>
        </p:nvSpPr>
        <p:spPr>
          <a:xfrm>
            <a:off x="4343400" y="3108960"/>
            <a:ext cx="3378960" cy="32886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double (9.78)</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(casting)</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Int (9)</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float (123456.789)</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Int (123456)</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1" lang="en-US" sz="1800" spc="-1" strike="noStrike">
                <a:solidFill>
                  <a:schemeClr val="lt1"/>
                </a:solidFill>
                <a:latin typeface="Calibri"/>
                <a:ea typeface="DejaVu Sans"/>
              </a:rPr>
              <a:t>Decimal part is completely removed</a:t>
            </a:r>
            <a:endParaRPr b="0" lang="en-US" sz="1800" spc="-1" strike="noStrike">
              <a:solidFill>
                <a:srgbClr val="ffffff"/>
              </a:solidFill>
              <a:latin typeface="Arial"/>
            </a:endParaRPr>
          </a:p>
          <a:p>
            <a:pPr>
              <a:lnSpc>
                <a:spcPct val="100000"/>
              </a:lnSpc>
            </a:pPr>
            <a:r>
              <a:rPr b="1" lang="en-US" sz="1800" spc="-1" strike="noStrike">
                <a:solidFill>
                  <a:schemeClr val="lt1"/>
                </a:solidFill>
                <a:latin typeface="Calibri"/>
                <a:ea typeface="DejaVu Sans"/>
              </a:rPr>
              <a:t>No rounding happens</a:t>
            </a:r>
            <a:endParaRPr b="0" lang="en-US" sz="1800" spc="-1" strike="noStrike">
              <a:solidFill>
                <a:srgbClr val="ffffff"/>
              </a:solidFill>
              <a:latin typeface="Arial"/>
            </a:endParaRPr>
          </a:p>
        </p:txBody>
      </p:sp>
      <p:sp>
        <p:nvSpPr>
          <p:cNvPr id="1082" name="Rounded Rectangle 111"/>
          <p:cNvSpPr/>
          <p:nvPr/>
        </p:nvSpPr>
        <p:spPr>
          <a:xfrm>
            <a:off x="8028360" y="3182040"/>
            <a:ext cx="3287520" cy="27388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83" name="Rounded Rectangle 112"/>
          <p:cNvSpPr/>
          <p:nvPr/>
        </p:nvSpPr>
        <p:spPr>
          <a:xfrm>
            <a:off x="7955280" y="2971800"/>
            <a:ext cx="3928680" cy="34257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200" spc="-1" strike="noStrike">
                <a:solidFill>
                  <a:srgbClr val="78ffc8"/>
                </a:solidFill>
                <a:latin typeface="Consolas"/>
                <a:ea typeface="DejaVu Sans"/>
              </a:rPr>
              <a:t>public class DataLossExample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public static void main(String[] args)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double value = 9.78;</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 Explicit casting</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result = (int) value;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System.out.println("Original: " + value);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System.out.println("After casting: " + result);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float bigValue = 123456.789f;</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converted = (int) bigValue;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System.out.println("Float: " + bigValue);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System.out.println("Int: " + converted);</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a:t>
            </a:r>
            <a:endParaRPr b="0" lang="en-US" sz="1200" spc="-1" strike="noStrike">
              <a:solidFill>
                <a:srgbClr val="ffffff"/>
              </a:solidFill>
              <a:latin typeface="Arial"/>
            </a:endParaRPr>
          </a:p>
        </p:txBody>
      </p:sp>
      <p:sp>
        <p:nvSpPr>
          <p:cNvPr id="1084" name="TextBox 48"/>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85" name="Rectangle 256"/>
          <p:cNvSpPr/>
          <p:nvPr/>
        </p:nvSpPr>
        <p:spPr>
          <a:xfrm>
            <a:off x="0" y="0"/>
            <a:ext cx="12185280" cy="685440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86" name="Rectangle 257"/>
          <p:cNvSpPr/>
          <p:nvPr/>
        </p:nvSpPr>
        <p:spPr>
          <a:xfrm>
            <a:off x="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87" name="Rectangle 258"/>
          <p:cNvSpPr/>
          <p:nvPr/>
        </p:nvSpPr>
        <p:spPr>
          <a:xfrm>
            <a:off x="9144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88" name="Rectangle 259"/>
          <p:cNvSpPr/>
          <p:nvPr/>
        </p:nvSpPr>
        <p:spPr>
          <a:xfrm>
            <a:off x="18288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89" name="Rectangle 260"/>
          <p:cNvSpPr/>
          <p:nvPr/>
        </p:nvSpPr>
        <p:spPr>
          <a:xfrm>
            <a:off x="27432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0" name="Rectangle 261"/>
          <p:cNvSpPr/>
          <p:nvPr/>
        </p:nvSpPr>
        <p:spPr>
          <a:xfrm>
            <a:off x="36576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1" name="Rectangle 262"/>
          <p:cNvSpPr/>
          <p:nvPr/>
        </p:nvSpPr>
        <p:spPr>
          <a:xfrm>
            <a:off x="45720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2" name="Rectangle 263"/>
          <p:cNvSpPr/>
          <p:nvPr/>
        </p:nvSpPr>
        <p:spPr>
          <a:xfrm>
            <a:off x="54864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3" name="Rectangle 264"/>
          <p:cNvSpPr/>
          <p:nvPr/>
        </p:nvSpPr>
        <p:spPr>
          <a:xfrm>
            <a:off x="64008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4" name="Rectangle 265"/>
          <p:cNvSpPr/>
          <p:nvPr/>
        </p:nvSpPr>
        <p:spPr>
          <a:xfrm>
            <a:off x="73152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5" name="Rectangle 266"/>
          <p:cNvSpPr/>
          <p:nvPr/>
        </p:nvSpPr>
        <p:spPr>
          <a:xfrm>
            <a:off x="82296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6" name="Rectangle 267"/>
          <p:cNvSpPr/>
          <p:nvPr/>
        </p:nvSpPr>
        <p:spPr>
          <a:xfrm>
            <a:off x="91440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7" name="Rectangle 268"/>
          <p:cNvSpPr/>
          <p:nvPr/>
        </p:nvSpPr>
        <p:spPr>
          <a:xfrm>
            <a:off x="100584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8" name="Rectangle 269"/>
          <p:cNvSpPr/>
          <p:nvPr/>
        </p:nvSpPr>
        <p:spPr>
          <a:xfrm>
            <a:off x="109728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9" name="Rectangle 270"/>
          <p:cNvSpPr/>
          <p:nvPr/>
        </p:nvSpPr>
        <p:spPr>
          <a:xfrm>
            <a:off x="118872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00" name="Rectangle 271"/>
          <p:cNvSpPr/>
          <p:nvPr/>
        </p:nvSpPr>
        <p:spPr>
          <a:xfrm>
            <a:off x="0" y="0"/>
            <a:ext cx="316440" cy="685440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01" name="Rounded Rectangle 113"/>
          <p:cNvSpPr/>
          <p:nvPr/>
        </p:nvSpPr>
        <p:spPr>
          <a:xfrm>
            <a:off x="9875520" y="365760"/>
            <a:ext cx="2008080" cy="49932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102" name="TextBox 49"/>
          <p:cNvSpPr/>
          <p:nvPr/>
        </p:nvSpPr>
        <p:spPr>
          <a:xfrm>
            <a:off x="1458000" y="1005840"/>
            <a:ext cx="805572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TYPE CASTING IN EXPRESSIONS</a:t>
            </a:r>
            <a:endParaRPr b="0" lang="en-US" sz="4800" spc="-1" strike="noStrike">
              <a:solidFill>
                <a:srgbClr val="000000"/>
              </a:solidFill>
              <a:latin typeface="Arial"/>
            </a:endParaRPr>
          </a:p>
        </p:txBody>
      </p:sp>
      <p:sp>
        <p:nvSpPr>
          <p:cNvPr id="1103" name="TextBox 50"/>
          <p:cNvSpPr/>
          <p:nvPr/>
        </p:nvSpPr>
        <p:spPr>
          <a:xfrm>
            <a:off x="2283480" y="2194560"/>
            <a:ext cx="6405120" cy="37908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Automatic type conversion during arithmetic operations in Java.</a:t>
            </a:r>
            <a:endParaRPr b="0" lang="en-US" sz="1900" spc="-1" strike="noStrike">
              <a:solidFill>
                <a:srgbClr val="000000"/>
              </a:solidFill>
              <a:latin typeface="Arial"/>
            </a:endParaRPr>
          </a:p>
        </p:txBody>
      </p:sp>
      <p:sp>
        <p:nvSpPr>
          <p:cNvPr id="1104" name="Rounded Rectangle 114"/>
          <p:cNvSpPr/>
          <p:nvPr/>
        </p:nvSpPr>
        <p:spPr>
          <a:xfrm>
            <a:off x="987480" y="3182040"/>
            <a:ext cx="3288240" cy="27396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05" name="Rounded Rectangle 115"/>
          <p:cNvSpPr/>
          <p:nvPr/>
        </p:nvSpPr>
        <p:spPr>
          <a:xfrm>
            <a:off x="914400" y="3108960"/>
            <a:ext cx="3288240" cy="27396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Java promotes smaller types in expressions</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Operations follow the largest data type</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No manual casting needed (in most cases)</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byte, short → converted to int automatically</a:t>
            </a:r>
            <a:endParaRPr b="0" lang="en-US" sz="1800" spc="-1" strike="noStrike">
              <a:solidFill>
                <a:srgbClr val="ffffff"/>
              </a:solidFill>
              <a:latin typeface="Arial"/>
            </a:endParaRPr>
          </a:p>
        </p:txBody>
      </p:sp>
      <p:sp>
        <p:nvSpPr>
          <p:cNvPr id="1106" name="Rounded Rectangle 116"/>
          <p:cNvSpPr/>
          <p:nvPr/>
        </p:nvSpPr>
        <p:spPr>
          <a:xfrm>
            <a:off x="4507920" y="3182040"/>
            <a:ext cx="3288240" cy="27396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07" name="Rounded Rectangle 117"/>
          <p:cNvSpPr/>
          <p:nvPr/>
        </p:nvSpPr>
        <p:spPr>
          <a:xfrm>
            <a:off x="4434840" y="3108960"/>
            <a:ext cx="3288240" cy="27396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byte → short → int → long → float → double</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int + double → double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float + long → float</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short + short → int</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1" lang="en-US" sz="1800" spc="-1" strike="noStrike">
                <a:solidFill>
                  <a:schemeClr val="lt1"/>
                </a:solidFill>
                <a:latin typeface="Calibri"/>
                <a:ea typeface="DejaVu Sans"/>
              </a:rPr>
              <a:t>Result = largest type</a:t>
            </a:r>
            <a:endParaRPr b="0" lang="en-US" sz="1800" spc="-1" strike="noStrike">
              <a:solidFill>
                <a:srgbClr val="ffffff"/>
              </a:solidFill>
              <a:latin typeface="Arial"/>
            </a:endParaRPr>
          </a:p>
        </p:txBody>
      </p:sp>
      <p:sp>
        <p:nvSpPr>
          <p:cNvPr id="1108" name="Rounded Rectangle 118"/>
          <p:cNvSpPr/>
          <p:nvPr/>
        </p:nvSpPr>
        <p:spPr>
          <a:xfrm>
            <a:off x="8028360" y="3182040"/>
            <a:ext cx="3288240" cy="27396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09" name="Rounded Rectangle 119"/>
          <p:cNvSpPr/>
          <p:nvPr/>
        </p:nvSpPr>
        <p:spPr>
          <a:xfrm>
            <a:off x="7955280" y="2971800"/>
            <a:ext cx="3700800" cy="28767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400" spc="-1" strike="noStrike">
                <a:solidFill>
                  <a:srgbClr val="78ffc8"/>
                </a:solidFill>
                <a:latin typeface="Consolas"/>
                <a:ea typeface="DejaVu Sans"/>
              </a:rPr>
              <a:t>int a = 10;</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double b = 5.5;</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double result = a + b; // int → double</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System.out.println(result);</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byte x = 5;</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byte y = 10;</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int sum = x + y; // byte → int</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System.out.println(sum);</a:t>
            </a:r>
            <a:endParaRPr b="0" lang="en-US" sz="1400" spc="-1" strike="noStrike">
              <a:solidFill>
                <a:srgbClr val="ffffff"/>
              </a:solidFill>
              <a:latin typeface="Arial"/>
            </a:endParaRPr>
          </a:p>
        </p:txBody>
      </p:sp>
      <p:sp>
        <p:nvSpPr>
          <p:cNvPr id="1110" name="TextBox 51"/>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11" name="Rectangle 272"/>
          <p:cNvSpPr/>
          <p:nvPr/>
        </p:nvSpPr>
        <p:spPr>
          <a:xfrm>
            <a:off x="0" y="0"/>
            <a:ext cx="12186000" cy="685512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2" name="Rectangle 273"/>
          <p:cNvSpPr/>
          <p:nvPr/>
        </p:nvSpPr>
        <p:spPr>
          <a:xfrm>
            <a:off x="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3" name="Rectangle 274"/>
          <p:cNvSpPr/>
          <p:nvPr/>
        </p:nvSpPr>
        <p:spPr>
          <a:xfrm>
            <a:off x="9144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4" name="Rectangle 275"/>
          <p:cNvSpPr/>
          <p:nvPr/>
        </p:nvSpPr>
        <p:spPr>
          <a:xfrm>
            <a:off x="18288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5" name="Rectangle 276"/>
          <p:cNvSpPr/>
          <p:nvPr/>
        </p:nvSpPr>
        <p:spPr>
          <a:xfrm>
            <a:off x="27432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6" name="Rectangle 277"/>
          <p:cNvSpPr/>
          <p:nvPr/>
        </p:nvSpPr>
        <p:spPr>
          <a:xfrm>
            <a:off x="36576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7" name="Rectangle 278"/>
          <p:cNvSpPr/>
          <p:nvPr/>
        </p:nvSpPr>
        <p:spPr>
          <a:xfrm>
            <a:off x="45720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8" name="Rectangle 279"/>
          <p:cNvSpPr/>
          <p:nvPr/>
        </p:nvSpPr>
        <p:spPr>
          <a:xfrm>
            <a:off x="54864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9" name="Rectangle 280"/>
          <p:cNvSpPr/>
          <p:nvPr/>
        </p:nvSpPr>
        <p:spPr>
          <a:xfrm>
            <a:off x="64008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0" name="Rectangle 281"/>
          <p:cNvSpPr/>
          <p:nvPr/>
        </p:nvSpPr>
        <p:spPr>
          <a:xfrm>
            <a:off x="73152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1" name="Rectangle 282"/>
          <p:cNvSpPr/>
          <p:nvPr/>
        </p:nvSpPr>
        <p:spPr>
          <a:xfrm>
            <a:off x="82296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2" name="Rectangle 283"/>
          <p:cNvSpPr/>
          <p:nvPr/>
        </p:nvSpPr>
        <p:spPr>
          <a:xfrm>
            <a:off x="91440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3" name="Rectangle 284"/>
          <p:cNvSpPr/>
          <p:nvPr/>
        </p:nvSpPr>
        <p:spPr>
          <a:xfrm>
            <a:off x="100584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4" name="Rectangle 285"/>
          <p:cNvSpPr/>
          <p:nvPr/>
        </p:nvSpPr>
        <p:spPr>
          <a:xfrm>
            <a:off x="109728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5" name="Rectangle 286"/>
          <p:cNvSpPr/>
          <p:nvPr/>
        </p:nvSpPr>
        <p:spPr>
          <a:xfrm>
            <a:off x="11887200" y="0"/>
            <a:ext cx="15480" cy="68551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6" name="Rectangle 287"/>
          <p:cNvSpPr/>
          <p:nvPr/>
        </p:nvSpPr>
        <p:spPr>
          <a:xfrm>
            <a:off x="0" y="0"/>
            <a:ext cx="317160" cy="685512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7" name="Rounded Rectangle 120"/>
          <p:cNvSpPr/>
          <p:nvPr/>
        </p:nvSpPr>
        <p:spPr>
          <a:xfrm>
            <a:off x="9875520" y="365760"/>
            <a:ext cx="2008800" cy="50004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128" name="TextBox 52"/>
          <p:cNvSpPr/>
          <p:nvPr/>
        </p:nvSpPr>
        <p:spPr>
          <a:xfrm>
            <a:off x="1514160" y="1005840"/>
            <a:ext cx="794304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Unicode System – Introduction</a:t>
            </a:r>
            <a:endParaRPr b="0" lang="en-US" sz="4800" spc="-1" strike="noStrike">
              <a:solidFill>
                <a:srgbClr val="000000"/>
              </a:solidFill>
              <a:latin typeface="Arial"/>
            </a:endParaRPr>
          </a:p>
        </p:txBody>
      </p:sp>
      <p:sp>
        <p:nvSpPr>
          <p:cNvPr id="1129" name="TextBox 53"/>
          <p:cNvSpPr/>
          <p:nvPr/>
        </p:nvSpPr>
        <p:spPr>
          <a:xfrm>
            <a:off x="1787760" y="2074680"/>
            <a:ext cx="758340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Unicode is a universal character encoding standard that allows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Java to represent text from multiple languages consistently across platforms</a:t>
            </a:r>
            <a:endParaRPr b="0" lang="en-US" sz="1900" spc="-1" strike="noStrike">
              <a:solidFill>
                <a:srgbClr val="000000"/>
              </a:solidFill>
              <a:latin typeface="Arial"/>
            </a:endParaRPr>
          </a:p>
        </p:txBody>
      </p:sp>
      <p:sp>
        <p:nvSpPr>
          <p:cNvPr id="1130" name="Rounded Rectangle 121"/>
          <p:cNvSpPr/>
          <p:nvPr/>
        </p:nvSpPr>
        <p:spPr>
          <a:xfrm>
            <a:off x="987480" y="3182040"/>
            <a:ext cx="3288960" cy="27403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31" name="Rounded Rectangle 122"/>
          <p:cNvSpPr/>
          <p:nvPr/>
        </p:nvSpPr>
        <p:spPr>
          <a:xfrm>
            <a:off x="914400" y="3108960"/>
            <a:ext cx="3288960" cy="30614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Unicode is a global character set</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Each character has a unique code point (e.g., \u0041)</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Replaced older encodings like ASCII and ISO</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Supports almost all world languages</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Java uses Unicode internally (UTF-16)</a:t>
            </a:r>
            <a:endParaRPr b="0" lang="en-US" sz="1800" spc="-1" strike="noStrike">
              <a:solidFill>
                <a:srgbClr val="ffffff"/>
              </a:solidFill>
              <a:latin typeface="Arial"/>
            </a:endParaRPr>
          </a:p>
        </p:txBody>
      </p:sp>
      <p:sp>
        <p:nvSpPr>
          <p:cNvPr id="1132" name="Rounded Rectangle 123"/>
          <p:cNvSpPr/>
          <p:nvPr/>
        </p:nvSpPr>
        <p:spPr>
          <a:xfrm>
            <a:off x="4507920" y="3182040"/>
            <a:ext cx="3288960" cy="27403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33" name="Rounded Rectangle 124"/>
          <p:cNvSpPr/>
          <p:nvPr/>
        </p:nvSpPr>
        <p:spPr>
          <a:xfrm>
            <a:off x="4434840" y="3108960"/>
            <a:ext cx="3288960" cy="27403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Character → Unicode Code Point → Encoding (UTF-16) → Stored in Java → Displayed</a:t>
            </a:r>
            <a:endParaRPr b="0" lang="en-US" sz="1800" spc="-1" strike="noStrike">
              <a:solidFill>
                <a:srgbClr val="ffffff"/>
              </a:solidFill>
              <a:latin typeface="Arial"/>
            </a:endParaRPr>
          </a:p>
        </p:txBody>
      </p:sp>
      <p:sp>
        <p:nvSpPr>
          <p:cNvPr id="1134" name="Rounded Rectangle 125"/>
          <p:cNvSpPr/>
          <p:nvPr/>
        </p:nvSpPr>
        <p:spPr>
          <a:xfrm>
            <a:off x="8028360" y="3182040"/>
            <a:ext cx="3288960" cy="27403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35" name="Rounded Rectangle 126"/>
          <p:cNvSpPr/>
          <p:nvPr/>
        </p:nvSpPr>
        <p:spPr>
          <a:xfrm>
            <a:off x="7955280" y="3108960"/>
            <a:ext cx="3701520" cy="32900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500" spc="-1" strike="noStrike">
                <a:solidFill>
                  <a:srgbClr val="78ffc8"/>
                </a:solidFill>
                <a:latin typeface="Consolas"/>
                <a:ea typeface="DejaVu Sans"/>
              </a:rPr>
              <a:t>public class UnicodeExample {</a:t>
            </a:r>
            <a:endParaRPr b="0" lang="en-US" sz="1500" spc="-1" strike="noStrike">
              <a:solidFill>
                <a:srgbClr val="ffffff"/>
              </a:solidFill>
              <a:latin typeface="Arial"/>
            </a:endParaRPr>
          </a:p>
          <a:p>
            <a:pPr algn="ctr">
              <a:lnSpc>
                <a:spcPct val="100000"/>
              </a:lnSpc>
            </a:pPr>
            <a:r>
              <a:rPr b="0" lang="en-US" sz="1500" spc="-1" strike="noStrike">
                <a:solidFill>
                  <a:srgbClr val="78ffc8"/>
                </a:solidFill>
                <a:latin typeface="Consolas"/>
                <a:ea typeface="DejaVu Sans"/>
              </a:rPr>
              <a:t>    </a:t>
            </a:r>
            <a:r>
              <a:rPr b="0" lang="en-US" sz="1500" spc="-1" strike="noStrike">
                <a:solidFill>
                  <a:srgbClr val="78ffc8"/>
                </a:solidFill>
                <a:latin typeface="Consolas"/>
                <a:ea typeface="DejaVu Sans"/>
              </a:rPr>
              <a:t>public static void main(String[] args) {</a:t>
            </a:r>
            <a:endParaRPr b="0" lang="en-US" sz="1500" spc="-1" strike="noStrike">
              <a:solidFill>
                <a:srgbClr val="ffffff"/>
              </a:solidFill>
              <a:latin typeface="Arial"/>
            </a:endParaRPr>
          </a:p>
          <a:p>
            <a:pPr algn="ctr">
              <a:lnSpc>
                <a:spcPct val="100000"/>
              </a:lnSpc>
            </a:pPr>
            <a:r>
              <a:rPr b="0" lang="en-US" sz="1500" spc="-1" strike="noStrike">
                <a:solidFill>
                  <a:srgbClr val="78ffc8"/>
                </a:solidFill>
                <a:latin typeface="Consolas"/>
                <a:ea typeface="DejaVu Sans"/>
              </a:rPr>
              <a:t>        </a:t>
            </a:r>
            <a:r>
              <a:rPr b="0" lang="en-US" sz="1500" spc="-1" strike="noStrike">
                <a:solidFill>
                  <a:srgbClr val="78ffc8"/>
                </a:solidFill>
                <a:latin typeface="Consolas"/>
                <a:ea typeface="DejaVu Sans"/>
              </a:rPr>
              <a:t>char ch = '\u0041'; // Unicode for 'A'</a:t>
            </a:r>
            <a:endParaRPr b="0" lang="en-US" sz="1500" spc="-1" strike="noStrike">
              <a:solidFill>
                <a:srgbClr val="ffffff"/>
              </a:solidFill>
              <a:latin typeface="Arial"/>
            </a:endParaRPr>
          </a:p>
          <a:p>
            <a:pPr algn="ctr">
              <a:lnSpc>
                <a:spcPct val="100000"/>
              </a:lnSpc>
            </a:pPr>
            <a:r>
              <a:rPr b="0" lang="en-US" sz="1500" spc="-1" strike="noStrike">
                <a:solidFill>
                  <a:srgbClr val="78ffc8"/>
                </a:solidFill>
                <a:latin typeface="Consolas"/>
                <a:ea typeface="DejaVu Sans"/>
              </a:rPr>
              <a:t>        </a:t>
            </a:r>
            <a:r>
              <a:rPr b="0" lang="en-US" sz="1500" spc="-1" strike="noStrike">
                <a:solidFill>
                  <a:srgbClr val="78ffc8"/>
                </a:solidFill>
                <a:latin typeface="Consolas"/>
                <a:ea typeface="DejaVu Sans"/>
              </a:rPr>
              <a:t>System.out.println(ch);</a:t>
            </a:r>
            <a:endParaRPr b="0" lang="en-US" sz="1500" spc="-1" strike="noStrike">
              <a:solidFill>
                <a:srgbClr val="ffffff"/>
              </a:solidFill>
              <a:latin typeface="Arial"/>
            </a:endParaRPr>
          </a:p>
          <a:p>
            <a:pPr algn="ctr">
              <a:lnSpc>
                <a:spcPct val="100000"/>
              </a:lnSpc>
            </a:pPr>
            <a:r>
              <a:rPr b="0" lang="en-US" sz="1500" spc="-1" strike="noStrike">
                <a:solidFill>
                  <a:srgbClr val="78ffc8"/>
                </a:solidFill>
                <a:latin typeface="Consolas"/>
                <a:ea typeface="DejaVu Sans"/>
              </a:rPr>
              <a:t>        </a:t>
            </a:r>
            <a:r>
              <a:rPr b="0" lang="en-US" sz="1500" spc="-1" strike="noStrike">
                <a:solidFill>
                  <a:srgbClr val="78ffc8"/>
                </a:solidFill>
                <a:latin typeface="Consolas"/>
                <a:ea typeface="DejaVu Sans"/>
              </a:rPr>
              <a:t>char symbol = '\u00AB'; // «</a:t>
            </a:r>
            <a:endParaRPr b="0" lang="en-US" sz="1500" spc="-1" strike="noStrike">
              <a:solidFill>
                <a:srgbClr val="ffffff"/>
              </a:solidFill>
              <a:latin typeface="Arial"/>
            </a:endParaRPr>
          </a:p>
          <a:p>
            <a:pPr algn="ctr">
              <a:lnSpc>
                <a:spcPct val="100000"/>
              </a:lnSpc>
            </a:pPr>
            <a:r>
              <a:rPr b="0" lang="en-US" sz="1500" spc="-1" strike="noStrike">
                <a:solidFill>
                  <a:srgbClr val="78ffc8"/>
                </a:solidFill>
                <a:latin typeface="Consolas"/>
                <a:ea typeface="DejaVu Sans"/>
              </a:rPr>
              <a:t>        </a:t>
            </a:r>
            <a:r>
              <a:rPr b="0" lang="en-US" sz="1500" spc="-1" strike="noStrike">
                <a:solidFill>
                  <a:srgbClr val="78ffc8"/>
                </a:solidFill>
                <a:latin typeface="Consolas"/>
                <a:ea typeface="DejaVu Sans"/>
              </a:rPr>
              <a:t>System.out.println(symbol);</a:t>
            </a:r>
            <a:endParaRPr b="0" lang="en-US" sz="1500" spc="-1" strike="noStrike">
              <a:solidFill>
                <a:srgbClr val="ffffff"/>
              </a:solidFill>
              <a:latin typeface="Arial"/>
            </a:endParaRPr>
          </a:p>
          <a:p>
            <a:pPr algn="ctr">
              <a:lnSpc>
                <a:spcPct val="100000"/>
              </a:lnSpc>
            </a:pPr>
            <a:r>
              <a:rPr b="0" lang="en-US" sz="1500" spc="-1" strike="noStrike">
                <a:solidFill>
                  <a:srgbClr val="78ffc8"/>
                </a:solidFill>
                <a:latin typeface="Consolas"/>
                <a:ea typeface="DejaVu Sans"/>
              </a:rPr>
              <a:t>    </a:t>
            </a:r>
            <a:r>
              <a:rPr b="0" lang="en-US" sz="1500" spc="-1" strike="noStrike">
                <a:solidFill>
                  <a:srgbClr val="78ffc8"/>
                </a:solidFill>
                <a:latin typeface="Consolas"/>
                <a:ea typeface="DejaVu Sans"/>
              </a:rPr>
              <a:t>}</a:t>
            </a:r>
            <a:endParaRPr b="0" lang="en-US" sz="1500" spc="-1" strike="noStrike">
              <a:solidFill>
                <a:srgbClr val="ffffff"/>
              </a:solidFill>
              <a:latin typeface="Arial"/>
            </a:endParaRPr>
          </a:p>
          <a:p>
            <a:pPr algn="ctr">
              <a:lnSpc>
                <a:spcPct val="100000"/>
              </a:lnSpc>
            </a:pPr>
            <a:r>
              <a:rPr b="0" lang="en-US" sz="1500" spc="-1" strike="noStrike">
                <a:solidFill>
                  <a:srgbClr val="78ffc8"/>
                </a:solidFill>
                <a:latin typeface="Consolas"/>
                <a:ea typeface="DejaVu Sans"/>
              </a:rPr>
              <a:t>}</a:t>
            </a:r>
            <a:endParaRPr b="0" lang="en-US" sz="1500" spc="-1" strike="noStrike">
              <a:solidFill>
                <a:srgbClr val="ffffff"/>
              </a:solidFill>
              <a:latin typeface="Arial"/>
            </a:endParaRPr>
          </a:p>
        </p:txBody>
      </p:sp>
      <p:sp>
        <p:nvSpPr>
          <p:cNvPr id="1136" name="TextBox 54"/>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pic>
        <p:nvPicPr>
          <p:cNvPr id="1137" name="" descr=""/>
          <p:cNvPicPr/>
          <p:nvPr/>
        </p:nvPicPr>
        <p:blipFill>
          <a:blip r:embed="rId1"/>
          <a:stretch/>
        </p:blipFill>
        <p:spPr>
          <a:xfrm>
            <a:off x="4589280" y="5029200"/>
            <a:ext cx="2649960" cy="505440"/>
          </a:xfrm>
          <a:prstGeom prst="rect">
            <a:avLst/>
          </a:prstGeom>
          <a:ln w="0">
            <a:noFill/>
          </a:ln>
        </p:spPr>
      </p:pic>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38" name="Rectangle 288"/>
          <p:cNvSpPr/>
          <p:nvPr/>
        </p:nvSpPr>
        <p:spPr>
          <a:xfrm>
            <a:off x="0" y="0"/>
            <a:ext cx="12186360" cy="685548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39" name="Rectangle 289"/>
          <p:cNvSpPr/>
          <p:nvPr/>
        </p:nvSpPr>
        <p:spPr>
          <a:xfrm>
            <a:off x="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0" name="Rectangle 290"/>
          <p:cNvSpPr/>
          <p:nvPr/>
        </p:nvSpPr>
        <p:spPr>
          <a:xfrm>
            <a:off x="9144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1" name="Rectangle 291"/>
          <p:cNvSpPr/>
          <p:nvPr/>
        </p:nvSpPr>
        <p:spPr>
          <a:xfrm>
            <a:off x="18288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2" name="Rectangle 292"/>
          <p:cNvSpPr/>
          <p:nvPr/>
        </p:nvSpPr>
        <p:spPr>
          <a:xfrm>
            <a:off x="27432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3" name="Rectangle 293"/>
          <p:cNvSpPr/>
          <p:nvPr/>
        </p:nvSpPr>
        <p:spPr>
          <a:xfrm>
            <a:off x="36576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4" name="Rectangle 294"/>
          <p:cNvSpPr/>
          <p:nvPr/>
        </p:nvSpPr>
        <p:spPr>
          <a:xfrm>
            <a:off x="45720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5" name="Rectangle 295"/>
          <p:cNvSpPr/>
          <p:nvPr/>
        </p:nvSpPr>
        <p:spPr>
          <a:xfrm>
            <a:off x="54864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6" name="Rectangle 296"/>
          <p:cNvSpPr/>
          <p:nvPr/>
        </p:nvSpPr>
        <p:spPr>
          <a:xfrm>
            <a:off x="64008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7" name="Rectangle 297"/>
          <p:cNvSpPr/>
          <p:nvPr/>
        </p:nvSpPr>
        <p:spPr>
          <a:xfrm>
            <a:off x="73152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8" name="Rectangle 298"/>
          <p:cNvSpPr/>
          <p:nvPr/>
        </p:nvSpPr>
        <p:spPr>
          <a:xfrm>
            <a:off x="82296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9" name="Rectangle 299"/>
          <p:cNvSpPr/>
          <p:nvPr/>
        </p:nvSpPr>
        <p:spPr>
          <a:xfrm>
            <a:off x="91440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50" name="Rectangle 300"/>
          <p:cNvSpPr/>
          <p:nvPr/>
        </p:nvSpPr>
        <p:spPr>
          <a:xfrm>
            <a:off x="100584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51" name="Rectangle 301"/>
          <p:cNvSpPr/>
          <p:nvPr/>
        </p:nvSpPr>
        <p:spPr>
          <a:xfrm>
            <a:off x="109728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52" name="Rectangle 302"/>
          <p:cNvSpPr/>
          <p:nvPr/>
        </p:nvSpPr>
        <p:spPr>
          <a:xfrm>
            <a:off x="118872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53" name="Rectangle 303"/>
          <p:cNvSpPr/>
          <p:nvPr/>
        </p:nvSpPr>
        <p:spPr>
          <a:xfrm>
            <a:off x="0" y="0"/>
            <a:ext cx="317520" cy="685548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54" name="Rounded Rectangle 127"/>
          <p:cNvSpPr/>
          <p:nvPr/>
        </p:nvSpPr>
        <p:spPr>
          <a:xfrm>
            <a:off x="9875520" y="365760"/>
            <a:ext cx="2009160" cy="50040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155" name="TextBox 55"/>
          <p:cNvSpPr/>
          <p:nvPr/>
        </p:nvSpPr>
        <p:spPr>
          <a:xfrm>
            <a:off x="2830320" y="1005840"/>
            <a:ext cx="531108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How Unicode Works</a:t>
            </a:r>
            <a:endParaRPr b="0" lang="en-US" sz="4800" spc="-1" strike="noStrike">
              <a:solidFill>
                <a:srgbClr val="000000"/>
              </a:solidFill>
              <a:latin typeface="Arial"/>
            </a:endParaRPr>
          </a:p>
        </p:txBody>
      </p:sp>
      <p:sp>
        <p:nvSpPr>
          <p:cNvPr id="1156" name="TextBox 56"/>
          <p:cNvSpPr/>
          <p:nvPr/>
        </p:nvSpPr>
        <p:spPr>
          <a:xfrm>
            <a:off x="2163600" y="1846080"/>
            <a:ext cx="664308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Unicode assigns a unique number (code point) to every character,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regardless of platform, language, or program.</a:t>
            </a:r>
            <a:endParaRPr b="0" lang="en-US" sz="1900" spc="-1" strike="noStrike">
              <a:solidFill>
                <a:srgbClr val="000000"/>
              </a:solidFill>
              <a:latin typeface="Arial"/>
            </a:endParaRPr>
          </a:p>
        </p:txBody>
      </p:sp>
      <p:sp>
        <p:nvSpPr>
          <p:cNvPr id="1157" name="Rounded Rectangle 128"/>
          <p:cNvSpPr/>
          <p:nvPr/>
        </p:nvSpPr>
        <p:spPr>
          <a:xfrm>
            <a:off x="987480" y="3182040"/>
            <a:ext cx="3289320" cy="27406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58" name="Rounded Rectangle 129"/>
          <p:cNvSpPr/>
          <p:nvPr/>
        </p:nvSpPr>
        <p:spPr>
          <a:xfrm>
            <a:off x="685800" y="3108960"/>
            <a:ext cx="3517920" cy="30618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Each character → Code Point (U+XXXX format)</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Example:</a:t>
            </a: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A → U+0041</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ç → U+00E7</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U+1F600</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Unicode is universal → same meaning everywhere</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Encoding systems (UTF-8, UTF-16, UTF-32) define how these are stored</a:t>
            </a:r>
            <a:endParaRPr b="0" lang="en-US" sz="1800" spc="-1" strike="noStrike">
              <a:solidFill>
                <a:srgbClr val="ffffff"/>
              </a:solidFill>
              <a:latin typeface="Arial"/>
            </a:endParaRPr>
          </a:p>
        </p:txBody>
      </p:sp>
      <p:sp>
        <p:nvSpPr>
          <p:cNvPr id="1159" name="Rounded Rectangle 130"/>
          <p:cNvSpPr/>
          <p:nvPr/>
        </p:nvSpPr>
        <p:spPr>
          <a:xfrm>
            <a:off x="4507920" y="3182040"/>
            <a:ext cx="3289320" cy="27406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0" name="Rounded Rectangle 131"/>
          <p:cNvSpPr/>
          <p:nvPr/>
        </p:nvSpPr>
        <p:spPr>
          <a:xfrm>
            <a:off x="4434840" y="3108960"/>
            <a:ext cx="3289320" cy="27406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Character → Unicode Code Point → Encoding → Binary → Display</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'A' → U+0041 → UTF-8 → 01000001 → Screen</a:t>
            </a:r>
            <a:endParaRPr b="0" lang="en-US" sz="1800" spc="-1" strike="noStrike">
              <a:solidFill>
                <a:srgbClr val="ffffff"/>
              </a:solidFill>
              <a:latin typeface="Arial"/>
            </a:endParaRPr>
          </a:p>
        </p:txBody>
      </p:sp>
      <p:sp>
        <p:nvSpPr>
          <p:cNvPr id="1161" name="Rounded Rectangle 132"/>
          <p:cNvSpPr/>
          <p:nvPr/>
        </p:nvSpPr>
        <p:spPr>
          <a:xfrm>
            <a:off x="8028360" y="3182040"/>
            <a:ext cx="3289320" cy="27406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2" name="Rounded Rectangle 133"/>
          <p:cNvSpPr/>
          <p:nvPr/>
        </p:nvSpPr>
        <p:spPr>
          <a:xfrm>
            <a:off x="7955280" y="2514600"/>
            <a:ext cx="3930480" cy="36561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UnicodeExample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char letter = 'A';</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codePoint = letter;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System.out.println("Character: " + letter);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System.out.println("Unicode Code Point: U+" + Integer.toHexString(codePoint).toUpperCase());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 Unicode escape usage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char unicodeChar = '\u0041';</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System.out.println("Unicode Escape: " + unicodeChar);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1163" name="TextBox 57"/>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64" name="Rectangle 17"/>
          <p:cNvSpPr/>
          <p:nvPr/>
        </p:nvSpPr>
        <p:spPr>
          <a:xfrm>
            <a:off x="0" y="0"/>
            <a:ext cx="12186360" cy="685548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5" name="Rectangle 18"/>
          <p:cNvSpPr/>
          <p:nvPr/>
        </p:nvSpPr>
        <p:spPr>
          <a:xfrm>
            <a:off x="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6" name="Rectangle 19"/>
          <p:cNvSpPr/>
          <p:nvPr/>
        </p:nvSpPr>
        <p:spPr>
          <a:xfrm>
            <a:off x="9144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7" name="Rectangle 20"/>
          <p:cNvSpPr/>
          <p:nvPr/>
        </p:nvSpPr>
        <p:spPr>
          <a:xfrm>
            <a:off x="18288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8" name="Rectangle 21"/>
          <p:cNvSpPr/>
          <p:nvPr/>
        </p:nvSpPr>
        <p:spPr>
          <a:xfrm>
            <a:off x="27432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9" name="Rectangle 22"/>
          <p:cNvSpPr/>
          <p:nvPr/>
        </p:nvSpPr>
        <p:spPr>
          <a:xfrm>
            <a:off x="36576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0" name="Rectangle 23"/>
          <p:cNvSpPr/>
          <p:nvPr/>
        </p:nvSpPr>
        <p:spPr>
          <a:xfrm>
            <a:off x="45720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1" name="Rectangle 24"/>
          <p:cNvSpPr/>
          <p:nvPr/>
        </p:nvSpPr>
        <p:spPr>
          <a:xfrm>
            <a:off x="54864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2" name="Rectangle 25"/>
          <p:cNvSpPr/>
          <p:nvPr/>
        </p:nvSpPr>
        <p:spPr>
          <a:xfrm>
            <a:off x="64008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3" name="Rectangle 26"/>
          <p:cNvSpPr/>
          <p:nvPr/>
        </p:nvSpPr>
        <p:spPr>
          <a:xfrm>
            <a:off x="73152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4" name="Rectangle 27"/>
          <p:cNvSpPr/>
          <p:nvPr/>
        </p:nvSpPr>
        <p:spPr>
          <a:xfrm>
            <a:off x="82296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5" name="Rectangle 28"/>
          <p:cNvSpPr/>
          <p:nvPr/>
        </p:nvSpPr>
        <p:spPr>
          <a:xfrm>
            <a:off x="91440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6" name="Rectangle 29"/>
          <p:cNvSpPr/>
          <p:nvPr/>
        </p:nvSpPr>
        <p:spPr>
          <a:xfrm>
            <a:off x="100584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7" name="Rectangle 30"/>
          <p:cNvSpPr/>
          <p:nvPr/>
        </p:nvSpPr>
        <p:spPr>
          <a:xfrm>
            <a:off x="109728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8" name="Rectangle 31"/>
          <p:cNvSpPr/>
          <p:nvPr/>
        </p:nvSpPr>
        <p:spPr>
          <a:xfrm>
            <a:off x="118872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9" name="Rectangle 304"/>
          <p:cNvSpPr/>
          <p:nvPr/>
        </p:nvSpPr>
        <p:spPr>
          <a:xfrm>
            <a:off x="0" y="0"/>
            <a:ext cx="317520" cy="685548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80" name="Rounded Rectangle 134"/>
          <p:cNvSpPr/>
          <p:nvPr/>
        </p:nvSpPr>
        <p:spPr>
          <a:xfrm>
            <a:off x="9875520" y="365760"/>
            <a:ext cx="2009160" cy="50040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181" name="TextBox 58"/>
          <p:cNvSpPr/>
          <p:nvPr/>
        </p:nvSpPr>
        <p:spPr>
          <a:xfrm>
            <a:off x="2830320" y="1005840"/>
            <a:ext cx="531108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How Unicode Works</a:t>
            </a:r>
            <a:endParaRPr b="0" lang="en-US" sz="4800" spc="-1" strike="noStrike">
              <a:solidFill>
                <a:srgbClr val="000000"/>
              </a:solidFill>
              <a:latin typeface="Arial"/>
            </a:endParaRPr>
          </a:p>
        </p:txBody>
      </p:sp>
      <p:sp>
        <p:nvSpPr>
          <p:cNvPr id="1182" name="TextBox 59"/>
          <p:cNvSpPr/>
          <p:nvPr/>
        </p:nvSpPr>
        <p:spPr>
          <a:xfrm>
            <a:off x="2163600" y="1846080"/>
            <a:ext cx="664308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Unicode assigns a unique number (code point) to every character,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regardless of platform, language, or program.</a:t>
            </a:r>
            <a:endParaRPr b="0" lang="en-US" sz="1900" spc="-1" strike="noStrike">
              <a:solidFill>
                <a:srgbClr val="000000"/>
              </a:solidFill>
              <a:latin typeface="Arial"/>
            </a:endParaRPr>
          </a:p>
        </p:txBody>
      </p:sp>
      <p:sp>
        <p:nvSpPr>
          <p:cNvPr id="1183" name="Rounded Rectangle 135"/>
          <p:cNvSpPr/>
          <p:nvPr/>
        </p:nvSpPr>
        <p:spPr>
          <a:xfrm>
            <a:off x="987480" y="3182040"/>
            <a:ext cx="3289320" cy="27406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84" name="Rounded Rectangle 136"/>
          <p:cNvSpPr/>
          <p:nvPr/>
        </p:nvSpPr>
        <p:spPr>
          <a:xfrm>
            <a:off x="528480" y="2851200"/>
            <a:ext cx="3813840" cy="33195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rgbClr val="ffffff"/>
              </a:solidFill>
              <a:latin typeface="Arial"/>
              <a:ea typeface="DejaVu Sans"/>
            </a:endParaRPr>
          </a:p>
        </p:txBody>
      </p:sp>
      <p:sp>
        <p:nvSpPr>
          <p:cNvPr id="1185" name="Rounded Rectangle 137"/>
          <p:cNvSpPr/>
          <p:nvPr/>
        </p:nvSpPr>
        <p:spPr>
          <a:xfrm>
            <a:off x="4507920" y="3182040"/>
            <a:ext cx="3289320" cy="27406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86" name="Rounded Rectangle 138"/>
          <p:cNvSpPr/>
          <p:nvPr/>
        </p:nvSpPr>
        <p:spPr>
          <a:xfrm>
            <a:off x="4482000" y="3099600"/>
            <a:ext cx="3289320" cy="27406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500" spc="-1" strike="noStrike">
                <a:solidFill>
                  <a:schemeClr val="lt1"/>
                </a:solidFill>
                <a:latin typeface="Calibri"/>
                <a:ea typeface="DejaVu Sans"/>
              </a:rPr>
              <a:t>Character</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r>
              <a:rPr b="0" lang="en-US" sz="1500" spc="-1" strike="noStrike">
                <a:solidFill>
                  <a:schemeClr val="lt1"/>
                </a:solidFill>
                <a:latin typeface="Calibri"/>
                <a:ea typeface="DejaVu Sans"/>
              </a:rPr>
              <a:t>Unicode Code Point (U+XXXX)</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r>
              <a:rPr b="0" lang="en-US" sz="1500" spc="-1" strike="noStrike">
                <a:solidFill>
                  <a:schemeClr val="lt1"/>
                </a:solidFill>
                <a:latin typeface="Calibri"/>
                <a:ea typeface="DejaVu Sans"/>
              </a:rPr>
              <a:t>Choose Encoding (UTF-8 / UTF-16)</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r>
              <a:rPr b="0" lang="en-US" sz="1500" spc="-1" strike="noStrike">
                <a:solidFill>
                  <a:schemeClr val="lt1"/>
                </a:solidFill>
                <a:latin typeface="Calibri"/>
                <a:ea typeface="DejaVu Sans"/>
              </a:rPr>
              <a:t>Convert to Binary</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r>
              <a:rPr b="0" lang="en-US" sz="1500" spc="-1" strike="noStrike">
                <a:solidFill>
                  <a:schemeClr val="lt1"/>
                </a:solidFill>
                <a:latin typeface="Calibri"/>
                <a:ea typeface="DejaVu Sans"/>
              </a:rPr>
              <a:t>Store in Memory</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r>
              <a:rPr b="0" lang="en-US" sz="1500" spc="-1" strike="noStrike">
                <a:solidFill>
                  <a:schemeClr val="lt1"/>
                </a:solidFill>
                <a:latin typeface="Calibri"/>
                <a:ea typeface="DejaVu Sans"/>
              </a:rPr>
              <a:t>Display on Screen</a:t>
            </a:r>
            <a:endParaRPr b="0" lang="en-US" sz="1500" spc="-1" strike="noStrike">
              <a:solidFill>
                <a:srgbClr val="ffffff"/>
              </a:solidFill>
              <a:latin typeface="Arial"/>
            </a:endParaRPr>
          </a:p>
          <a:p>
            <a:pPr>
              <a:lnSpc>
                <a:spcPct val="100000"/>
              </a:lnSpc>
            </a:pP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Example:</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'A' → U+0041</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r>
              <a:rPr b="0" lang="en-US" sz="1500" spc="-1" strike="noStrike">
                <a:solidFill>
                  <a:schemeClr val="lt1"/>
                </a:solidFill>
                <a:latin typeface="Calibri"/>
                <a:ea typeface="DejaVu Sans"/>
              </a:rPr>
              <a:t>UTF-8 → 01000001</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r>
              <a:rPr b="0" lang="en-US" sz="1500" spc="-1" strike="noStrike">
                <a:solidFill>
                  <a:schemeClr val="lt1"/>
                </a:solidFill>
                <a:latin typeface="Calibri"/>
                <a:ea typeface="DejaVu Sans"/>
              </a:rPr>
              <a:t>UTF-16 → 00000000 01000001</a:t>
            </a:r>
            <a:endParaRPr b="0" lang="en-US" sz="1500" spc="-1" strike="noStrike">
              <a:solidFill>
                <a:srgbClr val="ffffff"/>
              </a:solidFill>
              <a:latin typeface="Arial"/>
            </a:endParaRPr>
          </a:p>
        </p:txBody>
      </p:sp>
      <p:sp>
        <p:nvSpPr>
          <p:cNvPr id="1187" name="Rounded Rectangle 139"/>
          <p:cNvSpPr/>
          <p:nvPr/>
        </p:nvSpPr>
        <p:spPr>
          <a:xfrm>
            <a:off x="8028360" y="3182040"/>
            <a:ext cx="3289320" cy="27406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88" name="Rounded Rectangle 140"/>
          <p:cNvSpPr/>
          <p:nvPr/>
        </p:nvSpPr>
        <p:spPr>
          <a:xfrm>
            <a:off x="7955280" y="2286000"/>
            <a:ext cx="3930480" cy="38847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000" spc="-1" strike="noStrike">
                <a:solidFill>
                  <a:srgbClr val="78ffc8"/>
                </a:solidFill>
                <a:latin typeface="Consolas"/>
                <a:ea typeface="DejaVu Sans"/>
              </a:rPr>
              <a:t>public class EncodingExample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public static void main(String[] args)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String text = "A";</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 UTF-8 byte array</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byte[] utf8Bytes = text.getBytes(java.nio.charset.StandardCharsets.UTF_8);</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 UTF-16 byte array</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byte[] utf16Bytes = text.getBytes(java.nio.charset.StandardCharsets.UTF_16);</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System.out.println("UTF-8:");</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for (byte b : utf8Bytes)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System.out.print(Integer.toBinaryString(b &amp; 0xFF) + "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System.out.println("\nUTF-16:");</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for (byte b : utf16Bytes)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System.out.print(Integer.toBinaryString(b &amp; 0xFF) + "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a:t>
            </a:r>
            <a:endParaRPr b="0" lang="en-US" sz="1000" spc="-1" strike="noStrike">
              <a:solidFill>
                <a:srgbClr val="ffffff"/>
              </a:solidFill>
              <a:latin typeface="Arial"/>
            </a:endParaRPr>
          </a:p>
        </p:txBody>
      </p:sp>
      <p:sp>
        <p:nvSpPr>
          <p:cNvPr id="1189" name="TextBox 60"/>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pic>
        <p:nvPicPr>
          <p:cNvPr id="1190" name="" descr=""/>
          <p:cNvPicPr/>
          <p:nvPr/>
        </p:nvPicPr>
        <p:blipFill>
          <a:blip r:embed="rId1"/>
          <a:stretch/>
        </p:blipFill>
        <p:spPr>
          <a:xfrm>
            <a:off x="585720" y="3429000"/>
            <a:ext cx="3729240" cy="2116800"/>
          </a:xfrm>
          <a:prstGeom prst="rect">
            <a:avLst/>
          </a:prstGeom>
          <a:ln w="0">
            <a:noFill/>
          </a:ln>
        </p:spPr>
      </p:pic>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91" name="Rectangle 305"/>
          <p:cNvSpPr/>
          <p:nvPr/>
        </p:nvSpPr>
        <p:spPr>
          <a:xfrm>
            <a:off x="0" y="0"/>
            <a:ext cx="12186720" cy="685584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2" name="Rectangle 306"/>
          <p:cNvSpPr/>
          <p:nvPr/>
        </p:nvSpPr>
        <p:spPr>
          <a:xfrm>
            <a:off x="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3" name="Rectangle 307"/>
          <p:cNvSpPr/>
          <p:nvPr/>
        </p:nvSpPr>
        <p:spPr>
          <a:xfrm>
            <a:off x="9144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4" name="Rectangle 308"/>
          <p:cNvSpPr/>
          <p:nvPr/>
        </p:nvSpPr>
        <p:spPr>
          <a:xfrm>
            <a:off x="18288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5" name="Rectangle 309"/>
          <p:cNvSpPr/>
          <p:nvPr/>
        </p:nvSpPr>
        <p:spPr>
          <a:xfrm>
            <a:off x="27432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6" name="Rectangle 310"/>
          <p:cNvSpPr/>
          <p:nvPr/>
        </p:nvSpPr>
        <p:spPr>
          <a:xfrm>
            <a:off x="36576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7" name="Rectangle 311"/>
          <p:cNvSpPr/>
          <p:nvPr/>
        </p:nvSpPr>
        <p:spPr>
          <a:xfrm>
            <a:off x="45720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8" name="Rectangle 312"/>
          <p:cNvSpPr/>
          <p:nvPr/>
        </p:nvSpPr>
        <p:spPr>
          <a:xfrm>
            <a:off x="54864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9" name="Rectangle 313"/>
          <p:cNvSpPr/>
          <p:nvPr/>
        </p:nvSpPr>
        <p:spPr>
          <a:xfrm>
            <a:off x="64008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00" name="Rectangle 314"/>
          <p:cNvSpPr/>
          <p:nvPr/>
        </p:nvSpPr>
        <p:spPr>
          <a:xfrm>
            <a:off x="73152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01" name="Rectangle 315"/>
          <p:cNvSpPr/>
          <p:nvPr/>
        </p:nvSpPr>
        <p:spPr>
          <a:xfrm>
            <a:off x="82296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02" name="Rectangle 316"/>
          <p:cNvSpPr/>
          <p:nvPr/>
        </p:nvSpPr>
        <p:spPr>
          <a:xfrm>
            <a:off x="91440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03" name="Rectangle 317"/>
          <p:cNvSpPr/>
          <p:nvPr/>
        </p:nvSpPr>
        <p:spPr>
          <a:xfrm>
            <a:off x="100584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04" name="Rectangle 318"/>
          <p:cNvSpPr/>
          <p:nvPr/>
        </p:nvSpPr>
        <p:spPr>
          <a:xfrm>
            <a:off x="109728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05" name="Rectangle 319"/>
          <p:cNvSpPr/>
          <p:nvPr/>
        </p:nvSpPr>
        <p:spPr>
          <a:xfrm>
            <a:off x="118872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06" name="Rectangle 320"/>
          <p:cNvSpPr/>
          <p:nvPr/>
        </p:nvSpPr>
        <p:spPr>
          <a:xfrm>
            <a:off x="0" y="0"/>
            <a:ext cx="317880" cy="685584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07" name="Rounded Rectangle 141"/>
          <p:cNvSpPr/>
          <p:nvPr/>
        </p:nvSpPr>
        <p:spPr>
          <a:xfrm>
            <a:off x="9875520" y="365760"/>
            <a:ext cx="2009520" cy="50076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208" name="TextBox 61"/>
          <p:cNvSpPr/>
          <p:nvPr/>
        </p:nvSpPr>
        <p:spPr>
          <a:xfrm>
            <a:off x="2571840" y="1005840"/>
            <a:ext cx="5826960" cy="6991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000" spc="-1" strike="noStrike">
                <a:solidFill>
                  <a:srgbClr val="f5f5f5"/>
                </a:solidFill>
                <a:latin typeface="Calibri"/>
                <a:ea typeface="DejaVu Sans"/>
              </a:rPr>
              <a:t>Unicode Escape Sequences</a:t>
            </a:r>
            <a:endParaRPr b="0" lang="en-US" sz="4000" spc="-1" strike="noStrike">
              <a:solidFill>
                <a:srgbClr val="000000"/>
              </a:solidFill>
              <a:latin typeface="Arial"/>
            </a:endParaRPr>
          </a:p>
        </p:txBody>
      </p:sp>
      <p:sp>
        <p:nvSpPr>
          <p:cNvPr id="1209" name="TextBox 62"/>
          <p:cNvSpPr/>
          <p:nvPr/>
        </p:nvSpPr>
        <p:spPr>
          <a:xfrm>
            <a:off x="2514600" y="1828800"/>
            <a:ext cx="6785280" cy="957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In Java, Unicode characters can be written using escape sequences,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even if they are not directly available on the keyboard.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This allows all characters to be safely represented within the code.</a:t>
            </a:r>
            <a:endParaRPr b="0" lang="en-US" sz="1900" spc="-1" strike="noStrike">
              <a:solidFill>
                <a:srgbClr val="000000"/>
              </a:solidFill>
              <a:latin typeface="Arial"/>
            </a:endParaRPr>
          </a:p>
        </p:txBody>
      </p:sp>
      <p:sp>
        <p:nvSpPr>
          <p:cNvPr id="1210" name="Rounded Rectangle 142"/>
          <p:cNvSpPr/>
          <p:nvPr/>
        </p:nvSpPr>
        <p:spPr>
          <a:xfrm>
            <a:off x="987480" y="3182040"/>
            <a:ext cx="3289680" cy="27410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11" name="Rounded Rectangle 143"/>
          <p:cNvSpPr/>
          <p:nvPr/>
        </p:nvSpPr>
        <p:spPr>
          <a:xfrm>
            <a:off x="685800" y="2971800"/>
            <a:ext cx="3518280" cy="34279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In Java, Unicode characters are written in the format \uXXXX</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XXXX → hexadecimal values (0–9, A–F)</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Every Unicode character has a unique code point</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Examples: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\u0041 → 'A'</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\u00E7 → 'ç'</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\u0131 → 'ı'</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\u2665 → ♥</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Java char type uses Unicode (UTF-16)</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This allows support for all world languages</a:t>
            </a:r>
            <a:endParaRPr b="0" lang="en-US" sz="1400" spc="-1" strike="noStrike">
              <a:solidFill>
                <a:srgbClr val="ffffff"/>
              </a:solidFill>
              <a:latin typeface="Arial"/>
            </a:endParaRPr>
          </a:p>
        </p:txBody>
      </p:sp>
      <p:sp>
        <p:nvSpPr>
          <p:cNvPr id="1212" name="Rounded Rectangle 144"/>
          <p:cNvSpPr/>
          <p:nvPr/>
        </p:nvSpPr>
        <p:spPr>
          <a:xfrm>
            <a:off x="4507920" y="3182040"/>
            <a:ext cx="3289680" cy="27410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13" name="Rounded Rectangle 145"/>
          <p:cNvSpPr/>
          <p:nvPr/>
        </p:nvSpPr>
        <p:spPr>
          <a:xfrm>
            <a:off x="4434840" y="3108960"/>
            <a:ext cx="3289680" cy="27410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Character → Unicode Code Point (U+XXXX)</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Escape Sequence (\uXXXX)</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Stored as char in Java</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Printed to screen</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1" lang="en-US" sz="1800" spc="-1" strike="noStrike">
                <a:solidFill>
                  <a:schemeClr val="lt1"/>
                </a:solidFill>
                <a:latin typeface="Calibri"/>
                <a:ea typeface="DejaVu Sans"/>
              </a:rPr>
              <a:t>Example flow:</a:t>
            </a:r>
            <a:endParaRPr b="0" lang="en-US" sz="1800" spc="-1" strike="noStrike">
              <a:solidFill>
                <a:srgbClr val="ffffff"/>
              </a:solidFill>
              <a:latin typeface="Arial"/>
            </a:endParaRPr>
          </a:p>
          <a:p>
            <a:pPr>
              <a:lnSpc>
                <a:spcPct val="100000"/>
              </a:lnSpc>
            </a:pPr>
            <a:r>
              <a:rPr b="1" lang="en-US" sz="1800" spc="-1" strike="noStrike">
                <a:solidFill>
                  <a:schemeClr val="lt1"/>
                </a:solidFill>
                <a:latin typeface="Calibri"/>
                <a:ea typeface="DejaVu Sans"/>
              </a:rPr>
              <a:t>'ç' → U+00E7 → \u00E7 → char → output</a:t>
            </a:r>
            <a:endParaRPr b="0" lang="en-US" sz="1800" spc="-1" strike="noStrike">
              <a:solidFill>
                <a:srgbClr val="ffffff"/>
              </a:solidFill>
              <a:latin typeface="Arial"/>
            </a:endParaRPr>
          </a:p>
        </p:txBody>
      </p:sp>
      <p:sp>
        <p:nvSpPr>
          <p:cNvPr id="1214" name="Rounded Rectangle 146"/>
          <p:cNvSpPr/>
          <p:nvPr/>
        </p:nvSpPr>
        <p:spPr>
          <a:xfrm>
            <a:off x="8028360" y="3182040"/>
            <a:ext cx="3289680" cy="27410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15" name="Rounded Rectangle 147"/>
          <p:cNvSpPr/>
          <p:nvPr/>
        </p:nvSpPr>
        <p:spPr>
          <a:xfrm>
            <a:off x="7955280" y="3108960"/>
            <a:ext cx="3473640" cy="28335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200" spc="-1" strike="noStrike">
                <a:solidFill>
                  <a:srgbClr val="78ffc8"/>
                </a:solidFill>
                <a:latin typeface="Consolas"/>
                <a:ea typeface="DejaVu Sans"/>
              </a:rPr>
              <a:t>public class UnicodeEscapeExample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public static void main(String[] args)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char a = '\u0041';   // A</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char c = '\u00E7';   // ç</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char dotlessI = '\u0131'; // ı</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char heart = '\u2665'; //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System.out.println(a);</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System.out.println(c);</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System.out.println(dotlessI);</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System.out.println(heart);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a:t>
            </a:r>
            <a:endParaRPr b="0" lang="en-US" sz="1200" spc="-1" strike="noStrike">
              <a:solidFill>
                <a:srgbClr val="ffffff"/>
              </a:solidFill>
              <a:latin typeface="Arial"/>
            </a:endParaRPr>
          </a:p>
        </p:txBody>
      </p:sp>
      <p:sp>
        <p:nvSpPr>
          <p:cNvPr id="1216" name="TextBox 63"/>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17" name="Rectangle 321"/>
          <p:cNvSpPr/>
          <p:nvPr/>
        </p:nvSpPr>
        <p:spPr>
          <a:xfrm>
            <a:off x="0" y="0"/>
            <a:ext cx="12187080" cy="685620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18" name="Rectangle 322"/>
          <p:cNvSpPr/>
          <p:nvPr/>
        </p:nvSpPr>
        <p:spPr>
          <a:xfrm>
            <a:off x="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19" name="Rectangle 323"/>
          <p:cNvSpPr/>
          <p:nvPr/>
        </p:nvSpPr>
        <p:spPr>
          <a:xfrm>
            <a:off x="9144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0" name="Rectangle 324"/>
          <p:cNvSpPr/>
          <p:nvPr/>
        </p:nvSpPr>
        <p:spPr>
          <a:xfrm>
            <a:off x="18288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1" name="Rectangle 325"/>
          <p:cNvSpPr/>
          <p:nvPr/>
        </p:nvSpPr>
        <p:spPr>
          <a:xfrm>
            <a:off x="27432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2" name="Rectangle 326"/>
          <p:cNvSpPr/>
          <p:nvPr/>
        </p:nvSpPr>
        <p:spPr>
          <a:xfrm>
            <a:off x="36576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3" name="Rectangle 327"/>
          <p:cNvSpPr/>
          <p:nvPr/>
        </p:nvSpPr>
        <p:spPr>
          <a:xfrm>
            <a:off x="45720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4" name="Rectangle 328"/>
          <p:cNvSpPr/>
          <p:nvPr/>
        </p:nvSpPr>
        <p:spPr>
          <a:xfrm>
            <a:off x="54864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5" name="Rectangle 329"/>
          <p:cNvSpPr/>
          <p:nvPr/>
        </p:nvSpPr>
        <p:spPr>
          <a:xfrm>
            <a:off x="64008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6" name="Rectangle 330"/>
          <p:cNvSpPr/>
          <p:nvPr/>
        </p:nvSpPr>
        <p:spPr>
          <a:xfrm>
            <a:off x="73152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7" name="Rectangle 331"/>
          <p:cNvSpPr/>
          <p:nvPr/>
        </p:nvSpPr>
        <p:spPr>
          <a:xfrm>
            <a:off x="82296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8" name="Rectangle 332"/>
          <p:cNvSpPr/>
          <p:nvPr/>
        </p:nvSpPr>
        <p:spPr>
          <a:xfrm>
            <a:off x="91440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9" name="Rectangle 333"/>
          <p:cNvSpPr/>
          <p:nvPr/>
        </p:nvSpPr>
        <p:spPr>
          <a:xfrm>
            <a:off x="100584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30" name="Rectangle 334"/>
          <p:cNvSpPr/>
          <p:nvPr/>
        </p:nvSpPr>
        <p:spPr>
          <a:xfrm>
            <a:off x="109728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31" name="Rectangle 335"/>
          <p:cNvSpPr/>
          <p:nvPr/>
        </p:nvSpPr>
        <p:spPr>
          <a:xfrm>
            <a:off x="118872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32" name="Rectangle 336"/>
          <p:cNvSpPr/>
          <p:nvPr/>
        </p:nvSpPr>
        <p:spPr>
          <a:xfrm>
            <a:off x="0" y="0"/>
            <a:ext cx="318240" cy="685620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33" name="Rounded Rectangle 148"/>
          <p:cNvSpPr/>
          <p:nvPr/>
        </p:nvSpPr>
        <p:spPr>
          <a:xfrm>
            <a:off x="9875520" y="365760"/>
            <a:ext cx="2009880" cy="50112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234" name="TextBox 64"/>
          <p:cNvSpPr/>
          <p:nvPr/>
        </p:nvSpPr>
        <p:spPr>
          <a:xfrm>
            <a:off x="954360" y="1005840"/>
            <a:ext cx="906300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Unicode and String Structure (Java)</a:t>
            </a:r>
            <a:endParaRPr b="0" lang="en-US" sz="4800" spc="-1" strike="noStrike">
              <a:solidFill>
                <a:srgbClr val="000000"/>
              </a:solidFill>
              <a:latin typeface="Arial"/>
            </a:endParaRPr>
          </a:p>
        </p:txBody>
      </p:sp>
      <p:sp>
        <p:nvSpPr>
          <p:cNvPr id="1235" name="TextBox 65"/>
          <p:cNvSpPr/>
          <p:nvPr/>
        </p:nvSpPr>
        <p:spPr>
          <a:xfrm>
            <a:off x="1874160" y="2194560"/>
            <a:ext cx="722304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In Java, texts (Strings) are actually sequences of Unicode characters and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each character is stored using UTF-16 encoding.</a:t>
            </a:r>
            <a:endParaRPr b="0" lang="en-US" sz="1900" spc="-1" strike="noStrike">
              <a:solidFill>
                <a:srgbClr val="000000"/>
              </a:solidFill>
              <a:latin typeface="Arial"/>
            </a:endParaRPr>
          </a:p>
        </p:txBody>
      </p:sp>
      <p:sp>
        <p:nvSpPr>
          <p:cNvPr id="1236" name="Rounded Rectangle 149"/>
          <p:cNvSpPr/>
          <p:nvPr/>
        </p:nvSpPr>
        <p:spPr>
          <a:xfrm>
            <a:off x="987480" y="3182040"/>
            <a:ext cx="3290040" cy="27414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37" name="Rounded Rectangle 150"/>
          <p:cNvSpPr/>
          <p:nvPr/>
        </p:nvSpPr>
        <p:spPr>
          <a:xfrm>
            <a:off x="685800" y="3108960"/>
            <a:ext cx="3518640" cy="28342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600" spc="-1" strike="noStrike">
                <a:solidFill>
                  <a:schemeClr val="lt1"/>
                </a:solidFill>
                <a:latin typeface="Calibri"/>
                <a:ea typeface="DejaVu Sans"/>
              </a:rPr>
              <a:t>Basic Information</a:t>
            </a:r>
            <a:endParaRPr b="0" lang="en-US" sz="1600" spc="-1" strike="noStrike">
              <a:solidFill>
                <a:srgbClr val="ffffff"/>
              </a:solidFill>
              <a:latin typeface="Arial"/>
            </a:endParaRPr>
          </a:p>
          <a:p>
            <a:pPr marL="216000" indent="-216000">
              <a:lnSpc>
                <a:spcPct val="100000"/>
              </a:lnSpc>
              <a:buClr>
                <a:srgbClr val="ffffff"/>
              </a:buClr>
              <a:buFont typeface="Wingdings" charset="2"/>
              <a:buChar char=""/>
            </a:pPr>
            <a:r>
              <a:rPr b="0" lang="en-US" sz="1600" spc="-1" strike="noStrike">
                <a:solidFill>
                  <a:schemeClr val="lt1"/>
                </a:solidFill>
                <a:latin typeface="Calibri"/>
                <a:ea typeface="DejaVu Sans"/>
              </a:rPr>
              <a:t>String → combination of multiple char values</a:t>
            </a:r>
            <a:endParaRPr b="0" lang="en-US" sz="1600" spc="-1" strike="noStrike">
              <a:solidFill>
                <a:srgbClr val="ffffff"/>
              </a:solidFill>
              <a:latin typeface="Arial"/>
            </a:endParaRPr>
          </a:p>
          <a:p>
            <a:pPr marL="216000" indent="-216000">
              <a:lnSpc>
                <a:spcPct val="100000"/>
              </a:lnSpc>
              <a:buClr>
                <a:srgbClr val="ffffff"/>
              </a:buClr>
              <a:buFont typeface="Wingdings" charset="2"/>
              <a:buChar char=""/>
            </a:pPr>
            <a:r>
              <a:rPr b="0" lang="en-US" sz="1600" spc="-1" strike="noStrike">
                <a:solidFill>
                  <a:schemeClr val="lt1"/>
                </a:solidFill>
                <a:latin typeface="Calibri"/>
                <a:ea typeface="DejaVu Sans"/>
              </a:rPr>
              <a:t>Java String internally uses Unicode (UTF-16)</a:t>
            </a:r>
            <a:endParaRPr b="0" lang="en-US" sz="1600" spc="-1" strike="noStrike">
              <a:solidFill>
                <a:srgbClr val="ffffff"/>
              </a:solidFill>
              <a:latin typeface="Arial"/>
            </a:endParaRPr>
          </a:p>
          <a:p>
            <a:pPr marL="216000" indent="-216000">
              <a:lnSpc>
                <a:spcPct val="100000"/>
              </a:lnSpc>
              <a:buClr>
                <a:srgbClr val="ffffff"/>
              </a:buClr>
              <a:buFont typeface="Wingdings" charset="2"/>
              <a:buChar char=""/>
            </a:pPr>
            <a:r>
              <a:rPr b="0" lang="en-US" sz="1600" spc="-1" strike="noStrike">
                <a:solidFill>
                  <a:schemeClr val="lt1"/>
                </a:solidFill>
                <a:latin typeface="Calibri"/>
                <a:ea typeface="DejaVu Sans"/>
              </a:rPr>
              <a:t>Each character = Unicode code point</a:t>
            </a:r>
            <a:endParaRPr b="0" lang="en-US" sz="1600" spc="-1" strike="noStrike">
              <a:solidFill>
                <a:srgbClr val="ffffff"/>
              </a:solidFill>
              <a:latin typeface="Arial"/>
            </a:endParaRPr>
          </a:p>
          <a:p>
            <a:pPr marL="216000" indent="-216000">
              <a:lnSpc>
                <a:spcPct val="100000"/>
              </a:lnSpc>
              <a:buClr>
                <a:srgbClr val="ffffff"/>
              </a:buClr>
              <a:buFont typeface="Wingdings" charset="2"/>
              <a:buChar char=""/>
            </a:pPr>
            <a:r>
              <a:rPr b="0" lang="en-US" sz="1600" spc="-1" strike="noStrike">
                <a:solidFill>
                  <a:schemeClr val="lt1"/>
                </a:solidFill>
                <a:latin typeface="Calibri"/>
                <a:ea typeface="DejaVu Sans"/>
              </a:rPr>
              <a:t>length() → returns number of char units, not actual characters</a:t>
            </a:r>
            <a:endParaRPr b="0" lang="en-US" sz="1600" spc="-1" strike="noStrike">
              <a:solidFill>
                <a:srgbClr val="ffffff"/>
              </a:solidFill>
              <a:latin typeface="Arial"/>
            </a:endParaRPr>
          </a:p>
          <a:p>
            <a:pPr marL="216000" indent="-216000">
              <a:lnSpc>
                <a:spcPct val="100000"/>
              </a:lnSpc>
              <a:buClr>
                <a:srgbClr val="ffffff"/>
              </a:buClr>
              <a:buFont typeface="Wingdings" charset="2"/>
              <a:buChar char=""/>
            </a:pPr>
            <a:r>
              <a:rPr b="0" lang="en-US" sz="1600" spc="-1" strike="noStrike">
                <a:solidFill>
                  <a:schemeClr val="lt1"/>
                </a:solidFill>
                <a:latin typeface="Calibri"/>
                <a:ea typeface="DejaVu Sans"/>
              </a:rPr>
              <a:t>Some characters (like emojis) may use 2 chars</a:t>
            </a:r>
            <a:endParaRPr b="0" lang="en-US" sz="1600" spc="-1" strike="noStrike">
              <a:solidFill>
                <a:srgbClr val="ffffff"/>
              </a:solidFill>
              <a:latin typeface="Arial"/>
            </a:endParaRPr>
          </a:p>
        </p:txBody>
      </p:sp>
      <p:sp>
        <p:nvSpPr>
          <p:cNvPr id="1238" name="Rounded Rectangle 151"/>
          <p:cNvSpPr/>
          <p:nvPr/>
        </p:nvSpPr>
        <p:spPr>
          <a:xfrm>
            <a:off x="4507920" y="3182040"/>
            <a:ext cx="3290040" cy="27414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39" name="Rounded Rectangle 152"/>
          <p:cNvSpPr/>
          <p:nvPr/>
        </p:nvSpPr>
        <p:spPr>
          <a:xfrm>
            <a:off x="4434840" y="2971800"/>
            <a:ext cx="3290040" cy="36568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800" spc="-1" strike="noStrike">
                <a:solidFill>
                  <a:schemeClr val="lt1"/>
                </a:solidFill>
                <a:latin typeface="Calibri"/>
                <a:ea typeface="DejaVu Sans"/>
              </a:rPr>
              <a:t>(Flow)</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Text (String)</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Unicode characters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UTF-16 encoding</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char array</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Stored in memory</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Printed to screen</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Example: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"Hi 😊" → H + i + (2-char emoji) → length = 4</a:t>
            </a:r>
            <a:endParaRPr b="0" lang="en-US" sz="1800" spc="-1" strike="noStrike">
              <a:solidFill>
                <a:srgbClr val="ffffff"/>
              </a:solidFill>
              <a:latin typeface="Arial"/>
            </a:endParaRPr>
          </a:p>
        </p:txBody>
      </p:sp>
      <p:sp>
        <p:nvSpPr>
          <p:cNvPr id="1240" name="Rounded Rectangle 153"/>
          <p:cNvSpPr/>
          <p:nvPr/>
        </p:nvSpPr>
        <p:spPr>
          <a:xfrm>
            <a:off x="8028360" y="3182040"/>
            <a:ext cx="3290040" cy="27414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41" name="Rounded Rectangle 154"/>
          <p:cNvSpPr/>
          <p:nvPr/>
        </p:nvSpPr>
        <p:spPr>
          <a:xfrm>
            <a:off x="7955280" y="2743200"/>
            <a:ext cx="3702600" cy="36568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StringUnicodeExample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String text = "Hi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System.out.println("Text: " + text);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System.out.println("Length: " + text.length());</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for (int i = 0; i &lt; text.length(); i++)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System.out.println(text.charAt(i));</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1242" name="TextBox 66"/>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43" name="Rectangle 337"/>
          <p:cNvSpPr/>
          <p:nvPr/>
        </p:nvSpPr>
        <p:spPr>
          <a:xfrm>
            <a:off x="0" y="0"/>
            <a:ext cx="12187800" cy="685692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244" name="Rectangle 338"/>
          <p:cNvSpPr/>
          <p:nvPr/>
        </p:nvSpPr>
        <p:spPr>
          <a:xfrm>
            <a:off x="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245" name="Rectangle 339"/>
          <p:cNvSpPr/>
          <p:nvPr/>
        </p:nvSpPr>
        <p:spPr>
          <a:xfrm>
            <a:off x="9144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246" name="Rectangle 340"/>
          <p:cNvSpPr/>
          <p:nvPr/>
        </p:nvSpPr>
        <p:spPr>
          <a:xfrm>
            <a:off x="18288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247" name="Rectangle 341"/>
          <p:cNvSpPr/>
          <p:nvPr/>
        </p:nvSpPr>
        <p:spPr>
          <a:xfrm>
            <a:off x="27432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248" name="Rectangle 342"/>
          <p:cNvSpPr/>
          <p:nvPr/>
        </p:nvSpPr>
        <p:spPr>
          <a:xfrm>
            <a:off x="36576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249" name="Rectangle 343"/>
          <p:cNvSpPr/>
          <p:nvPr/>
        </p:nvSpPr>
        <p:spPr>
          <a:xfrm>
            <a:off x="45720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250" name="Rectangle 344"/>
          <p:cNvSpPr/>
          <p:nvPr/>
        </p:nvSpPr>
        <p:spPr>
          <a:xfrm>
            <a:off x="54864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251" name="Rectangle 345"/>
          <p:cNvSpPr/>
          <p:nvPr/>
        </p:nvSpPr>
        <p:spPr>
          <a:xfrm>
            <a:off x="64008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252" name="Rectangle 346"/>
          <p:cNvSpPr/>
          <p:nvPr/>
        </p:nvSpPr>
        <p:spPr>
          <a:xfrm>
            <a:off x="73152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253" name="Rectangle 347"/>
          <p:cNvSpPr/>
          <p:nvPr/>
        </p:nvSpPr>
        <p:spPr>
          <a:xfrm>
            <a:off x="82296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254" name="Rectangle 348"/>
          <p:cNvSpPr/>
          <p:nvPr/>
        </p:nvSpPr>
        <p:spPr>
          <a:xfrm>
            <a:off x="91440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255" name="Rectangle 349"/>
          <p:cNvSpPr/>
          <p:nvPr/>
        </p:nvSpPr>
        <p:spPr>
          <a:xfrm>
            <a:off x="100584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256" name="Rectangle 350"/>
          <p:cNvSpPr/>
          <p:nvPr/>
        </p:nvSpPr>
        <p:spPr>
          <a:xfrm>
            <a:off x="109728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257" name="Rectangle 351"/>
          <p:cNvSpPr/>
          <p:nvPr/>
        </p:nvSpPr>
        <p:spPr>
          <a:xfrm>
            <a:off x="118872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258" name="Rectangle 352"/>
          <p:cNvSpPr/>
          <p:nvPr/>
        </p:nvSpPr>
        <p:spPr>
          <a:xfrm>
            <a:off x="0" y="0"/>
            <a:ext cx="318960" cy="685692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259" name="Rounded Rectangle 155"/>
          <p:cNvSpPr/>
          <p:nvPr/>
        </p:nvSpPr>
        <p:spPr>
          <a:xfrm>
            <a:off x="9875520" y="365760"/>
            <a:ext cx="2010600" cy="50184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260" name="TextBox 67"/>
          <p:cNvSpPr/>
          <p:nvPr/>
        </p:nvSpPr>
        <p:spPr>
          <a:xfrm>
            <a:off x="1267920" y="1005840"/>
            <a:ext cx="8435160" cy="1551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Unicode in Java – Final Overview</a:t>
            </a:r>
            <a:endParaRPr b="0" lang="en-US" sz="4800" spc="-1" strike="noStrike">
              <a:solidFill>
                <a:srgbClr val="000000"/>
              </a:solidFill>
              <a:latin typeface="Arial"/>
            </a:endParaRPr>
          </a:p>
          <a:p>
            <a:pPr>
              <a:lnSpc>
                <a:spcPct val="100000"/>
              </a:lnSpc>
            </a:pPr>
            <a:endParaRPr b="0" lang="en-US" sz="4800" spc="-1" strike="noStrike">
              <a:solidFill>
                <a:srgbClr val="000000"/>
              </a:solidFill>
              <a:latin typeface="Arial"/>
            </a:endParaRPr>
          </a:p>
        </p:txBody>
      </p:sp>
      <p:sp>
        <p:nvSpPr>
          <p:cNvPr id="1261" name="TextBox 68"/>
          <p:cNvSpPr/>
          <p:nvPr/>
        </p:nvSpPr>
        <p:spPr>
          <a:xfrm>
            <a:off x="737280" y="2057400"/>
            <a:ext cx="9497520" cy="66924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Unicode enables Java to represent text in a universal and standardized way.</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This allows characters from different languages ​​to be processed securely within a single system.</a:t>
            </a:r>
            <a:endParaRPr b="0" lang="en-US" sz="1900" spc="-1" strike="noStrike">
              <a:solidFill>
                <a:srgbClr val="000000"/>
              </a:solidFill>
              <a:latin typeface="Arial"/>
            </a:endParaRPr>
          </a:p>
        </p:txBody>
      </p:sp>
      <p:sp>
        <p:nvSpPr>
          <p:cNvPr id="1262" name="Rounded Rectangle 156"/>
          <p:cNvSpPr/>
          <p:nvPr/>
        </p:nvSpPr>
        <p:spPr>
          <a:xfrm>
            <a:off x="987480" y="3182040"/>
            <a:ext cx="3290760" cy="27421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263" name="Rounded Rectangle 157"/>
          <p:cNvSpPr/>
          <p:nvPr/>
        </p:nvSpPr>
        <p:spPr>
          <a:xfrm>
            <a:off x="914400" y="3108960"/>
            <a:ext cx="3290760" cy="27421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Java uses the Unicode standard when processing characters. The `char` data type operates on the UTF-16 principle with its 16-bit structure and directly represents many characters. Thanks to this structure, Java can work not only with English characters but also with symbols from Turkish, Arabic, Chinese, and many other languages. Unicode support is of great importance in multilingual software development.</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p:txBody>
      </p:sp>
      <p:sp>
        <p:nvSpPr>
          <p:cNvPr id="1264" name="Rounded Rectangle 158"/>
          <p:cNvSpPr/>
          <p:nvPr/>
        </p:nvSpPr>
        <p:spPr>
          <a:xfrm>
            <a:off x="4507920" y="3182040"/>
            <a:ext cx="3290760" cy="27421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265" name="Rounded Rectangle 159"/>
          <p:cNvSpPr/>
          <p:nvPr/>
        </p:nvSpPr>
        <p:spPr>
          <a:xfrm>
            <a:off x="4434840" y="3108960"/>
            <a:ext cx="3290760" cy="27421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Character</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Unicode Code Point</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UTF Encoding</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Stored and Processed in Java</a:t>
            </a:r>
            <a:endParaRPr b="0" lang="en-US" sz="1800" spc="-1" strike="noStrike">
              <a:solidFill>
                <a:srgbClr val="ffffff"/>
              </a:solidFill>
              <a:latin typeface="Arial"/>
            </a:endParaRPr>
          </a:p>
        </p:txBody>
      </p:sp>
      <p:sp>
        <p:nvSpPr>
          <p:cNvPr id="1266" name="Rounded Rectangle 160"/>
          <p:cNvSpPr/>
          <p:nvPr/>
        </p:nvSpPr>
        <p:spPr>
          <a:xfrm>
            <a:off x="8028360" y="3182040"/>
            <a:ext cx="3290760" cy="27421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267" name="Rounded Rectangle 161"/>
          <p:cNvSpPr/>
          <p:nvPr/>
        </p:nvSpPr>
        <p:spPr>
          <a:xfrm>
            <a:off x="7955280" y="3108960"/>
            <a:ext cx="3931920" cy="32918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600" spc="-1" strike="noStrike">
              <a:solidFill>
                <a:srgbClr val="ffffff"/>
              </a:solidFill>
              <a:latin typeface="Arial"/>
            </a:endParaRPr>
          </a:p>
          <a:p>
            <a:pPr algn="ctr">
              <a:lnSpc>
                <a:spcPct val="100000"/>
              </a:lnSpc>
            </a:pPr>
            <a:r>
              <a:rPr b="0" lang="en-US" sz="1600" spc="-1" strike="noStrike">
                <a:solidFill>
                  <a:srgbClr val="78ffc8"/>
                </a:solidFill>
                <a:latin typeface="Consolas"/>
                <a:ea typeface="DejaVu Sans"/>
              </a:rPr>
              <a:t>public class UnicodeSummary {</a:t>
            </a:r>
            <a:endParaRPr b="0" lang="en-US" sz="1600" spc="-1" strike="noStrike">
              <a:solidFill>
                <a:srgbClr val="ffffff"/>
              </a:solidFill>
              <a:latin typeface="Arial"/>
            </a:endParaRPr>
          </a:p>
          <a:p>
            <a:pPr algn="ctr">
              <a:lnSpc>
                <a:spcPct val="100000"/>
              </a:lnSpc>
            </a:pPr>
            <a:r>
              <a:rPr b="0" lang="en-US" sz="1600" spc="-1" strike="noStrike">
                <a:solidFill>
                  <a:srgbClr val="78ffc8"/>
                </a:solidFill>
                <a:latin typeface="Consolas"/>
                <a:ea typeface="DejaVu Sans"/>
              </a:rPr>
              <a:t>    </a:t>
            </a:r>
            <a:r>
              <a:rPr b="0" lang="en-US" sz="1600" spc="-1" strike="noStrike">
                <a:solidFill>
                  <a:srgbClr val="78ffc8"/>
                </a:solidFill>
                <a:latin typeface="Consolas"/>
                <a:ea typeface="DejaVu Sans"/>
              </a:rPr>
              <a:t>public static void main(String[] args) {</a:t>
            </a:r>
            <a:endParaRPr b="0" lang="en-US" sz="1600" spc="-1" strike="noStrike">
              <a:solidFill>
                <a:srgbClr val="ffffff"/>
              </a:solidFill>
              <a:latin typeface="Arial"/>
            </a:endParaRPr>
          </a:p>
          <a:p>
            <a:pPr algn="ctr">
              <a:lnSpc>
                <a:spcPct val="100000"/>
              </a:lnSpc>
            </a:pPr>
            <a:r>
              <a:rPr b="0" lang="en-US" sz="1600" spc="-1" strike="noStrike">
                <a:solidFill>
                  <a:srgbClr val="78ffc8"/>
                </a:solidFill>
                <a:latin typeface="Consolas"/>
                <a:ea typeface="DejaVu Sans"/>
              </a:rPr>
              <a:t>        </a:t>
            </a:r>
            <a:r>
              <a:rPr b="0" lang="en-US" sz="1600" spc="-1" strike="noStrike">
                <a:solidFill>
                  <a:srgbClr val="78ffc8"/>
                </a:solidFill>
                <a:latin typeface="Consolas"/>
                <a:ea typeface="DejaVu Sans"/>
              </a:rPr>
              <a:t>char letter = 'Ç';</a:t>
            </a:r>
            <a:endParaRPr b="0" lang="en-US" sz="1600" spc="-1" strike="noStrike">
              <a:solidFill>
                <a:srgbClr val="ffffff"/>
              </a:solidFill>
              <a:latin typeface="Arial"/>
            </a:endParaRPr>
          </a:p>
          <a:p>
            <a:pPr algn="ctr">
              <a:lnSpc>
                <a:spcPct val="100000"/>
              </a:lnSpc>
            </a:pPr>
            <a:r>
              <a:rPr b="0" lang="en-US" sz="1600" spc="-1" strike="noStrike">
                <a:solidFill>
                  <a:srgbClr val="78ffc8"/>
                </a:solidFill>
                <a:latin typeface="Consolas"/>
                <a:ea typeface="DejaVu Sans"/>
              </a:rPr>
              <a:t>        </a:t>
            </a:r>
            <a:r>
              <a:rPr b="0" lang="en-US" sz="1600" spc="-1" strike="noStrike">
                <a:solidFill>
                  <a:srgbClr val="78ffc8"/>
                </a:solidFill>
                <a:latin typeface="Consolas"/>
                <a:ea typeface="DejaVu Sans"/>
              </a:rPr>
              <a:t>System.out.println("Character: " + letter);</a:t>
            </a:r>
            <a:endParaRPr b="0" lang="en-US" sz="1600" spc="-1" strike="noStrike">
              <a:solidFill>
                <a:srgbClr val="ffffff"/>
              </a:solidFill>
              <a:latin typeface="Arial"/>
            </a:endParaRPr>
          </a:p>
          <a:p>
            <a:pPr algn="ctr">
              <a:lnSpc>
                <a:spcPct val="100000"/>
              </a:lnSpc>
            </a:pPr>
            <a:r>
              <a:rPr b="0" lang="en-US" sz="1600" spc="-1" strike="noStrike">
                <a:solidFill>
                  <a:srgbClr val="78ffc8"/>
                </a:solidFill>
                <a:latin typeface="Consolas"/>
                <a:ea typeface="DejaVu Sans"/>
              </a:rPr>
              <a:t>        </a:t>
            </a:r>
            <a:r>
              <a:rPr b="0" lang="en-US" sz="1600" spc="-1" strike="noStrike">
                <a:solidFill>
                  <a:srgbClr val="78ffc8"/>
                </a:solidFill>
                <a:latin typeface="Consolas"/>
                <a:ea typeface="DejaVu Sans"/>
              </a:rPr>
              <a:t>System.out.println("Unicode Value: " + (int) letter);</a:t>
            </a:r>
            <a:endParaRPr b="0" lang="en-US" sz="1600" spc="-1" strike="noStrike">
              <a:solidFill>
                <a:srgbClr val="ffffff"/>
              </a:solidFill>
              <a:latin typeface="Arial"/>
            </a:endParaRPr>
          </a:p>
          <a:p>
            <a:pPr algn="ctr">
              <a:lnSpc>
                <a:spcPct val="100000"/>
              </a:lnSpc>
            </a:pPr>
            <a:r>
              <a:rPr b="0" lang="en-US" sz="1600" spc="-1" strike="noStrike">
                <a:solidFill>
                  <a:srgbClr val="78ffc8"/>
                </a:solidFill>
                <a:latin typeface="Consolas"/>
                <a:ea typeface="DejaVu Sans"/>
              </a:rPr>
              <a:t>    </a:t>
            </a:r>
            <a:r>
              <a:rPr b="0" lang="en-US" sz="1600" spc="-1" strike="noStrike">
                <a:solidFill>
                  <a:srgbClr val="78ffc8"/>
                </a:solidFill>
                <a:latin typeface="Consolas"/>
                <a:ea typeface="DejaVu Sans"/>
              </a:rPr>
              <a:t>}</a:t>
            </a:r>
            <a:endParaRPr b="0" lang="en-US" sz="1600" spc="-1" strike="noStrike">
              <a:solidFill>
                <a:srgbClr val="ffffff"/>
              </a:solidFill>
              <a:latin typeface="Arial"/>
            </a:endParaRPr>
          </a:p>
          <a:p>
            <a:pPr algn="ctr">
              <a:lnSpc>
                <a:spcPct val="100000"/>
              </a:lnSpc>
            </a:pPr>
            <a:r>
              <a:rPr b="0" lang="en-US" sz="1600" spc="-1" strike="noStrike">
                <a:solidFill>
                  <a:srgbClr val="78ffc8"/>
                </a:solidFill>
                <a:latin typeface="Consolas"/>
                <a:ea typeface="DejaVu Sans"/>
              </a:rPr>
              <a:t>}</a:t>
            </a:r>
            <a:endParaRPr b="0" lang="en-US" sz="1600" spc="-1" strike="noStrike">
              <a:solidFill>
                <a:srgbClr val="ffffff"/>
              </a:solidFill>
              <a:latin typeface="Arial"/>
            </a:endParaRPr>
          </a:p>
        </p:txBody>
      </p:sp>
      <p:sp>
        <p:nvSpPr>
          <p:cNvPr id="1268" name="TextBox 69"/>
          <p:cNvSpPr/>
          <p:nvPr/>
        </p:nvSpPr>
        <p:spPr>
          <a:xfrm>
            <a:off x="4600080" y="6446520"/>
            <a:ext cx="305172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7.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8.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9.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0.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3.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4.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5.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6.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7.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313</TotalTime>
  <Application>LibreOffice/7.4.2.3$Windows_X86_64 LibreOffice_project/382eef1f22670f7f4118c8c2dd222ec7ad009daf</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2026-04-10T23:58:03Z</dcterms:modified>
  <cp:revision>28</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