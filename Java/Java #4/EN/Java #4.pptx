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5EC9FD4-927F-4C05-BEC3-C9F081DA17B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EC2F18-0C24-4E7C-BCF3-7417F69F7F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CA69CC1-E71B-4CAB-9B0D-FC7F0ACE79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5D8317-5E5F-4317-BFB3-831626285D0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B74B2D1-67ED-41F4-9EA0-7C094BF5430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5F1AD72-4DF7-4BF6-8D74-A18A0E1DFA7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084E61-32A9-4BA2-BDDF-B8035B64479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43B993E-033F-42BC-81C2-1E2E373D40E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EAB52FB-7758-4D0A-8119-9028FAF181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9733F8-2D88-4C85-B8B8-D5364A14BD8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12AD41-72CA-4657-91A9-794C609C0ED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E5034A-B806-4A0C-A0C8-EEE1A9A4F7E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02D3936-9277-4BF3-9DF7-2B888A7DFD7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508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4280" cy="305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428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6840" cy="305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2880" cy="319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428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6840" cy="305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2880" cy="319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428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26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148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428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6932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1120" cy="4109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392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256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152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43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292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39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39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64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3560" cy="328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3560" cy="319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180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25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1000" y="2743200"/>
            <a:ext cx="342540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25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743200"/>
            <a:ext cx="342540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25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472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78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5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78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5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78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5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78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39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5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921960" y="1466280"/>
            <a:ext cx="9736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743200"/>
            <a:ext cx="31978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39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5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7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1849680" y="732600"/>
            <a:ext cx="7266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1215000" y="1466280"/>
            <a:ext cx="9150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8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9"/>
          <p:cNvSpPr/>
          <p:nvPr/>
        </p:nvSpPr>
        <p:spPr>
          <a:xfrm>
            <a:off x="685800" y="2514600"/>
            <a:ext cx="31978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30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1"/>
          <p:cNvSpPr/>
          <p:nvPr/>
        </p:nvSpPr>
        <p:spPr>
          <a:xfrm>
            <a:off x="4257360" y="2743200"/>
            <a:ext cx="32839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32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33"/>
          <p:cNvSpPr/>
          <p:nvPr/>
        </p:nvSpPr>
        <p:spPr>
          <a:xfrm>
            <a:off x="8001000" y="2514600"/>
            <a:ext cx="3425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4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1361880" y="732600"/>
            <a:ext cx="82425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1068120" y="1466280"/>
            <a:ext cx="9443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5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6"/>
          <p:cNvSpPr/>
          <p:nvPr/>
        </p:nvSpPr>
        <p:spPr>
          <a:xfrm>
            <a:off x="685800" y="2514600"/>
            <a:ext cx="31978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7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8"/>
          <p:cNvSpPr/>
          <p:nvPr/>
        </p:nvSpPr>
        <p:spPr>
          <a:xfrm>
            <a:off x="4485960" y="2976120"/>
            <a:ext cx="2828880" cy="296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Rounded Rectangle 139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140"/>
          <p:cNvSpPr/>
          <p:nvPr/>
        </p:nvSpPr>
        <p:spPr>
          <a:xfrm>
            <a:off x="8001000" y="2514600"/>
            <a:ext cx="3425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1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2553480" y="732600"/>
            <a:ext cx="58593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2229120" y="1466280"/>
            <a:ext cx="7121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2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3"/>
          <p:cNvSpPr/>
          <p:nvPr/>
        </p:nvSpPr>
        <p:spPr>
          <a:xfrm>
            <a:off x="688320" y="2743920"/>
            <a:ext cx="319788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4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5"/>
          <p:cNvSpPr/>
          <p:nvPr/>
        </p:nvSpPr>
        <p:spPr>
          <a:xfrm>
            <a:off x="4485960" y="2976120"/>
            <a:ext cx="2828880" cy="319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Rounded Rectangle 146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147"/>
          <p:cNvSpPr/>
          <p:nvPr/>
        </p:nvSpPr>
        <p:spPr>
          <a:xfrm>
            <a:off x="7772400" y="2514600"/>
            <a:ext cx="3886200" cy="4114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2026-05-26T00:19:43Z</dcterms:modified>
  <cp:revision>36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