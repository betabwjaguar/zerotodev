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3E361A-89F5-4DC5-8A45-D9E98B1A82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982CC8-44A3-4DB2-88A2-612F9E582EA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AD4777-32EF-465B-ADCE-9A07389F33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292AAF-72D3-4283-B2C0-C86878EAA8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F8BF17-A0E8-46E2-A52D-A8544F6A6B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83502B-7E39-46C1-8126-214FE77283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D9B989-9792-4BDA-BDC7-05C6CAC787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A1755A-2EBA-4DA4-B870-7BB414D3A32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79B000-2D53-472F-B742-2100AF1FF0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C30D84-8A42-4580-B4C0-A50B592DBAB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E562E6C-03A0-47FD-8583-BB21706B0C8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1B19C9-1D41-4DB4-B5B3-D11FB784286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436160-1969-4366-ABD4-08913AEEE5B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652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572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57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432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57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8280" cy="305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4320" cy="319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57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7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292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572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076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256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5360" cy="3880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4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296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57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43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53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53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792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500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500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324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3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684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3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684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3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616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5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93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50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93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24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93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536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344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30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93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53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684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2026-05-19T03:02:26Z</dcterms:modified>
  <cp:revision>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