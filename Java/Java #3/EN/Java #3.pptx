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jpeg" ContentType="image/jpeg"/>
  <Override PartName="/_rels/.rels" ContentType="application/vnd.openxmlformats-package.relationship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20.xml" ContentType="application/vnd.openxmlformats-officedocument.presentationml.slideMaster+xml"/>
  <Override PartName="/ppt/slideMasters/slideMaster3.xml" ContentType="application/vnd.openxmlformats-officedocument.presentationml.slideMaster+xml"/>
  <Override PartName="/ppt/slideMasters/slideMaster21.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Masters/slideMaster16.xml" ContentType="application/vnd.openxmlformats-officedocument.presentationml.slideMaster+xml"/>
  <Override PartName="/ppt/slideMasters/slideMaster17.xml" ContentType="application/vnd.openxmlformats-officedocument.presentationml.slideMaster+xml"/>
  <Override PartName="/ppt/slideMasters/slideMaster18.xml" ContentType="application/vnd.openxmlformats-officedocument.presentationml.slideMaster+xml"/>
  <Override PartName="/ppt/slideMasters/slideMaster19.xml" ContentType="application/vnd.openxmlformats-officedocument.presentationml.slideMaster+xml"/>
  <Override PartName="/ppt/slideMasters/_rels/slideMaster1.xml.rels" ContentType="application/vnd.openxmlformats-package.relationships+xml"/>
  <Override PartName="/ppt/slideMasters/_rels/slideMaster2.xml.rels" ContentType="application/vnd.openxmlformats-package.relationships+xml"/>
  <Override PartName="/ppt/slideMasters/_rels/slideMaster20.xml.rels" ContentType="application/vnd.openxmlformats-package.relationships+xml"/>
  <Override PartName="/ppt/slideMasters/_rels/slideMaster3.xml.rels" ContentType="application/vnd.openxmlformats-package.relationships+xml"/>
  <Override PartName="/ppt/slideMasters/_rels/slideMaster21.xml.rels" ContentType="application/vnd.openxmlformats-package.relationships+xml"/>
  <Override PartName="/ppt/slideMasters/_rels/slideMaster4.xml.rels" ContentType="application/vnd.openxmlformats-package.relationships+xml"/>
  <Override PartName="/ppt/slideMasters/_rels/slideMaster5.xml.rels" ContentType="application/vnd.openxmlformats-package.relationships+xml"/>
  <Override PartName="/ppt/slideMasters/_rels/slideMaster6.xml.rels" ContentType="application/vnd.openxmlformats-package.relationships+xml"/>
  <Override PartName="/ppt/slideMasters/_rels/slideMaster7.xml.rels" ContentType="application/vnd.openxmlformats-package.relationships+xml"/>
  <Override PartName="/ppt/slideMasters/_rels/slideMaster8.xml.rels" ContentType="application/vnd.openxmlformats-package.relationships+xml"/>
  <Override PartName="/ppt/slideMasters/_rels/slideMaster9.xml.rels" ContentType="application/vnd.openxmlformats-package.relationships+xml"/>
  <Override PartName="/ppt/slideMasters/_rels/slideMaster10.xml.rels" ContentType="application/vnd.openxmlformats-package.relationships+xml"/>
  <Override PartName="/ppt/slideMasters/_rels/slideMaster11.xml.rels" ContentType="application/vnd.openxmlformats-package.relationships+xml"/>
  <Override PartName="/ppt/slideMasters/_rels/slideMaster12.xml.rels" ContentType="application/vnd.openxmlformats-package.relationships+xml"/>
  <Override PartName="/ppt/slideMasters/_rels/slideMaster13.xml.rels" ContentType="application/vnd.openxmlformats-package.relationships+xml"/>
  <Override PartName="/ppt/slideMasters/_rels/slideMaster14.xml.rels" ContentType="application/vnd.openxmlformats-package.relationships+xml"/>
  <Override PartName="/ppt/slideMasters/_rels/slideMaster15.xml.rels" ContentType="application/vnd.openxmlformats-package.relationships+xml"/>
  <Override PartName="/ppt/slideMasters/_rels/slideMaster16.xml.rels" ContentType="application/vnd.openxmlformats-package.relationships+xml"/>
  <Override PartName="/ppt/slideMasters/_rels/slideMaster17.xml.rels" ContentType="application/vnd.openxmlformats-package.relationships+xml"/>
  <Override PartName="/ppt/slideMasters/_rels/slideMaster18.xml.rels" ContentType="application/vnd.openxmlformats-package.relationships+xml"/>
  <Override PartName="/ppt/slideMasters/_rels/slideMaster19.xml.rels" ContentType="application/vnd.openxmlformats-package.relationship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theme/theme17.xml" ContentType="application/vnd.openxmlformats-officedocument.theme+xml"/>
  <Override PartName="/ppt/theme/theme18.xml" ContentType="application/vnd.openxmlformats-officedocument.theme+xml"/>
  <Override PartName="/ppt/theme/theme19.xml" ContentType="application/vnd.openxmlformats-officedocument.theme+xml"/>
  <Override PartName="/ppt/theme/theme20.xml" ContentType="application/vnd.openxmlformats-officedocument.theme+xml"/>
  <Override PartName="/ppt/theme/theme21.xml" ContentType="application/vnd.openxmlformats-officedocument.theme+xml"/>
  <Override PartName="/ppt/slideLayouts/slideLayout31.xml" ContentType="application/vnd.openxmlformats-officedocument.presentationml.slideLayout+xml"/>
  <Override PartName="/ppt/slideLayouts/slideLayout119.xml" ContentType="application/vnd.openxmlformats-officedocument.presentationml.slideLayout+xml"/>
  <Override PartName="/ppt/slideLayouts/slideLayout1.xml" ContentType="application/vnd.openxmlformats-officedocument.presentationml.slideLayout+xml"/>
  <Override PartName="/ppt/slideLayouts/slideLayout32.xml" ContentType="application/vnd.openxmlformats-officedocument.presentationml.slideLayout+xml"/>
  <Override PartName="/ppt/slideLayouts/slideLayout2.xml" ContentType="application/vnd.openxmlformats-officedocument.presentationml.slideLayout+xml"/>
  <Override PartName="/ppt/slideLayouts/slideLayout33.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34.xml" ContentType="application/vnd.openxmlformats-officedocument.presentationml.slideLayout+xml"/>
  <Override PartName="/ppt/slideLayouts/slideLayout5.xml" ContentType="application/vnd.openxmlformats-officedocument.presentationml.slideLayout+xml"/>
  <Override PartName="/ppt/slideLayouts/slideLayout35.xml" ContentType="application/vnd.openxmlformats-officedocument.presentationml.slideLayout+xml"/>
  <Override PartName="/ppt/slideLayouts/slideLayout6.xml" ContentType="application/vnd.openxmlformats-officedocument.presentationml.slideLayout+xml"/>
  <Override PartName="/ppt/slideLayouts/slideLayout36.xml" ContentType="application/vnd.openxmlformats-officedocument.presentationml.slideLayout+xml"/>
  <Override PartName="/ppt/slideLayouts/slideLayout7.xml" ContentType="application/vnd.openxmlformats-officedocument.presentationml.slideLayout+xml"/>
  <Override PartName="/ppt/slideLayouts/slideLayout37.xml" ContentType="application/vnd.openxmlformats-officedocument.presentationml.slideLayout+xml"/>
  <Override PartName="/ppt/slideLayouts/slideLayout8.xml" ContentType="application/vnd.openxmlformats-officedocument.presentationml.slideLayout+xml"/>
  <Override PartName="/ppt/slideLayouts/slideLayout38.xml" ContentType="application/vnd.openxmlformats-officedocument.presentationml.slideLayout+xml"/>
  <Override PartName="/ppt/slideLayouts/slideLayout9.xml" ContentType="application/vnd.openxmlformats-officedocument.presentationml.slideLayout+xml"/>
  <Override PartName="/ppt/slideLayouts/slideLayout3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108.xml" ContentType="application/vnd.openxmlformats-officedocument.presentationml.slideLayout+xml"/>
  <Override PartName="/ppt/slideLayouts/slideLayout20.xml" ContentType="application/vnd.openxmlformats-officedocument.presentationml.slideLayout+xml"/>
  <Override PartName="/ppt/slideLayouts/slideLayout109.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118.xml" ContentType="application/vnd.openxmlformats-officedocument.presentationml.slideLayout+xml"/>
  <Override PartName="/ppt/slideLayouts/slideLayout30.xml" ContentType="application/vnd.openxmlformats-officedocument.presentationml.slideLayout+xml"/>
  <Override PartName="/ppt/slideLayouts/slideLayout128.xml" ContentType="application/vnd.openxmlformats-officedocument.presentationml.slideLayout+xml"/>
  <Override PartName="/ppt/slideLayouts/slideLayout40.xml" ContentType="application/vnd.openxmlformats-officedocument.presentationml.slideLayout+xml"/>
  <Override PartName="/ppt/slideLayouts/slideLayout129.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138.xml" ContentType="application/vnd.openxmlformats-officedocument.presentationml.slideLayout+xml"/>
  <Override PartName="/ppt/slideLayouts/slideLayout50.xml" ContentType="application/vnd.openxmlformats-officedocument.presentationml.slideLayout+xml"/>
  <Override PartName="/ppt/slideLayouts/slideLayout139.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148.xml" ContentType="application/vnd.openxmlformats-officedocument.presentationml.slideLayout+xml"/>
  <Override PartName="/ppt/slideLayouts/_rels/slideLayout35.xml.rels" ContentType="application/vnd.openxmlformats-package.relationships+xml"/>
  <Override PartName="/ppt/slideLayouts/_rels/slideLayout119.xml.rels" ContentType="application/vnd.openxmlformats-package.relationships+xml"/>
  <Override PartName="/ppt/slideLayouts/_rels/slideLayout53.xml.rels" ContentType="application/vnd.openxmlformats-package.relationships+xml"/>
  <Override PartName="/ppt/slideLayouts/_rels/slideLayout1.xml.rels" ContentType="application/vnd.openxmlformats-package.relationships+xml"/>
  <Override PartName="/ppt/slideLayouts/_rels/slideLayout137.xml.rels" ContentType="application/vnd.openxmlformats-package.relationships+xml"/>
  <Override PartName="/ppt/slideLayouts/_rels/slideLayout31.xml.rels" ContentType="application/vnd.openxmlformats-package.relationships+xml"/>
  <Override PartName="/ppt/slideLayouts/_rels/slideLayout32.xml.rels" ContentType="application/vnd.openxmlformats-package.relationships+xml"/>
  <Override PartName="/ppt/slideLayouts/_rels/slideLayout2.xml.rels" ContentType="application/vnd.openxmlformats-package.relationships+xml"/>
  <Override PartName="/ppt/slideLayouts/_rels/slideLayout138.xml.rels" ContentType="application/vnd.openxmlformats-package.relationships+xml"/>
  <Override PartName="/ppt/slideLayouts/_rels/slideLayout54.xml.rels" ContentType="application/vnd.openxmlformats-package.relationships+xml"/>
  <Override PartName="/ppt/slideLayouts/_rels/slideLayout33.xml.rels" ContentType="application/vnd.openxmlformats-package.relationships+xml"/>
  <Override PartName="/ppt/slideLayouts/_rels/slideLayout3.xml.rels" ContentType="application/vnd.openxmlformats-package.relationships+xml"/>
  <Override PartName="/ppt/slideLayouts/_rels/slideLayout139.xml.rels" ContentType="application/vnd.openxmlformats-package.relationships+xml"/>
  <Override PartName="/ppt/slideLayouts/_rels/slideLayout55.xml.rels" ContentType="application/vnd.openxmlformats-package.relationships+xml"/>
  <Override PartName="/ppt/slideLayouts/_rels/slideLayout34.xml.rels" ContentType="application/vnd.openxmlformats-package.relationships+xml"/>
  <Override PartName="/ppt/slideLayouts/_rels/slideLayout118.xml.rels" ContentType="application/vnd.openxmlformats-package.relationships+xml"/>
  <Override PartName="/ppt/slideLayouts/_rels/slideLayout4.xml.rels" ContentType="application/vnd.openxmlformats-package.relationships+xml"/>
  <Override PartName="/ppt/slideLayouts/_rels/slideLayout56.xml.rels" ContentType="application/vnd.openxmlformats-package.relationships+xml"/>
  <Override PartName="/ppt/slideLayouts/_rels/slideLayout5.xml.rels" ContentType="application/vnd.openxmlformats-package.relationships+xml"/>
  <Override PartName="/ppt/slideLayouts/_rels/slideLayout36.xml.rels" ContentType="application/vnd.openxmlformats-package.relationships+xml"/>
  <Override PartName="/ppt/slideLayouts/_rels/slideLayout6.xml.rels" ContentType="application/vnd.openxmlformats-package.relationships+xml"/>
  <Override PartName="/ppt/slideLayouts/_rels/slideLayout37.xml.rels" ContentType="application/vnd.openxmlformats-package.relationships+xml"/>
  <Override PartName="/ppt/slideLayouts/_rels/slideLayout7.xml.rels" ContentType="application/vnd.openxmlformats-package.relationships+xml"/>
  <Override PartName="/ppt/slideLayouts/_rels/slideLayout38.xml.rels" ContentType="application/vnd.openxmlformats-package.relationships+xml"/>
  <Override PartName="/ppt/slideLayouts/_rels/slideLayout8.xml.rels" ContentType="application/vnd.openxmlformats-package.relationships+xml"/>
  <Override PartName="/ppt/slideLayouts/_rels/slideLayout39.xml.rels" ContentType="application/vnd.openxmlformats-package.relationships+xml"/>
  <Override PartName="/ppt/slideLayouts/_rels/slideLayout9.xml.rels" ContentType="application/vnd.openxmlformats-package.relationships+xml"/>
  <Override PartName="/ppt/slideLayouts/_rels/slideLayout10.xml.rels" ContentType="application/vnd.openxmlformats-package.relationships+xml"/>
  <Override PartName="/ppt/slideLayouts/_rels/slideLayout11.xml.rels" ContentType="application/vnd.openxmlformats-package.relationships+xml"/>
  <Override PartName="/ppt/slideLayouts/_rels/slideLayout12.xml.rels" ContentType="application/vnd.openxmlformats-package.relationships+xml"/>
  <Override PartName="/ppt/slideLayouts/_rels/slideLayout13.xml.rels" ContentType="application/vnd.openxmlformats-package.relationships+xml"/>
  <Override PartName="/ppt/slideLayouts/_rels/slideLayout14.xml.rels" ContentType="application/vnd.openxmlformats-package.relationships+xml"/>
  <Override PartName="/ppt/slideLayouts/_rels/slideLayout15.xml.rels" ContentType="application/vnd.openxmlformats-package.relationships+xml"/>
  <Override PartName="/ppt/slideLayouts/_rels/slideLayout16.xml.rels" ContentType="application/vnd.openxmlformats-package.relationships+xml"/>
  <Override PartName="/ppt/slideLayouts/_rels/slideLayout17.xml.rels" ContentType="application/vnd.openxmlformats-package.relationships+xml"/>
  <Override PartName="/ppt/slideLayouts/_rels/slideLayout18.xml.rels" ContentType="application/vnd.openxmlformats-package.relationships+xml"/>
  <Override PartName="/ppt/slideLayouts/_rels/slideLayout19.xml.rels" ContentType="application/vnd.openxmlformats-package.relationships+xml"/>
  <Override PartName="/ppt/slideLayouts/_rels/slideLayout108.xml.rels" ContentType="application/vnd.openxmlformats-package.relationships+xml"/>
  <Override PartName="/ppt/slideLayouts/_rels/slideLayout24.xml.rels" ContentType="application/vnd.openxmlformats-package.relationships+xml"/>
  <Override PartName="/ppt/slideLayouts/_rels/slideLayout20.xml.rels" ContentType="application/vnd.openxmlformats-package.relationships+xml"/>
  <Override PartName="/ppt/slideLayouts/_rels/slideLayout109.xml.rels" ContentType="application/vnd.openxmlformats-package.relationships+xml"/>
  <Override PartName="/ppt/slideLayouts/_rels/slideLayout25.xml.rels" ContentType="application/vnd.openxmlformats-package.relationships+xml"/>
  <Override PartName="/ppt/slideLayouts/_rels/slideLayout21.xml.rels" ContentType="application/vnd.openxmlformats-package.relationships+xml"/>
  <Override PartName="/ppt/slideLayouts/_rels/slideLayout22.xml.rels" ContentType="application/vnd.openxmlformats-package.relationships+xml"/>
  <Override PartName="/ppt/slideLayouts/_rels/slideLayout23.xml.rels" ContentType="application/vnd.openxmlformats-package.relationships+xml"/>
  <Override PartName="/ppt/slideLayouts/_rels/slideLayout26.xml.rels" ContentType="application/vnd.openxmlformats-package.relationships+xml"/>
  <Override PartName="/ppt/slideLayouts/_rels/slideLayout27.xml.rels" ContentType="application/vnd.openxmlformats-package.relationships+xml"/>
  <Override PartName="/ppt/slideLayouts/_rels/slideLayout28.xml.rels" ContentType="application/vnd.openxmlformats-package.relationships+xml"/>
  <Override PartName="/ppt/slideLayouts/_rels/slideLayout29.xml.rels" ContentType="application/vnd.openxmlformats-package.relationships+xml"/>
  <Override PartName="/ppt/slideLayouts/_rels/slideLayout30.xml.rels" ContentType="application/vnd.openxmlformats-package.relationships+xml"/>
  <Override PartName="/ppt/slideLayouts/_rels/slideLayout128.xml.rels" ContentType="application/vnd.openxmlformats-package.relationships+xml"/>
  <Override PartName="/ppt/slideLayouts/_rels/slideLayout44.xml.rels" ContentType="application/vnd.openxmlformats-package.relationships+xml"/>
  <Override PartName="/ppt/slideLayouts/_rels/slideLayout40.xml.rels" ContentType="application/vnd.openxmlformats-package.relationships+xml"/>
  <Override PartName="/ppt/slideLayouts/_rels/slideLayout129.xml.rels" ContentType="application/vnd.openxmlformats-package.relationships+xml"/>
  <Override PartName="/ppt/slideLayouts/_rels/slideLayout45.xml.rels" ContentType="application/vnd.openxmlformats-package.relationships+xml"/>
  <Override PartName="/ppt/slideLayouts/_rels/slideLayout41.xml.rels" ContentType="application/vnd.openxmlformats-package.relationships+xml"/>
  <Override PartName="/ppt/slideLayouts/_rels/slideLayout42.xml.rels" ContentType="application/vnd.openxmlformats-package.relationships+xml"/>
  <Override PartName="/ppt/slideLayouts/_rels/slideLayout43.xml.rels" ContentType="application/vnd.openxmlformats-package.relationships+xml"/>
  <Override PartName="/ppt/slideLayouts/_rels/slideLayout46.xml.rels" ContentType="application/vnd.openxmlformats-package.relationships+xml"/>
  <Override PartName="/ppt/slideLayouts/_rels/slideLayout47.xml.rels" ContentType="application/vnd.openxmlformats-package.relationships+xml"/>
  <Override PartName="/ppt/slideLayouts/_rels/slideLayout48.xml.rels" ContentType="application/vnd.openxmlformats-package.relationships+xml"/>
  <Override PartName="/ppt/slideLayouts/_rels/slideLayout49.xml.rels" ContentType="application/vnd.openxmlformats-package.relationships+xml"/>
  <Override PartName="/ppt/slideLayouts/_rels/slideLayout50.xml.rels" ContentType="application/vnd.openxmlformats-package.relationships+xml"/>
  <Override PartName="/ppt/slideLayouts/_rels/slideLayout51.xml.rels" ContentType="application/vnd.openxmlformats-package.relationships+xml"/>
  <Override PartName="/ppt/slideLayouts/_rels/slideLayout52.xml.rels" ContentType="application/vnd.openxmlformats-package.relationships+xml"/>
  <Override PartName="/ppt/slideLayouts/_rels/slideLayout57.xml.rels" ContentType="application/vnd.openxmlformats-package.relationships+xml"/>
  <Override PartName="/ppt/slideLayouts/_rels/slideLayout58.xml.rels" ContentType="application/vnd.openxmlformats-package.relationships+xml"/>
  <Override PartName="/ppt/slideLayouts/_rels/slideLayout59.xml.rels" ContentType="application/vnd.openxmlformats-package.relationships+xml"/>
  <Override PartName="/ppt/slideLayouts/_rels/slideLayout148.xml.rels" ContentType="application/vnd.openxmlformats-package.relationships+xml"/>
  <Override PartName="/ppt/slideLayouts/_rels/slideLayout60.xml.rels" ContentType="application/vnd.openxmlformats-package.relationships+xml"/>
  <Override PartName="/ppt/slideLayouts/_rels/slideLayout149.xml.rels" ContentType="application/vnd.openxmlformats-package.relationships+xml"/>
  <Override PartName="/ppt/slideLayouts/_rels/slideLayout61.xml.rels" ContentType="application/vnd.openxmlformats-package.relationships+xml"/>
  <Override PartName="/ppt/slideLayouts/_rels/slideLayout200.xml.rels" ContentType="application/vnd.openxmlformats-package.relationships+xml"/>
  <Override PartName="/ppt/slideLayouts/_rels/slideLayout62.xml.rels" ContentType="application/vnd.openxmlformats-package.relationships+xml"/>
  <Override PartName="/ppt/slideLayouts/_rels/slideLayout201.xml.rels" ContentType="application/vnd.openxmlformats-package.relationships+xml"/>
  <Override PartName="/ppt/slideLayouts/_rels/slideLayout63.xml.rels" ContentType="application/vnd.openxmlformats-package.relationships+xml"/>
  <Override PartName="/ppt/slideLayouts/_rels/slideLayout202.xml.rels" ContentType="application/vnd.openxmlformats-package.relationships+xml"/>
  <Override PartName="/ppt/slideLayouts/_rels/slideLayout64.xml.rels" ContentType="application/vnd.openxmlformats-package.relationships+xml"/>
  <Override PartName="/ppt/slideLayouts/_rels/slideLayout203.xml.rels" ContentType="application/vnd.openxmlformats-package.relationships+xml"/>
  <Override PartName="/ppt/slideLayouts/_rels/slideLayout65.xml.rels" ContentType="application/vnd.openxmlformats-package.relationships+xml"/>
  <Override PartName="/ppt/slideLayouts/_rels/slideLayout204.xml.rels" ContentType="application/vnd.openxmlformats-package.relationships+xml"/>
  <Override PartName="/ppt/slideLayouts/_rels/slideLayout66.xml.rels" ContentType="application/vnd.openxmlformats-package.relationships+xml"/>
  <Override PartName="/ppt/slideLayouts/_rels/slideLayout205.xml.rels" ContentType="application/vnd.openxmlformats-package.relationships+xml"/>
  <Override PartName="/ppt/slideLayouts/_rels/slideLayout67.xml.rels" ContentType="application/vnd.openxmlformats-package.relationships+xml"/>
  <Override PartName="/ppt/slideLayouts/_rels/slideLayout206.xml.rels" ContentType="application/vnd.openxmlformats-package.relationships+xml"/>
  <Override PartName="/ppt/slideLayouts/_rels/slideLayout68.xml.rels" ContentType="application/vnd.openxmlformats-package.relationships+xml"/>
  <Override PartName="/ppt/slideLayouts/_rels/slideLayout207.xml.rels" ContentType="application/vnd.openxmlformats-package.relationships+xml"/>
  <Override PartName="/ppt/slideLayouts/_rels/slideLayout69.xml.rels" ContentType="application/vnd.openxmlformats-package.relationships+xml"/>
  <Override PartName="/ppt/slideLayouts/_rels/slideLayout208.xml.rels" ContentType="application/vnd.openxmlformats-package.relationships+xml"/>
  <Override PartName="/ppt/slideLayouts/_rels/slideLayout158.xml.rels" ContentType="application/vnd.openxmlformats-package.relationships+xml"/>
  <Override PartName="/ppt/slideLayouts/_rels/slideLayout70.xml.rels" ContentType="application/vnd.openxmlformats-package.relationships+xml"/>
  <Override PartName="/ppt/slideLayouts/_rels/slideLayout159.xml.rels" ContentType="application/vnd.openxmlformats-package.relationships+xml"/>
  <Override PartName="/ppt/slideLayouts/_rels/slideLayout71.xml.rels" ContentType="application/vnd.openxmlformats-package.relationships+xml"/>
  <Override PartName="/ppt/slideLayouts/_rels/slideLayout210.xml.rels" ContentType="application/vnd.openxmlformats-package.relationships+xml"/>
  <Override PartName="/ppt/slideLayouts/_rels/slideLayout72.xml.rels" ContentType="application/vnd.openxmlformats-package.relationships+xml"/>
  <Override PartName="/ppt/slideLayouts/_rels/slideLayout211.xml.rels" ContentType="application/vnd.openxmlformats-package.relationships+xml"/>
  <Override PartName="/ppt/slideLayouts/_rels/slideLayout73.xml.rels" ContentType="application/vnd.openxmlformats-package.relationships+xml"/>
  <Override PartName="/ppt/slideLayouts/_rels/slideLayout212.xml.rels" ContentType="application/vnd.openxmlformats-package.relationships+xml"/>
  <Override PartName="/ppt/slideLayouts/_rels/slideLayout74.xml.rels" ContentType="application/vnd.openxmlformats-package.relationships+xml"/>
  <Override PartName="/ppt/slideLayouts/_rels/slideLayout213.xml.rels" ContentType="application/vnd.openxmlformats-package.relationships+xml"/>
  <Override PartName="/ppt/slideLayouts/_rels/slideLayout75.xml.rels" ContentType="application/vnd.openxmlformats-package.relationships+xml"/>
  <Override PartName="/ppt/slideLayouts/_rels/slideLayout214.xml.rels" ContentType="application/vnd.openxmlformats-package.relationships+xml"/>
  <Override PartName="/ppt/slideLayouts/_rels/slideLayout76.xml.rels" ContentType="application/vnd.openxmlformats-package.relationships+xml"/>
  <Override PartName="/ppt/slideLayouts/_rels/slideLayout215.xml.rels" ContentType="application/vnd.openxmlformats-package.relationships+xml"/>
  <Override PartName="/ppt/slideLayouts/_rels/slideLayout77.xml.rels" ContentType="application/vnd.openxmlformats-package.relationships+xml"/>
  <Override PartName="/ppt/slideLayouts/_rels/slideLayout216.xml.rels" ContentType="application/vnd.openxmlformats-package.relationships+xml"/>
  <Override PartName="/ppt/slideLayouts/_rels/slideLayout78.xml.rels" ContentType="application/vnd.openxmlformats-package.relationships+xml"/>
  <Override PartName="/ppt/slideLayouts/_rels/slideLayout217.xml.rels" ContentType="application/vnd.openxmlformats-package.relationships+xml"/>
  <Override PartName="/ppt/slideLayouts/_rels/slideLayout79.xml.rels" ContentType="application/vnd.openxmlformats-package.relationships+xml"/>
  <Override PartName="/ppt/slideLayouts/_rels/slideLayout218.xml.rels" ContentType="application/vnd.openxmlformats-package.relationships+xml"/>
  <Override PartName="/ppt/slideLayouts/_rels/slideLayout168.xml.rels" ContentType="application/vnd.openxmlformats-package.relationships+xml"/>
  <Override PartName="/ppt/slideLayouts/_rels/slideLayout80.xml.rels" ContentType="application/vnd.openxmlformats-package.relationships+xml"/>
  <Override PartName="/ppt/slideLayouts/_rels/slideLayout169.xml.rels" ContentType="application/vnd.openxmlformats-package.relationships+xml"/>
  <Override PartName="/ppt/slideLayouts/_rels/slideLayout81.xml.rels" ContentType="application/vnd.openxmlformats-package.relationships+xml"/>
  <Override PartName="/ppt/slideLayouts/_rels/slideLayout220.xml.rels" ContentType="application/vnd.openxmlformats-package.relationships+xml"/>
  <Override PartName="/ppt/slideLayouts/_rels/slideLayout82.xml.rels" ContentType="application/vnd.openxmlformats-package.relationships+xml"/>
  <Override PartName="/ppt/slideLayouts/_rels/slideLayout221.xml.rels" ContentType="application/vnd.openxmlformats-package.relationships+xml"/>
  <Override PartName="/ppt/slideLayouts/_rels/slideLayout83.xml.rels" ContentType="application/vnd.openxmlformats-package.relationships+xml"/>
  <Override PartName="/ppt/slideLayouts/_rels/slideLayout222.xml.rels" ContentType="application/vnd.openxmlformats-package.relationships+xml"/>
  <Override PartName="/ppt/slideLayouts/_rels/slideLayout84.xml.rels" ContentType="application/vnd.openxmlformats-package.relationships+xml"/>
  <Override PartName="/ppt/slideLayouts/_rels/slideLayout223.xml.rels" ContentType="application/vnd.openxmlformats-package.relationships+xml"/>
  <Override PartName="/ppt/slideLayouts/_rels/slideLayout85.xml.rels" ContentType="application/vnd.openxmlformats-package.relationships+xml"/>
  <Override PartName="/ppt/slideLayouts/_rels/slideLayout224.xml.rels" ContentType="application/vnd.openxmlformats-package.relationships+xml"/>
  <Override PartName="/ppt/slideLayouts/_rels/slideLayout86.xml.rels" ContentType="application/vnd.openxmlformats-package.relationships+xml"/>
  <Override PartName="/ppt/slideLayouts/_rels/slideLayout225.xml.rels" ContentType="application/vnd.openxmlformats-package.relationships+xml"/>
  <Override PartName="/ppt/slideLayouts/_rels/slideLayout87.xml.rels" ContentType="application/vnd.openxmlformats-package.relationships+xml"/>
  <Override PartName="/ppt/slideLayouts/_rels/slideLayout226.xml.rels" ContentType="application/vnd.openxmlformats-package.relationships+xml"/>
  <Override PartName="/ppt/slideLayouts/_rels/slideLayout88.xml.rels" ContentType="application/vnd.openxmlformats-package.relationships+xml"/>
  <Override PartName="/ppt/slideLayouts/_rels/slideLayout227.xml.rels" ContentType="application/vnd.openxmlformats-package.relationships+xml"/>
  <Override PartName="/ppt/slideLayouts/_rels/slideLayout89.xml.rels" ContentType="application/vnd.openxmlformats-package.relationships+xml"/>
  <Override PartName="/ppt/slideLayouts/_rels/slideLayout228.xml.rels" ContentType="application/vnd.openxmlformats-package.relationships+xml"/>
  <Override PartName="/ppt/slideLayouts/_rels/slideLayout178.xml.rels" ContentType="application/vnd.openxmlformats-package.relationships+xml"/>
  <Override PartName="/ppt/slideLayouts/_rels/slideLayout90.xml.rels" ContentType="application/vnd.openxmlformats-package.relationships+xml"/>
  <Override PartName="/ppt/slideLayouts/_rels/slideLayout179.xml.rels" ContentType="application/vnd.openxmlformats-package.relationships+xml"/>
  <Override PartName="/ppt/slideLayouts/_rels/slideLayout91.xml.rels" ContentType="application/vnd.openxmlformats-package.relationships+xml"/>
  <Override PartName="/ppt/slideLayouts/_rels/slideLayout230.xml.rels" ContentType="application/vnd.openxmlformats-package.relationships+xml"/>
  <Override PartName="/ppt/slideLayouts/_rels/slideLayout92.xml.rels" ContentType="application/vnd.openxmlformats-package.relationships+xml"/>
  <Override PartName="/ppt/slideLayouts/_rels/slideLayout231.xml.rels" ContentType="application/vnd.openxmlformats-package.relationships+xml"/>
  <Override PartName="/ppt/slideLayouts/_rels/slideLayout93.xml.rels" ContentType="application/vnd.openxmlformats-package.relationships+xml"/>
  <Override PartName="/ppt/slideLayouts/_rels/slideLayout232.xml.rels" ContentType="application/vnd.openxmlformats-package.relationships+xml"/>
  <Override PartName="/ppt/slideLayouts/_rels/slideLayout94.xml.rels" ContentType="application/vnd.openxmlformats-package.relationships+xml"/>
  <Override PartName="/ppt/slideLayouts/_rels/slideLayout233.xml.rels" ContentType="application/vnd.openxmlformats-package.relationships+xml"/>
  <Override PartName="/ppt/slideLayouts/_rels/slideLayout95.xml.rels" ContentType="application/vnd.openxmlformats-package.relationships+xml"/>
  <Override PartName="/ppt/slideLayouts/_rels/slideLayout234.xml.rels" ContentType="application/vnd.openxmlformats-package.relationships+xml"/>
  <Override PartName="/ppt/slideLayouts/_rels/slideLayout96.xml.rels" ContentType="application/vnd.openxmlformats-package.relationships+xml"/>
  <Override PartName="/ppt/slideLayouts/_rels/slideLayout235.xml.rels" ContentType="application/vnd.openxmlformats-package.relationships+xml"/>
  <Override PartName="/ppt/slideLayouts/_rels/slideLayout97.xml.rels" ContentType="application/vnd.openxmlformats-package.relationships+xml"/>
  <Override PartName="/ppt/slideLayouts/_rels/slideLayout236.xml.rels" ContentType="application/vnd.openxmlformats-package.relationships+xml"/>
  <Override PartName="/ppt/slideLayouts/_rels/slideLayout98.xml.rels" ContentType="application/vnd.openxmlformats-package.relationships+xml"/>
  <Override PartName="/ppt/slideLayouts/_rels/slideLayout237.xml.rels" ContentType="application/vnd.openxmlformats-package.relationships+xml"/>
  <Override PartName="/ppt/slideLayouts/_rels/slideLayout99.xml.rels" ContentType="application/vnd.openxmlformats-package.relationships+xml"/>
  <Override PartName="/ppt/slideLayouts/_rels/slideLayout238.xml.rels" ContentType="application/vnd.openxmlformats-package.relationships+xml"/>
  <Override PartName="/ppt/slideLayouts/_rels/slideLayout100.xml.rels" ContentType="application/vnd.openxmlformats-package.relationships+xml"/>
  <Override PartName="/ppt/slideLayouts/_rels/slideLayout101.xml.rels" ContentType="application/vnd.openxmlformats-package.relationships+xml"/>
  <Override PartName="/ppt/slideLayouts/_rels/slideLayout102.xml.rels" ContentType="application/vnd.openxmlformats-package.relationships+xml"/>
  <Override PartName="/ppt/slideLayouts/_rels/slideLayout103.xml.rels" ContentType="application/vnd.openxmlformats-package.relationships+xml"/>
  <Override PartName="/ppt/slideLayouts/_rels/slideLayout104.xml.rels" ContentType="application/vnd.openxmlformats-package.relationships+xml"/>
  <Override PartName="/ppt/slideLayouts/_rels/slideLayout105.xml.rels" ContentType="application/vnd.openxmlformats-package.relationships+xml"/>
  <Override PartName="/ppt/slideLayouts/_rels/slideLayout106.xml.rels" ContentType="application/vnd.openxmlformats-package.relationships+xml"/>
  <Override PartName="/ppt/slideLayouts/_rels/slideLayout107.xml.rels" ContentType="application/vnd.openxmlformats-package.relationships+xml"/>
  <Override PartName="/ppt/slideLayouts/_rels/slideLayout110.xml.rels" ContentType="application/vnd.openxmlformats-package.relationships+xml"/>
  <Override PartName="/ppt/slideLayouts/_rels/slideLayout111.xml.rels" ContentType="application/vnd.openxmlformats-package.relationships+xml"/>
  <Override PartName="/ppt/slideLayouts/_rels/slideLayout112.xml.rels" ContentType="application/vnd.openxmlformats-package.relationships+xml"/>
  <Override PartName="/ppt/slideLayouts/_rels/slideLayout113.xml.rels" ContentType="application/vnd.openxmlformats-package.relationships+xml"/>
  <Override PartName="/ppt/slideLayouts/_rels/slideLayout114.xml.rels" ContentType="application/vnd.openxmlformats-package.relationships+xml"/>
  <Override PartName="/ppt/slideLayouts/_rels/slideLayout115.xml.rels" ContentType="application/vnd.openxmlformats-package.relationships+xml"/>
  <Override PartName="/ppt/slideLayouts/_rels/slideLayout116.xml.rels" ContentType="application/vnd.openxmlformats-package.relationships+xml"/>
  <Override PartName="/ppt/slideLayouts/_rels/slideLayout117.xml.rels" ContentType="application/vnd.openxmlformats-package.relationships+xml"/>
  <Override PartName="/ppt/slideLayouts/_rels/slideLayout120.xml.rels" ContentType="application/vnd.openxmlformats-package.relationships+xml"/>
  <Override PartName="/ppt/slideLayouts/_rels/slideLayout121.xml.rels" ContentType="application/vnd.openxmlformats-package.relationships+xml"/>
  <Override PartName="/ppt/slideLayouts/_rels/slideLayout122.xml.rels" ContentType="application/vnd.openxmlformats-package.relationships+xml"/>
  <Override PartName="/ppt/slideLayouts/_rels/slideLayout123.xml.rels" ContentType="application/vnd.openxmlformats-package.relationships+xml"/>
  <Override PartName="/ppt/slideLayouts/_rels/slideLayout124.xml.rels" ContentType="application/vnd.openxmlformats-package.relationships+xml"/>
  <Override PartName="/ppt/slideLayouts/_rels/slideLayout125.xml.rels" ContentType="application/vnd.openxmlformats-package.relationships+xml"/>
  <Override PartName="/ppt/slideLayouts/_rels/slideLayout126.xml.rels" ContentType="application/vnd.openxmlformats-package.relationships+xml"/>
  <Override PartName="/ppt/slideLayouts/_rels/slideLayout127.xml.rels" ContentType="application/vnd.openxmlformats-package.relationships+xml"/>
  <Override PartName="/ppt/slideLayouts/_rels/slideLayout130.xml.rels" ContentType="application/vnd.openxmlformats-package.relationships+xml"/>
  <Override PartName="/ppt/slideLayouts/_rels/slideLayout131.xml.rels" ContentType="application/vnd.openxmlformats-package.relationships+xml"/>
  <Override PartName="/ppt/slideLayouts/_rels/slideLayout132.xml.rels" ContentType="application/vnd.openxmlformats-package.relationships+xml"/>
  <Override PartName="/ppt/slideLayouts/_rels/slideLayout133.xml.rels" ContentType="application/vnd.openxmlformats-package.relationships+xml"/>
  <Override PartName="/ppt/slideLayouts/_rels/slideLayout134.xml.rels" ContentType="application/vnd.openxmlformats-package.relationships+xml"/>
  <Override PartName="/ppt/slideLayouts/_rels/slideLayout135.xml.rels" ContentType="application/vnd.openxmlformats-package.relationships+xml"/>
  <Override PartName="/ppt/slideLayouts/_rels/slideLayout136.xml.rels" ContentType="application/vnd.openxmlformats-package.relationships+xml"/>
  <Override PartName="/ppt/slideLayouts/_rels/slideLayout140.xml.rels" ContentType="application/vnd.openxmlformats-package.relationships+xml"/>
  <Override PartName="/ppt/slideLayouts/_rels/slideLayout141.xml.rels" ContentType="application/vnd.openxmlformats-package.relationships+xml"/>
  <Override PartName="/ppt/slideLayouts/_rels/slideLayout142.xml.rels" ContentType="application/vnd.openxmlformats-package.relationships+xml"/>
  <Override PartName="/ppt/slideLayouts/_rels/slideLayout143.xml.rels" ContentType="application/vnd.openxmlformats-package.relationships+xml"/>
  <Override PartName="/ppt/slideLayouts/_rels/slideLayout144.xml.rels" ContentType="application/vnd.openxmlformats-package.relationships+xml"/>
  <Override PartName="/ppt/slideLayouts/_rels/slideLayout145.xml.rels" ContentType="application/vnd.openxmlformats-package.relationships+xml"/>
  <Override PartName="/ppt/slideLayouts/_rels/slideLayout146.xml.rels" ContentType="application/vnd.openxmlformats-package.relationships+xml"/>
  <Override PartName="/ppt/slideLayouts/_rels/slideLayout147.xml.rels" ContentType="application/vnd.openxmlformats-package.relationships+xml"/>
  <Override PartName="/ppt/slideLayouts/_rels/slideLayout150.xml.rels" ContentType="application/vnd.openxmlformats-package.relationships+xml"/>
  <Override PartName="/ppt/slideLayouts/_rels/slideLayout151.xml.rels" ContentType="application/vnd.openxmlformats-package.relationships+xml"/>
  <Override PartName="/ppt/slideLayouts/_rels/slideLayout152.xml.rels" ContentType="application/vnd.openxmlformats-package.relationships+xml"/>
  <Override PartName="/ppt/slideLayouts/_rels/slideLayout153.xml.rels" ContentType="application/vnd.openxmlformats-package.relationships+xml"/>
  <Override PartName="/ppt/slideLayouts/_rels/slideLayout154.xml.rels" ContentType="application/vnd.openxmlformats-package.relationships+xml"/>
  <Override PartName="/ppt/slideLayouts/_rels/slideLayout155.xml.rels" ContentType="application/vnd.openxmlformats-package.relationships+xml"/>
  <Override PartName="/ppt/slideLayouts/_rels/slideLayout156.xml.rels" ContentType="application/vnd.openxmlformats-package.relationships+xml"/>
  <Override PartName="/ppt/slideLayouts/_rels/slideLayout157.xml.rels" ContentType="application/vnd.openxmlformats-package.relationships+xml"/>
  <Override PartName="/ppt/slideLayouts/_rels/slideLayout160.xml.rels" ContentType="application/vnd.openxmlformats-package.relationships+xml"/>
  <Override PartName="/ppt/slideLayouts/_rels/slideLayout161.xml.rels" ContentType="application/vnd.openxmlformats-package.relationships+xml"/>
  <Override PartName="/ppt/slideLayouts/_rels/slideLayout162.xml.rels" ContentType="application/vnd.openxmlformats-package.relationships+xml"/>
  <Override PartName="/ppt/slideLayouts/_rels/slideLayout163.xml.rels" ContentType="application/vnd.openxmlformats-package.relationships+xml"/>
  <Override PartName="/ppt/slideLayouts/_rels/slideLayout164.xml.rels" ContentType="application/vnd.openxmlformats-package.relationships+xml"/>
  <Override PartName="/ppt/slideLayouts/_rels/slideLayout165.xml.rels" ContentType="application/vnd.openxmlformats-package.relationships+xml"/>
  <Override PartName="/ppt/slideLayouts/_rels/slideLayout166.xml.rels" ContentType="application/vnd.openxmlformats-package.relationships+xml"/>
  <Override PartName="/ppt/slideLayouts/_rels/slideLayout167.xml.rels" ContentType="application/vnd.openxmlformats-package.relationships+xml"/>
  <Override PartName="/ppt/slideLayouts/_rels/slideLayout170.xml.rels" ContentType="application/vnd.openxmlformats-package.relationships+xml"/>
  <Override PartName="/ppt/slideLayouts/_rels/slideLayout171.xml.rels" ContentType="application/vnd.openxmlformats-package.relationships+xml"/>
  <Override PartName="/ppt/slideLayouts/_rels/slideLayout172.xml.rels" ContentType="application/vnd.openxmlformats-package.relationships+xml"/>
  <Override PartName="/ppt/slideLayouts/_rels/slideLayout173.xml.rels" ContentType="application/vnd.openxmlformats-package.relationships+xml"/>
  <Override PartName="/ppt/slideLayouts/_rels/slideLayout174.xml.rels" ContentType="application/vnd.openxmlformats-package.relationships+xml"/>
  <Override PartName="/ppt/slideLayouts/_rels/slideLayout175.xml.rels" ContentType="application/vnd.openxmlformats-package.relationships+xml"/>
  <Override PartName="/ppt/slideLayouts/_rels/slideLayout176.xml.rels" ContentType="application/vnd.openxmlformats-package.relationships+xml"/>
  <Override PartName="/ppt/slideLayouts/_rels/slideLayout177.xml.rels" ContentType="application/vnd.openxmlformats-package.relationships+xml"/>
  <Override PartName="/ppt/slideLayouts/_rels/slideLayout180.xml.rels" ContentType="application/vnd.openxmlformats-package.relationships+xml"/>
  <Override PartName="/ppt/slideLayouts/_rels/slideLayout181.xml.rels" ContentType="application/vnd.openxmlformats-package.relationships+xml"/>
  <Override PartName="/ppt/slideLayouts/_rels/slideLayout182.xml.rels" ContentType="application/vnd.openxmlformats-package.relationships+xml"/>
  <Override PartName="/ppt/slideLayouts/_rels/slideLayout183.xml.rels" ContentType="application/vnd.openxmlformats-package.relationships+xml"/>
  <Override PartName="/ppt/slideLayouts/_rels/slideLayout184.xml.rels" ContentType="application/vnd.openxmlformats-package.relationships+xml"/>
  <Override PartName="/ppt/slideLayouts/_rels/slideLayout185.xml.rels" ContentType="application/vnd.openxmlformats-package.relationships+xml"/>
  <Override PartName="/ppt/slideLayouts/_rels/slideLayout186.xml.rels" ContentType="application/vnd.openxmlformats-package.relationships+xml"/>
  <Override PartName="/ppt/slideLayouts/_rels/slideLayout187.xml.rels" ContentType="application/vnd.openxmlformats-package.relationships+xml"/>
  <Override PartName="/ppt/slideLayouts/_rels/slideLayout188.xml.rels" ContentType="application/vnd.openxmlformats-package.relationships+xml"/>
  <Override PartName="/ppt/slideLayouts/_rels/slideLayout189.xml.rels" ContentType="application/vnd.openxmlformats-package.relationships+xml"/>
  <Override PartName="/ppt/slideLayouts/_rels/slideLayout190.xml.rels" ContentType="application/vnd.openxmlformats-package.relationships+xml"/>
  <Override PartName="/ppt/slideLayouts/_rels/slideLayout191.xml.rels" ContentType="application/vnd.openxmlformats-package.relationships+xml"/>
  <Override PartName="/ppt/slideLayouts/_rels/slideLayout192.xml.rels" ContentType="application/vnd.openxmlformats-package.relationships+xml"/>
  <Override PartName="/ppt/slideLayouts/_rels/slideLayout193.xml.rels" ContentType="application/vnd.openxmlformats-package.relationships+xml"/>
  <Override PartName="/ppt/slideLayouts/_rels/slideLayout194.xml.rels" ContentType="application/vnd.openxmlformats-package.relationships+xml"/>
  <Override PartName="/ppt/slideLayouts/_rels/slideLayout195.xml.rels" ContentType="application/vnd.openxmlformats-package.relationships+xml"/>
  <Override PartName="/ppt/slideLayouts/_rels/slideLayout196.xml.rels" ContentType="application/vnd.openxmlformats-package.relationships+xml"/>
  <Override PartName="/ppt/slideLayouts/_rels/slideLayout197.xml.rels" ContentType="application/vnd.openxmlformats-package.relationships+xml"/>
  <Override PartName="/ppt/slideLayouts/_rels/slideLayout198.xml.rels" ContentType="application/vnd.openxmlformats-package.relationships+xml"/>
  <Override PartName="/ppt/slideLayouts/_rels/slideLayout199.xml.rels" ContentType="application/vnd.openxmlformats-package.relationships+xml"/>
  <Override PartName="/ppt/slideLayouts/_rels/slideLayout209.xml.rels" ContentType="application/vnd.openxmlformats-package.relationships+xml"/>
  <Override PartName="/ppt/slideLayouts/_rels/slideLayout219.xml.rels" ContentType="application/vnd.openxmlformats-package.relationships+xml"/>
  <Override PartName="/ppt/slideLayouts/_rels/slideLayout229.xml.rels" ContentType="application/vnd.openxmlformats-package.relationships+xml"/>
  <Override PartName="/ppt/slideLayouts/_rels/slideLayout239.xml.rels" ContentType="application/vnd.openxmlformats-package.relationships+xml"/>
  <Override PartName="/ppt/slideLayouts/_rels/slideLayout240.xml.rels" ContentType="application/vnd.openxmlformats-package.relationships+xml"/>
  <Override PartName="/ppt/slideLayouts/_rels/slideLayout241.xml.rels" ContentType="application/vnd.openxmlformats-package.relationships+xml"/>
  <Override PartName="/ppt/slideLayouts/_rels/slideLayout242.xml.rels" ContentType="application/vnd.openxmlformats-package.relationships+xml"/>
  <Override PartName="/ppt/slideLayouts/_rels/slideLayout243.xml.rels" ContentType="application/vnd.openxmlformats-package.relationships+xml"/>
  <Override PartName="/ppt/slideLayouts/_rels/slideLayout244.xml.rels" ContentType="application/vnd.openxmlformats-package.relationships+xml"/>
  <Override PartName="/ppt/slideLayouts/_rels/slideLayout245.xml.rels" ContentType="application/vnd.openxmlformats-package.relationships+xml"/>
  <Override PartName="/ppt/slideLayouts/_rels/slideLayout246.xml.rels" ContentType="application/vnd.openxmlformats-package.relationships+xml"/>
  <Override PartName="/ppt/slideLayouts/_rels/slideLayout247.xml.rels" ContentType="application/vnd.openxmlformats-package.relationships+xml"/>
  <Override PartName="/ppt/slideLayouts/_rels/slideLayout248.xml.rels" ContentType="application/vnd.openxmlformats-package.relationships+xml"/>
  <Override PartName="/ppt/slideLayouts/_rels/slideLayout249.xml.rels" ContentType="application/vnd.openxmlformats-package.relationships+xml"/>
  <Override PartName="/ppt/slideLayouts/_rels/slideLayout250.xml.rels" ContentType="application/vnd.openxmlformats-package.relationships+xml"/>
  <Override PartName="/ppt/slideLayouts/_rels/slideLayout251.xml.rels" ContentType="application/vnd.openxmlformats-package.relationships+xml"/>
  <Override PartName="/ppt/slideLayouts/_rels/slideLayout252.xml.rels" ContentType="application/vnd.openxmlformats-package.relationships+xml"/>
  <Override PartName="/ppt/slideLayouts/slideLayout61.xml" ContentType="application/vnd.openxmlformats-officedocument.presentationml.slideLayout+xml"/>
  <Override PartName="/ppt/slideLayouts/slideLayout149.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158.xml" ContentType="application/vnd.openxmlformats-officedocument.presentationml.slideLayout+xml"/>
  <Override PartName="/ppt/slideLayouts/slideLayout71.xml" ContentType="application/vnd.openxmlformats-officedocument.presentationml.slideLayout+xml"/>
  <Override PartName="/ppt/slideLayouts/slideLayout159.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168.xml" ContentType="application/vnd.openxmlformats-officedocument.presentationml.slideLayout+xml"/>
  <Override PartName="/ppt/slideLayouts/slideLayout81.xml" ContentType="application/vnd.openxmlformats-officedocument.presentationml.slideLayout+xml"/>
  <Override PartName="/ppt/slideLayouts/slideLayout169.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178.xml" ContentType="application/vnd.openxmlformats-officedocument.presentationml.slideLayout+xml"/>
  <Override PartName="/ppt/slideLayouts/slideLayout91.xml" ContentType="application/vnd.openxmlformats-officedocument.presentationml.slideLayout+xml"/>
  <Override PartName="/ppt/slideLayouts/slideLayout179.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40.xml" ContentType="application/vnd.openxmlformats-officedocument.presentationml.slideLayout+xml"/>
  <Override PartName="/ppt/slideLayouts/slideLayout141.xml" ContentType="application/vnd.openxmlformats-officedocument.presentationml.slideLayout+xml"/>
  <Override PartName="/ppt/slideLayouts/slideLayout142.xml" ContentType="application/vnd.openxmlformats-officedocument.presentationml.slideLayout+xml"/>
  <Override PartName="/ppt/slideLayouts/slideLayout143.xml" ContentType="application/vnd.openxmlformats-officedocument.presentationml.slideLayout+xml"/>
  <Override PartName="/ppt/slideLayouts/slideLayout144.xml" ContentType="application/vnd.openxmlformats-officedocument.presentationml.slideLayout+xml"/>
  <Override PartName="/ppt/slideLayouts/slideLayout145.xml" ContentType="application/vnd.openxmlformats-officedocument.presentationml.slideLayout+xml"/>
  <Override PartName="/ppt/slideLayouts/slideLayout146.xml" ContentType="application/vnd.openxmlformats-officedocument.presentationml.slideLayout+xml"/>
  <Override PartName="/ppt/slideLayouts/slideLayout147.xml" ContentType="application/vnd.openxmlformats-officedocument.presentationml.slideLayout+xml"/>
  <Override PartName="/ppt/slideLayouts/slideLayout150.xml" ContentType="application/vnd.openxmlformats-officedocument.presentationml.slideLayout+xml"/>
  <Override PartName="/ppt/slideLayouts/slideLayout151.xml" ContentType="application/vnd.openxmlformats-officedocument.presentationml.slideLayout+xml"/>
  <Override PartName="/ppt/slideLayouts/slideLayout152.xml" ContentType="application/vnd.openxmlformats-officedocument.presentationml.slideLayout+xml"/>
  <Override PartName="/ppt/slideLayouts/slideLayout153.xml" ContentType="application/vnd.openxmlformats-officedocument.presentationml.slideLayout+xml"/>
  <Override PartName="/ppt/slideLayouts/slideLayout154.xml" ContentType="application/vnd.openxmlformats-officedocument.presentationml.slideLayout+xml"/>
  <Override PartName="/ppt/slideLayouts/slideLayout155.xml" ContentType="application/vnd.openxmlformats-officedocument.presentationml.slideLayout+xml"/>
  <Override PartName="/ppt/slideLayouts/slideLayout156.xml" ContentType="application/vnd.openxmlformats-officedocument.presentationml.slideLayout+xml"/>
  <Override PartName="/ppt/slideLayouts/slideLayout157.xml" ContentType="application/vnd.openxmlformats-officedocument.presentationml.slideLayout+xml"/>
  <Override PartName="/ppt/slideLayouts/slideLayout160.xml" ContentType="application/vnd.openxmlformats-officedocument.presentationml.slideLayout+xml"/>
  <Override PartName="/ppt/slideLayouts/slideLayout161.xml" ContentType="application/vnd.openxmlformats-officedocument.presentationml.slideLayout+xml"/>
  <Override PartName="/ppt/slideLayouts/slideLayout162.xml" ContentType="application/vnd.openxmlformats-officedocument.presentationml.slideLayout+xml"/>
  <Override PartName="/ppt/slideLayouts/slideLayout163.xml" ContentType="application/vnd.openxmlformats-officedocument.presentationml.slideLayout+xml"/>
  <Override PartName="/ppt/slideLayouts/slideLayout164.xml" ContentType="application/vnd.openxmlformats-officedocument.presentationml.slideLayout+xml"/>
  <Override PartName="/ppt/slideLayouts/slideLayout165.xml" ContentType="application/vnd.openxmlformats-officedocument.presentationml.slideLayout+xml"/>
  <Override PartName="/ppt/slideLayouts/slideLayout166.xml" ContentType="application/vnd.openxmlformats-officedocument.presentationml.slideLayout+xml"/>
  <Override PartName="/ppt/slideLayouts/slideLayout167.xml" ContentType="application/vnd.openxmlformats-officedocument.presentationml.slideLayout+xml"/>
  <Override PartName="/ppt/slideLayouts/slideLayout170.xml" ContentType="application/vnd.openxmlformats-officedocument.presentationml.slideLayout+xml"/>
  <Override PartName="/ppt/slideLayouts/slideLayout171.xml" ContentType="application/vnd.openxmlformats-officedocument.presentationml.slideLayout+xml"/>
  <Override PartName="/ppt/slideLayouts/slideLayout172.xml" ContentType="application/vnd.openxmlformats-officedocument.presentationml.slideLayout+xml"/>
  <Override PartName="/ppt/slideLayouts/slideLayout173.xml" ContentType="application/vnd.openxmlformats-officedocument.presentationml.slideLayout+xml"/>
  <Override PartName="/ppt/slideLayouts/slideLayout174.xml" ContentType="application/vnd.openxmlformats-officedocument.presentationml.slideLayout+xml"/>
  <Override PartName="/ppt/slideLayouts/slideLayout175.xml" ContentType="application/vnd.openxmlformats-officedocument.presentationml.slideLayout+xml"/>
  <Override PartName="/ppt/slideLayouts/slideLayout176.xml" ContentType="application/vnd.openxmlformats-officedocument.presentationml.slideLayout+xml"/>
  <Override PartName="/ppt/slideLayouts/slideLayout177.xml" ContentType="application/vnd.openxmlformats-officedocument.presentationml.slideLayout+xml"/>
  <Override PartName="/ppt/slideLayouts/slideLayout180.xml" ContentType="application/vnd.openxmlformats-officedocument.presentationml.slideLayout+xml"/>
  <Override PartName="/ppt/slideLayouts/slideLayout181.xml" ContentType="application/vnd.openxmlformats-officedocument.presentationml.slideLayout+xml"/>
  <Override PartName="/ppt/slideLayouts/slideLayout182.xml" ContentType="application/vnd.openxmlformats-officedocument.presentationml.slideLayout+xml"/>
  <Override PartName="/ppt/slideLayouts/slideLayout183.xml" ContentType="application/vnd.openxmlformats-officedocument.presentationml.slideLayout+xml"/>
  <Override PartName="/ppt/slideLayouts/slideLayout184.xml" ContentType="application/vnd.openxmlformats-officedocument.presentationml.slideLayout+xml"/>
  <Override PartName="/ppt/slideLayouts/slideLayout185.xml" ContentType="application/vnd.openxmlformats-officedocument.presentationml.slideLayout+xml"/>
  <Override PartName="/ppt/slideLayouts/slideLayout186.xml" ContentType="application/vnd.openxmlformats-officedocument.presentationml.slideLayout+xml"/>
  <Override PartName="/ppt/slideLayouts/slideLayout187.xml" ContentType="application/vnd.openxmlformats-officedocument.presentationml.slideLayout+xml"/>
  <Override PartName="/ppt/slideLayouts/slideLayout188.xml" ContentType="application/vnd.openxmlformats-officedocument.presentationml.slideLayout+xml"/>
  <Override PartName="/ppt/slideLayouts/slideLayout189.xml" ContentType="application/vnd.openxmlformats-officedocument.presentationml.slideLayout+xml"/>
  <Override PartName="/ppt/slideLayouts/slideLayout190.xml" ContentType="application/vnd.openxmlformats-officedocument.presentationml.slideLayout+xml"/>
  <Override PartName="/ppt/slideLayouts/slideLayout191.xml" ContentType="application/vnd.openxmlformats-officedocument.presentationml.slideLayout+xml"/>
  <Override PartName="/ppt/slideLayouts/slideLayout192.xml" ContentType="application/vnd.openxmlformats-officedocument.presentationml.slideLayout+xml"/>
  <Override PartName="/ppt/slideLayouts/slideLayout193.xml" ContentType="application/vnd.openxmlformats-officedocument.presentationml.slideLayout+xml"/>
  <Override PartName="/ppt/slideLayouts/slideLayout194.xml" ContentType="application/vnd.openxmlformats-officedocument.presentationml.slideLayout+xml"/>
  <Override PartName="/ppt/slideLayouts/slideLayout195.xml" ContentType="application/vnd.openxmlformats-officedocument.presentationml.slideLayout+xml"/>
  <Override PartName="/ppt/slideLayouts/slideLayout196.xml" ContentType="application/vnd.openxmlformats-officedocument.presentationml.slideLayout+xml"/>
  <Override PartName="/ppt/slideLayouts/slideLayout197.xml" ContentType="application/vnd.openxmlformats-officedocument.presentationml.slideLayout+xml"/>
  <Override PartName="/ppt/slideLayouts/slideLayout198.xml" ContentType="application/vnd.openxmlformats-officedocument.presentationml.slideLayout+xml"/>
  <Override PartName="/ppt/slideLayouts/slideLayout199.xml" ContentType="application/vnd.openxmlformats-officedocument.presentationml.slideLayout+xml"/>
  <Override PartName="/ppt/slideLayouts/slideLayout200.xml" ContentType="application/vnd.openxmlformats-officedocument.presentationml.slideLayout+xml"/>
  <Override PartName="/ppt/slideLayouts/slideLayout201.xml" ContentType="application/vnd.openxmlformats-officedocument.presentationml.slideLayout+xml"/>
  <Override PartName="/ppt/slideLayouts/slideLayout202.xml" ContentType="application/vnd.openxmlformats-officedocument.presentationml.slideLayout+xml"/>
  <Override PartName="/ppt/slideLayouts/slideLayout203.xml" ContentType="application/vnd.openxmlformats-officedocument.presentationml.slideLayout+xml"/>
  <Override PartName="/ppt/slideLayouts/slideLayout204.xml" ContentType="application/vnd.openxmlformats-officedocument.presentationml.slideLayout+xml"/>
  <Override PartName="/ppt/slideLayouts/slideLayout205.xml" ContentType="application/vnd.openxmlformats-officedocument.presentationml.slideLayout+xml"/>
  <Override PartName="/ppt/slideLayouts/slideLayout206.xml" ContentType="application/vnd.openxmlformats-officedocument.presentationml.slideLayout+xml"/>
  <Override PartName="/ppt/slideLayouts/slideLayout207.xml" ContentType="application/vnd.openxmlformats-officedocument.presentationml.slideLayout+xml"/>
  <Override PartName="/ppt/slideLayouts/slideLayout208.xml" ContentType="application/vnd.openxmlformats-officedocument.presentationml.slideLayout+xml"/>
  <Override PartName="/ppt/slideLayouts/slideLayout209.xml" ContentType="application/vnd.openxmlformats-officedocument.presentationml.slideLayout+xml"/>
  <Override PartName="/ppt/slideLayouts/slideLayout210.xml" ContentType="application/vnd.openxmlformats-officedocument.presentationml.slideLayout+xml"/>
  <Override PartName="/ppt/slideLayouts/slideLayout211.xml" ContentType="application/vnd.openxmlformats-officedocument.presentationml.slideLayout+xml"/>
  <Override PartName="/ppt/slideLayouts/slideLayout212.xml" ContentType="application/vnd.openxmlformats-officedocument.presentationml.slideLayout+xml"/>
  <Override PartName="/ppt/slideLayouts/slideLayout213.xml" ContentType="application/vnd.openxmlformats-officedocument.presentationml.slideLayout+xml"/>
  <Override PartName="/ppt/slideLayouts/slideLayout214.xml" ContentType="application/vnd.openxmlformats-officedocument.presentationml.slideLayout+xml"/>
  <Override PartName="/ppt/slideLayouts/slideLayout215.xml" ContentType="application/vnd.openxmlformats-officedocument.presentationml.slideLayout+xml"/>
  <Override PartName="/ppt/slideLayouts/slideLayout216.xml" ContentType="application/vnd.openxmlformats-officedocument.presentationml.slideLayout+xml"/>
  <Override PartName="/ppt/slideLayouts/slideLayout217.xml" ContentType="application/vnd.openxmlformats-officedocument.presentationml.slideLayout+xml"/>
  <Override PartName="/ppt/slideLayouts/slideLayout218.xml" ContentType="application/vnd.openxmlformats-officedocument.presentationml.slideLayout+xml"/>
  <Override PartName="/ppt/slideLayouts/slideLayout219.xml" ContentType="application/vnd.openxmlformats-officedocument.presentationml.slideLayout+xml"/>
  <Override PartName="/ppt/slideLayouts/slideLayout220.xml" ContentType="application/vnd.openxmlformats-officedocument.presentationml.slideLayout+xml"/>
  <Override PartName="/ppt/slideLayouts/slideLayout221.xml" ContentType="application/vnd.openxmlformats-officedocument.presentationml.slideLayout+xml"/>
  <Override PartName="/ppt/slideLayouts/slideLayout222.xml" ContentType="application/vnd.openxmlformats-officedocument.presentationml.slideLayout+xml"/>
  <Override PartName="/ppt/slideLayouts/slideLayout223.xml" ContentType="application/vnd.openxmlformats-officedocument.presentationml.slideLayout+xml"/>
  <Override PartName="/ppt/slideLayouts/slideLayout224.xml" ContentType="application/vnd.openxmlformats-officedocument.presentationml.slideLayout+xml"/>
  <Override PartName="/ppt/slideLayouts/slideLayout225.xml" ContentType="application/vnd.openxmlformats-officedocument.presentationml.slideLayout+xml"/>
  <Override PartName="/ppt/slideLayouts/slideLayout226.xml" ContentType="application/vnd.openxmlformats-officedocument.presentationml.slideLayout+xml"/>
  <Override PartName="/ppt/slideLayouts/slideLayout227.xml" ContentType="application/vnd.openxmlformats-officedocument.presentationml.slideLayout+xml"/>
  <Override PartName="/ppt/slideLayouts/slideLayout228.xml" ContentType="application/vnd.openxmlformats-officedocument.presentationml.slideLayout+xml"/>
  <Override PartName="/ppt/slideLayouts/slideLayout229.xml" ContentType="application/vnd.openxmlformats-officedocument.presentationml.slideLayout+xml"/>
  <Override PartName="/ppt/slideLayouts/slideLayout230.xml" ContentType="application/vnd.openxmlformats-officedocument.presentationml.slideLayout+xml"/>
  <Override PartName="/ppt/slideLayouts/slideLayout231.xml" ContentType="application/vnd.openxmlformats-officedocument.presentationml.slideLayout+xml"/>
  <Override PartName="/ppt/slideLayouts/slideLayout232.xml" ContentType="application/vnd.openxmlformats-officedocument.presentationml.slideLayout+xml"/>
  <Override PartName="/ppt/slideLayouts/slideLayout233.xml" ContentType="application/vnd.openxmlformats-officedocument.presentationml.slideLayout+xml"/>
  <Override PartName="/ppt/slideLayouts/slideLayout234.xml" ContentType="application/vnd.openxmlformats-officedocument.presentationml.slideLayout+xml"/>
  <Override PartName="/ppt/slideLayouts/slideLayout235.xml" ContentType="application/vnd.openxmlformats-officedocument.presentationml.slideLayout+xml"/>
  <Override PartName="/ppt/slideLayouts/slideLayout236.xml" ContentType="application/vnd.openxmlformats-officedocument.presentationml.slideLayout+xml"/>
  <Override PartName="/ppt/slideLayouts/slideLayout237.xml" ContentType="application/vnd.openxmlformats-officedocument.presentationml.slideLayout+xml"/>
  <Override PartName="/ppt/slideLayouts/slideLayout238.xml" ContentType="application/vnd.openxmlformats-officedocument.presentationml.slideLayout+xml"/>
  <Override PartName="/ppt/slideLayouts/slideLayout239.xml" ContentType="application/vnd.openxmlformats-officedocument.presentationml.slideLayout+xml"/>
  <Override PartName="/ppt/slideLayouts/slideLayout240.xml" ContentType="application/vnd.openxmlformats-officedocument.presentationml.slideLayout+xml"/>
  <Override PartName="/ppt/slideLayouts/slideLayout241.xml" ContentType="application/vnd.openxmlformats-officedocument.presentationml.slideLayout+xml"/>
  <Override PartName="/ppt/slideLayouts/slideLayout242.xml" ContentType="application/vnd.openxmlformats-officedocument.presentationml.slideLayout+xml"/>
  <Override PartName="/ppt/slideLayouts/slideLayout243.xml" ContentType="application/vnd.openxmlformats-officedocument.presentationml.slideLayout+xml"/>
  <Override PartName="/ppt/slideLayouts/slideLayout244.xml" ContentType="application/vnd.openxmlformats-officedocument.presentationml.slideLayout+xml"/>
  <Override PartName="/ppt/slideLayouts/slideLayout245.xml" ContentType="application/vnd.openxmlformats-officedocument.presentationml.slideLayout+xml"/>
  <Override PartName="/ppt/slideLayouts/slideLayout246.xml" ContentType="application/vnd.openxmlformats-officedocument.presentationml.slideLayout+xml"/>
  <Override PartName="/ppt/slideLayouts/slideLayout247.xml" ContentType="application/vnd.openxmlformats-officedocument.presentationml.slideLayout+xml"/>
  <Override PartName="/ppt/slideLayouts/slideLayout248.xml" ContentType="application/vnd.openxmlformats-officedocument.presentationml.slideLayout+xml"/>
  <Override PartName="/ppt/slideLayouts/slideLayout249.xml" ContentType="application/vnd.openxmlformats-officedocument.presentationml.slideLayout+xml"/>
  <Override PartName="/ppt/slideLayouts/slideLayout250.xml" ContentType="application/vnd.openxmlformats-officedocument.presentationml.slideLayout+xml"/>
  <Override PartName="/ppt/slideLayouts/slideLayout251.xml" ContentType="application/vnd.openxmlformats-officedocument.presentationml.slideLayout+xml"/>
  <Override PartName="/ppt/slideLayouts/slideLayout252.xml" ContentType="application/vnd.openxmlformats-officedocument.presentationml.slideLayout+xml"/>
  <Override PartName="/ppt/_rels/presentation.xml.rels" ContentType="application/vnd.openxmlformats-package.relationships+xml"/>
  <Override PartName="/ppt/slides/slide1.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21.xml" ContentType="application/vnd.openxmlformats-officedocument.presentationml.slide+xml"/>
  <Override PartName="/ppt/slides/slide4.xml" ContentType="application/vnd.openxmlformats-officedocument.presentationml.slide+xml"/>
  <Override PartName="/ppt/slides/slide2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23.xml" ContentType="application/vnd.openxmlformats-officedocument.presentationml.slide+xml"/>
  <Override PartName="/ppt/slides/slide7.xml" ContentType="application/vnd.openxmlformats-officedocument.presentationml.slide+xml"/>
  <Override PartName="/ppt/slides/slide24.xml" ContentType="application/vnd.openxmlformats-officedocument.presentationml.slide+xml"/>
  <Override PartName="/ppt/slides/slide8.xml" ContentType="application/vnd.openxmlformats-officedocument.presentationml.slide+xml"/>
  <Override PartName="/ppt/slides/slide25.xml" ContentType="application/vnd.openxmlformats-officedocument.presentationml.slide+xml"/>
  <Override PartName="/ppt/slides/slide9.xml" ContentType="application/vnd.openxmlformats-officedocument.presentationml.slide+xml"/>
  <Override PartName="/ppt/slides/slide26.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7.xml" ContentType="application/vnd.openxmlformats-officedocument.presentationml.slide+xml"/>
  <Override PartName="/ppt/slides/_rels/slide1.xml.rels" ContentType="application/vnd.openxmlformats-package.relationships+xml"/>
  <Override PartName="/ppt/slides/_rels/slide22.xml.rels" ContentType="application/vnd.openxmlformats-package.relationships+xml"/>
  <Override PartName="/ppt/slides/_rels/slide2.xml.rels" ContentType="application/vnd.openxmlformats-package.relationships+xml"/>
  <Override PartName="/ppt/slides/_rels/slide20.xml.rels" ContentType="application/vnd.openxmlformats-package.relationships+xml"/>
  <Override PartName="/ppt/slides/_rels/slide3.xml.rels" ContentType="application/vnd.openxmlformats-package.relationships+xml"/>
  <Override PartName="/ppt/slides/_rels/slide21.xml.rels" ContentType="application/vnd.openxmlformats-package.relationships+xml"/>
  <Override PartName="/ppt/slides/_rels/slide4.xml.rels" ContentType="application/vnd.openxmlformats-package.relationships+xml"/>
  <Override PartName="/ppt/slides/_rels/slide5.xml.rels" ContentType="application/vnd.openxmlformats-package.relationships+xml"/>
  <Override PartName="/ppt/slides/_rels/slide23.xml.rels" ContentType="application/vnd.openxmlformats-package.relationships+xml"/>
  <Override PartName="/ppt/slides/_rels/slide6.xml.rels" ContentType="application/vnd.openxmlformats-package.relationships+xml"/>
  <Override PartName="/ppt/slides/_rels/slide24.xml.rels" ContentType="application/vnd.openxmlformats-package.relationships+xml"/>
  <Override PartName="/ppt/slides/_rels/slide7.xml.rels" ContentType="application/vnd.openxmlformats-package.relationships+xml"/>
  <Override PartName="/ppt/slides/_rels/slide25.xml.rels" ContentType="application/vnd.openxmlformats-package.relationships+xml"/>
  <Override PartName="/ppt/slides/_rels/slide8.xml.rels" ContentType="application/vnd.openxmlformats-package.relationships+xml"/>
  <Override PartName="/ppt/slides/_rels/slide26.xml.rels" ContentType="application/vnd.openxmlformats-package.relationships+xml"/>
  <Override PartName="/ppt/slides/_rels/slide9.xml.rels" ContentType="application/vnd.openxmlformats-package.relationships+xml"/>
  <Override PartName="/ppt/slides/_rels/slide10.xml.rels" ContentType="application/vnd.openxmlformats-package.relationships+xml"/>
  <Override PartName="/ppt/slides/_rels/slide11.xml.rels" ContentType="application/vnd.openxmlformats-package.relationships+xml"/>
  <Override PartName="/ppt/slides/_rels/slide12.xml.rels" ContentType="application/vnd.openxmlformats-package.relationships+xml"/>
  <Override PartName="/ppt/slides/_rels/slide13.xml.rels" ContentType="application/vnd.openxmlformats-package.relationships+xml"/>
  <Override PartName="/ppt/slides/_rels/slide14.xml.rels" ContentType="application/vnd.openxmlformats-package.relationships+xml"/>
  <Override PartName="/ppt/slides/_rels/slide15.xml.rels" ContentType="application/vnd.openxmlformats-package.relationships+xml"/>
  <Override PartName="/ppt/slides/_rels/slide16.xml.rels" ContentType="application/vnd.openxmlformats-package.relationships+xml"/>
  <Override PartName="/ppt/slides/_rels/slide17.xml.rels" ContentType="application/vnd.openxmlformats-package.relationships+xml"/>
  <Override PartName="/ppt/slides/_rels/slide18.xml.rels" ContentType="application/vnd.openxmlformats-package.relationships+xml"/>
  <Override PartName="/ppt/slides/_rels/slide19.xml.rels" ContentType="application/vnd.openxmlformats-package.relationships+xml"/>
  <Override PartName="/ppt/slides/_rels/slide27.xml.rels" ContentType="application/vnd.openxmlformats-package.relationships+xml"/>
  <Override PartName="/ppt/presProps.xml" ContentType="application/vnd.openxmlformats-officedocument.presentationml.presProps+xml"/>
  <Override PartName="/ppt/media/image1.png" ContentType="image/png"/>
  <Override PartName="/ppt/media/image2.png" ContentType="image/png"/>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 id="2147483661" r:id="rId3"/>
    <p:sldMasterId id="2147483674" r:id="rId4"/>
    <p:sldMasterId id="2147483687" r:id="rId5"/>
    <p:sldMasterId id="2147483700" r:id="rId6"/>
    <p:sldMasterId id="2147483713" r:id="rId7"/>
    <p:sldMasterId id="2147483726" r:id="rId8"/>
    <p:sldMasterId id="2147483739" r:id="rId9"/>
    <p:sldMasterId id="2147483752" r:id="rId10"/>
    <p:sldMasterId id="2147483765" r:id="rId11"/>
    <p:sldMasterId id="2147483778" r:id="rId12"/>
    <p:sldMasterId id="2147483791" r:id="rId13"/>
    <p:sldMasterId id="2147483804" r:id="rId14"/>
    <p:sldMasterId id="2147483817" r:id="rId15"/>
    <p:sldMasterId id="2147483830" r:id="rId16"/>
    <p:sldMasterId id="2147483843" r:id="rId17"/>
    <p:sldMasterId id="2147483856" r:id="rId18"/>
    <p:sldMasterId id="2147483869" r:id="rId19"/>
    <p:sldMasterId id="2147483882" r:id="rId20"/>
    <p:sldMasterId id="2147483895" r:id="rId21"/>
    <p:sldMasterId id="2147483908" r:id="rId22"/>
  </p:sldMasterIdLst>
  <p:sldIdLst>
    <p:sldId id="256" r:id="rId23"/>
    <p:sldId id="257" r:id="rId24"/>
    <p:sldId id="258" r:id="rId25"/>
    <p:sldId id="259" r:id="rId26"/>
    <p:sldId id="260" r:id="rId27"/>
    <p:sldId id="261" r:id="rId28"/>
    <p:sldId id="262" r:id="rId29"/>
    <p:sldId id="263" r:id="rId30"/>
    <p:sldId id="264" r:id="rId31"/>
    <p:sldId id="265" r:id="rId32"/>
    <p:sldId id="266" r:id="rId33"/>
    <p:sldId id="267" r:id="rId34"/>
    <p:sldId id="268" r:id="rId35"/>
    <p:sldId id="269" r:id="rId36"/>
    <p:sldId id="270" r:id="rId37"/>
    <p:sldId id="271" r:id="rId38"/>
    <p:sldId id="272" r:id="rId39"/>
    <p:sldId id="273" r:id="rId40"/>
    <p:sldId id="274" r:id="rId41"/>
    <p:sldId id="275" r:id="rId42"/>
    <p:sldId id="276" r:id="rId43"/>
    <p:sldId id="277" r:id="rId44"/>
    <p:sldId id="278" r:id="rId45"/>
    <p:sldId id="279" r:id="rId46"/>
    <p:sldId id="280" r:id="rId47"/>
    <p:sldId id="281" r:id="rId48"/>
    <p:sldId id="282" r:id="rId49"/>
  </p:sldIdLst>
  <p:sldSz cx="9144000" cy="6858000"/>
  <p:notesSz cx="7772400" cy="10058400"/>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Master" Target="slideMasters/slideMaster2.xml"/><Relationship Id="rId4" Type="http://schemas.openxmlformats.org/officeDocument/2006/relationships/slideMaster" Target="slideMasters/slideMaster3.xml"/><Relationship Id="rId5" Type="http://schemas.openxmlformats.org/officeDocument/2006/relationships/slideMaster" Target="slideMasters/slideMaster4.xml"/><Relationship Id="rId6" Type="http://schemas.openxmlformats.org/officeDocument/2006/relationships/slideMaster" Target="slideMasters/slideMaster5.xml"/><Relationship Id="rId7" Type="http://schemas.openxmlformats.org/officeDocument/2006/relationships/slideMaster" Target="slideMasters/slideMaster6.xml"/><Relationship Id="rId8" Type="http://schemas.openxmlformats.org/officeDocument/2006/relationships/slideMaster" Target="slideMasters/slideMaster7.xml"/><Relationship Id="rId9" Type="http://schemas.openxmlformats.org/officeDocument/2006/relationships/slideMaster" Target="slideMasters/slideMaster8.xml"/><Relationship Id="rId10" Type="http://schemas.openxmlformats.org/officeDocument/2006/relationships/slideMaster" Target="slideMasters/slideMaster9.xml"/><Relationship Id="rId11" Type="http://schemas.openxmlformats.org/officeDocument/2006/relationships/slideMaster" Target="slideMasters/slideMaster10.xml"/><Relationship Id="rId12" Type="http://schemas.openxmlformats.org/officeDocument/2006/relationships/slideMaster" Target="slideMasters/slideMaster11.xml"/><Relationship Id="rId13" Type="http://schemas.openxmlformats.org/officeDocument/2006/relationships/slideMaster" Target="slideMasters/slideMaster12.xml"/><Relationship Id="rId14" Type="http://schemas.openxmlformats.org/officeDocument/2006/relationships/slideMaster" Target="slideMasters/slideMaster13.xml"/><Relationship Id="rId15" Type="http://schemas.openxmlformats.org/officeDocument/2006/relationships/slideMaster" Target="slideMasters/slideMaster14.xml"/><Relationship Id="rId16" Type="http://schemas.openxmlformats.org/officeDocument/2006/relationships/slideMaster" Target="slideMasters/slideMaster15.xml"/><Relationship Id="rId17" Type="http://schemas.openxmlformats.org/officeDocument/2006/relationships/slideMaster" Target="slideMasters/slideMaster16.xml"/><Relationship Id="rId18" Type="http://schemas.openxmlformats.org/officeDocument/2006/relationships/slideMaster" Target="slideMasters/slideMaster17.xml"/><Relationship Id="rId19" Type="http://schemas.openxmlformats.org/officeDocument/2006/relationships/slideMaster" Target="slideMasters/slideMaster18.xml"/><Relationship Id="rId20" Type="http://schemas.openxmlformats.org/officeDocument/2006/relationships/slideMaster" Target="slideMasters/slideMaster19.xml"/><Relationship Id="rId21" Type="http://schemas.openxmlformats.org/officeDocument/2006/relationships/slideMaster" Target="slideMasters/slideMaster20.xml"/><Relationship Id="rId22" Type="http://schemas.openxmlformats.org/officeDocument/2006/relationships/slideMaster" Target="slideMasters/slideMaster21.xml"/><Relationship Id="rId23" Type="http://schemas.openxmlformats.org/officeDocument/2006/relationships/slide" Target="slides/slide1.xml"/><Relationship Id="rId24" Type="http://schemas.openxmlformats.org/officeDocument/2006/relationships/slide" Target="slides/slide2.xml"/><Relationship Id="rId25" Type="http://schemas.openxmlformats.org/officeDocument/2006/relationships/slide" Target="slides/slide3.xml"/><Relationship Id="rId26" Type="http://schemas.openxmlformats.org/officeDocument/2006/relationships/slide" Target="slides/slide4.xml"/><Relationship Id="rId27" Type="http://schemas.openxmlformats.org/officeDocument/2006/relationships/slide" Target="slides/slide5.xml"/><Relationship Id="rId28" Type="http://schemas.openxmlformats.org/officeDocument/2006/relationships/slide" Target="slides/slide6.xml"/><Relationship Id="rId29" Type="http://schemas.openxmlformats.org/officeDocument/2006/relationships/slide" Target="slides/slide7.xml"/><Relationship Id="rId30" Type="http://schemas.openxmlformats.org/officeDocument/2006/relationships/slide" Target="slides/slide8.xml"/><Relationship Id="rId31" Type="http://schemas.openxmlformats.org/officeDocument/2006/relationships/slide" Target="slides/slide9.xml"/><Relationship Id="rId32" Type="http://schemas.openxmlformats.org/officeDocument/2006/relationships/slide" Target="slides/slide10.xml"/><Relationship Id="rId33" Type="http://schemas.openxmlformats.org/officeDocument/2006/relationships/slide" Target="slides/slide11.xml"/><Relationship Id="rId34" Type="http://schemas.openxmlformats.org/officeDocument/2006/relationships/slide" Target="slides/slide12.xml"/><Relationship Id="rId35" Type="http://schemas.openxmlformats.org/officeDocument/2006/relationships/slide" Target="slides/slide13.xml"/><Relationship Id="rId36" Type="http://schemas.openxmlformats.org/officeDocument/2006/relationships/slide" Target="slides/slide14.xml"/><Relationship Id="rId37" Type="http://schemas.openxmlformats.org/officeDocument/2006/relationships/slide" Target="slides/slide15.xml"/><Relationship Id="rId38" Type="http://schemas.openxmlformats.org/officeDocument/2006/relationships/slide" Target="slides/slide16.xml"/><Relationship Id="rId39" Type="http://schemas.openxmlformats.org/officeDocument/2006/relationships/slide" Target="slides/slide17.xml"/><Relationship Id="rId40" Type="http://schemas.openxmlformats.org/officeDocument/2006/relationships/slide" Target="slides/slide18.xml"/><Relationship Id="rId41" Type="http://schemas.openxmlformats.org/officeDocument/2006/relationships/slide" Target="slides/slide19.xml"/><Relationship Id="rId42" Type="http://schemas.openxmlformats.org/officeDocument/2006/relationships/slide" Target="slides/slide20.xml"/><Relationship Id="rId43" Type="http://schemas.openxmlformats.org/officeDocument/2006/relationships/slide" Target="slides/slide21.xml"/><Relationship Id="rId44" Type="http://schemas.openxmlformats.org/officeDocument/2006/relationships/slide" Target="slides/slide22.xml"/><Relationship Id="rId45" Type="http://schemas.openxmlformats.org/officeDocument/2006/relationships/slide" Target="slides/slide23.xml"/><Relationship Id="rId46" Type="http://schemas.openxmlformats.org/officeDocument/2006/relationships/slide" Target="slides/slide24.xml"/><Relationship Id="rId47" Type="http://schemas.openxmlformats.org/officeDocument/2006/relationships/slide" Target="slides/slide25.xml"/><Relationship Id="rId48" Type="http://schemas.openxmlformats.org/officeDocument/2006/relationships/slide" Target="slides/slide26.xml"/><Relationship Id="rId49" Type="http://schemas.openxmlformats.org/officeDocument/2006/relationships/slide" Target="slides/slide27.xml"/><Relationship Id="rId50"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5.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6.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7.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8.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19.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0.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1.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2.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3.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4.xml.rels><?xml version="1.0" encoding="UTF-8"?>
<Relationships xmlns="http://schemas.openxmlformats.org/package/2006/relationships"><Relationship Id="rId1" Type="http://schemas.openxmlformats.org/officeDocument/2006/relationships/slideMaster" Target="../slideMasters/slideMaster2.xml"/>
</Relationships>
</file>

<file path=ppt/slideLayouts/_rels/slideLayout2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7.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8.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29.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0.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1.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2.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3.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4.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5.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6.xml.rels><?xml version="1.0" encoding="UTF-8"?>
<Relationships xmlns="http://schemas.openxmlformats.org/package/2006/relationships"><Relationship Id="rId1" Type="http://schemas.openxmlformats.org/officeDocument/2006/relationships/slideMaster" Target="../slideMasters/slideMaster3.xml"/>
</Relationships>
</file>

<file path=ppt/slideLayouts/_rels/slideLayout3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39.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0.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1.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2.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3.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4.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5.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6.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7.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8.xml.rels><?xml version="1.0" encoding="UTF-8"?>
<Relationships xmlns="http://schemas.openxmlformats.org/package/2006/relationships"><Relationship Id="rId1" Type="http://schemas.openxmlformats.org/officeDocument/2006/relationships/slideMaster" Target="../slideMasters/slideMaster4.xml"/>
</Relationships>
</file>

<file path=ppt/slideLayouts/_rels/slideLayout4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1.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2.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3.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4.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5.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6.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7.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8.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59.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0.xml.rels><?xml version="1.0" encoding="UTF-8"?>
<Relationships xmlns="http://schemas.openxmlformats.org/package/2006/relationships"><Relationship Id="rId1" Type="http://schemas.openxmlformats.org/officeDocument/2006/relationships/slideMaster" Target="../slideMasters/slideMaster5.xml"/>
</Relationships>
</file>

<file path=ppt/slideLayouts/_rels/slideLayout6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3.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4.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5.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6.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7.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8.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69.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0.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1.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2.xml.rels><?xml version="1.0" encoding="UTF-8"?>
<Relationships xmlns="http://schemas.openxmlformats.org/package/2006/relationships"><Relationship Id="rId1" Type="http://schemas.openxmlformats.org/officeDocument/2006/relationships/slideMaster" Target="../slideMasters/slideMaster6.xml"/>
</Relationships>
</file>

<file path=ppt/slideLayouts/_rels/slideLayout7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5.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6.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7.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8.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79.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0.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1.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2.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3.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4.xml.rels><?xml version="1.0" encoding="UTF-8"?>
<Relationships xmlns="http://schemas.openxmlformats.org/package/2006/relationships"><Relationship Id="rId1" Type="http://schemas.openxmlformats.org/officeDocument/2006/relationships/slideMaster" Target="../slideMasters/slideMaster7.xml"/>
</Relationships>
</file>

<file path=ppt/slideLayouts/_rels/slideLayout8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7.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8.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89.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0.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1.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2.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3.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4.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5.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6.xml.rels><?xml version="1.0" encoding="UTF-8"?>
<Relationships xmlns="http://schemas.openxmlformats.org/package/2006/relationships"><Relationship Id="rId1" Type="http://schemas.openxmlformats.org/officeDocument/2006/relationships/slideMaster" Target="../slideMasters/slideMaster8.xml"/>
</Relationships>
</file>

<file path=ppt/slideLayouts/_rels/slideLayout9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99.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0.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1.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2.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3.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4.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5.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6.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7.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8.xml.rels><?xml version="1.0" encoding="UTF-8"?>
<Relationships xmlns="http://schemas.openxmlformats.org/package/2006/relationships"><Relationship Id="rId1" Type="http://schemas.openxmlformats.org/officeDocument/2006/relationships/slideMaster" Target="../slideMasters/slideMaster9.xml"/>
</Relationships>
</file>

<file path=ppt/slideLayouts/_rels/slideLayout10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1.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2.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3.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4.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5.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6.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7.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8.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19.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0.xml.rels><?xml version="1.0" encoding="UTF-8"?>
<Relationships xmlns="http://schemas.openxmlformats.org/package/2006/relationships"><Relationship Id="rId1" Type="http://schemas.openxmlformats.org/officeDocument/2006/relationships/slideMaster" Target="../slideMasters/slideMaster10.xml"/>
</Relationships>
</file>

<file path=ppt/slideLayouts/_rels/slideLayout12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3.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4.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5.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6.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7.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8.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29.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0.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1.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2.xml.rels><?xml version="1.0" encoding="UTF-8"?>
<Relationships xmlns="http://schemas.openxmlformats.org/package/2006/relationships"><Relationship Id="rId1" Type="http://schemas.openxmlformats.org/officeDocument/2006/relationships/slideMaster" Target="../slideMasters/slideMaster11.xml"/>
</Relationships>
</file>

<file path=ppt/slideLayouts/_rels/slideLayout13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5.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6.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7.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8.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39.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0.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1.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2.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3.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4.xml.rels><?xml version="1.0" encoding="UTF-8"?>
<Relationships xmlns="http://schemas.openxmlformats.org/package/2006/relationships"><Relationship Id="rId1" Type="http://schemas.openxmlformats.org/officeDocument/2006/relationships/slideMaster" Target="../slideMasters/slideMaster12.xml"/>
</Relationships>
</file>

<file path=ppt/slideLayouts/_rels/slideLayout14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7.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8.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49.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0.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1.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2.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3.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4.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5.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6.xml.rels><?xml version="1.0" encoding="UTF-8"?>
<Relationships xmlns="http://schemas.openxmlformats.org/package/2006/relationships"><Relationship Id="rId1" Type="http://schemas.openxmlformats.org/officeDocument/2006/relationships/slideMaster" Target="../slideMasters/slideMaster13.xml"/>
</Relationships>
</file>

<file path=ppt/slideLayouts/_rels/slideLayout15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59.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0.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1.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2.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3.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4.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5.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6.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7.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8.xml.rels><?xml version="1.0" encoding="UTF-8"?>
<Relationships xmlns="http://schemas.openxmlformats.org/package/2006/relationships"><Relationship Id="rId1" Type="http://schemas.openxmlformats.org/officeDocument/2006/relationships/slideMaster" Target="../slideMasters/slideMaster14.xml"/>
</Relationships>
</file>

<file path=ppt/slideLayouts/_rels/slideLayout16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1.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2.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3.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4.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5.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6.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7.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8.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79.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0.xml.rels><?xml version="1.0" encoding="UTF-8"?>
<Relationships xmlns="http://schemas.openxmlformats.org/package/2006/relationships"><Relationship Id="rId1" Type="http://schemas.openxmlformats.org/officeDocument/2006/relationships/slideMaster" Target="../slideMasters/slideMaster15.xml"/>
</Relationships>
</file>

<file path=ppt/slideLayouts/_rels/slideLayout18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3.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4.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5.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6.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7.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8.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89.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0.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1.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2.xml.rels><?xml version="1.0" encoding="UTF-8"?>
<Relationships xmlns="http://schemas.openxmlformats.org/package/2006/relationships"><Relationship Id="rId1" Type="http://schemas.openxmlformats.org/officeDocument/2006/relationships/slideMaster" Target="../slideMasters/slideMaster16.xml"/>
</Relationships>
</file>

<file path=ppt/slideLayouts/_rels/slideLayout19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5.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6.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7.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8.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199.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0.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1.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2.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3.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4.xml.rels><?xml version="1.0" encoding="UTF-8"?>
<Relationships xmlns="http://schemas.openxmlformats.org/package/2006/relationships"><Relationship Id="rId1" Type="http://schemas.openxmlformats.org/officeDocument/2006/relationships/slideMaster" Target="../slideMasters/slideMaster17.xml"/>
</Relationships>
</file>

<file path=ppt/slideLayouts/_rels/slideLayout20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7.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8.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09.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0.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1.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2.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3.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4.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5.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6.xml.rels><?xml version="1.0" encoding="UTF-8"?>
<Relationships xmlns="http://schemas.openxmlformats.org/package/2006/relationships"><Relationship Id="rId1" Type="http://schemas.openxmlformats.org/officeDocument/2006/relationships/slideMaster" Target="../slideMasters/slideMaster18.xml"/>
</Relationships>
</file>

<file path=ppt/slideLayouts/_rels/slideLayout21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8.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19.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0.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1.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2.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3.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4.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5.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6.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7.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8.xml.rels><?xml version="1.0" encoding="UTF-8"?>
<Relationships xmlns="http://schemas.openxmlformats.org/package/2006/relationships"><Relationship Id="rId1" Type="http://schemas.openxmlformats.org/officeDocument/2006/relationships/slideMaster" Target="../slideMasters/slideMaster19.xml"/>
</Relationships>
</file>

<file path=ppt/slideLayouts/_rels/slideLayout229.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1.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2.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3.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4.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5.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6.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7.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8.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39.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40.xml.rels><?xml version="1.0" encoding="UTF-8"?>
<Relationships xmlns="http://schemas.openxmlformats.org/package/2006/relationships"><Relationship Id="rId1" Type="http://schemas.openxmlformats.org/officeDocument/2006/relationships/slideMaster" Target="../slideMasters/slideMaster20.xml"/>
</Relationships>
</file>

<file path=ppt/slideLayouts/_rels/slideLayout24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2.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3.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4.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5.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6.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7.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8.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49.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0.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1.xml.rels><?xml version="1.0" encoding="UTF-8"?>
<Relationships xmlns="http://schemas.openxmlformats.org/package/2006/relationships"><Relationship Id="rId1" Type="http://schemas.openxmlformats.org/officeDocument/2006/relationships/slideMaster" Target="../slideMasters/slideMaster21.xml"/>
</Relationships>
</file>

<file path=ppt/slideLayouts/_rels/slideLayout252.xml.rels><?xml version="1.0" encoding="UTF-8"?>
<Relationships xmlns="http://schemas.openxmlformats.org/package/2006/relationships"><Relationship Id="rId1" Type="http://schemas.openxmlformats.org/officeDocument/2006/relationships/slideMaster" Target="../slideMasters/slideMaster2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
          </p:nvPr>
        </p:nvSpPr>
        <p:spPr/>
        <p:txBody>
          <a:bodyPr/>
          <a:p>
            <a:r>
              <a:t>Footer</a:t>
            </a:r>
          </a:p>
        </p:txBody>
      </p:sp>
      <p:sp>
        <p:nvSpPr>
          <p:cNvPr id="3" name="PlaceHolder 2"/>
          <p:cNvSpPr>
            <a:spLocks noGrp="1"/>
          </p:cNvSpPr>
          <p:nvPr>
            <p:ph type="sldNum" idx="2"/>
          </p:nvPr>
        </p:nvSpPr>
        <p:spPr/>
        <p:txBody>
          <a:bodyPr/>
          <a:p>
            <a:fld id="{9D3B90F7-C44E-4A07-981D-FAB747B6662A}" type="slidenum">
              <a:t>&lt;#&gt;</a:t>
            </a:fld>
          </a:p>
        </p:txBody>
      </p:sp>
      <p:sp>
        <p:nvSpPr>
          <p:cNvPr id="4" name="PlaceHolder 3"/>
          <p:cNvSpPr>
            <a:spLocks noGrp="1"/>
          </p:cNvSpPr>
          <p:nvPr>
            <p:ph type="dt" idx="3"/>
          </p:nvPr>
        </p:nvSpPr>
        <p:spPr/>
        <p:txBody>
          <a:bodyPr/>
          <a:p>
            <a:r>
              <a:rPr lang="en-US"/>
              <a:t/>
            </a: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E574DFE1-93D3-474A-A94B-B058B0E293FF}"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
          </p:nvPr>
        </p:nvSpPr>
        <p:spPr/>
        <p:txBody>
          <a:bodyPr/>
          <a:p>
            <a:r>
              <a:t>Footer</a:t>
            </a:r>
          </a:p>
        </p:txBody>
      </p:sp>
      <p:sp>
        <p:nvSpPr>
          <p:cNvPr id="5" name="PlaceHolder 4"/>
          <p:cNvSpPr>
            <a:spLocks noGrp="1"/>
          </p:cNvSpPr>
          <p:nvPr>
            <p:ph type="sldNum" idx="2"/>
          </p:nvPr>
        </p:nvSpPr>
        <p:spPr/>
        <p:txBody>
          <a:bodyPr/>
          <a:p>
            <a:fld id="{ECF83FA0-0990-4E8A-ACF7-AD0D6CA9C1BA}" type="slidenum">
              <a:t>&lt;#&gt;</a:t>
            </a:fld>
          </a:p>
        </p:txBody>
      </p:sp>
      <p:sp>
        <p:nvSpPr>
          <p:cNvPr id="6" name="PlaceHolder 5"/>
          <p:cNvSpPr>
            <a:spLocks noGrp="1"/>
          </p:cNvSpPr>
          <p:nvPr>
            <p:ph type="dt" idx="3"/>
          </p:nvPr>
        </p:nvSpPr>
        <p:spPr/>
        <p:txBody>
          <a:bodyPr/>
          <a:p>
            <a:r>
              <a:rPr lang="en-US"/>
              <a:t/>
            </a: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E65CD37B-69C2-448C-84E4-22627BD648AF}"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D054B80F-2CAE-4E93-81B5-8DB953B0639C}"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
          </p:nvPr>
        </p:nvSpPr>
        <p:spPr/>
        <p:txBody>
          <a:bodyPr/>
          <a:p>
            <a:r>
              <a:t>Footer</a:t>
            </a:r>
          </a:p>
        </p:txBody>
      </p:sp>
      <p:sp>
        <p:nvSpPr>
          <p:cNvPr id="4" name="PlaceHolder 3"/>
          <p:cNvSpPr>
            <a:spLocks noGrp="1"/>
          </p:cNvSpPr>
          <p:nvPr>
            <p:ph type="sldNum" idx="2"/>
          </p:nvPr>
        </p:nvSpPr>
        <p:spPr/>
        <p:txBody>
          <a:bodyPr/>
          <a:p>
            <a:fld id="{4D2FF400-2C0A-40DE-B503-B99887FB1D33}" type="slidenum">
              <a:t>&lt;#&gt;</a:t>
            </a:fld>
          </a:p>
        </p:txBody>
      </p:sp>
      <p:sp>
        <p:nvSpPr>
          <p:cNvPr id="5" name="PlaceHolder 4"/>
          <p:cNvSpPr>
            <a:spLocks noGrp="1"/>
          </p:cNvSpPr>
          <p:nvPr>
            <p:ph type="dt" idx="3"/>
          </p:nvPr>
        </p:nvSpPr>
        <p:spPr/>
        <p:txBody>
          <a:bodyPr/>
          <a:p>
            <a:r>
              <a:rPr lang="en-US"/>
              <a:t/>
            </a: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0F434CAD-6CD1-4476-A2A5-03446A22D6E1}"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5D596DD3-BF41-42B7-9B20-2647C8D189EF}"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
          </p:nvPr>
        </p:nvSpPr>
        <p:spPr/>
        <p:txBody>
          <a:bodyPr/>
          <a:p>
            <a:r>
              <a:t>Footer</a:t>
            </a:r>
          </a:p>
        </p:txBody>
      </p:sp>
      <p:sp>
        <p:nvSpPr>
          <p:cNvPr id="7" name="PlaceHolder 6"/>
          <p:cNvSpPr>
            <a:spLocks noGrp="1"/>
          </p:cNvSpPr>
          <p:nvPr>
            <p:ph type="sldNum" idx="2"/>
          </p:nvPr>
        </p:nvSpPr>
        <p:spPr/>
        <p:txBody>
          <a:bodyPr/>
          <a:p>
            <a:fld id="{7296FB75-2CFB-4870-A29A-3EBC9784246B}" type="slidenum">
              <a:t>&lt;#&gt;</a:t>
            </a:fld>
          </a:p>
        </p:txBody>
      </p:sp>
      <p:sp>
        <p:nvSpPr>
          <p:cNvPr id="8" name="PlaceHolder 7"/>
          <p:cNvSpPr>
            <a:spLocks noGrp="1"/>
          </p:cNvSpPr>
          <p:nvPr>
            <p:ph type="dt" idx="3"/>
          </p:nvPr>
        </p:nvSpPr>
        <p:spPr/>
        <p:txBody>
          <a:bodyPr/>
          <a:p>
            <a:r>
              <a:rPr lang="en-US"/>
              <a:t/>
            </a: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
          </p:nvPr>
        </p:nvSpPr>
        <p:spPr/>
        <p:txBody>
          <a:bodyPr/>
          <a:p>
            <a:r>
              <a:t>Footer</a:t>
            </a:r>
          </a:p>
        </p:txBody>
      </p:sp>
      <p:sp>
        <p:nvSpPr>
          <p:cNvPr id="6" name="PlaceHolder 5"/>
          <p:cNvSpPr>
            <a:spLocks noGrp="1"/>
          </p:cNvSpPr>
          <p:nvPr>
            <p:ph type="sldNum" idx="2"/>
          </p:nvPr>
        </p:nvSpPr>
        <p:spPr/>
        <p:txBody>
          <a:bodyPr/>
          <a:p>
            <a:fld id="{82C04663-2EDC-43F8-91B8-226156266DF8}" type="slidenum">
              <a:t>&lt;#&gt;</a:t>
            </a:fld>
          </a:p>
        </p:txBody>
      </p:sp>
      <p:sp>
        <p:nvSpPr>
          <p:cNvPr id="7" name="PlaceHolder 6"/>
          <p:cNvSpPr>
            <a:spLocks noGrp="1"/>
          </p:cNvSpPr>
          <p:nvPr>
            <p:ph type="dt" idx="3"/>
          </p:nvPr>
        </p:nvSpPr>
        <p:spPr/>
        <p:txBody>
          <a:bodyPr/>
          <a:p>
            <a:r>
              <a:rPr lang="en-US"/>
              <a:t/>
            </a: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
          </p:nvPr>
        </p:nvSpPr>
        <p:spPr/>
        <p:txBody>
          <a:bodyPr/>
          <a:p>
            <a:r>
              <a:t>Footer</a:t>
            </a:r>
          </a:p>
        </p:txBody>
      </p:sp>
      <p:sp>
        <p:nvSpPr>
          <p:cNvPr id="8" name="PlaceHolder 7"/>
          <p:cNvSpPr>
            <a:spLocks noGrp="1"/>
          </p:cNvSpPr>
          <p:nvPr>
            <p:ph type="sldNum" idx="2"/>
          </p:nvPr>
        </p:nvSpPr>
        <p:spPr/>
        <p:txBody>
          <a:bodyPr/>
          <a:p>
            <a:fld id="{45E8CC2A-3EF4-4D6F-958A-89D526B6D9BD}" type="slidenum">
              <a:t>&lt;#&gt;</a:t>
            </a:fld>
          </a:p>
        </p:txBody>
      </p:sp>
      <p:sp>
        <p:nvSpPr>
          <p:cNvPr id="9" name="PlaceHolder 8"/>
          <p:cNvSpPr>
            <a:spLocks noGrp="1"/>
          </p:cNvSpPr>
          <p:nvPr>
            <p:ph type="dt" idx="3"/>
          </p:nvPr>
        </p:nvSpPr>
        <p:spPr/>
        <p:txBody>
          <a:bodyPr/>
          <a:p>
            <a:r>
              <a:rPr lang="en-US"/>
              <a:t/>
            </a:r>
          </a:p>
        </p:txBody>
      </p:sp>
    </p:spTree>
  </p:cSld>
</p:sldLayout>
</file>

<file path=ppt/slideLayouts/slideLayout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
          </p:nvPr>
        </p:nvSpPr>
        <p:spPr/>
        <p:txBody>
          <a:bodyPr/>
          <a:p>
            <a:r>
              <a:t>Footer</a:t>
            </a:r>
          </a:p>
        </p:txBody>
      </p:sp>
      <p:sp>
        <p:nvSpPr>
          <p:cNvPr id="10" name="PlaceHolder 9"/>
          <p:cNvSpPr>
            <a:spLocks noGrp="1"/>
          </p:cNvSpPr>
          <p:nvPr>
            <p:ph type="sldNum" idx="2"/>
          </p:nvPr>
        </p:nvSpPr>
        <p:spPr/>
        <p:txBody>
          <a:bodyPr/>
          <a:p>
            <a:fld id="{62B848AE-E220-4B62-9CD6-8CCA6F9AA7C6}" type="slidenum">
              <a:t>&lt;#&gt;</a:t>
            </a:fld>
          </a:p>
        </p:txBody>
      </p:sp>
      <p:sp>
        <p:nvSpPr>
          <p:cNvPr id="11" name="PlaceHolder 10"/>
          <p:cNvSpPr>
            <a:spLocks noGrp="1"/>
          </p:cNvSpPr>
          <p:nvPr>
            <p:ph type="dt" idx="3"/>
          </p:nvPr>
        </p:nvSpPr>
        <p:spPr/>
        <p:txBody>
          <a:bodyPr/>
          <a:p>
            <a:r>
              <a:rPr lang="en-US"/>
              <a:t/>
            </a:r>
          </a:p>
        </p:txBody>
      </p:sp>
    </p:spTree>
  </p:cSld>
</p:sldLayout>
</file>

<file path=ppt/slideLayouts/slideLayout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
          </p:nvPr>
        </p:nvSpPr>
        <p:spPr/>
        <p:txBody>
          <a:bodyPr/>
          <a:p>
            <a:r>
              <a:t>Footer</a:t>
            </a:r>
          </a:p>
        </p:txBody>
      </p:sp>
      <p:sp>
        <p:nvSpPr>
          <p:cNvPr id="3" name="PlaceHolder 2"/>
          <p:cNvSpPr>
            <a:spLocks noGrp="1"/>
          </p:cNvSpPr>
          <p:nvPr>
            <p:ph type="sldNum" idx="5"/>
          </p:nvPr>
        </p:nvSpPr>
        <p:spPr/>
        <p:txBody>
          <a:bodyPr/>
          <a:p>
            <a:fld id="{09FA94B3-A0E0-4832-AC3A-8B010B5AEA97}" type="slidenum">
              <a:t>&lt;#&gt;</a:t>
            </a:fld>
          </a:p>
        </p:txBody>
      </p:sp>
      <p:sp>
        <p:nvSpPr>
          <p:cNvPr id="4" name="PlaceHolder 3"/>
          <p:cNvSpPr>
            <a:spLocks noGrp="1"/>
          </p:cNvSpPr>
          <p:nvPr>
            <p:ph type="dt" idx="6"/>
          </p:nvPr>
        </p:nvSpPr>
        <p:spPr/>
        <p:txBody>
          <a:bodyPr/>
          <a:p>
            <a:r>
              <a:rPr lang="en-US"/>
              <a:t/>
            </a:r>
          </a:p>
        </p:txBody>
      </p:sp>
    </p:spTree>
  </p:cSld>
</p:sldLayout>
</file>

<file path=ppt/slideLayouts/slideLayout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35772B80-A017-4AFE-8EC6-0CF6AD84304F}"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
          </p:nvPr>
        </p:nvSpPr>
        <p:spPr/>
        <p:txBody>
          <a:bodyPr/>
          <a:p>
            <a:r>
              <a:t>Footer</a:t>
            </a:r>
          </a:p>
        </p:txBody>
      </p:sp>
      <p:sp>
        <p:nvSpPr>
          <p:cNvPr id="5" name="PlaceHolder 4"/>
          <p:cNvSpPr>
            <a:spLocks noGrp="1"/>
          </p:cNvSpPr>
          <p:nvPr>
            <p:ph type="sldNum" idx="5"/>
          </p:nvPr>
        </p:nvSpPr>
        <p:spPr/>
        <p:txBody>
          <a:bodyPr/>
          <a:p>
            <a:fld id="{5DF66DC2-1A81-4A41-B7C0-4241D528823B}" type="slidenum">
              <a:t>&lt;#&gt;</a:t>
            </a:fld>
          </a:p>
        </p:txBody>
      </p:sp>
      <p:sp>
        <p:nvSpPr>
          <p:cNvPr id="6" name="PlaceHolder 5"/>
          <p:cNvSpPr>
            <a:spLocks noGrp="1"/>
          </p:cNvSpPr>
          <p:nvPr>
            <p:ph type="dt" idx="6"/>
          </p:nvPr>
        </p:nvSpPr>
        <p:spPr/>
        <p:txBody>
          <a:bodyPr/>
          <a:p>
            <a:r>
              <a:rPr lang="en-US"/>
              <a:t/>
            </a:r>
          </a:p>
        </p:txBody>
      </p:sp>
    </p:spTree>
  </p:cSld>
</p:sldLayout>
</file>

<file path=ppt/slideLayouts/slideLayout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12255B3E-B0A1-4B02-8616-17AEFE5BFE80}"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140554A5-7718-44CD-88C2-C128B46FD949}"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
          </p:nvPr>
        </p:nvSpPr>
        <p:spPr/>
        <p:txBody>
          <a:bodyPr/>
          <a:p>
            <a:r>
              <a:t>Footer</a:t>
            </a:r>
          </a:p>
        </p:txBody>
      </p:sp>
      <p:sp>
        <p:nvSpPr>
          <p:cNvPr id="4" name="PlaceHolder 3"/>
          <p:cNvSpPr>
            <a:spLocks noGrp="1"/>
          </p:cNvSpPr>
          <p:nvPr>
            <p:ph type="sldNum" idx="5"/>
          </p:nvPr>
        </p:nvSpPr>
        <p:spPr/>
        <p:txBody>
          <a:bodyPr/>
          <a:p>
            <a:fld id="{0F09BD95-86DE-46C6-96E5-3E69FF53964D}" type="slidenum">
              <a:t>&lt;#&gt;</a:t>
            </a:fld>
          </a:p>
        </p:txBody>
      </p:sp>
      <p:sp>
        <p:nvSpPr>
          <p:cNvPr id="5" name="PlaceHolder 4"/>
          <p:cNvSpPr>
            <a:spLocks noGrp="1"/>
          </p:cNvSpPr>
          <p:nvPr>
            <p:ph type="dt" idx="6"/>
          </p:nvPr>
        </p:nvSpPr>
        <p:spPr/>
        <p:txBody>
          <a:bodyPr/>
          <a:p>
            <a:r>
              <a:rPr lang="en-US"/>
              <a:t/>
            </a:r>
          </a:p>
        </p:txBody>
      </p:sp>
    </p:spTree>
  </p:cSld>
</p:sldLayout>
</file>

<file path=ppt/slideLayouts/slideLayout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B7296229-E540-483E-8233-7BA2429844DA}"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B630A88C-4E3E-4D62-97B0-669FA9760A83}"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
          </p:nvPr>
        </p:nvSpPr>
        <p:spPr/>
        <p:txBody>
          <a:bodyPr/>
          <a:p>
            <a:r>
              <a:t>Footer</a:t>
            </a:r>
          </a:p>
        </p:txBody>
      </p:sp>
      <p:sp>
        <p:nvSpPr>
          <p:cNvPr id="7" name="PlaceHolder 6"/>
          <p:cNvSpPr>
            <a:spLocks noGrp="1"/>
          </p:cNvSpPr>
          <p:nvPr>
            <p:ph type="sldNum" idx="5"/>
          </p:nvPr>
        </p:nvSpPr>
        <p:spPr/>
        <p:txBody>
          <a:bodyPr/>
          <a:p>
            <a:fld id="{CA785801-3F78-4C5D-808F-9705B561ADD2}" type="slidenum">
              <a:t>&lt;#&gt;</a:t>
            </a:fld>
          </a:p>
        </p:txBody>
      </p:sp>
      <p:sp>
        <p:nvSpPr>
          <p:cNvPr id="8" name="PlaceHolder 7"/>
          <p:cNvSpPr>
            <a:spLocks noGrp="1"/>
          </p:cNvSpPr>
          <p:nvPr>
            <p:ph type="dt" idx="6"/>
          </p:nvPr>
        </p:nvSpPr>
        <p:spPr/>
        <p:txBody>
          <a:bodyPr/>
          <a:p>
            <a:r>
              <a:rPr lang="en-US"/>
              <a:t/>
            </a:r>
          </a:p>
        </p:txBody>
      </p:sp>
    </p:spTree>
  </p:cSld>
</p:sldLayout>
</file>

<file path=ppt/slideLayouts/slideLayout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
          </p:nvPr>
        </p:nvSpPr>
        <p:spPr/>
        <p:txBody>
          <a:bodyPr/>
          <a:p>
            <a:r>
              <a:t>Footer</a:t>
            </a:r>
          </a:p>
        </p:txBody>
      </p:sp>
      <p:sp>
        <p:nvSpPr>
          <p:cNvPr id="6" name="PlaceHolder 5"/>
          <p:cNvSpPr>
            <a:spLocks noGrp="1"/>
          </p:cNvSpPr>
          <p:nvPr>
            <p:ph type="sldNum" idx="5"/>
          </p:nvPr>
        </p:nvSpPr>
        <p:spPr/>
        <p:txBody>
          <a:bodyPr/>
          <a:p>
            <a:fld id="{1C063960-BDA9-489E-BB31-5B644CB37705}" type="slidenum">
              <a:t>&lt;#&gt;</a:t>
            </a:fld>
          </a:p>
        </p:txBody>
      </p:sp>
      <p:sp>
        <p:nvSpPr>
          <p:cNvPr id="7" name="PlaceHolder 6"/>
          <p:cNvSpPr>
            <a:spLocks noGrp="1"/>
          </p:cNvSpPr>
          <p:nvPr>
            <p:ph type="dt" idx="6"/>
          </p:nvPr>
        </p:nvSpPr>
        <p:spPr/>
        <p:txBody>
          <a:bodyPr/>
          <a:p>
            <a:r>
              <a:rPr lang="en-US"/>
              <a:t/>
            </a:r>
          </a:p>
        </p:txBody>
      </p:sp>
    </p:spTree>
  </p:cSld>
</p:sldLayout>
</file>

<file path=ppt/slideLayouts/slideLayout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
          </p:nvPr>
        </p:nvSpPr>
        <p:spPr/>
        <p:txBody>
          <a:bodyPr/>
          <a:p>
            <a:r>
              <a:t>Footer</a:t>
            </a:r>
          </a:p>
        </p:txBody>
      </p:sp>
      <p:sp>
        <p:nvSpPr>
          <p:cNvPr id="8" name="PlaceHolder 7"/>
          <p:cNvSpPr>
            <a:spLocks noGrp="1"/>
          </p:cNvSpPr>
          <p:nvPr>
            <p:ph type="sldNum" idx="5"/>
          </p:nvPr>
        </p:nvSpPr>
        <p:spPr/>
        <p:txBody>
          <a:bodyPr/>
          <a:p>
            <a:fld id="{C9A129CF-0F42-46F1-97FA-CC76A0854ED2}" type="slidenum">
              <a:t>&lt;#&gt;</a:t>
            </a:fld>
          </a:p>
        </p:txBody>
      </p:sp>
      <p:sp>
        <p:nvSpPr>
          <p:cNvPr id="9" name="PlaceHolder 8"/>
          <p:cNvSpPr>
            <a:spLocks noGrp="1"/>
          </p:cNvSpPr>
          <p:nvPr>
            <p:ph type="dt" idx="6"/>
          </p:nvPr>
        </p:nvSpPr>
        <p:spPr/>
        <p:txBody>
          <a:bodyPr/>
          <a:p>
            <a:r>
              <a:rPr lang="en-US"/>
              <a:t/>
            </a:r>
          </a:p>
        </p:txBody>
      </p:sp>
    </p:spTree>
  </p:cSld>
</p:sldLayout>
</file>

<file path=ppt/slideLayouts/slideLayout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
          </p:nvPr>
        </p:nvSpPr>
        <p:spPr/>
        <p:txBody>
          <a:bodyPr/>
          <a:p>
            <a:r>
              <a:t>Footer</a:t>
            </a:r>
          </a:p>
        </p:txBody>
      </p:sp>
      <p:sp>
        <p:nvSpPr>
          <p:cNvPr id="10" name="PlaceHolder 9"/>
          <p:cNvSpPr>
            <a:spLocks noGrp="1"/>
          </p:cNvSpPr>
          <p:nvPr>
            <p:ph type="sldNum" idx="5"/>
          </p:nvPr>
        </p:nvSpPr>
        <p:spPr/>
        <p:txBody>
          <a:bodyPr/>
          <a:p>
            <a:fld id="{C50B08DD-6212-4416-B3EB-9FCFA139490F}" type="slidenum">
              <a:t>&lt;#&gt;</a:t>
            </a:fld>
          </a:p>
        </p:txBody>
      </p:sp>
      <p:sp>
        <p:nvSpPr>
          <p:cNvPr id="11" name="PlaceHolder 10"/>
          <p:cNvSpPr>
            <a:spLocks noGrp="1"/>
          </p:cNvSpPr>
          <p:nvPr>
            <p:ph type="dt" idx="6"/>
          </p:nvPr>
        </p:nvSpPr>
        <p:spPr/>
        <p:txBody>
          <a:bodyPr/>
          <a:p>
            <a:r>
              <a:rPr lang="en-US"/>
              <a:t/>
            </a:r>
          </a:p>
        </p:txBody>
      </p:sp>
    </p:spTree>
  </p:cSld>
</p:sldLayout>
</file>

<file path=ppt/slideLayouts/slideLayout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7"/>
          </p:nvPr>
        </p:nvSpPr>
        <p:spPr/>
        <p:txBody>
          <a:bodyPr/>
          <a:p>
            <a:r>
              <a:t>Footer</a:t>
            </a:r>
          </a:p>
        </p:txBody>
      </p:sp>
      <p:sp>
        <p:nvSpPr>
          <p:cNvPr id="3" name="PlaceHolder 2"/>
          <p:cNvSpPr>
            <a:spLocks noGrp="1"/>
          </p:cNvSpPr>
          <p:nvPr>
            <p:ph type="sldNum" idx="8"/>
          </p:nvPr>
        </p:nvSpPr>
        <p:spPr/>
        <p:txBody>
          <a:bodyPr/>
          <a:p>
            <a:fld id="{BBE4183D-2E9E-4560-A112-C68BE2956ADC}" type="slidenum">
              <a:t>&lt;#&gt;</a:t>
            </a:fld>
          </a:p>
        </p:txBody>
      </p:sp>
      <p:sp>
        <p:nvSpPr>
          <p:cNvPr id="4" name="PlaceHolder 3"/>
          <p:cNvSpPr>
            <a:spLocks noGrp="1"/>
          </p:cNvSpPr>
          <p:nvPr>
            <p:ph type="dt" idx="9"/>
          </p:nvPr>
        </p:nvSpPr>
        <p:spPr/>
        <p:txBody>
          <a:bodyPr/>
          <a:p>
            <a:r>
              <a:rPr lang="en-US"/>
              <a:t/>
            </a:r>
          </a:p>
        </p:txBody>
      </p:sp>
    </p:spTree>
  </p:cSld>
</p:sldLayout>
</file>

<file path=ppt/slideLayouts/slideLayout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6B2FB70E-BC30-42D2-AB58-36DB8C5D4550}"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7"/>
          </p:nvPr>
        </p:nvSpPr>
        <p:spPr/>
        <p:txBody>
          <a:bodyPr/>
          <a:p>
            <a:r>
              <a:t>Footer</a:t>
            </a:r>
          </a:p>
        </p:txBody>
      </p:sp>
      <p:sp>
        <p:nvSpPr>
          <p:cNvPr id="5" name="PlaceHolder 4"/>
          <p:cNvSpPr>
            <a:spLocks noGrp="1"/>
          </p:cNvSpPr>
          <p:nvPr>
            <p:ph type="sldNum" idx="8"/>
          </p:nvPr>
        </p:nvSpPr>
        <p:spPr/>
        <p:txBody>
          <a:bodyPr/>
          <a:p>
            <a:fld id="{28D38372-0BFB-4136-A419-ABB066A7F6C4}" type="slidenum">
              <a:t>&lt;#&gt;</a:t>
            </a:fld>
          </a:p>
        </p:txBody>
      </p:sp>
      <p:sp>
        <p:nvSpPr>
          <p:cNvPr id="6" name="PlaceHolder 5"/>
          <p:cNvSpPr>
            <a:spLocks noGrp="1"/>
          </p:cNvSpPr>
          <p:nvPr>
            <p:ph type="dt" idx="9"/>
          </p:nvPr>
        </p:nvSpPr>
        <p:spPr/>
        <p:txBody>
          <a:bodyPr/>
          <a:p>
            <a:r>
              <a:rPr lang="en-US"/>
              <a:t/>
            </a:r>
          </a:p>
        </p:txBody>
      </p:sp>
    </p:spTree>
  </p:cSld>
</p:sldLayout>
</file>

<file path=ppt/slideLayouts/slideLayout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7FD6D0F3-A923-48C4-B94F-539D7902FDDB}"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3E723227-B8E3-41C0-8334-7363E5126408}"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9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7"/>
          </p:nvPr>
        </p:nvSpPr>
        <p:spPr/>
        <p:txBody>
          <a:bodyPr/>
          <a:p>
            <a:r>
              <a:t>Footer</a:t>
            </a:r>
          </a:p>
        </p:txBody>
      </p:sp>
      <p:sp>
        <p:nvSpPr>
          <p:cNvPr id="4" name="PlaceHolder 3"/>
          <p:cNvSpPr>
            <a:spLocks noGrp="1"/>
          </p:cNvSpPr>
          <p:nvPr>
            <p:ph type="sldNum" idx="8"/>
          </p:nvPr>
        </p:nvSpPr>
        <p:spPr/>
        <p:txBody>
          <a:bodyPr/>
          <a:p>
            <a:fld id="{BC294F5E-5B85-4F2F-BE79-F0DE6F1EE1FC}" type="slidenum">
              <a:t>&lt;#&gt;</a:t>
            </a:fld>
          </a:p>
        </p:txBody>
      </p:sp>
      <p:sp>
        <p:nvSpPr>
          <p:cNvPr id="5" name="PlaceHolder 4"/>
          <p:cNvSpPr>
            <a:spLocks noGrp="1"/>
          </p:cNvSpPr>
          <p:nvPr>
            <p:ph type="dt" idx="9"/>
          </p:nvPr>
        </p:nvSpPr>
        <p:spPr/>
        <p:txBody>
          <a:bodyPr/>
          <a:p>
            <a:r>
              <a:rPr lang="en-US"/>
              <a:t/>
            </a:r>
          </a:p>
        </p:txBody>
      </p:sp>
    </p:spTree>
  </p:cSld>
</p:sldLayout>
</file>

<file path=ppt/slideLayouts/slideLayout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7806E728-6418-4A60-BED9-4B4FDFC083AB}"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8D11AA01-E485-4A66-B83D-CE34D3DE6BEF}"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0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7"/>
          </p:nvPr>
        </p:nvSpPr>
        <p:spPr/>
        <p:txBody>
          <a:bodyPr/>
          <a:p>
            <a:r>
              <a:t>Footer</a:t>
            </a:r>
          </a:p>
        </p:txBody>
      </p:sp>
      <p:sp>
        <p:nvSpPr>
          <p:cNvPr id="7" name="PlaceHolder 6"/>
          <p:cNvSpPr>
            <a:spLocks noGrp="1"/>
          </p:cNvSpPr>
          <p:nvPr>
            <p:ph type="sldNum" idx="8"/>
          </p:nvPr>
        </p:nvSpPr>
        <p:spPr/>
        <p:txBody>
          <a:bodyPr/>
          <a:p>
            <a:fld id="{DD64210A-330E-4DB2-BAFB-D94D280F10B4}" type="slidenum">
              <a:t>&lt;#&gt;</a:t>
            </a:fld>
          </a:p>
        </p:txBody>
      </p:sp>
      <p:sp>
        <p:nvSpPr>
          <p:cNvPr id="8" name="PlaceHolder 7"/>
          <p:cNvSpPr>
            <a:spLocks noGrp="1"/>
          </p:cNvSpPr>
          <p:nvPr>
            <p:ph type="dt" idx="9"/>
          </p:nvPr>
        </p:nvSpPr>
        <p:spPr/>
        <p:txBody>
          <a:bodyPr/>
          <a:p>
            <a:r>
              <a:rPr lang="en-US"/>
              <a:t/>
            </a:r>
          </a:p>
        </p:txBody>
      </p:sp>
    </p:spTree>
  </p:cSld>
</p:sldLayout>
</file>

<file path=ppt/slideLayouts/slideLayout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0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7"/>
          </p:nvPr>
        </p:nvSpPr>
        <p:spPr/>
        <p:txBody>
          <a:bodyPr/>
          <a:p>
            <a:r>
              <a:t>Footer</a:t>
            </a:r>
          </a:p>
        </p:txBody>
      </p:sp>
      <p:sp>
        <p:nvSpPr>
          <p:cNvPr id="6" name="PlaceHolder 5"/>
          <p:cNvSpPr>
            <a:spLocks noGrp="1"/>
          </p:cNvSpPr>
          <p:nvPr>
            <p:ph type="sldNum" idx="8"/>
          </p:nvPr>
        </p:nvSpPr>
        <p:spPr/>
        <p:txBody>
          <a:bodyPr/>
          <a:p>
            <a:fld id="{E09C0342-A7C5-454A-929D-D2301BF2CF28}" type="slidenum">
              <a:t>&lt;#&gt;</a:t>
            </a:fld>
          </a:p>
        </p:txBody>
      </p:sp>
      <p:sp>
        <p:nvSpPr>
          <p:cNvPr id="7" name="PlaceHolder 6"/>
          <p:cNvSpPr>
            <a:spLocks noGrp="1"/>
          </p:cNvSpPr>
          <p:nvPr>
            <p:ph type="dt" idx="9"/>
          </p:nvPr>
        </p:nvSpPr>
        <p:spPr/>
        <p:txBody>
          <a:bodyPr/>
          <a:p>
            <a:r>
              <a:rPr lang="en-US"/>
              <a:t/>
            </a:r>
          </a:p>
        </p:txBody>
      </p:sp>
    </p:spTree>
  </p:cSld>
</p:sldLayout>
</file>

<file path=ppt/slideLayouts/slideLayout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7"/>
          </p:nvPr>
        </p:nvSpPr>
        <p:spPr/>
        <p:txBody>
          <a:bodyPr/>
          <a:p>
            <a:r>
              <a:t>Footer</a:t>
            </a:r>
          </a:p>
        </p:txBody>
      </p:sp>
      <p:sp>
        <p:nvSpPr>
          <p:cNvPr id="8" name="PlaceHolder 7"/>
          <p:cNvSpPr>
            <a:spLocks noGrp="1"/>
          </p:cNvSpPr>
          <p:nvPr>
            <p:ph type="sldNum" idx="8"/>
          </p:nvPr>
        </p:nvSpPr>
        <p:spPr/>
        <p:txBody>
          <a:bodyPr/>
          <a:p>
            <a:fld id="{0EC4327E-DD0E-44D9-A057-786AC831C660}" type="slidenum">
              <a:t>&lt;#&gt;</a:t>
            </a:fld>
          </a:p>
        </p:txBody>
      </p:sp>
      <p:sp>
        <p:nvSpPr>
          <p:cNvPr id="9" name="PlaceHolder 8"/>
          <p:cNvSpPr>
            <a:spLocks noGrp="1"/>
          </p:cNvSpPr>
          <p:nvPr>
            <p:ph type="dt" idx="9"/>
          </p:nvPr>
        </p:nvSpPr>
        <p:spPr/>
        <p:txBody>
          <a:bodyPr/>
          <a:p>
            <a:r>
              <a:rPr lang="en-US"/>
              <a:t/>
            </a:r>
          </a:p>
        </p:txBody>
      </p:sp>
    </p:spTree>
  </p:cSld>
</p:sldLayout>
</file>

<file path=ppt/slideLayouts/slideLayout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1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1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2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7"/>
          </p:nvPr>
        </p:nvSpPr>
        <p:spPr/>
        <p:txBody>
          <a:bodyPr/>
          <a:p>
            <a:r>
              <a:t>Footer</a:t>
            </a:r>
          </a:p>
        </p:txBody>
      </p:sp>
      <p:sp>
        <p:nvSpPr>
          <p:cNvPr id="10" name="PlaceHolder 9"/>
          <p:cNvSpPr>
            <a:spLocks noGrp="1"/>
          </p:cNvSpPr>
          <p:nvPr>
            <p:ph type="sldNum" idx="8"/>
          </p:nvPr>
        </p:nvSpPr>
        <p:spPr/>
        <p:txBody>
          <a:bodyPr/>
          <a:p>
            <a:fld id="{E27BA572-318E-428E-8376-90E0830B830B}" type="slidenum">
              <a:t>&lt;#&gt;</a:t>
            </a:fld>
          </a:p>
        </p:txBody>
      </p:sp>
      <p:sp>
        <p:nvSpPr>
          <p:cNvPr id="11" name="PlaceHolder 10"/>
          <p:cNvSpPr>
            <a:spLocks noGrp="1"/>
          </p:cNvSpPr>
          <p:nvPr>
            <p:ph type="dt" idx="9"/>
          </p:nvPr>
        </p:nvSpPr>
        <p:spPr/>
        <p:txBody>
          <a:bodyPr/>
          <a:p>
            <a:r>
              <a:rPr lang="en-US"/>
              <a:t/>
            </a:r>
          </a:p>
        </p:txBody>
      </p:sp>
    </p:spTree>
  </p:cSld>
</p:sldLayout>
</file>

<file path=ppt/slideLayouts/slideLayout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0"/>
          </p:nvPr>
        </p:nvSpPr>
        <p:spPr/>
        <p:txBody>
          <a:bodyPr/>
          <a:p>
            <a:r>
              <a:t>Footer</a:t>
            </a:r>
          </a:p>
        </p:txBody>
      </p:sp>
      <p:sp>
        <p:nvSpPr>
          <p:cNvPr id="3" name="PlaceHolder 2"/>
          <p:cNvSpPr>
            <a:spLocks noGrp="1"/>
          </p:cNvSpPr>
          <p:nvPr>
            <p:ph type="sldNum" idx="11"/>
          </p:nvPr>
        </p:nvSpPr>
        <p:spPr/>
        <p:txBody>
          <a:bodyPr/>
          <a:p>
            <a:fld id="{101CCA90-9D3B-4FDC-B298-041F696611BB}" type="slidenum">
              <a:t>&lt;#&gt;</a:t>
            </a:fld>
          </a:p>
        </p:txBody>
      </p:sp>
      <p:sp>
        <p:nvSpPr>
          <p:cNvPr id="4" name="PlaceHolder 3"/>
          <p:cNvSpPr>
            <a:spLocks noGrp="1"/>
          </p:cNvSpPr>
          <p:nvPr>
            <p:ph type="dt" idx="12"/>
          </p:nvPr>
        </p:nvSpPr>
        <p:spPr/>
        <p:txBody>
          <a:bodyPr/>
          <a:p>
            <a:r>
              <a:rPr lang="en-US"/>
              <a:t/>
            </a:r>
          </a:p>
        </p:txBody>
      </p:sp>
    </p:spTree>
  </p:cSld>
</p:sldLayout>
</file>

<file path=ppt/slideLayouts/slideLayout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2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648A0A84-371C-4565-96FF-F79F554C9534}"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3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0"/>
          </p:nvPr>
        </p:nvSpPr>
        <p:spPr/>
        <p:txBody>
          <a:bodyPr/>
          <a:p>
            <a:r>
              <a:t>Footer</a:t>
            </a:r>
          </a:p>
        </p:txBody>
      </p:sp>
      <p:sp>
        <p:nvSpPr>
          <p:cNvPr id="5" name="PlaceHolder 4"/>
          <p:cNvSpPr>
            <a:spLocks noGrp="1"/>
          </p:cNvSpPr>
          <p:nvPr>
            <p:ph type="sldNum" idx="11"/>
          </p:nvPr>
        </p:nvSpPr>
        <p:spPr/>
        <p:txBody>
          <a:bodyPr/>
          <a:p>
            <a:fld id="{E3542F7D-8059-48EC-B6F4-D82D91579D64}" type="slidenum">
              <a:t>&lt;#&gt;</a:t>
            </a:fld>
          </a:p>
        </p:txBody>
      </p:sp>
      <p:sp>
        <p:nvSpPr>
          <p:cNvPr id="6" name="PlaceHolder 5"/>
          <p:cNvSpPr>
            <a:spLocks noGrp="1"/>
          </p:cNvSpPr>
          <p:nvPr>
            <p:ph type="dt" idx="12"/>
          </p:nvPr>
        </p:nvSpPr>
        <p:spPr/>
        <p:txBody>
          <a:bodyPr/>
          <a:p>
            <a:r>
              <a:rPr lang="en-US"/>
              <a:t/>
            </a:r>
          </a:p>
        </p:txBody>
      </p:sp>
    </p:spTree>
  </p:cSld>
</p:sldLayout>
</file>

<file path=ppt/slideLayouts/slideLayout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8EA36A41-739B-4A9B-85B7-4D5603118A97}"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93D634C4-5ABF-4FDB-A9A2-8D817B573934}"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3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0"/>
          </p:nvPr>
        </p:nvSpPr>
        <p:spPr/>
        <p:txBody>
          <a:bodyPr/>
          <a:p>
            <a:r>
              <a:t>Footer</a:t>
            </a:r>
          </a:p>
        </p:txBody>
      </p:sp>
      <p:sp>
        <p:nvSpPr>
          <p:cNvPr id="4" name="PlaceHolder 3"/>
          <p:cNvSpPr>
            <a:spLocks noGrp="1"/>
          </p:cNvSpPr>
          <p:nvPr>
            <p:ph type="sldNum" idx="11"/>
          </p:nvPr>
        </p:nvSpPr>
        <p:spPr/>
        <p:txBody>
          <a:bodyPr/>
          <a:p>
            <a:fld id="{BB72B859-CC2A-44B6-A0F1-8D98D0C8FF64}" type="slidenum">
              <a:t>&lt;#&gt;</a:t>
            </a:fld>
          </a:p>
        </p:txBody>
      </p:sp>
      <p:sp>
        <p:nvSpPr>
          <p:cNvPr id="5" name="PlaceHolder 4"/>
          <p:cNvSpPr>
            <a:spLocks noGrp="1"/>
          </p:cNvSpPr>
          <p:nvPr>
            <p:ph type="dt" idx="12"/>
          </p:nvPr>
        </p:nvSpPr>
        <p:spPr/>
        <p:txBody>
          <a:bodyPr/>
          <a:p>
            <a:r>
              <a:rPr lang="en-US"/>
              <a:t/>
            </a:r>
          </a:p>
        </p:txBody>
      </p:sp>
    </p:spTree>
  </p:cSld>
</p:sldLayout>
</file>

<file path=ppt/slideLayouts/slideLayout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FC5D62AE-ABFF-470D-ABC8-56BDE53750D0}"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A2E77D8F-A383-4F27-991F-E99DE2F353A4}"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4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4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0"/>
          </p:nvPr>
        </p:nvSpPr>
        <p:spPr/>
        <p:txBody>
          <a:bodyPr/>
          <a:p>
            <a:r>
              <a:t>Footer</a:t>
            </a:r>
          </a:p>
        </p:txBody>
      </p:sp>
      <p:sp>
        <p:nvSpPr>
          <p:cNvPr id="7" name="PlaceHolder 6"/>
          <p:cNvSpPr>
            <a:spLocks noGrp="1"/>
          </p:cNvSpPr>
          <p:nvPr>
            <p:ph type="sldNum" idx="11"/>
          </p:nvPr>
        </p:nvSpPr>
        <p:spPr/>
        <p:txBody>
          <a:bodyPr/>
          <a:p>
            <a:fld id="{F8B901D9-3098-4F4A-A11A-9E8ECD65C69D}" type="slidenum">
              <a:t>&lt;#&gt;</a:t>
            </a:fld>
          </a:p>
        </p:txBody>
      </p:sp>
      <p:sp>
        <p:nvSpPr>
          <p:cNvPr id="8" name="PlaceHolder 7"/>
          <p:cNvSpPr>
            <a:spLocks noGrp="1"/>
          </p:cNvSpPr>
          <p:nvPr>
            <p:ph type="dt" idx="12"/>
          </p:nvPr>
        </p:nvSpPr>
        <p:spPr/>
        <p:txBody>
          <a:bodyPr/>
          <a:p>
            <a:r>
              <a:rPr lang="en-US"/>
              <a:t/>
            </a:r>
          </a:p>
        </p:txBody>
      </p:sp>
    </p:spTree>
  </p:cSld>
</p:sldLayout>
</file>

<file path=ppt/slideLayouts/slideLayout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0"/>
          </p:nvPr>
        </p:nvSpPr>
        <p:spPr/>
        <p:txBody>
          <a:bodyPr/>
          <a:p>
            <a:r>
              <a:t>Footer</a:t>
            </a:r>
          </a:p>
        </p:txBody>
      </p:sp>
      <p:sp>
        <p:nvSpPr>
          <p:cNvPr id="6" name="PlaceHolder 5"/>
          <p:cNvSpPr>
            <a:spLocks noGrp="1"/>
          </p:cNvSpPr>
          <p:nvPr>
            <p:ph type="sldNum" idx="11"/>
          </p:nvPr>
        </p:nvSpPr>
        <p:spPr/>
        <p:txBody>
          <a:bodyPr/>
          <a:p>
            <a:fld id="{1C9BCD5E-EE16-4392-92D7-F024DE278462}" type="slidenum">
              <a:t>&lt;#&gt;</a:t>
            </a:fld>
          </a:p>
        </p:txBody>
      </p:sp>
      <p:sp>
        <p:nvSpPr>
          <p:cNvPr id="7" name="PlaceHolder 6"/>
          <p:cNvSpPr>
            <a:spLocks noGrp="1"/>
          </p:cNvSpPr>
          <p:nvPr>
            <p:ph type="dt" idx="12"/>
          </p:nvPr>
        </p:nvSpPr>
        <p:spPr/>
        <p:txBody>
          <a:bodyPr/>
          <a:p>
            <a:r>
              <a:rPr lang="en-US"/>
              <a:t/>
            </a:r>
          </a:p>
        </p:txBody>
      </p:sp>
    </p:spTree>
  </p:cSld>
</p:sldLayout>
</file>

<file path=ppt/slideLayouts/slideLayout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0"/>
          </p:nvPr>
        </p:nvSpPr>
        <p:spPr/>
        <p:txBody>
          <a:bodyPr/>
          <a:p>
            <a:r>
              <a:t>Footer</a:t>
            </a:r>
          </a:p>
        </p:txBody>
      </p:sp>
      <p:sp>
        <p:nvSpPr>
          <p:cNvPr id="8" name="PlaceHolder 7"/>
          <p:cNvSpPr>
            <a:spLocks noGrp="1"/>
          </p:cNvSpPr>
          <p:nvPr>
            <p:ph type="sldNum" idx="11"/>
          </p:nvPr>
        </p:nvSpPr>
        <p:spPr/>
        <p:txBody>
          <a:bodyPr/>
          <a:p>
            <a:fld id="{C4F69C0D-4ECE-4239-9BF2-8214178124FE}" type="slidenum">
              <a:t>&lt;#&gt;</a:t>
            </a:fld>
          </a:p>
        </p:txBody>
      </p:sp>
      <p:sp>
        <p:nvSpPr>
          <p:cNvPr id="9" name="PlaceHolder 8"/>
          <p:cNvSpPr>
            <a:spLocks noGrp="1"/>
          </p:cNvSpPr>
          <p:nvPr>
            <p:ph type="dt" idx="12"/>
          </p:nvPr>
        </p:nvSpPr>
        <p:spPr/>
        <p:txBody>
          <a:bodyPr/>
          <a:p>
            <a:r>
              <a:rPr lang="en-US"/>
              <a:t/>
            </a:r>
          </a:p>
        </p:txBody>
      </p:sp>
    </p:spTree>
  </p:cSld>
</p:sldLayout>
</file>

<file path=ppt/slideLayouts/slideLayout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5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5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6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0"/>
          </p:nvPr>
        </p:nvSpPr>
        <p:spPr/>
        <p:txBody>
          <a:bodyPr/>
          <a:p>
            <a:r>
              <a:t>Footer</a:t>
            </a:r>
          </a:p>
        </p:txBody>
      </p:sp>
      <p:sp>
        <p:nvSpPr>
          <p:cNvPr id="10" name="PlaceHolder 9"/>
          <p:cNvSpPr>
            <a:spLocks noGrp="1"/>
          </p:cNvSpPr>
          <p:nvPr>
            <p:ph type="sldNum" idx="11"/>
          </p:nvPr>
        </p:nvSpPr>
        <p:spPr/>
        <p:txBody>
          <a:bodyPr/>
          <a:p>
            <a:fld id="{B3ADCB99-F217-4CF5-A206-9322CCC4E87D}" type="slidenum">
              <a:t>&lt;#&gt;</a:t>
            </a:fld>
          </a:p>
        </p:txBody>
      </p:sp>
      <p:sp>
        <p:nvSpPr>
          <p:cNvPr id="11" name="PlaceHolder 10"/>
          <p:cNvSpPr>
            <a:spLocks noGrp="1"/>
          </p:cNvSpPr>
          <p:nvPr>
            <p:ph type="dt" idx="12"/>
          </p:nvPr>
        </p:nvSpPr>
        <p:spPr/>
        <p:txBody>
          <a:bodyPr/>
          <a:p>
            <a:r>
              <a:rPr lang="en-US"/>
              <a:t/>
            </a:r>
          </a:p>
        </p:txBody>
      </p:sp>
    </p:spTree>
  </p:cSld>
</p:sldLayout>
</file>

<file path=ppt/slideLayouts/slideLayout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3"/>
          </p:nvPr>
        </p:nvSpPr>
        <p:spPr/>
        <p:txBody>
          <a:bodyPr/>
          <a:p>
            <a:r>
              <a:t>Footer</a:t>
            </a:r>
          </a:p>
        </p:txBody>
      </p:sp>
      <p:sp>
        <p:nvSpPr>
          <p:cNvPr id="3" name="PlaceHolder 2"/>
          <p:cNvSpPr>
            <a:spLocks noGrp="1"/>
          </p:cNvSpPr>
          <p:nvPr>
            <p:ph type="sldNum" idx="14"/>
          </p:nvPr>
        </p:nvSpPr>
        <p:spPr/>
        <p:txBody>
          <a:bodyPr/>
          <a:p>
            <a:fld id="{04272079-031C-4220-B9AB-E42F72717E41}" type="slidenum">
              <a:t>&lt;#&gt;</a:t>
            </a:fld>
          </a:p>
        </p:txBody>
      </p:sp>
      <p:sp>
        <p:nvSpPr>
          <p:cNvPr id="4" name="PlaceHolder 3"/>
          <p:cNvSpPr>
            <a:spLocks noGrp="1"/>
          </p:cNvSpPr>
          <p:nvPr>
            <p:ph type="dt" idx="15"/>
          </p:nvPr>
        </p:nvSpPr>
        <p:spPr/>
        <p:txBody>
          <a:bodyPr/>
          <a:p>
            <a:r>
              <a:rPr lang="en-US"/>
              <a:t/>
            </a:r>
          </a:p>
        </p:txBody>
      </p:sp>
    </p:spTree>
  </p:cSld>
</p:sldLayout>
</file>

<file path=ppt/slideLayouts/slideLayout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1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92DCC00C-6D7A-494F-98E5-7EB1E518AFA3}"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17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3"/>
          </p:nvPr>
        </p:nvSpPr>
        <p:spPr/>
        <p:txBody>
          <a:bodyPr/>
          <a:p>
            <a:r>
              <a:t>Footer</a:t>
            </a:r>
          </a:p>
        </p:txBody>
      </p:sp>
      <p:sp>
        <p:nvSpPr>
          <p:cNvPr id="5" name="PlaceHolder 4"/>
          <p:cNvSpPr>
            <a:spLocks noGrp="1"/>
          </p:cNvSpPr>
          <p:nvPr>
            <p:ph type="sldNum" idx="14"/>
          </p:nvPr>
        </p:nvSpPr>
        <p:spPr/>
        <p:txBody>
          <a:bodyPr/>
          <a:p>
            <a:fld id="{E0C23FE2-98B1-4B60-AB83-E0CD05BAE157}" type="slidenum">
              <a:t>&lt;#&gt;</a:t>
            </a:fld>
          </a:p>
        </p:txBody>
      </p:sp>
      <p:sp>
        <p:nvSpPr>
          <p:cNvPr id="6" name="PlaceHolder 5"/>
          <p:cNvSpPr>
            <a:spLocks noGrp="1"/>
          </p:cNvSpPr>
          <p:nvPr>
            <p:ph type="dt" idx="15"/>
          </p:nvPr>
        </p:nvSpPr>
        <p:spPr/>
        <p:txBody>
          <a:bodyPr/>
          <a:p>
            <a:r>
              <a:rPr lang="en-US"/>
              <a:t/>
            </a:r>
          </a:p>
        </p:txBody>
      </p:sp>
    </p:spTree>
  </p:cSld>
</p:sldLayout>
</file>

<file path=ppt/slideLayouts/slideLayout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1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7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31BFDDE8-3CA3-4AF6-93C1-B9B18A36436A}"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1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DB49654A-1765-41FE-80B5-11ACD372A729}"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17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3"/>
          </p:nvPr>
        </p:nvSpPr>
        <p:spPr/>
        <p:txBody>
          <a:bodyPr/>
          <a:p>
            <a:r>
              <a:t>Footer</a:t>
            </a:r>
          </a:p>
        </p:txBody>
      </p:sp>
      <p:sp>
        <p:nvSpPr>
          <p:cNvPr id="4" name="PlaceHolder 3"/>
          <p:cNvSpPr>
            <a:spLocks noGrp="1"/>
          </p:cNvSpPr>
          <p:nvPr>
            <p:ph type="sldNum" idx="14"/>
          </p:nvPr>
        </p:nvSpPr>
        <p:spPr/>
        <p:txBody>
          <a:bodyPr/>
          <a:p>
            <a:fld id="{575260BD-05DA-4306-B209-788DB1F3B7BA}" type="slidenum">
              <a:t>&lt;#&gt;</a:t>
            </a:fld>
          </a:p>
        </p:txBody>
      </p:sp>
      <p:sp>
        <p:nvSpPr>
          <p:cNvPr id="5" name="PlaceHolder 4"/>
          <p:cNvSpPr>
            <a:spLocks noGrp="1"/>
          </p:cNvSpPr>
          <p:nvPr>
            <p:ph type="dt" idx="15"/>
          </p:nvPr>
        </p:nvSpPr>
        <p:spPr/>
        <p:txBody>
          <a:bodyPr/>
          <a:p>
            <a:r>
              <a:rPr lang="en-US"/>
              <a:t/>
            </a:r>
          </a:p>
        </p:txBody>
      </p:sp>
    </p:spTree>
  </p:cSld>
</p:sldLayout>
</file>

<file path=ppt/slideLayouts/slideLayout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1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FDB4A38C-251B-421F-880D-28DAEE483700}"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1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CE8C9591-28AF-444F-8EE6-40140EA3C773}"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1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8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8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3"/>
          </p:nvPr>
        </p:nvSpPr>
        <p:spPr/>
        <p:txBody>
          <a:bodyPr/>
          <a:p>
            <a:r>
              <a:t>Footer</a:t>
            </a:r>
          </a:p>
        </p:txBody>
      </p:sp>
      <p:sp>
        <p:nvSpPr>
          <p:cNvPr id="7" name="PlaceHolder 6"/>
          <p:cNvSpPr>
            <a:spLocks noGrp="1"/>
          </p:cNvSpPr>
          <p:nvPr>
            <p:ph type="sldNum" idx="14"/>
          </p:nvPr>
        </p:nvSpPr>
        <p:spPr/>
        <p:txBody>
          <a:bodyPr/>
          <a:p>
            <a:fld id="{A9504D88-7D3A-4613-A612-494EE2FD9522}" type="slidenum">
              <a:t>&lt;#&gt;</a:t>
            </a:fld>
          </a:p>
        </p:txBody>
      </p:sp>
      <p:sp>
        <p:nvSpPr>
          <p:cNvPr id="8" name="PlaceHolder 7"/>
          <p:cNvSpPr>
            <a:spLocks noGrp="1"/>
          </p:cNvSpPr>
          <p:nvPr>
            <p:ph type="dt" idx="15"/>
          </p:nvPr>
        </p:nvSpPr>
        <p:spPr/>
        <p:txBody>
          <a:bodyPr/>
          <a:p>
            <a:r>
              <a:rPr lang="en-US"/>
              <a:t/>
            </a:r>
          </a:p>
        </p:txBody>
      </p:sp>
    </p:spTree>
  </p:cSld>
</p:sldLayout>
</file>

<file path=ppt/slideLayouts/slideLayout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1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3"/>
          </p:nvPr>
        </p:nvSpPr>
        <p:spPr/>
        <p:txBody>
          <a:bodyPr/>
          <a:p>
            <a:r>
              <a:t>Footer</a:t>
            </a:r>
          </a:p>
        </p:txBody>
      </p:sp>
      <p:sp>
        <p:nvSpPr>
          <p:cNvPr id="6" name="PlaceHolder 5"/>
          <p:cNvSpPr>
            <a:spLocks noGrp="1"/>
          </p:cNvSpPr>
          <p:nvPr>
            <p:ph type="sldNum" idx="14"/>
          </p:nvPr>
        </p:nvSpPr>
        <p:spPr/>
        <p:txBody>
          <a:bodyPr/>
          <a:p>
            <a:fld id="{C5AA5DB3-0344-4963-93C4-F7CCE02657E6}" type="slidenum">
              <a:t>&lt;#&gt;</a:t>
            </a:fld>
          </a:p>
        </p:txBody>
      </p:sp>
      <p:sp>
        <p:nvSpPr>
          <p:cNvPr id="7" name="PlaceHolder 6"/>
          <p:cNvSpPr>
            <a:spLocks noGrp="1"/>
          </p:cNvSpPr>
          <p:nvPr>
            <p:ph type="dt" idx="15"/>
          </p:nvPr>
        </p:nvSpPr>
        <p:spPr/>
        <p:txBody>
          <a:bodyPr/>
          <a:p>
            <a:r>
              <a:rPr lang="en-US"/>
              <a:t/>
            </a:r>
          </a:p>
        </p:txBody>
      </p:sp>
    </p:spTree>
  </p:cSld>
</p:sldLayout>
</file>

<file path=ppt/slideLayouts/slideLayout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19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19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3"/>
          </p:nvPr>
        </p:nvSpPr>
        <p:spPr/>
        <p:txBody>
          <a:bodyPr/>
          <a:p>
            <a:r>
              <a:t>Footer</a:t>
            </a:r>
          </a:p>
        </p:txBody>
      </p:sp>
      <p:sp>
        <p:nvSpPr>
          <p:cNvPr id="8" name="PlaceHolder 7"/>
          <p:cNvSpPr>
            <a:spLocks noGrp="1"/>
          </p:cNvSpPr>
          <p:nvPr>
            <p:ph type="sldNum" idx="14"/>
          </p:nvPr>
        </p:nvSpPr>
        <p:spPr/>
        <p:txBody>
          <a:bodyPr/>
          <a:p>
            <a:fld id="{308DEF03-AB2B-42D5-AB21-78CA0804B262}" type="slidenum">
              <a:t>&lt;#&gt;</a:t>
            </a:fld>
          </a:p>
        </p:txBody>
      </p:sp>
      <p:sp>
        <p:nvSpPr>
          <p:cNvPr id="9" name="PlaceHolder 8"/>
          <p:cNvSpPr>
            <a:spLocks noGrp="1"/>
          </p:cNvSpPr>
          <p:nvPr>
            <p:ph type="dt" idx="15"/>
          </p:nvPr>
        </p:nvSpPr>
        <p:spPr/>
        <p:txBody>
          <a:bodyPr/>
          <a:p>
            <a:r>
              <a:rPr lang="en-US"/>
              <a:t/>
            </a:r>
          </a:p>
        </p:txBody>
      </p:sp>
    </p:spTree>
  </p:cSld>
</p:sldLayout>
</file>

<file path=ppt/slideLayouts/slideLayout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1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19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0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3"/>
          </p:nvPr>
        </p:nvSpPr>
        <p:spPr/>
        <p:txBody>
          <a:bodyPr/>
          <a:p>
            <a:r>
              <a:t>Footer</a:t>
            </a:r>
          </a:p>
        </p:txBody>
      </p:sp>
      <p:sp>
        <p:nvSpPr>
          <p:cNvPr id="10" name="PlaceHolder 9"/>
          <p:cNvSpPr>
            <a:spLocks noGrp="1"/>
          </p:cNvSpPr>
          <p:nvPr>
            <p:ph type="sldNum" idx="14"/>
          </p:nvPr>
        </p:nvSpPr>
        <p:spPr/>
        <p:txBody>
          <a:bodyPr/>
          <a:p>
            <a:fld id="{C1D9B4D2-1D01-4D8E-87D3-2A89A3C165DA}" type="slidenum">
              <a:t>&lt;#&gt;</a:t>
            </a:fld>
          </a:p>
        </p:txBody>
      </p:sp>
      <p:sp>
        <p:nvSpPr>
          <p:cNvPr id="11" name="PlaceHolder 10"/>
          <p:cNvSpPr>
            <a:spLocks noGrp="1"/>
          </p:cNvSpPr>
          <p:nvPr>
            <p:ph type="dt" idx="15"/>
          </p:nvPr>
        </p:nvSpPr>
        <p:spPr/>
        <p:txBody>
          <a:bodyPr/>
          <a:p>
            <a:r>
              <a:rPr lang="en-US"/>
              <a:t/>
            </a:r>
          </a:p>
        </p:txBody>
      </p:sp>
    </p:spTree>
  </p:cSld>
</p:sldLayout>
</file>

<file path=ppt/slideLayouts/slideLayout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6"/>
          </p:nvPr>
        </p:nvSpPr>
        <p:spPr/>
        <p:txBody>
          <a:bodyPr/>
          <a:p>
            <a:r>
              <a:t>Footer</a:t>
            </a:r>
          </a:p>
        </p:txBody>
      </p:sp>
      <p:sp>
        <p:nvSpPr>
          <p:cNvPr id="3" name="PlaceHolder 2"/>
          <p:cNvSpPr>
            <a:spLocks noGrp="1"/>
          </p:cNvSpPr>
          <p:nvPr>
            <p:ph type="sldNum" idx="17"/>
          </p:nvPr>
        </p:nvSpPr>
        <p:spPr/>
        <p:txBody>
          <a:bodyPr/>
          <a:p>
            <a:fld id="{519AD303-636A-4614-8A92-9659E3AE29BD}" type="slidenum">
              <a:t>&lt;#&gt;</a:t>
            </a:fld>
          </a:p>
        </p:txBody>
      </p:sp>
      <p:sp>
        <p:nvSpPr>
          <p:cNvPr id="4" name="PlaceHolder 3"/>
          <p:cNvSpPr>
            <a:spLocks noGrp="1"/>
          </p:cNvSpPr>
          <p:nvPr>
            <p:ph type="dt" idx="18"/>
          </p:nvPr>
        </p:nvSpPr>
        <p:spPr/>
        <p:txBody>
          <a:bodyPr/>
          <a:p>
            <a:r>
              <a:rPr lang="en-US"/>
              <a:t/>
            </a:r>
          </a:p>
        </p:txBody>
      </p:sp>
    </p:spTree>
  </p:cSld>
</p:sldLayout>
</file>

<file path=ppt/slideLayouts/slideLayout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5FFF055B-766F-43C8-B9D5-D8B5778F1709}"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1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6"/>
          </p:nvPr>
        </p:nvSpPr>
        <p:spPr/>
        <p:txBody>
          <a:bodyPr/>
          <a:p>
            <a:r>
              <a:t>Footer</a:t>
            </a:r>
          </a:p>
        </p:txBody>
      </p:sp>
      <p:sp>
        <p:nvSpPr>
          <p:cNvPr id="5" name="PlaceHolder 4"/>
          <p:cNvSpPr>
            <a:spLocks noGrp="1"/>
          </p:cNvSpPr>
          <p:nvPr>
            <p:ph type="sldNum" idx="17"/>
          </p:nvPr>
        </p:nvSpPr>
        <p:spPr/>
        <p:txBody>
          <a:bodyPr/>
          <a:p>
            <a:fld id="{2AD530D5-44C8-437C-AAA4-B643B8AE8996}" type="slidenum">
              <a:t>&lt;#&gt;</a:t>
            </a:fld>
          </a:p>
        </p:txBody>
      </p:sp>
      <p:sp>
        <p:nvSpPr>
          <p:cNvPr id="6" name="PlaceHolder 5"/>
          <p:cNvSpPr>
            <a:spLocks noGrp="1"/>
          </p:cNvSpPr>
          <p:nvPr>
            <p:ph type="dt" idx="18"/>
          </p:nvPr>
        </p:nvSpPr>
        <p:spPr/>
        <p:txBody>
          <a:bodyPr/>
          <a:p>
            <a:r>
              <a:rPr lang="en-US"/>
              <a:t/>
            </a:r>
          </a:p>
        </p:txBody>
      </p:sp>
    </p:spTree>
  </p:cSld>
</p:sldLayout>
</file>

<file path=ppt/slideLayouts/slideLayout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1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1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7919377D-5B40-4CDA-84F0-2FB65C7AB5E8}"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DDA3B692-793C-4324-9467-0642C0113618}"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1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6"/>
          </p:nvPr>
        </p:nvSpPr>
        <p:spPr/>
        <p:txBody>
          <a:bodyPr/>
          <a:p>
            <a:r>
              <a:t>Footer</a:t>
            </a:r>
          </a:p>
        </p:txBody>
      </p:sp>
      <p:sp>
        <p:nvSpPr>
          <p:cNvPr id="4" name="PlaceHolder 3"/>
          <p:cNvSpPr>
            <a:spLocks noGrp="1"/>
          </p:cNvSpPr>
          <p:nvPr>
            <p:ph type="sldNum" idx="17"/>
          </p:nvPr>
        </p:nvSpPr>
        <p:spPr/>
        <p:txBody>
          <a:bodyPr/>
          <a:p>
            <a:fld id="{36E0D0A8-EDE7-4C41-9BC5-1FF7490D3C55}" type="slidenum">
              <a:t>&lt;#&gt;</a:t>
            </a:fld>
          </a:p>
        </p:txBody>
      </p:sp>
      <p:sp>
        <p:nvSpPr>
          <p:cNvPr id="5" name="PlaceHolder 4"/>
          <p:cNvSpPr>
            <a:spLocks noGrp="1"/>
          </p:cNvSpPr>
          <p:nvPr>
            <p:ph type="dt" idx="18"/>
          </p:nvPr>
        </p:nvSpPr>
        <p:spPr/>
        <p:txBody>
          <a:bodyPr/>
          <a:p>
            <a:r>
              <a:rPr lang="en-US"/>
              <a:t/>
            </a:r>
          </a:p>
        </p:txBody>
      </p:sp>
    </p:spTree>
  </p:cSld>
</p:sldLayout>
</file>

<file path=ppt/slideLayouts/slideLayout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143574E2-5653-4292-9979-D7F10ED18A01}"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113B6F91-0D1E-4AB1-839E-787ADDB1665F}"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2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2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6"/>
          </p:nvPr>
        </p:nvSpPr>
        <p:spPr/>
        <p:txBody>
          <a:bodyPr/>
          <a:p>
            <a:r>
              <a:t>Footer</a:t>
            </a:r>
          </a:p>
        </p:txBody>
      </p:sp>
      <p:sp>
        <p:nvSpPr>
          <p:cNvPr id="7" name="PlaceHolder 6"/>
          <p:cNvSpPr>
            <a:spLocks noGrp="1"/>
          </p:cNvSpPr>
          <p:nvPr>
            <p:ph type="sldNum" idx="17"/>
          </p:nvPr>
        </p:nvSpPr>
        <p:spPr/>
        <p:txBody>
          <a:bodyPr/>
          <a:p>
            <a:fld id="{E5A2EF69-E679-436A-9A97-605E1B0BEDCD}" type="slidenum">
              <a:t>&lt;#&gt;</a:t>
            </a:fld>
          </a:p>
        </p:txBody>
      </p:sp>
      <p:sp>
        <p:nvSpPr>
          <p:cNvPr id="8" name="PlaceHolder 7"/>
          <p:cNvSpPr>
            <a:spLocks noGrp="1"/>
          </p:cNvSpPr>
          <p:nvPr>
            <p:ph type="dt" idx="18"/>
          </p:nvPr>
        </p:nvSpPr>
        <p:spPr/>
        <p:txBody>
          <a:bodyPr/>
          <a:p>
            <a:r>
              <a:rPr lang="en-US"/>
              <a:t/>
            </a:r>
          </a:p>
        </p:txBody>
      </p:sp>
    </p:spTree>
  </p:cSld>
</p:sldLayout>
</file>

<file path=ppt/slideLayouts/slideLayout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6"/>
          </p:nvPr>
        </p:nvSpPr>
        <p:spPr/>
        <p:txBody>
          <a:bodyPr/>
          <a:p>
            <a:r>
              <a:t>Footer</a:t>
            </a:r>
          </a:p>
        </p:txBody>
      </p:sp>
      <p:sp>
        <p:nvSpPr>
          <p:cNvPr id="6" name="PlaceHolder 5"/>
          <p:cNvSpPr>
            <a:spLocks noGrp="1"/>
          </p:cNvSpPr>
          <p:nvPr>
            <p:ph type="sldNum" idx="17"/>
          </p:nvPr>
        </p:nvSpPr>
        <p:spPr/>
        <p:txBody>
          <a:bodyPr/>
          <a:p>
            <a:fld id="{2AEDACEB-ECD7-43CD-AB08-BCFC9B3FEAF8}" type="slidenum">
              <a:t>&lt;#&gt;</a:t>
            </a:fld>
          </a:p>
        </p:txBody>
      </p:sp>
      <p:sp>
        <p:nvSpPr>
          <p:cNvPr id="7" name="PlaceHolder 6"/>
          <p:cNvSpPr>
            <a:spLocks noGrp="1"/>
          </p:cNvSpPr>
          <p:nvPr>
            <p:ph type="dt" idx="18"/>
          </p:nvPr>
        </p:nvSpPr>
        <p:spPr/>
        <p:txBody>
          <a:bodyPr/>
          <a:p>
            <a:r>
              <a:rPr lang="en-US"/>
              <a:t/>
            </a:r>
          </a:p>
        </p:txBody>
      </p:sp>
    </p:spTree>
  </p:cSld>
</p:sldLayout>
</file>

<file path=ppt/slideLayouts/slideLayout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3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3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3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6"/>
          </p:nvPr>
        </p:nvSpPr>
        <p:spPr/>
        <p:txBody>
          <a:bodyPr/>
          <a:p>
            <a:r>
              <a:t>Footer</a:t>
            </a:r>
          </a:p>
        </p:txBody>
      </p:sp>
      <p:sp>
        <p:nvSpPr>
          <p:cNvPr id="8" name="PlaceHolder 7"/>
          <p:cNvSpPr>
            <a:spLocks noGrp="1"/>
          </p:cNvSpPr>
          <p:nvPr>
            <p:ph type="sldNum" idx="17"/>
          </p:nvPr>
        </p:nvSpPr>
        <p:spPr/>
        <p:txBody>
          <a:bodyPr/>
          <a:p>
            <a:fld id="{07457B44-F7A5-4D2A-9C55-9B8B3F58BAD6}" type="slidenum">
              <a:t>&lt;#&gt;</a:t>
            </a:fld>
          </a:p>
        </p:txBody>
      </p:sp>
      <p:sp>
        <p:nvSpPr>
          <p:cNvPr id="9" name="PlaceHolder 8"/>
          <p:cNvSpPr>
            <a:spLocks noGrp="1"/>
          </p:cNvSpPr>
          <p:nvPr>
            <p:ph type="dt" idx="18"/>
          </p:nvPr>
        </p:nvSpPr>
        <p:spPr/>
        <p:txBody>
          <a:bodyPr/>
          <a:p>
            <a:r>
              <a:rPr lang="en-US"/>
              <a:t/>
            </a:r>
          </a:p>
        </p:txBody>
      </p:sp>
    </p:spTree>
  </p:cSld>
</p:sldLayout>
</file>

<file path=ppt/slideLayouts/slideLayout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4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4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6"/>
          </p:nvPr>
        </p:nvSpPr>
        <p:spPr/>
        <p:txBody>
          <a:bodyPr/>
          <a:p>
            <a:r>
              <a:t>Footer</a:t>
            </a:r>
          </a:p>
        </p:txBody>
      </p:sp>
      <p:sp>
        <p:nvSpPr>
          <p:cNvPr id="10" name="PlaceHolder 9"/>
          <p:cNvSpPr>
            <a:spLocks noGrp="1"/>
          </p:cNvSpPr>
          <p:nvPr>
            <p:ph type="sldNum" idx="17"/>
          </p:nvPr>
        </p:nvSpPr>
        <p:spPr/>
        <p:txBody>
          <a:bodyPr/>
          <a:p>
            <a:fld id="{5148F8DD-34CA-4EAE-B8DB-F405DE3AC220}" type="slidenum">
              <a:t>&lt;#&gt;</a:t>
            </a:fld>
          </a:p>
        </p:txBody>
      </p:sp>
      <p:sp>
        <p:nvSpPr>
          <p:cNvPr id="11" name="PlaceHolder 10"/>
          <p:cNvSpPr>
            <a:spLocks noGrp="1"/>
          </p:cNvSpPr>
          <p:nvPr>
            <p:ph type="dt" idx="18"/>
          </p:nvPr>
        </p:nvSpPr>
        <p:spPr/>
        <p:txBody>
          <a:bodyPr/>
          <a:p>
            <a:r>
              <a:rPr lang="en-US"/>
              <a:t/>
            </a:r>
          </a:p>
        </p:txBody>
      </p:sp>
    </p:spTree>
  </p:cSld>
</p:sldLayout>
</file>

<file path=ppt/slideLayouts/slideLayout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19"/>
          </p:nvPr>
        </p:nvSpPr>
        <p:spPr/>
        <p:txBody>
          <a:bodyPr/>
          <a:p>
            <a:r>
              <a:t>Footer</a:t>
            </a:r>
          </a:p>
        </p:txBody>
      </p:sp>
      <p:sp>
        <p:nvSpPr>
          <p:cNvPr id="3" name="PlaceHolder 2"/>
          <p:cNvSpPr>
            <a:spLocks noGrp="1"/>
          </p:cNvSpPr>
          <p:nvPr>
            <p:ph type="sldNum" idx="20"/>
          </p:nvPr>
        </p:nvSpPr>
        <p:spPr/>
        <p:txBody>
          <a:bodyPr/>
          <a:p>
            <a:fld id="{5245DE03-5523-43A2-A2D6-9BC0DFA704DF}" type="slidenum">
              <a:t>&lt;#&gt;</a:t>
            </a:fld>
          </a:p>
        </p:txBody>
      </p:sp>
      <p:sp>
        <p:nvSpPr>
          <p:cNvPr id="4" name="PlaceHolder 3"/>
          <p:cNvSpPr>
            <a:spLocks noGrp="1"/>
          </p:cNvSpPr>
          <p:nvPr>
            <p:ph type="dt" idx="21"/>
          </p:nvPr>
        </p:nvSpPr>
        <p:spPr/>
        <p:txBody>
          <a:bodyPr/>
          <a:p>
            <a:r>
              <a:rPr lang="en-US"/>
              <a:t/>
            </a:r>
          </a:p>
        </p:txBody>
      </p:sp>
    </p:spTree>
  </p:cSld>
</p:sldLayout>
</file>

<file path=ppt/slideLayouts/slideLayout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A2E2A560-E95A-4E9D-9769-349FD08D73E6}"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5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19"/>
          </p:nvPr>
        </p:nvSpPr>
        <p:spPr/>
        <p:txBody>
          <a:bodyPr/>
          <a:p>
            <a:r>
              <a:t>Footer</a:t>
            </a:r>
          </a:p>
        </p:txBody>
      </p:sp>
      <p:sp>
        <p:nvSpPr>
          <p:cNvPr id="5" name="PlaceHolder 4"/>
          <p:cNvSpPr>
            <a:spLocks noGrp="1"/>
          </p:cNvSpPr>
          <p:nvPr>
            <p:ph type="sldNum" idx="20"/>
          </p:nvPr>
        </p:nvSpPr>
        <p:spPr/>
        <p:txBody>
          <a:bodyPr/>
          <a:p>
            <a:fld id="{2D1BB40A-E009-44E8-A411-D347D0CA604F}" type="slidenum">
              <a:t>&lt;#&gt;</a:t>
            </a:fld>
          </a:p>
        </p:txBody>
      </p:sp>
      <p:sp>
        <p:nvSpPr>
          <p:cNvPr id="6" name="PlaceHolder 5"/>
          <p:cNvSpPr>
            <a:spLocks noGrp="1"/>
          </p:cNvSpPr>
          <p:nvPr>
            <p:ph type="dt" idx="21"/>
          </p:nvPr>
        </p:nvSpPr>
        <p:spPr/>
        <p:txBody>
          <a:bodyPr/>
          <a:p>
            <a:r>
              <a:rPr lang="en-US"/>
              <a:t/>
            </a:r>
          </a:p>
        </p:txBody>
      </p:sp>
    </p:spTree>
  </p:cSld>
</p:sldLayout>
</file>

<file path=ppt/slideLayouts/slideLayout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5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5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C299F7A1-6163-453C-B3CF-9911D6C9D01C}"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87496016-7CC2-42BF-8DD4-83AC969015C6}"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25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19"/>
          </p:nvPr>
        </p:nvSpPr>
        <p:spPr/>
        <p:txBody>
          <a:bodyPr/>
          <a:p>
            <a:r>
              <a:t>Footer</a:t>
            </a:r>
          </a:p>
        </p:txBody>
      </p:sp>
      <p:sp>
        <p:nvSpPr>
          <p:cNvPr id="4" name="PlaceHolder 3"/>
          <p:cNvSpPr>
            <a:spLocks noGrp="1"/>
          </p:cNvSpPr>
          <p:nvPr>
            <p:ph type="sldNum" idx="20"/>
          </p:nvPr>
        </p:nvSpPr>
        <p:spPr/>
        <p:txBody>
          <a:bodyPr/>
          <a:p>
            <a:fld id="{60B4DA66-D27E-4135-B980-3A9711D1C839}" type="slidenum">
              <a:t>&lt;#&gt;</a:t>
            </a:fld>
          </a:p>
        </p:txBody>
      </p:sp>
      <p:sp>
        <p:nvSpPr>
          <p:cNvPr id="5" name="PlaceHolder 4"/>
          <p:cNvSpPr>
            <a:spLocks noGrp="1"/>
          </p:cNvSpPr>
          <p:nvPr>
            <p:ph type="dt" idx="21"/>
          </p:nvPr>
        </p:nvSpPr>
        <p:spPr/>
        <p:txBody>
          <a:bodyPr/>
          <a:p>
            <a:r>
              <a:rPr lang="en-US"/>
              <a:t/>
            </a:r>
          </a:p>
        </p:txBody>
      </p:sp>
    </p:spTree>
  </p:cSld>
</p:sldLayout>
</file>

<file path=ppt/slideLayouts/slideLayout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2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39F57983-18CF-44A0-9887-AF73288BA74E}"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2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6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7C70283C-06A7-406A-B130-78A8EC55E965}"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2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6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19"/>
          </p:nvPr>
        </p:nvSpPr>
        <p:spPr/>
        <p:txBody>
          <a:bodyPr/>
          <a:p>
            <a:r>
              <a:t>Footer</a:t>
            </a:r>
          </a:p>
        </p:txBody>
      </p:sp>
      <p:sp>
        <p:nvSpPr>
          <p:cNvPr id="7" name="PlaceHolder 6"/>
          <p:cNvSpPr>
            <a:spLocks noGrp="1"/>
          </p:cNvSpPr>
          <p:nvPr>
            <p:ph type="sldNum" idx="20"/>
          </p:nvPr>
        </p:nvSpPr>
        <p:spPr/>
        <p:txBody>
          <a:bodyPr/>
          <a:p>
            <a:fld id="{390DD8DA-3CF8-4571-A2B2-15E7B54DA663}" type="slidenum">
              <a:t>&lt;#&gt;</a:t>
            </a:fld>
          </a:p>
        </p:txBody>
      </p:sp>
      <p:sp>
        <p:nvSpPr>
          <p:cNvPr id="8" name="PlaceHolder 7"/>
          <p:cNvSpPr>
            <a:spLocks noGrp="1"/>
          </p:cNvSpPr>
          <p:nvPr>
            <p:ph type="dt" idx="21"/>
          </p:nvPr>
        </p:nvSpPr>
        <p:spPr/>
        <p:txBody>
          <a:bodyPr/>
          <a:p>
            <a:r>
              <a:rPr lang="en-US"/>
              <a:t/>
            </a:r>
          </a:p>
        </p:txBody>
      </p:sp>
    </p:spTree>
  </p:cSld>
</p:sldLayout>
</file>

<file path=ppt/slideLayouts/slideLayout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2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19"/>
          </p:nvPr>
        </p:nvSpPr>
        <p:spPr/>
        <p:txBody>
          <a:bodyPr/>
          <a:p>
            <a:r>
              <a:t>Footer</a:t>
            </a:r>
          </a:p>
        </p:txBody>
      </p:sp>
      <p:sp>
        <p:nvSpPr>
          <p:cNvPr id="6" name="PlaceHolder 5"/>
          <p:cNvSpPr>
            <a:spLocks noGrp="1"/>
          </p:cNvSpPr>
          <p:nvPr>
            <p:ph type="sldNum" idx="20"/>
          </p:nvPr>
        </p:nvSpPr>
        <p:spPr/>
        <p:txBody>
          <a:bodyPr/>
          <a:p>
            <a:fld id="{66BBFDDE-619D-4663-9E42-435BDB5DEDCC}" type="slidenum">
              <a:t>&lt;#&gt;</a:t>
            </a:fld>
          </a:p>
        </p:txBody>
      </p:sp>
      <p:sp>
        <p:nvSpPr>
          <p:cNvPr id="7" name="PlaceHolder 6"/>
          <p:cNvSpPr>
            <a:spLocks noGrp="1"/>
          </p:cNvSpPr>
          <p:nvPr>
            <p:ph type="dt" idx="21"/>
          </p:nvPr>
        </p:nvSpPr>
        <p:spPr/>
        <p:txBody>
          <a:bodyPr/>
          <a:p>
            <a:r>
              <a:rPr lang="en-US"/>
              <a:t/>
            </a:r>
          </a:p>
        </p:txBody>
      </p:sp>
    </p:spTree>
  </p:cSld>
</p:sldLayout>
</file>

<file path=ppt/slideLayouts/slideLayout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27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7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7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19"/>
          </p:nvPr>
        </p:nvSpPr>
        <p:spPr/>
        <p:txBody>
          <a:bodyPr/>
          <a:p>
            <a:r>
              <a:t>Footer</a:t>
            </a:r>
          </a:p>
        </p:txBody>
      </p:sp>
      <p:sp>
        <p:nvSpPr>
          <p:cNvPr id="8" name="PlaceHolder 7"/>
          <p:cNvSpPr>
            <a:spLocks noGrp="1"/>
          </p:cNvSpPr>
          <p:nvPr>
            <p:ph type="sldNum" idx="20"/>
          </p:nvPr>
        </p:nvSpPr>
        <p:spPr/>
        <p:txBody>
          <a:bodyPr/>
          <a:p>
            <a:fld id="{D6703B33-2B48-45AF-AFBC-C2C168B77CDD}" type="slidenum">
              <a:t>&lt;#&gt;</a:t>
            </a:fld>
          </a:p>
        </p:txBody>
      </p:sp>
      <p:sp>
        <p:nvSpPr>
          <p:cNvPr id="9" name="PlaceHolder 8"/>
          <p:cNvSpPr>
            <a:spLocks noGrp="1"/>
          </p:cNvSpPr>
          <p:nvPr>
            <p:ph type="dt" idx="21"/>
          </p:nvPr>
        </p:nvSpPr>
        <p:spPr/>
        <p:txBody>
          <a:bodyPr/>
          <a:p>
            <a:r>
              <a:rPr lang="en-US"/>
              <a:t/>
            </a:r>
          </a:p>
        </p:txBody>
      </p:sp>
    </p:spTree>
  </p:cSld>
</p:sldLayout>
</file>

<file path=ppt/slideLayouts/slideLayout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2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8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8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19"/>
          </p:nvPr>
        </p:nvSpPr>
        <p:spPr/>
        <p:txBody>
          <a:bodyPr/>
          <a:p>
            <a:r>
              <a:t>Footer</a:t>
            </a:r>
          </a:p>
        </p:txBody>
      </p:sp>
      <p:sp>
        <p:nvSpPr>
          <p:cNvPr id="10" name="PlaceHolder 9"/>
          <p:cNvSpPr>
            <a:spLocks noGrp="1"/>
          </p:cNvSpPr>
          <p:nvPr>
            <p:ph type="sldNum" idx="20"/>
          </p:nvPr>
        </p:nvSpPr>
        <p:spPr/>
        <p:txBody>
          <a:bodyPr/>
          <a:p>
            <a:fld id="{CF6CA6A7-7229-493B-9BAB-46684BD573AD}" type="slidenum">
              <a:t>&lt;#&gt;</a:t>
            </a:fld>
          </a:p>
        </p:txBody>
      </p:sp>
      <p:sp>
        <p:nvSpPr>
          <p:cNvPr id="11" name="PlaceHolder 10"/>
          <p:cNvSpPr>
            <a:spLocks noGrp="1"/>
          </p:cNvSpPr>
          <p:nvPr>
            <p:ph type="dt" idx="21"/>
          </p:nvPr>
        </p:nvSpPr>
        <p:spPr/>
        <p:txBody>
          <a:bodyPr/>
          <a:p>
            <a:r>
              <a:rPr lang="en-US"/>
              <a:t/>
            </a:r>
          </a:p>
        </p:txBody>
      </p:sp>
    </p:spTree>
  </p:cSld>
</p:sldLayout>
</file>

<file path=ppt/slideLayouts/slideLayout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2"/>
          </p:nvPr>
        </p:nvSpPr>
        <p:spPr/>
        <p:txBody>
          <a:bodyPr/>
          <a:p>
            <a:r>
              <a:t>Footer</a:t>
            </a:r>
          </a:p>
        </p:txBody>
      </p:sp>
      <p:sp>
        <p:nvSpPr>
          <p:cNvPr id="3" name="PlaceHolder 2"/>
          <p:cNvSpPr>
            <a:spLocks noGrp="1"/>
          </p:cNvSpPr>
          <p:nvPr>
            <p:ph type="sldNum" idx="23"/>
          </p:nvPr>
        </p:nvSpPr>
        <p:spPr/>
        <p:txBody>
          <a:bodyPr/>
          <a:p>
            <a:fld id="{322C46A1-BCE8-43DC-BF3D-936D11C0B170}" type="slidenum">
              <a:t>&lt;#&gt;</a:t>
            </a:fld>
          </a:p>
        </p:txBody>
      </p:sp>
      <p:sp>
        <p:nvSpPr>
          <p:cNvPr id="4" name="PlaceHolder 3"/>
          <p:cNvSpPr>
            <a:spLocks noGrp="1"/>
          </p:cNvSpPr>
          <p:nvPr>
            <p:ph type="dt" idx="24"/>
          </p:nvPr>
        </p:nvSpPr>
        <p:spPr/>
        <p:txBody>
          <a:bodyPr/>
          <a:p>
            <a:r>
              <a:rPr lang="en-US"/>
              <a:t/>
            </a:r>
          </a:p>
        </p:txBody>
      </p:sp>
    </p:spTree>
  </p:cSld>
</p:sldLayout>
</file>

<file path=ppt/slideLayouts/slideLayout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2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4123EC42-4B2E-4589-8ECC-CC6EDF4A4E76}"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29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2"/>
          </p:nvPr>
        </p:nvSpPr>
        <p:spPr/>
        <p:txBody>
          <a:bodyPr/>
          <a:p>
            <a:r>
              <a:t>Footer</a:t>
            </a:r>
          </a:p>
        </p:txBody>
      </p:sp>
      <p:sp>
        <p:nvSpPr>
          <p:cNvPr id="5" name="PlaceHolder 4"/>
          <p:cNvSpPr>
            <a:spLocks noGrp="1"/>
          </p:cNvSpPr>
          <p:nvPr>
            <p:ph type="sldNum" idx="23"/>
          </p:nvPr>
        </p:nvSpPr>
        <p:spPr/>
        <p:txBody>
          <a:bodyPr/>
          <a:p>
            <a:fld id="{E0291C9D-2002-4B71-AB88-194A63F796C4}" type="slidenum">
              <a:t>&lt;#&gt;</a:t>
            </a:fld>
          </a:p>
        </p:txBody>
      </p:sp>
      <p:sp>
        <p:nvSpPr>
          <p:cNvPr id="6" name="PlaceHolder 5"/>
          <p:cNvSpPr>
            <a:spLocks noGrp="1"/>
          </p:cNvSpPr>
          <p:nvPr>
            <p:ph type="dt" idx="24"/>
          </p:nvPr>
        </p:nvSpPr>
        <p:spPr/>
        <p:txBody>
          <a:bodyPr/>
          <a:p>
            <a:r>
              <a:rPr lang="en-US"/>
              <a:t/>
            </a:r>
          </a:p>
        </p:txBody>
      </p:sp>
    </p:spTree>
  </p:cSld>
</p:sldLayout>
</file>

<file path=ppt/slideLayouts/slideLayout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2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29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29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05E4E290-1B6D-439F-99E0-3607ACC733E7}"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2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ED9B5E38-C1A7-4B87-A777-AD51D7DF2EC1}"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0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2"/>
          </p:nvPr>
        </p:nvSpPr>
        <p:spPr/>
        <p:txBody>
          <a:bodyPr/>
          <a:p>
            <a:r>
              <a:t>Footer</a:t>
            </a:r>
          </a:p>
        </p:txBody>
      </p:sp>
      <p:sp>
        <p:nvSpPr>
          <p:cNvPr id="4" name="PlaceHolder 3"/>
          <p:cNvSpPr>
            <a:spLocks noGrp="1"/>
          </p:cNvSpPr>
          <p:nvPr>
            <p:ph type="sldNum" idx="23"/>
          </p:nvPr>
        </p:nvSpPr>
        <p:spPr/>
        <p:txBody>
          <a:bodyPr/>
          <a:p>
            <a:fld id="{145FC9B2-41A3-4EB4-A42C-C3E5F62C1E24}" type="slidenum">
              <a:t>&lt;#&gt;</a:t>
            </a:fld>
          </a:p>
        </p:txBody>
      </p:sp>
      <p:sp>
        <p:nvSpPr>
          <p:cNvPr id="5" name="PlaceHolder 4"/>
          <p:cNvSpPr>
            <a:spLocks noGrp="1"/>
          </p:cNvSpPr>
          <p:nvPr>
            <p:ph type="dt" idx="24"/>
          </p:nvPr>
        </p:nvSpPr>
        <p:spPr/>
        <p:txBody>
          <a:bodyPr/>
          <a:p>
            <a:r>
              <a:rPr lang="en-US"/>
              <a:t/>
            </a:r>
          </a:p>
        </p:txBody>
      </p:sp>
    </p:spTree>
  </p:cSld>
</p:sldLayout>
</file>

<file path=ppt/slideLayouts/slideLayout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2CCB8D75-7FD9-4B36-972E-012AD4BFAAF3}"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0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0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0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4FD4BBD4-D7AF-4BEC-BEF8-C6D1996BDF60}"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2"/>
          </p:nvPr>
        </p:nvSpPr>
        <p:spPr/>
        <p:txBody>
          <a:bodyPr/>
          <a:p>
            <a:r>
              <a:t>Footer</a:t>
            </a:r>
          </a:p>
        </p:txBody>
      </p:sp>
      <p:sp>
        <p:nvSpPr>
          <p:cNvPr id="7" name="PlaceHolder 6"/>
          <p:cNvSpPr>
            <a:spLocks noGrp="1"/>
          </p:cNvSpPr>
          <p:nvPr>
            <p:ph type="sldNum" idx="23"/>
          </p:nvPr>
        </p:nvSpPr>
        <p:spPr/>
        <p:txBody>
          <a:bodyPr/>
          <a:p>
            <a:fld id="{B4B63B70-C08B-470E-965C-4311B1D5A1CF}" type="slidenum">
              <a:t>&lt;#&gt;</a:t>
            </a:fld>
          </a:p>
        </p:txBody>
      </p:sp>
      <p:sp>
        <p:nvSpPr>
          <p:cNvPr id="8" name="PlaceHolder 7"/>
          <p:cNvSpPr>
            <a:spLocks noGrp="1"/>
          </p:cNvSpPr>
          <p:nvPr>
            <p:ph type="dt" idx="24"/>
          </p:nvPr>
        </p:nvSpPr>
        <p:spPr/>
        <p:txBody>
          <a:bodyPr/>
          <a:p>
            <a:r>
              <a:rPr lang="en-US"/>
              <a:t/>
            </a:r>
          </a:p>
        </p:txBody>
      </p:sp>
    </p:spTree>
  </p:cSld>
</p:sldLayout>
</file>

<file path=ppt/slideLayouts/slideLayout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1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2"/>
          </p:nvPr>
        </p:nvSpPr>
        <p:spPr/>
        <p:txBody>
          <a:bodyPr/>
          <a:p>
            <a:r>
              <a:t>Footer</a:t>
            </a:r>
          </a:p>
        </p:txBody>
      </p:sp>
      <p:sp>
        <p:nvSpPr>
          <p:cNvPr id="6" name="PlaceHolder 5"/>
          <p:cNvSpPr>
            <a:spLocks noGrp="1"/>
          </p:cNvSpPr>
          <p:nvPr>
            <p:ph type="sldNum" idx="23"/>
          </p:nvPr>
        </p:nvSpPr>
        <p:spPr/>
        <p:txBody>
          <a:bodyPr/>
          <a:p>
            <a:fld id="{F67D44CF-7AC7-4909-B878-A5DDE59AEEDA}" type="slidenum">
              <a:t>&lt;#&gt;</a:t>
            </a:fld>
          </a:p>
        </p:txBody>
      </p:sp>
      <p:sp>
        <p:nvSpPr>
          <p:cNvPr id="7" name="PlaceHolder 6"/>
          <p:cNvSpPr>
            <a:spLocks noGrp="1"/>
          </p:cNvSpPr>
          <p:nvPr>
            <p:ph type="dt" idx="24"/>
          </p:nvPr>
        </p:nvSpPr>
        <p:spPr/>
        <p:txBody>
          <a:bodyPr/>
          <a:p>
            <a:r>
              <a:rPr lang="en-US"/>
              <a:t/>
            </a:r>
          </a:p>
        </p:txBody>
      </p:sp>
    </p:spTree>
  </p:cSld>
</p:sldLayout>
</file>

<file path=ppt/slideLayouts/slideLayout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1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1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1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2"/>
          </p:nvPr>
        </p:nvSpPr>
        <p:spPr/>
        <p:txBody>
          <a:bodyPr/>
          <a:p>
            <a:r>
              <a:t>Footer</a:t>
            </a:r>
          </a:p>
        </p:txBody>
      </p:sp>
      <p:sp>
        <p:nvSpPr>
          <p:cNvPr id="8" name="PlaceHolder 7"/>
          <p:cNvSpPr>
            <a:spLocks noGrp="1"/>
          </p:cNvSpPr>
          <p:nvPr>
            <p:ph type="sldNum" idx="23"/>
          </p:nvPr>
        </p:nvSpPr>
        <p:spPr/>
        <p:txBody>
          <a:bodyPr/>
          <a:p>
            <a:fld id="{5B730BE7-AB9F-458C-A844-BB51E7A3AEF9}" type="slidenum">
              <a:t>&lt;#&gt;</a:t>
            </a:fld>
          </a:p>
        </p:txBody>
      </p:sp>
      <p:sp>
        <p:nvSpPr>
          <p:cNvPr id="9" name="PlaceHolder 8"/>
          <p:cNvSpPr>
            <a:spLocks noGrp="1"/>
          </p:cNvSpPr>
          <p:nvPr>
            <p:ph type="dt" idx="24"/>
          </p:nvPr>
        </p:nvSpPr>
        <p:spPr/>
        <p:txBody>
          <a:bodyPr/>
          <a:p>
            <a:r>
              <a:rPr lang="en-US"/>
              <a:t/>
            </a:r>
          </a:p>
        </p:txBody>
      </p:sp>
    </p:spTree>
  </p:cSld>
</p:sldLayout>
</file>

<file path=ppt/slideLayouts/slideLayout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2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2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2"/>
          </p:nvPr>
        </p:nvSpPr>
        <p:spPr/>
        <p:txBody>
          <a:bodyPr/>
          <a:p>
            <a:r>
              <a:t>Footer</a:t>
            </a:r>
          </a:p>
        </p:txBody>
      </p:sp>
      <p:sp>
        <p:nvSpPr>
          <p:cNvPr id="10" name="PlaceHolder 9"/>
          <p:cNvSpPr>
            <a:spLocks noGrp="1"/>
          </p:cNvSpPr>
          <p:nvPr>
            <p:ph type="sldNum" idx="23"/>
          </p:nvPr>
        </p:nvSpPr>
        <p:spPr/>
        <p:txBody>
          <a:bodyPr/>
          <a:p>
            <a:fld id="{47FE25AE-574E-47CA-BA87-170A61DE21D6}" type="slidenum">
              <a:t>&lt;#&gt;</a:t>
            </a:fld>
          </a:p>
        </p:txBody>
      </p:sp>
      <p:sp>
        <p:nvSpPr>
          <p:cNvPr id="11" name="PlaceHolder 10"/>
          <p:cNvSpPr>
            <a:spLocks noGrp="1"/>
          </p:cNvSpPr>
          <p:nvPr>
            <p:ph type="dt" idx="24"/>
          </p:nvPr>
        </p:nvSpPr>
        <p:spPr/>
        <p:txBody>
          <a:bodyPr/>
          <a:p>
            <a:r>
              <a:rPr lang="en-US"/>
              <a:t/>
            </a:r>
          </a:p>
        </p:txBody>
      </p:sp>
    </p:spTree>
  </p:cSld>
</p:sldLayout>
</file>

<file path=ppt/slideLayouts/slideLayout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5"/>
          </p:nvPr>
        </p:nvSpPr>
        <p:spPr/>
        <p:txBody>
          <a:bodyPr/>
          <a:p>
            <a:r>
              <a:t>Footer</a:t>
            </a:r>
          </a:p>
        </p:txBody>
      </p:sp>
      <p:sp>
        <p:nvSpPr>
          <p:cNvPr id="3" name="PlaceHolder 2"/>
          <p:cNvSpPr>
            <a:spLocks noGrp="1"/>
          </p:cNvSpPr>
          <p:nvPr>
            <p:ph type="sldNum" idx="26"/>
          </p:nvPr>
        </p:nvSpPr>
        <p:spPr/>
        <p:txBody>
          <a:bodyPr/>
          <a:p>
            <a:fld id="{36B6BD85-F9F3-4DCE-8543-FD51A962C534}" type="slidenum">
              <a:t>&lt;#&gt;</a:t>
            </a:fld>
          </a:p>
        </p:txBody>
      </p:sp>
      <p:sp>
        <p:nvSpPr>
          <p:cNvPr id="4" name="PlaceHolder 3"/>
          <p:cNvSpPr>
            <a:spLocks noGrp="1"/>
          </p:cNvSpPr>
          <p:nvPr>
            <p:ph type="dt" idx="27"/>
          </p:nvPr>
        </p:nvSpPr>
        <p:spPr/>
        <p:txBody>
          <a:bodyPr/>
          <a:p>
            <a:r>
              <a:rPr lang="en-US"/>
              <a:t/>
            </a:r>
          </a:p>
        </p:txBody>
      </p:sp>
    </p:spTree>
  </p:cSld>
</p:sldLayout>
</file>

<file path=ppt/slideLayouts/slideLayout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BFD007F5-2D07-4495-BC96-366C45080E44}"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3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5"/>
          </p:nvPr>
        </p:nvSpPr>
        <p:spPr/>
        <p:txBody>
          <a:bodyPr/>
          <a:p>
            <a:r>
              <a:t>Footer</a:t>
            </a:r>
          </a:p>
        </p:txBody>
      </p:sp>
      <p:sp>
        <p:nvSpPr>
          <p:cNvPr id="5" name="PlaceHolder 4"/>
          <p:cNvSpPr>
            <a:spLocks noGrp="1"/>
          </p:cNvSpPr>
          <p:nvPr>
            <p:ph type="sldNum" idx="26"/>
          </p:nvPr>
        </p:nvSpPr>
        <p:spPr/>
        <p:txBody>
          <a:bodyPr/>
          <a:p>
            <a:fld id="{D34A8311-FCD3-440C-A221-D64856D95440}" type="slidenum">
              <a:t>&lt;#&gt;</a:t>
            </a:fld>
          </a:p>
        </p:txBody>
      </p:sp>
      <p:sp>
        <p:nvSpPr>
          <p:cNvPr id="6" name="PlaceHolder 5"/>
          <p:cNvSpPr>
            <a:spLocks noGrp="1"/>
          </p:cNvSpPr>
          <p:nvPr>
            <p:ph type="dt" idx="27"/>
          </p:nvPr>
        </p:nvSpPr>
        <p:spPr/>
        <p:txBody>
          <a:bodyPr/>
          <a:p>
            <a:r>
              <a:rPr lang="en-US"/>
              <a:t/>
            </a:r>
          </a:p>
        </p:txBody>
      </p:sp>
    </p:spTree>
  </p:cSld>
</p:sldLayout>
</file>

<file path=ppt/slideLayouts/slideLayout1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3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3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DD2B3E03-F6C1-499B-BB53-A8DEBE9BED0F}"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D2E6829F-B919-409D-9934-C32340CC7AA0}"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4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5"/>
          </p:nvPr>
        </p:nvSpPr>
        <p:spPr/>
        <p:txBody>
          <a:bodyPr/>
          <a:p>
            <a:r>
              <a:t>Footer</a:t>
            </a:r>
          </a:p>
        </p:txBody>
      </p:sp>
      <p:sp>
        <p:nvSpPr>
          <p:cNvPr id="4" name="PlaceHolder 3"/>
          <p:cNvSpPr>
            <a:spLocks noGrp="1"/>
          </p:cNvSpPr>
          <p:nvPr>
            <p:ph type="sldNum" idx="26"/>
          </p:nvPr>
        </p:nvSpPr>
        <p:spPr/>
        <p:txBody>
          <a:bodyPr/>
          <a:p>
            <a:fld id="{F66B0CE4-6364-489D-BB54-DE7A89E29906}" type="slidenum">
              <a:t>&lt;#&gt;</a:t>
            </a:fld>
          </a:p>
        </p:txBody>
      </p:sp>
      <p:sp>
        <p:nvSpPr>
          <p:cNvPr id="5" name="PlaceHolder 4"/>
          <p:cNvSpPr>
            <a:spLocks noGrp="1"/>
          </p:cNvSpPr>
          <p:nvPr>
            <p:ph type="dt" idx="27"/>
          </p:nvPr>
        </p:nvSpPr>
        <p:spPr/>
        <p:txBody>
          <a:bodyPr/>
          <a:p>
            <a:r>
              <a:rPr lang="en-US"/>
              <a:t/>
            </a:r>
          </a:p>
        </p:txBody>
      </p:sp>
    </p:spTree>
  </p:cSld>
</p:sldLayout>
</file>

<file path=ppt/slideLayouts/slideLayout1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76304A51-0262-48DE-A8DE-6129BF5D577D}"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4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4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4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DCCABBA2-9925-414F-888F-08E30452CDA4}"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5"/>
          </p:nvPr>
        </p:nvSpPr>
        <p:spPr/>
        <p:txBody>
          <a:bodyPr/>
          <a:p>
            <a:r>
              <a:t>Footer</a:t>
            </a:r>
          </a:p>
        </p:txBody>
      </p:sp>
      <p:sp>
        <p:nvSpPr>
          <p:cNvPr id="7" name="PlaceHolder 6"/>
          <p:cNvSpPr>
            <a:spLocks noGrp="1"/>
          </p:cNvSpPr>
          <p:nvPr>
            <p:ph type="sldNum" idx="26"/>
          </p:nvPr>
        </p:nvSpPr>
        <p:spPr/>
        <p:txBody>
          <a:bodyPr/>
          <a:p>
            <a:fld id="{03C57FE1-8595-49D3-B2CC-AA07B91C0E99}" type="slidenum">
              <a:t>&lt;#&gt;</a:t>
            </a:fld>
          </a:p>
        </p:txBody>
      </p:sp>
      <p:sp>
        <p:nvSpPr>
          <p:cNvPr id="8" name="PlaceHolder 7"/>
          <p:cNvSpPr>
            <a:spLocks noGrp="1"/>
          </p:cNvSpPr>
          <p:nvPr>
            <p:ph type="dt" idx="27"/>
          </p:nvPr>
        </p:nvSpPr>
        <p:spPr/>
        <p:txBody>
          <a:bodyPr/>
          <a:p>
            <a:r>
              <a:rPr lang="en-US"/>
              <a:t/>
            </a:r>
          </a:p>
        </p:txBody>
      </p:sp>
    </p:spTree>
  </p:cSld>
</p:sldLayout>
</file>

<file path=ppt/slideLayouts/slideLayout1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5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5"/>
          </p:nvPr>
        </p:nvSpPr>
        <p:spPr/>
        <p:txBody>
          <a:bodyPr/>
          <a:p>
            <a:r>
              <a:t>Footer</a:t>
            </a:r>
          </a:p>
        </p:txBody>
      </p:sp>
      <p:sp>
        <p:nvSpPr>
          <p:cNvPr id="6" name="PlaceHolder 5"/>
          <p:cNvSpPr>
            <a:spLocks noGrp="1"/>
          </p:cNvSpPr>
          <p:nvPr>
            <p:ph type="sldNum" idx="26"/>
          </p:nvPr>
        </p:nvSpPr>
        <p:spPr/>
        <p:txBody>
          <a:bodyPr/>
          <a:p>
            <a:fld id="{AD2FDC19-539F-4232-B3E9-A49FF4983412}" type="slidenum">
              <a:t>&lt;#&gt;</a:t>
            </a:fld>
          </a:p>
        </p:txBody>
      </p:sp>
      <p:sp>
        <p:nvSpPr>
          <p:cNvPr id="7" name="PlaceHolder 6"/>
          <p:cNvSpPr>
            <a:spLocks noGrp="1"/>
          </p:cNvSpPr>
          <p:nvPr>
            <p:ph type="dt" idx="27"/>
          </p:nvPr>
        </p:nvSpPr>
        <p:spPr/>
        <p:txBody>
          <a:bodyPr/>
          <a:p>
            <a:r>
              <a:rPr lang="en-US"/>
              <a:t/>
            </a:r>
          </a:p>
        </p:txBody>
      </p:sp>
    </p:spTree>
  </p:cSld>
</p:sldLayout>
</file>

<file path=ppt/slideLayouts/slideLayout1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5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5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5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5"/>
          </p:nvPr>
        </p:nvSpPr>
        <p:spPr/>
        <p:txBody>
          <a:bodyPr/>
          <a:p>
            <a:r>
              <a:t>Footer</a:t>
            </a:r>
          </a:p>
        </p:txBody>
      </p:sp>
      <p:sp>
        <p:nvSpPr>
          <p:cNvPr id="8" name="PlaceHolder 7"/>
          <p:cNvSpPr>
            <a:spLocks noGrp="1"/>
          </p:cNvSpPr>
          <p:nvPr>
            <p:ph type="sldNum" idx="26"/>
          </p:nvPr>
        </p:nvSpPr>
        <p:spPr/>
        <p:txBody>
          <a:bodyPr/>
          <a:p>
            <a:fld id="{F74FF079-9312-41E5-87BB-0EEEE2AA0C0D}" type="slidenum">
              <a:t>&lt;#&gt;</a:t>
            </a:fld>
          </a:p>
        </p:txBody>
      </p:sp>
      <p:sp>
        <p:nvSpPr>
          <p:cNvPr id="9" name="PlaceHolder 8"/>
          <p:cNvSpPr>
            <a:spLocks noGrp="1"/>
          </p:cNvSpPr>
          <p:nvPr>
            <p:ph type="dt" idx="27"/>
          </p:nvPr>
        </p:nvSpPr>
        <p:spPr/>
        <p:txBody>
          <a:bodyPr/>
          <a:p>
            <a:r>
              <a:rPr lang="en-US"/>
              <a:t/>
            </a:r>
          </a:p>
        </p:txBody>
      </p:sp>
    </p:spTree>
  </p:cSld>
</p:sldLayout>
</file>

<file path=ppt/slideLayouts/slideLayout1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3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6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6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5"/>
          </p:nvPr>
        </p:nvSpPr>
        <p:spPr/>
        <p:txBody>
          <a:bodyPr/>
          <a:p>
            <a:r>
              <a:t>Footer</a:t>
            </a:r>
          </a:p>
        </p:txBody>
      </p:sp>
      <p:sp>
        <p:nvSpPr>
          <p:cNvPr id="10" name="PlaceHolder 9"/>
          <p:cNvSpPr>
            <a:spLocks noGrp="1"/>
          </p:cNvSpPr>
          <p:nvPr>
            <p:ph type="sldNum" idx="26"/>
          </p:nvPr>
        </p:nvSpPr>
        <p:spPr/>
        <p:txBody>
          <a:bodyPr/>
          <a:p>
            <a:fld id="{D925BFD4-4395-473B-80AB-FD43F83B91E2}" type="slidenum">
              <a:t>&lt;#&gt;</a:t>
            </a:fld>
          </a:p>
        </p:txBody>
      </p:sp>
      <p:sp>
        <p:nvSpPr>
          <p:cNvPr id="11" name="PlaceHolder 10"/>
          <p:cNvSpPr>
            <a:spLocks noGrp="1"/>
          </p:cNvSpPr>
          <p:nvPr>
            <p:ph type="dt" idx="27"/>
          </p:nvPr>
        </p:nvSpPr>
        <p:spPr/>
        <p:txBody>
          <a:bodyPr/>
          <a:p>
            <a:r>
              <a:rPr lang="en-US"/>
              <a:t/>
            </a:r>
          </a:p>
        </p:txBody>
      </p:sp>
    </p:spTree>
  </p:cSld>
</p:sldLayout>
</file>

<file path=ppt/slideLayouts/slideLayout1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28"/>
          </p:nvPr>
        </p:nvSpPr>
        <p:spPr/>
        <p:txBody>
          <a:bodyPr/>
          <a:p>
            <a:r>
              <a:t>Footer</a:t>
            </a:r>
          </a:p>
        </p:txBody>
      </p:sp>
      <p:sp>
        <p:nvSpPr>
          <p:cNvPr id="3" name="PlaceHolder 2"/>
          <p:cNvSpPr>
            <a:spLocks noGrp="1"/>
          </p:cNvSpPr>
          <p:nvPr>
            <p:ph type="sldNum" idx="29"/>
          </p:nvPr>
        </p:nvSpPr>
        <p:spPr/>
        <p:txBody>
          <a:bodyPr/>
          <a:p>
            <a:fld id="{64B2D631-A97A-4A2D-8D70-FA4F81F6407E}" type="slidenum">
              <a:t>&lt;#&gt;</a:t>
            </a:fld>
          </a:p>
        </p:txBody>
      </p:sp>
      <p:sp>
        <p:nvSpPr>
          <p:cNvPr id="4" name="PlaceHolder 3"/>
          <p:cNvSpPr>
            <a:spLocks noGrp="1"/>
          </p:cNvSpPr>
          <p:nvPr>
            <p:ph type="dt" idx="30"/>
          </p:nvPr>
        </p:nvSpPr>
        <p:spPr/>
        <p:txBody>
          <a:bodyPr/>
          <a:p>
            <a:r>
              <a:rPr lang="en-US"/>
              <a:t/>
            </a:r>
          </a:p>
        </p:txBody>
      </p:sp>
    </p:spTree>
  </p:cSld>
</p:sldLayout>
</file>

<file path=ppt/slideLayouts/slideLayout1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3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5"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325651AD-0170-40FB-B2FA-E69563C29BE6}"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37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7"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28"/>
          </p:nvPr>
        </p:nvSpPr>
        <p:spPr/>
        <p:txBody>
          <a:bodyPr/>
          <a:p>
            <a:r>
              <a:t>Footer</a:t>
            </a:r>
          </a:p>
        </p:txBody>
      </p:sp>
      <p:sp>
        <p:nvSpPr>
          <p:cNvPr id="5" name="PlaceHolder 4"/>
          <p:cNvSpPr>
            <a:spLocks noGrp="1"/>
          </p:cNvSpPr>
          <p:nvPr>
            <p:ph type="sldNum" idx="29"/>
          </p:nvPr>
        </p:nvSpPr>
        <p:spPr/>
        <p:txBody>
          <a:bodyPr/>
          <a:p>
            <a:fld id="{3C968356-DCA2-4C4F-AA1C-8765875F664E}" type="slidenum">
              <a:t>&lt;#&gt;</a:t>
            </a:fld>
          </a:p>
        </p:txBody>
      </p:sp>
      <p:sp>
        <p:nvSpPr>
          <p:cNvPr id="6" name="PlaceHolder 5"/>
          <p:cNvSpPr>
            <a:spLocks noGrp="1"/>
          </p:cNvSpPr>
          <p:nvPr>
            <p:ph type="dt" idx="30"/>
          </p:nvPr>
        </p:nvSpPr>
        <p:spPr/>
        <p:txBody>
          <a:bodyPr/>
          <a:p>
            <a:r>
              <a:rPr lang="en-US"/>
              <a:t/>
            </a:r>
          </a:p>
        </p:txBody>
      </p:sp>
    </p:spTree>
  </p:cSld>
</p:sldLayout>
</file>

<file path=ppt/slideLayouts/slideLayout1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3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7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BCE34182-2478-4F88-AE7A-F983C6D678BA}"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3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29488E40-C826-44E4-8EE0-E3D83D72B5B0}"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382"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28"/>
          </p:nvPr>
        </p:nvSpPr>
        <p:spPr/>
        <p:txBody>
          <a:bodyPr/>
          <a:p>
            <a:r>
              <a:t>Footer</a:t>
            </a:r>
          </a:p>
        </p:txBody>
      </p:sp>
      <p:sp>
        <p:nvSpPr>
          <p:cNvPr id="4" name="PlaceHolder 3"/>
          <p:cNvSpPr>
            <a:spLocks noGrp="1"/>
          </p:cNvSpPr>
          <p:nvPr>
            <p:ph type="sldNum" idx="29"/>
          </p:nvPr>
        </p:nvSpPr>
        <p:spPr/>
        <p:txBody>
          <a:bodyPr/>
          <a:p>
            <a:fld id="{812F3FA4-D774-4597-9DE8-5F536C95C32E}" type="slidenum">
              <a:t>&lt;#&gt;</a:t>
            </a:fld>
          </a:p>
        </p:txBody>
      </p:sp>
      <p:sp>
        <p:nvSpPr>
          <p:cNvPr id="5" name="PlaceHolder 4"/>
          <p:cNvSpPr>
            <a:spLocks noGrp="1"/>
          </p:cNvSpPr>
          <p:nvPr>
            <p:ph type="dt" idx="30"/>
          </p:nvPr>
        </p:nvSpPr>
        <p:spPr/>
        <p:txBody>
          <a:bodyPr/>
          <a:p>
            <a:r>
              <a:rPr lang="en-US"/>
              <a:t/>
            </a:r>
          </a:p>
        </p:txBody>
      </p:sp>
    </p:spTree>
  </p:cSld>
</p:sldLayout>
</file>

<file path=ppt/slideLayouts/slideLayout1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3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B36E0C08-0CB7-4395-B7AD-307485EE028A}"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38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8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8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0"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CCF8CA03-26BC-4010-9CFC-12596D4C679F}"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3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4"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28"/>
          </p:nvPr>
        </p:nvSpPr>
        <p:spPr/>
        <p:txBody>
          <a:bodyPr/>
          <a:p>
            <a:r>
              <a:t>Footer</a:t>
            </a:r>
          </a:p>
        </p:txBody>
      </p:sp>
      <p:sp>
        <p:nvSpPr>
          <p:cNvPr id="7" name="PlaceHolder 6"/>
          <p:cNvSpPr>
            <a:spLocks noGrp="1"/>
          </p:cNvSpPr>
          <p:nvPr>
            <p:ph type="sldNum" idx="29"/>
          </p:nvPr>
        </p:nvSpPr>
        <p:spPr/>
        <p:txBody>
          <a:bodyPr/>
          <a:p>
            <a:fld id="{80F28143-40AD-4D61-9462-95C325B67F4D}" type="slidenum">
              <a:t>&lt;#&gt;</a:t>
            </a:fld>
          </a:p>
        </p:txBody>
      </p:sp>
      <p:sp>
        <p:nvSpPr>
          <p:cNvPr id="8" name="PlaceHolder 7"/>
          <p:cNvSpPr>
            <a:spLocks noGrp="1"/>
          </p:cNvSpPr>
          <p:nvPr>
            <p:ph type="dt" idx="30"/>
          </p:nvPr>
        </p:nvSpPr>
        <p:spPr/>
        <p:txBody>
          <a:bodyPr/>
          <a:p>
            <a:r>
              <a:rPr lang="en-US"/>
              <a:t/>
            </a:r>
          </a:p>
        </p:txBody>
      </p:sp>
    </p:spTree>
  </p:cSld>
</p:sldLayout>
</file>

<file path=ppt/slideLayouts/slideLayout1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3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6"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397"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28"/>
          </p:nvPr>
        </p:nvSpPr>
        <p:spPr/>
        <p:txBody>
          <a:bodyPr/>
          <a:p>
            <a:r>
              <a:t>Footer</a:t>
            </a:r>
          </a:p>
        </p:txBody>
      </p:sp>
      <p:sp>
        <p:nvSpPr>
          <p:cNvPr id="6" name="PlaceHolder 5"/>
          <p:cNvSpPr>
            <a:spLocks noGrp="1"/>
          </p:cNvSpPr>
          <p:nvPr>
            <p:ph type="sldNum" idx="29"/>
          </p:nvPr>
        </p:nvSpPr>
        <p:spPr/>
        <p:txBody>
          <a:bodyPr/>
          <a:p>
            <a:fld id="{02F036DE-B5B6-4D81-89A4-6562C238E540}" type="slidenum">
              <a:t>&lt;#&gt;</a:t>
            </a:fld>
          </a:p>
        </p:txBody>
      </p:sp>
      <p:sp>
        <p:nvSpPr>
          <p:cNvPr id="7" name="PlaceHolder 6"/>
          <p:cNvSpPr>
            <a:spLocks noGrp="1"/>
          </p:cNvSpPr>
          <p:nvPr>
            <p:ph type="dt" idx="30"/>
          </p:nvPr>
        </p:nvSpPr>
        <p:spPr/>
        <p:txBody>
          <a:bodyPr/>
          <a:p>
            <a:r>
              <a:rPr lang="en-US"/>
              <a:t/>
            </a:r>
          </a:p>
        </p:txBody>
      </p:sp>
    </p:spTree>
  </p:cSld>
</p:sldLayout>
</file>

<file path=ppt/slideLayouts/slideLayout1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39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9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2"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28"/>
          </p:nvPr>
        </p:nvSpPr>
        <p:spPr/>
        <p:txBody>
          <a:bodyPr/>
          <a:p>
            <a:r>
              <a:t>Footer</a:t>
            </a:r>
          </a:p>
        </p:txBody>
      </p:sp>
      <p:sp>
        <p:nvSpPr>
          <p:cNvPr id="8" name="PlaceHolder 7"/>
          <p:cNvSpPr>
            <a:spLocks noGrp="1"/>
          </p:cNvSpPr>
          <p:nvPr>
            <p:ph type="sldNum" idx="29"/>
          </p:nvPr>
        </p:nvSpPr>
        <p:spPr/>
        <p:txBody>
          <a:bodyPr/>
          <a:p>
            <a:fld id="{907056D3-8782-4EBC-BCB9-B3ED40C4838A}" type="slidenum">
              <a:t>&lt;#&gt;</a:t>
            </a:fld>
          </a:p>
        </p:txBody>
      </p:sp>
      <p:sp>
        <p:nvSpPr>
          <p:cNvPr id="9" name="PlaceHolder 8"/>
          <p:cNvSpPr>
            <a:spLocks noGrp="1"/>
          </p:cNvSpPr>
          <p:nvPr>
            <p:ph type="dt" idx="30"/>
          </p:nvPr>
        </p:nvSpPr>
        <p:spPr/>
        <p:txBody>
          <a:bodyPr/>
          <a:p>
            <a:r>
              <a:rPr lang="en-US"/>
              <a:t/>
            </a:r>
          </a:p>
        </p:txBody>
      </p:sp>
    </p:spTree>
  </p:cSld>
</p:sldLayout>
</file>

<file path=ppt/slideLayouts/slideLayout1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04"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5"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6"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7"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8"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09"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28"/>
          </p:nvPr>
        </p:nvSpPr>
        <p:spPr/>
        <p:txBody>
          <a:bodyPr/>
          <a:p>
            <a:r>
              <a:t>Footer</a:t>
            </a:r>
          </a:p>
        </p:txBody>
      </p:sp>
      <p:sp>
        <p:nvSpPr>
          <p:cNvPr id="10" name="PlaceHolder 9"/>
          <p:cNvSpPr>
            <a:spLocks noGrp="1"/>
          </p:cNvSpPr>
          <p:nvPr>
            <p:ph type="sldNum" idx="29"/>
          </p:nvPr>
        </p:nvSpPr>
        <p:spPr/>
        <p:txBody>
          <a:bodyPr/>
          <a:p>
            <a:fld id="{B44C31BA-BA30-4B78-B9A7-DD79464DD26F}" type="slidenum">
              <a:t>&lt;#&gt;</a:t>
            </a:fld>
          </a:p>
        </p:txBody>
      </p:sp>
      <p:sp>
        <p:nvSpPr>
          <p:cNvPr id="11" name="PlaceHolder 10"/>
          <p:cNvSpPr>
            <a:spLocks noGrp="1"/>
          </p:cNvSpPr>
          <p:nvPr>
            <p:ph type="dt" idx="30"/>
          </p:nvPr>
        </p:nvSpPr>
        <p:spPr/>
        <p:txBody>
          <a:bodyPr/>
          <a:p>
            <a:r>
              <a:rPr lang="en-US"/>
              <a:t/>
            </a:r>
          </a:p>
        </p:txBody>
      </p:sp>
    </p:spTree>
  </p:cSld>
</p:sldLayout>
</file>

<file path=ppt/slideLayouts/slideLayout1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1"/>
          </p:nvPr>
        </p:nvSpPr>
        <p:spPr/>
        <p:txBody>
          <a:bodyPr/>
          <a:p>
            <a:r>
              <a:t>Footer</a:t>
            </a:r>
          </a:p>
        </p:txBody>
      </p:sp>
      <p:sp>
        <p:nvSpPr>
          <p:cNvPr id="3" name="PlaceHolder 2"/>
          <p:cNvSpPr>
            <a:spLocks noGrp="1"/>
          </p:cNvSpPr>
          <p:nvPr>
            <p:ph type="sldNum" idx="32"/>
          </p:nvPr>
        </p:nvSpPr>
        <p:spPr/>
        <p:txBody>
          <a:bodyPr/>
          <a:p>
            <a:fld id="{AE3CF4CC-9FDA-460D-B1DA-C059BEFA5717}" type="slidenum">
              <a:t>&lt;#&gt;</a:t>
            </a:fld>
          </a:p>
        </p:txBody>
      </p:sp>
      <p:sp>
        <p:nvSpPr>
          <p:cNvPr id="4" name="PlaceHolder 3"/>
          <p:cNvSpPr>
            <a:spLocks noGrp="1"/>
          </p:cNvSpPr>
          <p:nvPr>
            <p:ph type="dt" idx="33"/>
          </p:nvPr>
        </p:nvSpPr>
        <p:spPr/>
        <p:txBody>
          <a:bodyPr/>
          <a:p>
            <a:r>
              <a:rPr lang="en-US"/>
              <a:t/>
            </a:r>
          </a:p>
        </p:txBody>
      </p:sp>
    </p:spTree>
  </p:cSld>
</p:sldLayout>
</file>

<file path=ppt/slideLayouts/slideLayout1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6"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0CCBFF28-3158-4A1C-9145-90911FE12653}"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1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18"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1"/>
          </p:nvPr>
        </p:nvSpPr>
        <p:spPr/>
        <p:txBody>
          <a:bodyPr/>
          <a:p>
            <a:r>
              <a:t>Footer</a:t>
            </a:r>
          </a:p>
        </p:txBody>
      </p:sp>
      <p:sp>
        <p:nvSpPr>
          <p:cNvPr id="5" name="PlaceHolder 4"/>
          <p:cNvSpPr>
            <a:spLocks noGrp="1"/>
          </p:cNvSpPr>
          <p:nvPr>
            <p:ph type="sldNum" idx="32"/>
          </p:nvPr>
        </p:nvSpPr>
        <p:spPr/>
        <p:txBody>
          <a:bodyPr/>
          <a:p>
            <a:fld id="{159BBD40-6D31-4D66-991D-4C61F46E0D03}" type="slidenum">
              <a:t>&lt;#&gt;</a:t>
            </a:fld>
          </a:p>
        </p:txBody>
      </p:sp>
      <p:sp>
        <p:nvSpPr>
          <p:cNvPr id="6" name="PlaceHolder 5"/>
          <p:cNvSpPr>
            <a:spLocks noGrp="1"/>
          </p:cNvSpPr>
          <p:nvPr>
            <p:ph type="dt" idx="33"/>
          </p:nvPr>
        </p:nvSpPr>
        <p:spPr/>
        <p:txBody>
          <a:bodyPr/>
          <a:p>
            <a:r>
              <a:rPr lang="en-US"/>
              <a:t/>
            </a:r>
          </a:p>
        </p:txBody>
      </p:sp>
    </p:spTree>
  </p:cSld>
</p:sldLayout>
</file>

<file path=ppt/slideLayouts/slideLayout1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95CD7AD4-3800-421D-9275-A9E0DA98877C}"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4696F77C-8DA1-41FF-B305-EC7E7B1DD072}"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23"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1"/>
          </p:nvPr>
        </p:nvSpPr>
        <p:spPr/>
        <p:txBody>
          <a:bodyPr/>
          <a:p>
            <a:r>
              <a:t>Footer</a:t>
            </a:r>
          </a:p>
        </p:txBody>
      </p:sp>
      <p:sp>
        <p:nvSpPr>
          <p:cNvPr id="4" name="PlaceHolder 3"/>
          <p:cNvSpPr>
            <a:spLocks noGrp="1"/>
          </p:cNvSpPr>
          <p:nvPr>
            <p:ph type="sldNum" idx="32"/>
          </p:nvPr>
        </p:nvSpPr>
        <p:spPr/>
        <p:txBody>
          <a:bodyPr/>
          <a:p>
            <a:fld id="{2A8F4ED6-7372-4E14-BB83-15E411CDCF9A}" type="slidenum">
              <a:t>&lt;#&gt;</a:t>
            </a:fld>
          </a:p>
        </p:txBody>
      </p:sp>
      <p:sp>
        <p:nvSpPr>
          <p:cNvPr id="5" name="PlaceHolder 4"/>
          <p:cNvSpPr>
            <a:spLocks noGrp="1"/>
          </p:cNvSpPr>
          <p:nvPr>
            <p:ph type="dt" idx="33"/>
          </p:nvPr>
        </p:nvSpPr>
        <p:spPr/>
        <p:txBody>
          <a:bodyPr/>
          <a:p>
            <a:r>
              <a:rPr lang="en-US"/>
              <a:t/>
            </a:r>
          </a:p>
        </p:txBody>
      </p:sp>
    </p:spTree>
  </p:cSld>
</p:sldLayout>
</file>

<file path=ppt/slideLayouts/slideLayout1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2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D3CEBFB1-38D1-4E21-8910-91EB74246243}"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2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29"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1"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54AE1D6F-696F-4BA2-803D-DE5E1F790F94}"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5"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1"/>
          </p:nvPr>
        </p:nvSpPr>
        <p:spPr/>
        <p:txBody>
          <a:bodyPr/>
          <a:p>
            <a:r>
              <a:t>Footer</a:t>
            </a:r>
          </a:p>
        </p:txBody>
      </p:sp>
      <p:sp>
        <p:nvSpPr>
          <p:cNvPr id="7" name="PlaceHolder 6"/>
          <p:cNvSpPr>
            <a:spLocks noGrp="1"/>
          </p:cNvSpPr>
          <p:nvPr>
            <p:ph type="sldNum" idx="32"/>
          </p:nvPr>
        </p:nvSpPr>
        <p:spPr/>
        <p:txBody>
          <a:bodyPr/>
          <a:p>
            <a:fld id="{DE1603EB-E1E0-4C35-9227-C0D3BAA1A34D}" type="slidenum">
              <a:t>&lt;#&gt;</a:t>
            </a:fld>
          </a:p>
        </p:txBody>
      </p:sp>
      <p:sp>
        <p:nvSpPr>
          <p:cNvPr id="8" name="PlaceHolder 7"/>
          <p:cNvSpPr>
            <a:spLocks noGrp="1"/>
          </p:cNvSpPr>
          <p:nvPr>
            <p:ph type="dt" idx="33"/>
          </p:nvPr>
        </p:nvSpPr>
        <p:spPr/>
        <p:txBody>
          <a:bodyPr/>
          <a:p>
            <a:r>
              <a:rPr lang="en-US"/>
              <a:t/>
            </a:r>
          </a:p>
        </p:txBody>
      </p:sp>
    </p:spTree>
  </p:cSld>
</p:sldLayout>
</file>

<file path=ppt/slideLayouts/slideLayout1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3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37"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38"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1"/>
          </p:nvPr>
        </p:nvSpPr>
        <p:spPr/>
        <p:txBody>
          <a:bodyPr/>
          <a:p>
            <a:r>
              <a:t>Footer</a:t>
            </a:r>
          </a:p>
        </p:txBody>
      </p:sp>
      <p:sp>
        <p:nvSpPr>
          <p:cNvPr id="6" name="PlaceHolder 5"/>
          <p:cNvSpPr>
            <a:spLocks noGrp="1"/>
          </p:cNvSpPr>
          <p:nvPr>
            <p:ph type="sldNum" idx="32"/>
          </p:nvPr>
        </p:nvSpPr>
        <p:spPr/>
        <p:txBody>
          <a:bodyPr/>
          <a:p>
            <a:fld id="{2EF69ABD-C35A-47F4-86F1-29BB10D99951}" type="slidenum">
              <a:t>&lt;#&gt;</a:t>
            </a:fld>
          </a:p>
        </p:txBody>
      </p:sp>
      <p:sp>
        <p:nvSpPr>
          <p:cNvPr id="7" name="PlaceHolder 6"/>
          <p:cNvSpPr>
            <a:spLocks noGrp="1"/>
          </p:cNvSpPr>
          <p:nvPr>
            <p:ph type="dt" idx="33"/>
          </p:nvPr>
        </p:nvSpPr>
        <p:spPr/>
        <p:txBody>
          <a:bodyPr/>
          <a:p>
            <a:r>
              <a:rPr lang="en-US"/>
              <a:t/>
            </a:r>
          </a:p>
        </p:txBody>
      </p:sp>
    </p:spTree>
  </p:cSld>
</p:sldLayout>
</file>

<file path=ppt/slideLayouts/slideLayout1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3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3"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1"/>
          </p:nvPr>
        </p:nvSpPr>
        <p:spPr/>
        <p:txBody>
          <a:bodyPr/>
          <a:p>
            <a:r>
              <a:t>Footer</a:t>
            </a:r>
          </a:p>
        </p:txBody>
      </p:sp>
      <p:sp>
        <p:nvSpPr>
          <p:cNvPr id="8" name="PlaceHolder 7"/>
          <p:cNvSpPr>
            <a:spLocks noGrp="1"/>
          </p:cNvSpPr>
          <p:nvPr>
            <p:ph type="sldNum" idx="32"/>
          </p:nvPr>
        </p:nvSpPr>
        <p:spPr/>
        <p:txBody>
          <a:bodyPr/>
          <a:p>
            <a:fld id="{5E2534F0-8978-4307-A9D9-F1EBFCD3BB9B}" type="slidenum">
              <a:t>&lt;#&gt;</a:t>
            </a:fld>
          </a:p>
        </p:txBody>
      </p:sp>
      <p:sp>
        <p:nvSpPr>
          <p:cNvPr id="9" name="PlaceHolder 8"/>
          <p:cNvSpPr>
            <a:spLocks noGrp="1"/>
          </p:cNvSpPr>
          <p:nvPr>
            <p:ph type="dt" idx="33"/>
          </p:nvPr>
        </p:nvSpPr>
        <p:spPr/>
        <p:txBody>
          <a:bodyPr/>
          <a:p>
            <a:r>
              <a:rPr lang="en-US"/>
              <a:t/>
            </a:r>
          </a:p>
        </p:txBody>
      </p:sp>
    </p:spTree>
  </p:cSld>
</p:sldLayout>
</file>

<file path=ppt/slideLayouts/slideLayout1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45"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6"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7"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8"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49"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50"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1"/>
          </p:nvPr>
        </p:nvSpPr>
        <p:spPr/>
        <p:txBody>
          <a:bodyPr/>
          <a:p>
            <a:r>
              <a:t>Footer</a:t>
            </a:r>
          </a:p>
        </p:txBody>
      </p:sp>
      <p:sp>
        <p:nvSpPr>
          <p:cNvPr id="10" name="PlaceHolder 9"/>
          <p:cNvSpPr>
            <a:spLocks noGrp="1"/>
          </p:cNvSpPr>
          <p:nvPr>
            <p:ph type="sldNum" idx="32"/>
          </p:nvPr>
        </p:nvSpPr>
        <p:spPr/>
        <p:txBody>
          <a:bodyPr/>
          <a:p>
            <a:fld id="{84DC885B-6FB9-4B56-BF94-3F32A17829A9}" type="slidenum">
              <a:t>&lt;#&gt;</a:t>
            </a:fld>
          </a:p>
        </p:txBody>
      </p:sp>
      <p:sp>
        <p:nvSpPr>
          <p:cNvPr id="11" name="PlaceHolder 10"/>
          <p:cNvSpPr>
            <a:spLocks noGrp="1"/>
          </p:cNvSpPr>
          <p:nvPr>
            <p:ph type="dt" idx="33"/>
          </p:nvPr>
        </p:nvSpPr>
        <p:spPr/>
        <p:txBody>
          <a:bodyPr/>
          <a:p>
            <a:r>
              <a:rPr lang="en-US"/>
              <a:t/>
            </a:r>
          </a:p>
        </p:txBody>
      </p:sp>
    </p:spTree>
  </p:cSld>
</p:sldLayout>
</file>

<file path=ppt/slideLayouts/slideLayout1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4"/>
          </p:nvPr>
        </p:nvSpPr>
        <p:spPr/>
        <p:txBody>
          <a:bodyPr/>
          <a:p>
            <a:r>
              <a:t>Footer</a:t>
            </a:r>
          </a:p>
        </p:txBody>
      </p:sp>
      <p:sp>
        <p:nvSpPr>
          <p:cNvPr id="3" name="PlaceHolder 2"/>
          <p:cNvSpPr>
            <a:spLocks noGrp="1"/>
          </p:cNvSpPr>
          <p:nvPr>
            <p:ph type="sldNum" idx="35"/>
          </p:nvPr>
        </p:nvSpPr>
        <p:spPr/>
        <p:txBody>
          <a:bodyPr/>
          <a:p>
            <a:fld id="{5548417A-C34D-4E45-BE1A-B696E4D713CC}" type="slidenum">
              <a:t>&lt;#&gt;</a:t>
            </a:fld>
          </a:p>
        </p:txBody>
      </p:sp>
      <p:sp>
        <p:nvSpPr>
          <p:cNvPr id="4" name="PlaceHolder 3"/>
          <p:cNvSpPr>
            <a:spLocks noGrp="1"/>
          </p:cNvSpPr>
          <p:nvPr>
            <p:ph type="dt" idx="36"/>
          </p:nvPr>
        </p:nvSpPr>
        <p:spPr/>
        <p:txBody>
          <a:bodyPr/>
          <a:p>
            <a:r>
              <a:rPr lang="en-US"/>
              <a:t/>
            </a:r>
          </a:p>
        </p:txBody>
      </p:sp>
    </p:spTree>
  </p:cSld>
</p:sldLayout>
</file>

<file path=ppt/slideLayouts/slideLayout1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7"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EB1C35D0-55E2-4F5E-B038-FD71DF9D2630}"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5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59"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4"/>
          </p:nvPr>
        </p:nvSpPr>
        <p:spPr/>
        <p:txBody>
          <a:bodyPr/>
          <a:p>
            <a:r>
              <a:t>Footer</a:t>
            </a:r>
          </a:p>
        </p:txBody>
      </p:sp>
      <p:sp>
        <p:nvSpPr>
          <p:cNvPr id="5" name="PlaceHolder 4"/>
          <p:cNvSpPr>
            <a:spLocks noGrp="1"/>
          </p:cNvSpPr>
          <p:nvPr>
            <p:ph type="sldNum" idx="35"/>
          </p:nvPr>
        </p:nvSpPr>
        <p:spPr/>
        <p:txBody>
          <a:bodyPr/>
          <a:p>
            <a:fld id="{8DB30D60-BC30-4551-89E9-6077DE9F15D2}" type="slidenum">
              <a:t>&lt;#&gt;</a:t>
            </a:fld>
          </a:p>
        </p:txBody>
      </p:sp>
      <p:sp>
        <p:nvSpPr>
          <p:cNvPr id="6" name="PlaceHolder 5"/>
          <p:cNvSpPr>
            <a:spLocks noGrp="1"/>
          </p:cNvSpPr>
          <p:nvPr>
            <p:ph type="dt" idx="36"/>
          </p:nvPr>
        </p:nvSpPr>
        <p:spPr/>
        <p:txBody>
          <a:bodyPr/>
          <a:p>
            <a:r>
              <a:rPr lang="en-US"/>
              <a:t/>
            </a:r>
          </a:p>
        </p:txBody>
      </p:sp>
    </p:spTree>
  </p:cSld>
</p:sldLayout>
</file>

<file path=ppt/slideLayouts/slideLayout1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4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AE226E38-5B9E-4912-93AB-FC2974F7033F}"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4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71886CFA-551D-4756-BC89-9C29B4C41A35}"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464"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4"/>
          </p:nvPr>
        </p:nvSpPr>
        <p:spPr/>
        <p:txBody>
          <a:bodyPr/>
          <a:p>
            <a:r>
              <a:t>Footer</a:t>
            </a:r>
          </a:p>
        </p:txBody>
      </p:sp>
      <p:sp>
        <p:nvSpPr>
          <p:cNvPr id="4" name="PlaceHolder 3"/>
          <p:cNvSpPr>
            <a:spLocks noGrp="1"/>
          </p:cNvSpPr>
          <p:nvPr>
            <p:ph type="sldNum" idx="35"/>
          </p:nvPr>
        </p:nvSpPr>
        <p:spPr/>
        <p:txBody>
          <a:bodyPr/>
          <a:p>
            <a:fld id="{72AC1121-E984-43D5-B2DF-FA91DCB9D3EC}" type="slidenum">
              <a:t>&lt;#&gt;</a:t>
            </a:fld>
          </a:p>
        </p:txBody>
      </p:sp>
      <p:sp>
        <p:nvSpPr>
          <p:cNvPr id="5" name="PlaceHolder 4"/>
          <p:cNvSpPr>
            <a:spLocks noGrp="1"/>
          </p:cNvSpPr>
          <p:nvPr>
            <p:ph type="dt" idx="36"/>
          </p:nvPr>
        </p:nvSpPr>
        <p:spPr/>
        <p:txBody>
          <a:bodyPr/>
          <a:p>
            <a:r>
              <a:rPr lang="en-US"/>
              <a:t/>
            </a:r>
          </a:p>
        </p:txBody>
      </p:sp>
    </p:spTree>
  </p:cSld>
</p:sldLayout>
</file>

<file path=ppt/slideLayouts/slideLayout1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4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6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6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6CA5B6BE-145A-49F2-A707-95D24E5EEA21}"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46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0"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2"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9ED0ADFC-AE80-48A8-92F3-A438C3CAE826}"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47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6"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4"/>
          </p:nvPr>
        </p:nvSpPr>
        <p:spPr/>
        <p:txBody>
          <a:bodyPr/>
          <a:p>
            <a:r>
              <a:t>Footer</a:t>
            </a:r>
          </a:p>
        </p:txBody>
      </p:sp>
      <p:sp>
        <p:nvSpPr>
          <p:cNvPr id="7" name="PlaceHolder 6"/>
          <p:cNvSpPr>
            <a:spLocks noGrp="1"/>
          </p:cNvSpPr>
          <p:nvPr>
            <p:ph type="sldNum" idx="35"/>
          </p:nvPr>
        </p:nvSpPr>
        <p:spPr/>
        <p:txBody>
          <a:bodyPr/>
          <a:p>
            <a:fld id="{9CC8894B-A0F2-43E2-8224-68735F9A0BBF}" type="slidenum">
              <a:t>&lt;#&gt;</a:t>
            </a:fld>
          </a:p>
        </p:txBody>
      </p:sp>
      <p:sp>
        <p:nvSpPr>
          <p:cNvPr id="8" name="PlaceHolder 7"/>
          <p:cNvSpPr>
            <a:spLocks noGrp="1"/>
          </p:cNvSpPr>
          <p:nvPr>
            <p:ph type="dt" idx="36"/>
          </p:nvPr>
        </p:nvSpPr>
        <p:spPr/>
        <p:txBody>
          <a:bodyPr/>
          <a:p>
            <a:r>
              <a:rPr lang="en-US"/>
              <a:t/>
            </a:r>
          </a:p>
        </p:txBody>
      </p:sp>
    </p:spTree>
  </p:cSld>
</p:sldLayout>
</file>

<file path=ppt/slideLayouts/slideLayout1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47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78"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79"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4"/>
          </p:nvPr>
        </p:nvSpPr>
        <p:spPr/>
        <p:txBody>
          <a:bodyPr/>
          <a:p>
            <a:r>
              <a:t>Footer</a:t>
            </a:r>
          </a:p>
        </p:txBody>
      </p:sp>
      <p:sp>
        <p:nvSpPr>
          <p:cNvPr id="6" name="PlaceHolder 5"/>
          <p:cNvSpPr>
            <a:spLocks noGrp="1"/>
          </p:cNvSpPr>
          <p:nvPr>
            <p:ph type="sldNum" idx="35"/>
          </p:nvPr>
        </p:nvSpPr>
        <p:spPr/>
        <p:txBody>
          <a:bodyPr/>
          <a:p>
            <a:fld id="{CD6A83C2-38C1-4C78-99B9-CE43AC0A8320}" type="slidenum">
              <a:t>&lt;#&gt;</a:t>
            </a:fld>
          </a:p>
        </p:txBody>
      </p:sp>
      <p:sp>
        <p:nvSpPr>
          <p:cNvPr id="7" name="PlaceHolder 6"/>
          <p:cNvSpPr>
            <a:spLocks noGrp="1"/>
          </p:cNvSpPr>
          <p:nvPr>
            <p:ph type="dt" idx="36"/>
          </p:nvPr>
        </p:nvSpPr>
        <p:spPr/>
        <p:txBody>
          <a:bodyPr/>
          <a:p>
            <a:r>
              <a:rPr lang="en-US"/>
              <a:t/>
            </a:r>
          </a:p>
        </p:txBody>
      </p:sp>
    </p:spTree>
  </p:cSld>
</p:sldLayout>
</file>

<file path=ppt/slideLayouts/slideLayout1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48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4"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4"/>
          </p:nvPr>
        </p:nvSpPr>
        <p:spPr/>
        <p:txBody>
          <a:bodyPr/>
          <a:p>
            <a:r>
              <a:t>Footer</a:t>
            </a:r>
          </a:p>
        </p:txBody>
      </p:sp>
      <p:sp>
        <p:nvSpPr>
          <p:cNvPr id="8" name="PlaceHolder 7"/>
          <p:cNvSpPr>
            <a:spLocks noGrp="1"/>
          </p:cNvSpPr>
          <p:nvPr>
            <p:ph type="sldNum" idx="35"/>
          </p:nvPr>
        </p:nvSpPr>
        <p:spPr/>
        <p:txBody>
          <a:bodyPr/>
          <a:p>
            <a:fld id="{A00D1297-4BD5-4D78-B405-559906488EFE}" type="slidenum">
              <a:t>&lt;#&gt;</a:t>
            </a:fld>
          </a:p>
        </p:txBody>
      </p:sp>
      <p:sp>
        <p:nvSpPr>
          <p:cNvPr id="9" name="PlaceHolder 8"/>
          <p:cNvSpPr>
            <a:spLocks noGrp="1"/>
          </p:cNvSpPr>
          <p:nvPr>
            <p:ph type="dt" idx="36"/>
          </p:nvPr>
        </p:nvSpPr>
        <p:spPr/>
        <p:txBody>
          <a:bodyPr/>
          <a:p>
            <a:r>
              <a:rPr lang="en-US"/>
              <a:t/>
            </a:r>
          </a:p>
        </p:txBody>
      </p:sp>
    </p:spTree>
  </p:cSld>
</p:sldLayout>
</file>

<file path=ppt/slideLayouts/slideLayout1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4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86"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7"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8"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89"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0"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91"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4"/>
          </p:nvPr>
        </p:nvSpPr>
        <p:spPr/>
        <p:txBody>
          <a:bodyPr/>
          <a:p>
            <a:r>
              <a:t>Footer</a:t>
            </a:r>
          </a:p>
        </p:txBody>
      </p:sp>
      <p:sp>
        <p:nvSpPr>
          <p:cNvPr id="10" name="PlaceHolder 9"/>
          <p:cNvSpPr>
            <a:spLocks noGrp="1"/>
          </p:cNvSpPr>
          <p:nvPr>
            <p:ph type="sldNum" idx="35"/>
          </p:nvPr>
        </p:nvSpPr>
        <p:spPr/>
        <p:txBody>
          <a:bodyPr/>
          <a:p>
            <a:fld id="{095E40C5-FBCD-4865-839E-E475E76D9E1A}" type="slidenum">
              <a:t>&lt;#&gt;</a:t>
            </a:fld>
          </a:p>
        </p:txBody>
      </p:sp>
      <p:sp>
        <p:nvSpPr>
          <p:cNvPr id="11" name="PlaceHolder 10"/>
          <p:cNvSpPr>
            <a:spLocks noGrp="1"/>
          </p:cNvSpPr>
          <p:nvPr>
            <p:ph type="dt" idx="36"/>
          </p:nvPr>
        </p:nvSpPr>
        <p:spPr/>
        <p:txBody>
          <a:bodyPr/>
          <a:p>
            <a:r>
              <a:rPr lang="en-US"/>
              <a:t/>
            </a:r>
          </a:p>
        </p:txBody>
      </p:sp>
    </p:spTree>
  </p:cSld>
</p:sldLayout>
</file>

<file path=ppt/slideLayouts/slideLayout1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37"/>
          </p:nvPr>
        </p:nvSpPr>
        <p:spPr/>
        <p:txBody>
          <a:bodyPr/>
          <a:p>
            <a:r>
              <a:t>Footer</a:t>
            </a:r>
          </a:p>
        </p:txBody>
      </p:sp>
      <p:sp>
        <p:nvSpPr>
          <p:cNvPr id="3" name="PlaceHolder 2"/>
          <p:cNvSpPr>
            <a:spLocks noGrp="1"/>
          </p:cNvSpPr>
          <p:nvPr>
            <p:ph type="sldNum" idx="38"/>
          </p:nvPr>
        </p:nvSpPr>
        <p:spPr/>
        <p:txBody>
          <a:bodyPr/>
          <a:p>
            <a:fld id="{D5694A34-6C86-4D30-A814-5CD755B9ECC8}" type="slidenum">
              <a:t>&lt;#&gt;</a:t>
            </a:fld>
          </a:p>
        </p:txBody>
      </p:sp>
      <p:sp>
        <p:nvSpPr>
          <p:cNvPr id="4" name="PlaceHolder 3"/>
          <p:cNvSpPr>
            <a:spLocks noGrp="1"/>
          </p:cNvSpPr>
          <p:nvPr>
            <p:ph type="dt" idx="39"/>
          </p:nvPr>
        </p:nvSpPr>
        <p:spPr/>
        <p:txBody>
          <a:bodyPr/>
          <a:p>
            <a:r>
              <a:rPr lang="en-US"/>
              <a:t/>
            </a:r>
          </a:p>
        </p:txBody>
      </p:sp>
    </p:spTree>
  </p:cSld>
</p:sldLayout>
</file>

<file path=ppt/slideLayouts/slideLayout1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49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498"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00B1B03A-F74E-4677-8D2D-D8DBF786226A}"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4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0"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37"/>
          </p:nvPr>
        </p:nvSpPr>
        <p:spPr/>
        <p:txBody>
          <a:bodyPr/>
          <a:p>
            <a:r>
              <a:t>Footer</a:t>
            </a:r>
          </a:p>
        </p:txBody>
      </p:sp>
      <p:sp>
        <p:nvSpPr>
          <p:cNvPr id="5" name="PlaceHolder 4"/>
          <p:cNvSpPr>
            <a:spLocks noGrp="1"/>
          </p:cNvSpPr>
          <p:nvPr>
            <p:ph type="sldNum" idx="38"/>
          </p:nvPr>
        </p:nvSpPr>
        <p:spPr/>
        <p:txBody>
          <a:bodyPr/>
          <a:p>
            <a:fld id="{7C9D2B32-53F0-45E5-919E-5ABB4B414E91}" type="slidenum">
              <a:t>&lt;#&gt;</a:t>
            </a:fld>
          </a:p>
        </p:txBody>
      </p:sp>
      <p:sp>
        <p:nvSpPr>
          <p:cNvPr id="6" name="PlaceHolder 5"/>
          <p:cNvSpPr>
            <a:spLocks noGrp="1"/>
          </p:cNvSpPr>
          <p:nvPr>
            <p:ph type="dt" idx="39"/>
          </p:nvPr>
        </p:nvSpPr>
        <p:spPr/>
        <p:txBody>
          <a:bodyPr/>
          <a:p>
            <a:r>
              <a:rPr lang="en-US"/>
              <a:t/>
            </a:r>
          </a:p>
        </p:txBody>
      </p:sp>
    </p:spTree>
  </p:cSld>
</p:sldLayout>
</file>

<file path=ppt/slideLayouts/slideLayout1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0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F5F444E7-7F75-4852-A288-845C2BE64EFE}"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E3FA3C79-C990-4979-9EF3-C83B7847666C}"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05"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37"/>
          </p:nvPr>
        </p:nvSpPr>
        <p:spPr/>
        <p:txBody>
          <a:bodyPr/>
          <a:p>
            <a:r>
              <a:t>Footer</a:t>
            </a:r>
          </a:p>
        </p:txBody>
      </p:sp>
      <p:sp>
        <p:nvSpPr>
          <p:cNvPr id="4" name="PlaceHolder 3"/>
          <p:cNvSpPr>
            <a:spLocks noGrp="1"/>
          </p:cNvSpPr>
          <p:nvPr>
            <p:ph type="sldNum" idx="38"/>
          </p:nvPr>
        </p:nvSpPr>
        <p:spPr/>
        <p:txBody>
          <a:bodyPr/>
          <a:p>
            <a:fld id="{74270DA3-D957-4C2E-8D56-F1B683E82080}" type="slidenum">
              <a:t>&lt;#&gt;</a:t>
            </a:fld>
          </a:p>
        </p:txBody>
      </p:sp>
      <p:sp>
        <p:nvSpPr>
          <p:cNvPr id="5" name="PlaceHolder 4"/>
          <p:cNvSpPr>
            <a:spLocks noGrp="1"/>
          </p:cNvSpPr>
          <p:nvPr>
            <p:ph type="dt" idx="39"/>
          </p:nvPr>
        </p:nvSpPr>
        <p:spPr/>
        <p:txBody>
          <a:bodyPr/>
          <a:p>
            <a:r>
              <a:rPr lang="en-US"/>
              <a:t/>
            </a:r>
          </a:p>
        </p:txBody>
      </p:sp>
    </p:spTree>
  </p:cSld>
</p:sldLayout>
</file>

<file path=ppt/slideLayouts/slideLayout1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0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0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CB1964ED-2926-4E09-8E69-55B9652FD3E7}"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1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1"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3"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B583F8BE-09C5-471E-9E9E-6E89635E5EF1}"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1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17"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37"/>
          </p:nvPr>
        </p:nvSpPr>
        <p:spPr/>
        <p:txBody>
          <a:bodyPr/>
          <a:p>
            <a:r>
              <a:t>Footer</a:t>
            </a:r>
          </a:p>
        </p:txBody>
      </p:sp>
      <p:sp>
        <p:nvSpPr>
          <p:cNvPr id="7" name="PlaceHolder 6"/>
          <p:cNvSpPr>
            <a:spLocks noGrp="1"/>
          </p:cNvSpPr>
          <p:nvPr>
            <p:ph type="sldNum" idx="38"/>
          </p:nvPr>
        </p:nvSpPr>
        <p:spPr/>
        <p:txBody>
          <a:bodyPr/>
          <a:p>
            <a:fld id="{8F9A353E-7C15-451F-9D4C-DF31B218D3D0}" type="slidenum">
              <a:t>&lt;#&gt;</a:t>
            </a:fld>
          </a:p>
        </p:txBody>
      </p:sp>
      <p:sp>
        <p:nvSpPr>
          <p:cNvPr id="8" name="PlaceHolder 7"/>
          <p:cNvSpPr>
            <a:spLocks noGrp="1"/>
          </p:cNvSpPr>
          <p:nvPr>
            <p:ph type="dt" idx="39"/>
          </p:nvPr>
        </p:nvSpPr>
        <p:spPr/>
        <p:txBody>
          <a:bodyPr/>
          <a:p>
            <a:r>
              <a:rPr lang="en-US"/>
              <a:t/>
            </a:r>
          </a:p>
        </p:txBody>
      </p:sp>
    </p:spTree>
  </p:cSld>
</p:sldLayout>
</file>

<file path=ppt/slideLayouts/slideLayout15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1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19"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0"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37"/>
          </p:nvPr>
        </p:nvSpPr>
        <p:spPr/>
        <p:txBody>
          <a:bodyPr/>
          <a:p>
            <a:r>
              <a:t>Footer</a:t>
            </a:r>
          </a:p>
        </p:txBody>
      </p:sp>
      <p:sp>
        <p:nvSpPr>
          <p:cNvPr id="6" name="PlaceHolder 5"/>
          <p:cNvSpPr>
            <a:spLocks noGrp="1"/>
          </p:cNvSpPr>
          <p:nvPr>
            <p:ph type="sldNum" idx="38"/>
          </p:nvPr>
        </p:nvSpPr>
        <p:spPr/>
        <p:txBody>
          <a:bodyPr/>
          <a:p>
            <a:fld id="{CAC0E1B7-CC12-40BA-BC3E-2F185813F588}" type="slidenum">
              <a:t>&lt;#&gt;</a:t>
            </a:fld>
          </a:p>
        </p:txBody>
      </p:sp>
      <p:sp>
        <p:nvSpPr>
          <p:cNvPr id="7" name="PlaceHolder 6"/>
          <p:cNvSpPr>
            <a:spLocks noGrp="1"/>
          </p:cNvSpPr>
          <p:nvPr>
            <p:ph type="dt" idx="39"/>
          </p:nvPr>
        </p:nvSpPr>
        <p:spPr/>
        <p:txBody>
          <a:bodyPr/>
          <a:p>
            <a:r>
              <a:rPr lang="en-US"/>
              <a:t/>
            </a:r>
          </a:p>
        </p:txBody>
      </p:sp>
    </p:spTree>
  </p:cSld>
</p:sldLayout>
</file>

<file path=ppt/slideLayouts/slideLayout15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2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5"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37"/>
          </p:nvPr>
        </p:nvSpPr>
        <p:spPr/>
        <p:txBody>
          <a:bodyPr/>
          <a:p>
            <a:r>
              <a:t>Footer</a:t>
            </a:r>
          </a:p>
        </p:txBody>
      </p:sp>
      <p:sp>
        <p:nvSpPr>
          <p:cNvPr id="8" name="PlaceHolder 7"/>
          <p:cNvSpPr>
            <a:spLocks noGrp="1"/>
          </p:cNvSpPr>
          <p:nvPr>
            <p:ph type="sldNum" idx="38"/>
          </p:nvPr>
        </p:nvSpPr>
        <p:spPr/>
        <p:txBody>
          <a:bodyPr/>
          <a:p>
            <a:fld id="{437120EE-FFA8-49BA-A0CD-7D73092D9E7E}" type="slidenum">
              <a:t>&lt;#&gt;</a:t>
            </a:fld>
          </a:p>
        </p:txBody>
      </p:sp>
      <p:sp>
        <p:nvSpPr>
          <p:cNvPr id="9" name="PlaceHolder 8"/>
          <p:cNvSpPr>
            <a:spLocks noGrp="1"/>
          </p:cNvSpPr>
          <p:nvPr>
            <p:ph type="dt" idx="39"/>
          </p:nvPr>
        </p:nvSpPr>
        <p:spPr/>
        <p:txBody>
          <a:bodyPr/>
          <a:p>
            <a:r>
              <a:rPr lang="en-US"/>
              <a:t/>
            </a:r>
          </a:p>
        </p:txBody>
      </p:sp>
    </p:spTree>
  </p:cSld>
</p:sldLayout>
</file>

<file path=ppt/slideLayouts/slideLayout15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27"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8"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29"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0"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1"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32"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37"/>
          </p:nvPr>
        </p:nvSpPr>
        <p:spPr/>
        <p:txBody>
          <a:bodyPr/>
          <a:p>
            <a:r>
              <a:t>Footer</a:t>
            </a:r>
          </a:p>
        </p:txBody>
      </p:sp>
      <p:sp>
        <p:nvSpPr>
          <p:cNvPr id="10" name="PlaceHolder 9"/>
          <p:cNvSpPr>
            <a:spLocks noGrp="1"/>
          </p:cNvSpPr>
          <p:nvPr>
            <p:ph type="sldNum" idx="38"/>
          </p:nvPr>
        </p:nvSpPr>
        <p:spPr/>
        <p:txBody>
          <a:bodyPr/>
          <a:p>
            <a:fld id="{D826104B-AD25-4D02-90F5-35808BC324B7}" type="slidenum">
              <a:t>&lt;#&gt;</a:t>
            </a:fld>
          </a:p>
        </p:txBody>
      </p:sp>
      <p:sp>
        <p:nvSpPr>
          <p:cNvPr id="11" name="PlaceHolder 10"/>
          <p:cNvSpPr>
            <a:spLocks noGrp="1"/>
          </p:cNvSpPr>
          <p:nvPr>
            <p:ph type="dt" idx="39"/>
          </p:nvPr>
        </p:nvSpPr>
        <p:spPr/>
        <p:txBody>
          <a:bodyPr/>
          <a:p>
            <a:r>
              <a:rPr lang="en-US"/>
              <a:t/>
            </a:r>
          </a:p>
        </p:txBody>
      </p:sp>
    </p:spTree>
  </p:cSld>
</p:sldLayout>
</file>

<file path=ppt/slideLayouts/slideLayout15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0"/>
          </p:nvPr>
        </p:nvSpPr>
        <p:spPr/>
        <p:txBody>
          <a:bodyPr/>
          <a:p>
            <a:r>
              <a:t>Footer</a:t>
            </a:r>
          </a:p>
        </p:txBody>
      </p:sp>
      <p:sp>
        <p:nvSpPr>
          <p:cNvPr id="3" name="PlaceHolder 2"/>
          <p:cNvSpPr>
            <a:spLocks noGrp="1"/>
          </p:cNvSpPr>
          <p:nvPr>
            <p:ph type="sldNum" idx="41"/>
          </p:nvPr>
        </p:nvSpPr>
        <p:spPr/>
        <p:txBody>
          <a:bodyPr/>
          <a:p>
            <a:fld id="{6B9646E6-5470-49DD-A342-55A8329AF500}" type="slidenum">
              <a:t>&lt;#&gt;</a:t>
            </a:fld>
          </a:p>
        </p:txBody>
      </p:sp>
      <p:sp>
        <p:nvSpPr>
          <p:cNvPr id="4" name="PlaceHolder 3"/>
          <p:cNvSpPr>
            <a:spLocks noGrp="1"/>
          </p:cNvSpPr>
          <p:nvPr>
            <p:ph type="dt" idx="42"/>
          </p:nvPr>
        </p:nvSpPr>
        <p:spPr/>
        <p:txBody>
          <a:bodyPr/>
          <a:p>
            <a:r>
              <a:rPr lang="en-US"/>
              <a:t/>
            </a:r>
          </a:p>
        </p:txBody>
      </p:sp>
    </p:spTree>
  </p:cSld>
</p:sldLayout>
</file>

<file path=ppt/slideLayouts/slideLayout15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3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39"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8A013813-E0EA-4CEE-ADB1-6DEF8C5C3451}"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5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1"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0"/>
          </p:nvPr>
        </p:nvSpPr>
        <p:spPr/>
        <p:txBody>
          <a:bodyPr/>
          <a:p>
            <a:r>
              <a:t>Footer</a:t>
            </a:r>
          </a:p>
        </p:txBody>
      </p:sp>
      <p:sp>
        <p:nvSpPr>
          <p:cNvPr id="5" name="PlaceHolder 4"/>
          <p:cNvSpPr>
            <a:spLocks noGrp="1"/>
          </p:cNvSpPr>
          <p:nvPr>
            <p:ph type="sldNum" idx="41"/>
          </p:nvPr>
        </p:nvSpPr>
        <p:spPr/>
        <p:txBody>
          <a:bodyPr/>
          <a:p>
            <a:fld id="{923D32E2-1455-4ED2-8EEB-1141556B7248}" type="slidenum">
              <a:t>&lt;#&gt;</a:t>
            </a:fld>
          </a:p>
        </p:txBody>
      </p:sp>
      <p:sp>
        <p:nvSpPr>
          <p:cNvPr id="6" name="PlaceHolder 5"/>
          <p:cNvSpPr>
            <a:spLocks noGrp="1"/>
          </p:cNvSpPr>
          <p:nvPr>
            <p:ph type="dt" idx="42"/>
          </p:nvPr>
        </p:nvSpPr>
        <p:spPr/>
        <p:txBody>
          <a:bodyPr/>
          <a:p>
            <a:r>
              <a:rPr lang="en-US"/>
              <a:t/>
            </a:r>
          </a:p>
        </p:txBody>
      </p:sp>
    </p:spTree>
  </p:cSld>
</p:sldLayout>
</file>

<file path=ppt/slideLayouts/slideLayout16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4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AEA4BBFF-F436-457A-B2F6-7BD2C357D154}"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A6E93569-7ACF-4323-AB82-1247C032A86A}"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46"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0"/>
          </p:nvPr>
        </p:nvSpPr>
        <p:spPr/>
        <p:txBody>
          <a:bodyPr/>
          <a:p>
            <a:r>
              <a:t>Footer</a:t>
            </a:r>
          </a:p>
        </p:txBody>
      </p:sp>
      <p:sp>
        <p:nvSpPr>
          <p:cNvPr id="4" name="PlaceHolder 3"/>
          <p:cNvSpPr>
            <a:spLocks noGrp="1"/>
          </p:cNvSpPr>
          <p:nvPr>
            <p:ph type="sldNum" idx="41"/>
          </p:nvPr>
        </p:nvSpPr>
        <p:spPr/>
        <p:txBody>
          <a:bodyPr/>
          <a:p>
            <a:fld id="{74FBC341-6299-420D-A219-AAAB3DD662B1}" type="slidenum">
              <a:t>&lt;#&gt;</a:t>
            </a:fld>
          </a:p>
        </p:txBody>
      </p:sp>
      <p:sp>
        <p:nvSpPr>
          <p:cNvPr id="5" name="PlaceHolder 4"/>
          <p:cNvSpPr>
            <a:spLocks noGrp="1"/>
          </p:cNvSpPr>
          <p:nvPr>
            <p:ph type="dt" idx="42"/>
          </p:nvPr>
        </p:nvSpPr>
        <p:spPr/>
        <p:txBody>
          <a:bodyPr/>
          <a:p>
            <a:r>
              <a:rPr lang="en-US"/>
              <a:t/>
            </a:r>
          </a:p>
        </p:txBody>
      </p:sp>
    </p:spTree>
  </p:cSld>
</p:sldLayout>
</file>

<file path=ppt/slideLayouts/slideLayout16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4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0B628B63-676B-4DBC-AA57-3F081088C78C}"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5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2"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3"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4"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A1BC7422-58F9-4830-82FD-6981128D7C3C}"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5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5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58"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0"/>
          </p:nvPr>
        </p:nvSpPr>
        <p:spPr/>
        <p:txBody>
          <a:bodyPr/>
          <a:p>
            <a:r>
              <a:t>Footer</a:t>
            </a:r>
          </a:p>
        </p:txBody>
      </p:sp>
      <p:sp>
        <p:nvSpPr>
          <p:cNvPr id="7" name="PlaceHolder 6"/>
          <p:cNvSpPr>
            <a:spLocks noGrp="1"/>
          </p:cNvSpPr>
          <p:nvPr>
            <p:ph type="sldNum" idx="41"/>
          </p:nvPr>
        </p:nvSpPr>
        <p:spPr/>
        <p:txBody>
          <a:bodyPr/>
          <a:p>
            <a:fld id="{F141080D-DEED-43DC-8F22-9D2A7D3D59D0}" type="slidenum">
              <a:t>&lt;#&gt;</a:t>
            </a:fld>
          </a:p>
        </p:txBody>
      </p:sp>
      <p:sp>
        <p:nvSpPr>
          <p:cNvPr id="8" name="PlaceHolder 7"/>
          <p:cNvSpPr>
            <a:spLocks noGrp="1"/>
          </p:cNvSpPr>
          <p:nvPr>
            <p:ph type="dt" idx="42"/>
          </p:nvPr>
        </p:nvSpPr>
        <p:spPr/>
        <p:txBody>
          <a:bodyPr/>
          <a:p>
            <a:r>
              <a:rPr lang="en-US"/>
              <a:t/>
            </a:r>
          </a:p>
        </p:txBody>
      </p:sp>
    </p:spTree>
  </p:cSld>
</p:sldLayout>
</file>

<file path=ppt/slideLayouts/slideLayout16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55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0"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1"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0"/>
          </p:nvPr>
        </p:nvSpPr>
        <p:spPr/>
        <p:txBody>
          <a:bodyPr/>
          <a:p>
            <a:r>
              <a:t>Footer</a:t>
            </a:r>
          </a:p>
        </p:txBody>
      </p:sp>
      <p:sp>
        <p:nvSpPr>
          <p:cNvPr id="6" name="PlaceHolder 5"/>
          <p:cNvSpPr>
            <a:spLocks noGrp="1"/>
          </p:cNvSpPr>
          <p:nvPr>
            <p:ph type="sldNum" idx="41"/>
          </p:nvPr>
        </p:nvSpPr>
        <p:spPr/>
        <p:txBody>
          <a:bodyPr/>
          <a:p>
            <a:fld id="{1E684A3F-B3AB-40DC-80D7-CA8A9EE8B4FC}" type="slidenum">
              <a:t>&lt;#&gt;</a:t>
            </a:fld>
          </a:p>
        </p:txBody>
      </p:sp>
      <p:sp>
        <p:nvSpPr>
          <p:cNvPr id="7" name="PlaceHolder 6"/>
          <p:cNvSpPr>
            <a:spLocks noGrp="1"/>
          </p:cNvSpPr>
          <p:nvPr>
            <p:ph type="dt" idx="42"/>
          </p:nvPr>
        </p:nvSpPr>
        <p:spPr/>
        <p:txBody>
          <a:bodyPr/>
          <a:p>
            <a:r>
              <a:rPr lang="en-US"/>
              <a:t/>
            </a:r>
          </a:p>
        </p:txBody>
      </p:sp>
    </p:spTree>
  </p:cSld>
</p:sldLayout>
</file>

<file path=ppt/slideLayouts/slideLayout16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56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6"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0"/>
          </p:nvPr>
        </p:nvSpPr>
        <p:spPr/>
        <p:txBody>
          <a:bodyPr/>
          <a:p>
            <a:r>
              <a:t>Footer</a:t>
            </a:r>
          </a:p>
        </p:txBody>
      </p:sp>
      <p:sp>
        <p:nvSpPr>
          <p:cNvPr id="8" name="PlaceHolder 7"/>
          <p:cNvSpPr>
            <a:spLocks noGrp="1"/>
          </p:cNvSpPr>
          <p:nvPr>
            <p:ph type="sldNum" idx="41"/>
          </p:nvPr>
        </p:nvSpPr>
        <p:spPr/>
        <p:txBody>
          <a:bodyPr/>
          <a:p>
            <a:fld id="{A0D3F83F-CA2F-47BF-B168-F0395D9F23CF}" type="slidenum">
              <a:t>&lt;#&gt;</a:t>
            </a:fld>
          </a:p>
        </p:txBody>
      </p:sp>
      <p:sp>
        <p:nvSpPr>
          <p:cNvPr id="9" name="PlaceHolder 8"/>
          <p:cNvSpPr>
            <a:spLocks noGrp="1"/>
          </p:cNvSpPr>
          <p:nvPr>
            <p:ph type="dt" idx="42"/>
          </p:nvPr>
        </p:nvSpPr>
        <p:spPr/>
        <p:txBody>
          <a:bodyPr/>
          <a:p>
            <a:r>
              <a:rPr lang="en-US"/>
              <a:t/>
            </a:r>
          </a:p>
        </p:txBody>
      </p:sp>
    </p:spTree>
  </p:cSld>
</p:sldLayout>
</file>

<file path=ppt/slideLayouts/slideLayout16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5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68"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69"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0"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1"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2"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73"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0"/>
          </p:nvPr>
        </p:nvSpPr>
        <p:spPr/>
        <p:txBody>
          <a:bodyPr/>
          <a:p>
            <a:r>
              <a:t>Footer</a:t>
            </a:r>
          </a:p>
        </p:txBody>
      </p:sp>
      <p:sp>
        <p:nvSpPr>
          <p:cNvPr id="10" name="PlaceHolder 9"/>
          <p:cNvSpPr>
            <a:spLocks noGrp="1"/>
          </p:cNvSpPr>
          <p:nvPr>
            <p:ph type="sldNum" idx="41"/>
          </p:nvPr>
        </p:nvSpPr>
        <p:spPr/>
        <p:txBody>
          <a:bodyPr/>
          <a:p>
            <a:fld id="{7753F4F8-E031-41B9-92ED-4695E57C4053}" type="slidenum">
              <a:t>&lt;#&gt;</a:t>
            </a:fld>
          </a:p>
        </p:txBody>
      </p:sp>
      <p:sp>
        <p:nvSpPr>
          <p:cNvPr id="11" name="PlaceHolder 10"/>
          <p:cNvSpPr>
            <a:spLocks noGrp="1"/>
          </p:cNvSpPr>
          <p:nvPr>
            <p:ph type="dt" idx="42"/>
          </p:nvPr>
        </p:nvSpPr>
        <p:spPr/>
        <p:txBody>
          <a:bodyPr/>
          <a:p>
            <a:r>
              <a:rPr lang="en-US"/>
              <a:t/>
            </a:r>
          </a:p>
        </p:txBody>
      </p:sp>
    </p:spTree>
  </p:cSld>
</p:sldLayout>
</file>

<file path=ppt/slideLayouts/slideLayout16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3"/>
          </p:nvPr>
        </p:nvSpPr>
        <p:spPr/>
        <p:txBody>
          <a:bodyPr/>
          <a:p>
            <a:r>
              <a:t>Footer</a:t>
            </a:r>
          </a:p>
        </p:txBody>
      </p:sp>
      <p:sp>
        <p:nvSpPr>
          <p:cNvPr id="3" name="PlaceHolder 2"/>
          <p:cNvSpPr>
            <a:spLocks noGrp="1"/>
          </p:cNvSpPr>
          <p:nvPr>
            <p:ph type="sldNum" idx="44"/>
          </p:nvPr>
        </p:nvSpPr>
        <p:spPr/>
        <p:txBody>
          <a:bodyPr/>
          <a:p>
            <a:fld id="{85E8C67F-D6C0-49A2-8C82-EEC276568683}" type="slidenum">
              <a:t>&lt;#&gt;</a:t>
            </a:fld>
          </a:p>
        </p:txBody>
      </p:sp>
      <p:sp>
        <p:nvSpPr>
          <p:cNvPr id="4" name="PlaceHolder 3"/>
          <p:cNvSpPr>
            <a:spLocks noGrp="1"/>
          </p:cNvSpPr>
          <p:nvPr>
            <p:ph type="dt" idx="45"/>
          </p:nvPr>
        </p:nvSpPr>
        <p:spPr/>
        <p:txBody>
          <a:bodyPr/>
          <a:p>
            <a:r>
              <a:rPr lang="en-US"/>
              <a:t/>
            </a:r>
          </a:p>
        </p:txBody>
      </p:sp>
    </p:spTree>
  </p:cSld>
</p:sldLayout>
</file>

<file path=ppt/slideLayouts/slideLayout17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57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0"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9E255FA5-B97C-4020-90A2-80170F5BC369}"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58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2"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3"/>
          </p:nvPr>
        </p:nvSpPr>
        <p:spPr/>
        <p:txBody>
          <a:bodyPr/>
          <a:p>
            <a:r>
              <a:t>Footer</a:t>
            </a:r>
          </a:p>
        </p:txBody>
      </p:sp>
      <p:sp>
        <p:nvSpPr>
          <p:cNvPr id="5" name="PlaceHolder 4"/>
          <p:cNvSpPr>
            <a:spLocks noGrp="1"/>
          </p:cNvSpPr>
          <p:nvPr>
            <p:ph type="sldNum" idx="44"/>
          </p:nvPr>
        </p:nvSpPr>
        <p:spPr/>
        <p:txBody>
          <a:bodyPr/>
          <a:p>
            <a:fld id="{B3E3CBDD-B23D-490F-94DC-9F0521ED145E}" type="slidenum">
              <a:t>&lt;#&gt;</a:t>
            </a:fld>
          </a:p>
        </p:txBody>
      </p:sp>
      <p:sp>
        <p:nvSpPr>
          <p:cNvPr id="6" name="PlaceHolder 5"/>
          <p:cNvSpPr>
            <a:spLocks noGrp="1"/>
          </p:cNvSpPr>
          <p:nvPr>
            <p:ph type="dt" idx="45"/>
          </p:nvPr>
        </p:nvSpPr>
        <p:spPr/>
        <p:txBody>
          <a:bodyPr/>
          <a:p>
            <a:r>
              <a:rPr lang="en-US"/>
              <a:t/>
            </a:r>
          </a:p>
        </p:txBody>
      </p:sp>
    </p:spTree>
  </p:cSld>
</p:sldLayout>
</file>

<file path=ppt/slideLayouts/slideLayout17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58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85"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662CD06C-BD56-4A3D-8896-3FF0D850AC0E}"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5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CF83AA96-C59A-4FDB-A588-C2EB360B05E2}"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587"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3"/>
          </p:nvPr>
        </p:nvSpPr>
        <p:spPr/>
        <p:txBody>
          <a:bodyPr/>
          <a:p>
            <a:r>
              <a:t>Footer</a:t>
            </a:r>
          </a:p>
        </p:txBody>
      </p:sp>
      <p:sp>
        <p:nvSpPr>
          <p:cNvPr id="4" name="PlaceHolder 3"/>
          <p:cNvSpPr>
            <a:spLocks noGrp="1"/>
          </p:cNvSpPr>
          <p:nvPr>
            <p:ph type="sldNum" idx="44"/>
          </p:nvPr>
        </p:nvSpPr>
        <p:spPr/>
        <p:txBody>
          <a:bodyPr/>
          <a:p>
            <a:fld id="{B2D7DEF6-367A-4959-8E51-A2575C10368F}" type="slidenum">
              <a:t>&lt;#&gt;</a:t>
            </a:fld>
          </a:p>
        </p:txBody>
      </p:sp>
      <p:sp>
        <p:nvSpPr>
          <p:cNvPr id="5" name="PlaceHolder 4"/>
          <p:cNvSpPr>
            <a:spLocks noGrp="1"/>
          </p:cNvSpPr>
          <p:nvPr>
            <p:ph type="dt" idx="45"/>
          </p:nvPr>
        </p:nvSpPr>
        <p:spPr/>
        <p:txBody>
          <a:bodyPr/>
          <a:p>
            <a:r>
              <a:rPr lang="en-US"/>
              <a:t/>
            </a:r>
          </a:p>
        </p:txBody>
      </p:sp>
    </p:spTree>
  </p:cSld>
</p:sldLayout>
</file>

<file path=ppt/slideLayouts/slideLayout17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58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8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0"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1"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C561F0C5-8EB6-4608-B178-BA3D05BE91CC}"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59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3"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4"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5"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B7AE3A58-4569-4562-87CF-31C75C781F79}"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59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59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99"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3"/>
          </p:nvPr>
        </p:nvSpPr>
        <p:spPr/>
        <p:txBody>
          <a:bodyPr/>
          <a:p>
            <a:r>
              <a:t>Footer</a:t>
            </a:r>
          </a:p>
        </p:txBody>
      </p:sp>
      <p:sp>
        <p:nvSpPr>
          <p:cNvPr id="7" name="PlaceHolder 6"/>
          <p:cNvSpPr>
            <a:spLocks noGrp="1"/>
          </p:cNvSpPr>
          <p:nvPr>
            <p:ph type="sldNum" idx="44"/>
          </p:nvPr>
        </p:nvSpPr>
        <p:spPr/>
        <p:txBody>
          <a:bodyPr/>
          <a:p>
            <a:fld id="{89A42E03-0ACF-41DC-B643-8DF09050D956}" type="slidenum">
              <a:t>&lt;#&gt;</a:t>
            </a:fld>
          </a:p>
        </p:txBody>
      </p:sp>
      <p:sp>
        <p:nvSpPr>
          <p:cNvPr id="8" name="PlaceHolder 7"/>
          <p:cNvSpPr>
            <a:spLocks noGrp="1"/>
          </p:cNvSpPr>
          <p:nvPr>
            <p:ph type="dt" idx="45"/>
          </p:nvPr>
        </p:nvSpPr>
        <p:spPr/>
        <p:txBody>
          <a:bodyPr/>
          <a:p>
            <a:r>
              <a:rPr lang="en-US"/>
              <a:t/>
            </a:r>
          </a:p>
        </p:txBody>
      </p:sp>
    </p:spTree>
  </p:cSld>
</p:sldLayout>
</file>

<file path=ppt/slideLayouts/slideLayout17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0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1"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2"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3"/>
          </p:nvPr>
        </p:nvSpPr>
        <p:spPr/>
        <p:txBody>
          <a:bodyPr/>
          <a:p>
            <a:r>
              <a:t>Footer</a:t>
            </a:r>
          </a:p>
        </p:txBody>
      </p:sp>
      <p:sp>
        <p:nvSpPr>
          <p:cNvPr id="6" name="PlaceHolder 5"/>
          <p:cNvSpPr>
            <a:spLocks noGrp="1"/>
          </p:cNvSpPr>
          <p:nvPr>
            <p:ph type="sldNum" idx="44"/>
          </p:nvPr>
        </p:nvSpPr>
        <p:spPr/>
        <p:txBody>
          <a:bodyPr/>
          <a:p>
            <a:fld id="{590B6C0D-26C2-4494-B14C-2FDDFBBDCC5C}" type="slidenum">
              <a:t>&lt;#&gt;</a:t>
            </a:fld>
          </a:p>
        </p:txBody>
      </p:sp>
      <p:sp>
        <p:nvSpPr>
          <p:cNvPr id="7" name="PlaceHolder 6"/>
          <p:cNvSpPr>
            <a:spLocks noGrp="1"/>
          </p:cNvSpPr>
          <p:nvPr>
            <p:ph type="dt" idx="45"/>
          </p:nvPr>
        </p:nvSpPr>
        <p:spPr/>
        <p:txBody>
          <a:bodyPr/>
          <a:p>
            <a:r>
              <a:rPr lang="en-US"/>
              <a:t/>
            </a:r>
          </a:p>
        </p:txBody>
      </p:sp>
    </p:spTree>
  </p:cSld>
</p:sldLayout>
</file>

<file path=ppt/slideLayouts/slideLayout17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4"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6"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07"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3"/>
          </p:nvPr>
        </p:nvSpPr>
        <p:spPr/>
        <p:txBody>
          <a:bodyPr/>
          <a:p>
            <a:r>
              <a:t>Footer</a:t>
            </a:r>
          </a:p>
        </p:txBody>
      </p:sp>
      <p:sp>
        <p:nvSpPr>
          <p:cNvPr id="8" name="PlaceHolder 7"/>
          <p:cNvSpPr>
            <a:spLocks noGrp="1"/>
          </p:cNvSpPr>
          <p:nvPr>
            <p:ph type="sldNum" idx="44"/>
          </p:nvPr>
        </p:nvSpPr>
        <p:spPr/>
        <p:txBody>
          <a:bodyPr/>
          <a:p>
            <a:fld id="{30703153-4E24-421F-AEE4-BC588BCD6516}" type="slidenum">
              <a:t>&lt;#&gt;</a:t>
            </a:fld>
          </a:p>
        </p:txBody>
      </p:sp>
      <p:sp>
        <p:nvSpPr>
          <p:cNvPr id="9" name="PlaceHolder 8"/>
          <p:cNvSpPr>
            <a:spLocks noGrp="1"/>
          </p:cNvSpPr>
          <p:nvPr>
            <p:ph type="dt" idx="45"/>
          </p:nvPr>
        </p:nvSpPr>
        <p:spPr/>
        <p:txBody>
          <a:bodyPr/>
          <a:p>
            <a:r>
              <a:rPr lang="en-US"/>
              <a:t/>
            </a:r>
          </a:p>
        </p:txBody>
      </p:sp>
    </p:spTree>
  </p:cSld>
</p:sldLayout>
</file>

<file path=ppt/slideLayouts/slideLayout18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0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09"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0"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1"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2"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3"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14"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3"/>
          </p:nvPr>
        </p:nvSpPr>
        <p:spPr/>
        <p:txBody>
          <a:bodyPr/>
          <a:p>
            <a:r>
              <a:t>Footer</a:t>
            </a:r>
          </a:p>
        </p:txBody>
      </p:sp>
      <p:sp>
        <p:nvSpPr>
          <p:cNvPr id="10" name="PlaceHolder 9"/>
          <p:cNvSpPr>
            <a:spLocks noGrp="1"/>
          </p:cNvSpPr>
          <p:nvPr>
            <p:ph type="sldNum" idx="44"/>
          </p:nvPr>
        </p:nvSpPr>
        <p:spPr/>
        <p:txBody>
          <a:bodyPr/>
          <a:p>
            <a:fld id="{44C20486-02BA-428A-BD80-6FE7904A2B6B}" type="slidenum">
              <a:t>&lt;#&gt;</a:t>
            </a:fld>
          </a:p>
        </p:txBody>
      </p:sp>
      <p:sp>
        <p:nvSpPr>
          <p:cNvPr id="11" name="PlaceHolder 10"/>
          <p:cNvSpPr>
            <a:spLocks noGrp="1"/>
          </p:cNvSpPr>
          <p:nvPr>
            <p:ph type="dt" idx="45"/>
          </p:nvPr>
        </p:nvSpPr>
        <p:spPr/>
        <p:txBody>
          <a:bodyPr/>
          <a:p>
            <a:r>
              <a:rPr lang="en-US"/>
              <a:t/>
            </a:r>
          </a:p>
        </p:txBody>
      </p:sp>
    </p:spTree>
  </p:cSld>
</p:sldLayout>
</file>

<file path=ppt/slideLayouts/slideLayout18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6"/>
          </p:nvPr>
        </p:nvSpPr>
        <p:spPr/>
        <p:txBody>
          <a:bodyPr/>
          <a:p>
            <a:r>
              <a:t>Footer</a:t>
            </a:r>
          </a:p>
        </p:txBody>
      </p:sp>
      <p:sp>
        <p:nvSpPr>
          <p:cNvPr id="3" name="PlaceHolder 2"/>
          <p:cNvSpPr>
            <a:spLocks noGrp="1"/>
          </p:cNvSpPr>
          <p:nvPr>
            <p:ph type="sldNum" idx="47"/>
          </p:nvPr>
        </p:nvSpPr>
        <p:spPr/>
        <p:txBody>
          <a:bodyPr/>
          <a:p>
            <a:fld id="{25A052FA-5406-434A-9EB4-56FCD24E0E07}" type="slidenum">
              <a:t>&lt;#&gt;</a:t>
            </a:fld>
          </a:p>
        </p:txBody>
      </p:sp>
      <p:sp>
        <p:nvSpPr>
          <p:cNvPr id="4" name="PlaceHolder 3"/>
          <p:cNvSpPr>
            <a:spLocks noGrp="1"/>
          </p:cNvSpPr>
          <p:nvPr>
            <p:ph type="dt" idx="48"/>
          </p:nvPr>
        </p:nvSpPr>
        <p:spPr/>
        <p:txBody>
          <a:bodyPr/>
          <a:p>
            <a:r>
              <a:rPr lang="en-US"/>
              <a:t/>
            </a:r>
          </a:p>
        </p:txBody>
      </p:sp>
    </p:spTree>
  </p:cSld>
</p:sldLayout>
</file>

<file path=ppt/slideLayouts/slideLayout18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2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1"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1FE7CC4F-9492-494D-811B-5A38188035A3}"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2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3"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6"/>
          </p:nvPr>
        </p:nvSpPr>
        <p:spPr/>
        <p:txBody>
          <a:bodyPr/>
          <a:p>
            <a:r>
              <a:t>Footer</a:t>
            </a:r>
          </a:p>
        </p:txBody>
      </p:sp>
      <p:sp>
        <p:nvSpPr>
          <p:cNvPr id="5" name="PlaceHolder 4"/>
          <p:cNvSpPr>
            <a:spLocks noGrp="1"/>
          </p:cNvSpPr>
          <p:nvPr>
            <p:ph type="sldNum" idx="47"/>
          </p:nvPr>
        </p:nvSpPr>
        <p:spPr/>
        <p:txBody>
          <a:bodyPr/>
          <a:p>
            <a:fld id="{04721165-20E2-423C-A415-BE07FEF152D7}" type="slidenum">
              <a:t>&lt;#&gt;</a:t>
            </a:fld>
          </a:p>
        </p:txBody>
      </p:sp>
      <p:sp>
        <p:nvSpPr>
          <p:cNvPr id="6" name="PlaceHolder 5"/>
          <p:cNvSpPr>
            <a:spLocks noGrp="1"/>
          </p:cNvSpPr>
          <p:nvPr>
            <p:ph type="dt" idx="48"/>
          </p:nvPr>
        </p:nvSpPr>
        <p:spPr/>
        <p:txBody>
          <a:bodyPr/>
          <a:p>
            <a:r>
              <a:rPr lang="en-US"/>
              <a:t/>
            </a:r>
          </a:p>
        </p:txBody>
      </p:sp>
    </p:spTree>
  </p:cSld>
</p:sldLayout>
</file>

<file path=ppt/slideLayouts/slideLayout18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2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2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26"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7165E7FB-E629-42A5-8F91-497CA61F0E7B}"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8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3C28909D-A45B-4828-BEC8-9B17456AB14F}"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28"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6"/>
          </p:nvPr>
        </p:nvSpPr>
        <p:spPr/>
        <p:txBody>
          <a:bodyPr/>
          <a:p>
            <a:r>
              <a:t>Footer</a:t>
            </a:r>
          </a:p>
        </p:txBody>
      </p:sp>
      <p:sp>
        <p:nvSpPr>
          <p:cNvPr id="4" name="PlaceHolder 3"/>
          <p:cNvSpPr>
            <a:spLocks noGrp="1"/>
          </p:cNvSpPr>
          <p:nvPr>
            <p:ph type="sldNum" idx="47"/>
          </p:nvPr>
        </p:nvSpPr>
        <p:spPr/>
        <p:txBody>
          <a:bodyPr/>
          <a:p>
            <a:fld id="{52B88334-2A25-4C73-9F1D-DD359AA7B1B1}" type="slidenum">
              <a:t>&lt;#&gt;</a:t>
            </a:fld>
          </a:p>
        </p:txBody>
      </p:sp>
      <p:sp>
        <p:nvSpPr>
          <p:cNvPr id="5" name="PlaceHolder 4"/>
          <p:cNvSpPr>
            <a:spLocks noGrp="1"/>
          </p:cNvSpPr>
          <p:nvPr>
            <p:ph type="dt" idx="48"/>
          </p:nvPr>
        </p:nvSpPr>
        <p:spPr/>
        <p:txBody>
          <a:bodyPr/>
          <a:p>
            <a:r>
              <a:rPr lang="en-US"/>
              <a:t/>
            </a:r>
          </a:p>
        </p:txBody>
      </p:sp>
    </p:spTree>
  </p:cSld>
</p:sldLayout>
</file>

<file path=ppt/slideLayouts/slideLayout18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2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1"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2"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539DD35C-154B-4014-A948-5A5C365FC6F2}"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3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4"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5"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6"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8BB43FB0-5158-4A1D-A0BD-34DA05EE8BD5}"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8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3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3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3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0"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6"/>
          </p:nvPr>
        </p:nvSpPr>
        <p:spPr/>
        <p:txBody>
          <a:bodyPr/>
          <a:p>
            <a:r>
              <a:t>Footer</a:t>
            </a:r>
          </a:p>
        </p:txBody>
      </p:sp>
      <p:sp>
        <p:nvSpPr>
          <p:cNvPr id="7" name="PlaceHolder 6"/>
          <p:cNvSpPr>
            <a:spLocks noGrp="1"/>
          </p:cNvSpPr>
          <p:nvPr>
            <p:ph type="sldNum" idx="47"/>
          </p:nvPr>
        </p:nvSpPr>
        <p:spPr/>
        <p:txBody>
          <a:bodyPr/>
          <a:p>
            <a:fld id="{C38E0121-776F-4D5C-80F7-D9C9254C0C0B}" type="slidenum">
              <a:t>&lt;#&gt;</a:t>
            </a:fld>
          </a:p>
        </p:txBody>
      </p:sp>
      <p:sp>
        <p:nvSpPr>
          <p:cNvPr id="8" name="PlaceHolder 7"/>
          <p:cNvSpPr>
            <a:spLocks noGrp="1"/>
          </p:cNvSpPr>
          <p:nvPr>
            <p:ph type="dt" idx="48"/>
          </p:nvPr>
        </p:nvSpPr>
        <p:spPr/>
        <p:txBody>
          <a:bodyPr/>
          <a:p>
            <a:r>
              <a:rPr lang="en-US"/>
              <a:t/>
            </a:r>
          </a:p>
        </p:txBody>
      </p:sp>
    </p:spTree>
  </p:cSld>
</p:sldLayout>
</file>

<file path=ppt/slideLayouts/slideLayout19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4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2"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3"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6"/>
          </p:nvPr>
        </p:nvSpPr>
        <p:spPr/>
        <p:txBody>
          <a:bodyPr/>
          <a:p>
            <a:r>
              <a:t>Footer</a:t>
            </a:r>
          </a:p>
        </p:txBody>
      </p:sp>
      <p:sp>
        <p:nvSpPr>
          <p:cNvPr id="6" name="PlaceHolder 5"/>
          <p:cNvSpPr>
            <a:spLocks noGrp="1"/>
          </p:cNvSpPr>
          <p:nvPr>
            <p:ph type="sldNum" idx="47"/>
          </p:nvPr>
        </p:nvSpPr>
        <p:spPr/>
        <p:txBody>
          <a:bodyPr/>
          <a:p>
            <a:fld id="{92BD97DD-200B-4406-B944-3C8D74954C56}" type="slidenum">
              <a:t>&lt;#&gt;</a:t>
            </a:fld>
          </a:p>
        </p:txBody>
      </p:sp>
      <p:sp>
        <p:nvSpPr>
          <p:cNvPr id="7" name="PlaceHolder 6"/>
          <p:cNvSpPr>
            <a:spLocks noGrp="1"/>
          </p:cNvSpPr>
          <p:nvPr>
            <p:ph type="dt" idx="48"/>
          </p:nvPr>
        </p:nvSpPr>
        <p:spPr/>
        <p:txBody>
          <a:bodyPr/>
          <a:p>
            <a:r>
              <a:rPr lang="en-US"/>
              <a:t/>
            </a:r>
          </a:p>
        </p:txBody>
      </p:sp>
    </p:spTree>
  </p:cSld>
</p:sldLayout>
</file>

<file path=ppt/slideLayouts/slideLayout19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45"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7"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48"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6"/>
          </p:nvPr>
        </p:nvSpPr>
        <p:spPr/>
        <p:txBody>
          <a:bodyPr/>
          <a:p>
            <a:r>
              <a:t>Footer</a:t>
            </a:r>
          </a:p>
        </p:txBody>
      </p:sp>
      <p:sp>
        <p:nvSpPr>
          <p:cNvPr id="8" name="PlaceHolder 7"/>
          <p:cNvSpPr>
            <a:spLocks noGrp="1"/>
          </p:cNvSpPr>
          <p:nvPr>
            <p:ph type="sldNum" idx="47"/>
          </p:nvPr>
        </p:nvSpPr>
        <p:spPr/>
        <p:txBody>
          <a:bodyPr/>
          <a:p>
            <a:fld id="{CDB7679F-CB09-47DE-A58F-4784C0552748}" type="slidenum">
              <a:t>&lt;#&gt;</a:t>
            </a:fld>
          </a:p>
        </p:txBody>
      </p:sp>
      <p:sp>
        <p:nvSpPr>
          <p:cNvPr id="9" name="PlaceHolder 8"/>
          <p:cNvSpPr>
            <a:spLocks noGrp="1"/>
          </p:cNvSpPr>
          <p:nvPr>
            <p:ph type="dt" idx="48"/>
          </p:nvPr>
        </p:nvSpPr>
        <p:spPr/>
        <p:txBody>
          <a:bodyPr/>
          <a:p>
            <a:r>
              <a:rPr lang="en-US"/>
              <a:t/>
            </a:r>
          </a:p>
        </p:txBody>
      </p:sp>
    </p:spTree>
  </p:cSld>
</p:sldLayout>
</file>

<file path=ppt/slideLayouts/slideLayout19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4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50"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1"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2"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3"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4"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55"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6"/>
          </p:nvPr>
        </p:nvSpPr>
        <p:spPr/>
        <p:txBody>
          <a:bodyPr/>
          <a:p>
            <a:r>
              <a:t>Footer</a:t>
            </a:r>
          </a:p>
        </p:txBody>
      </p:sp>
      <p:sp>
        <p:nvSpPr>
          <p:cNvPr id="10" name="PlaceHolder 9"/>
          <p:cNvSpPr>
            <a:spLocks noGrp="1"/>
          </p:cNvSpPr>
          <p:nvPr>
            <p:ph type="sldNum" idx="47"/>
          </p:nvPr>
        </p:nvSpPr>
        <p:spPr/>
        <p:txBody>
          <a:bodyPr/>
          <a:p>
            <a:fld id="{A538597F-49B4-41D9-B639-4A0F32BBB3A7}" type="slidenum">
              <a:t>&lt;#&gt;</a:t>
            </a:fld>
          </a:p>
        </p:txBody>
      </p:sp>
      <p:sp>
        <p:nvSpPr>
          <p:cNvPr id="11" name="PlaceHolder 10"/>
          <p:cNvSpPr>
            <a:spLocks noGrp="1"/>
          </p:cNvSpPr>
          <p:nvPr>
            <p:ph type="dt" idx="48"/>
          </p:nvPr>
        </p:nvSpPr>
        <p:spPr/>
        <p:txBody>
          <a:bodyPr/>
          <a:p>
            <a:r>
              <a:rPr lang="en-US"/>
              <a:t/>
            </a:r>
          </a:p>
        </p:txBody>
      </p:sp>
    </p:spTree>
  </p:cSld>
</p:sldLayout>
</file>

<file path=ppt/slideLayouts/slideLayout19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49"/>
          </p:nvPr>
        </p:nvSpPr>
        <p:spPr/>
        <p:txBody>
          <a:bodyPr/>
          <a:p>
            <a:r>
              <a:t>Footer</a:t>
            </a:r>
          </a:p>
        </p:txBody>
      </p:sp>
      <p:sp>
        <p:nvSpPr>
          <p:cNvPr id="3" name="PlaceHolder 2"/>
          <p:cNvSpPr>
            <a:spLocks noGrp="1"/>
          </p:cNvSpPr>
          <p:nvPr>
            <p:ph type="sldNum" idx="50"/>
          </p:nvPr>
        </p:nvSpPr>
        <p:spPr/>
        <p:txBody>
          <a:bodyPr/>
          <a:p>
            <a:fld id="{0CC8F2DF-B3EF-46C7-993D-7FB47CD44C2D}" type="slidenum">
              <a:t>&lt;#&gt;</a:t>
            </a:fld>
          </a:p>
        </p:txBody>
      </p:sp>
      <p:sp>
        <p:nvSpPr>
          <p:cNvPr id="4" name="PlaceHolder 3"/>
          <p:cNvSpPr>
            <a:spLocks noGrp="1"/>
          </p:cNvSpPr>
          <p:nvPr>
            <p:ph type="dt" idx="51"/>
          </p:nvPr>
        </p:nvSpPr>
        <p:spPr/>
        <p:txBody>
          <a:bodyPr/>
          <a:p>
            <a:r>
              <a:rPr lang="en-US"/>
              <a:t/>
            </a:r>
          </a:p>
        </p:txBody>
      </p:sp>
    </p:spTree>
  </p:cSld>
</p:sldLayout>
</file>

<file path=ppt/slideLayouts/slideLayout19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66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2"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8BBEA6AA-F329-4401-AEB0-C3B92E34F0D2}"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66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4"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49"/>
          </p:nvPr>
        </p:nvSpPr>
        <p:spPr/>
        <p:txBody>
          <a:bodyPr/>
          <a:p>
            <a:r>
              <a:t>Footer</a:t>
            </a:r>
          </a:p>
        </p:txBody>
      </p:sp>
      <p:sp>
        <p:nvSpPr>
          <p:cNvPr id="5" name="PlaceHolder 4"/>
          <p:cNvSpPr>
            <a:spLocks noGrp="1"/>
          </p:cNvSpPr>
          <p:nvPr>
            <p:ph type="sldNum" idx="50"/>
          </p:nvPr>
        </p:nvSpPr>
        <p:spPr/>
        <p:txBody>
          <a:bodyPr/>
          <a:p>
            <a:fld id="{6F13826B-5F35-43F5-B8AF-BCC3AE9F6145}" type="slidenum">
              <a:t>&lt;#&gt;</a:t>
            </a:fld>
          </a:p>
        </p:txBody>
      </p:sp>
      <p:sp>
        <p:nvSpPr>
          <p:cNvPr id="6" name="PlaceHolder 5"/>
          <p:cNvSpPr>
            <a:spLocks noGrp="1"/>
          </p:cNvSpPr>
          <p:nvPr>
            <p:ph type="dt" idx="51"/>
          </p:nvPr>
        </p:nvSpPr>
        <p:spPr/>
        <p:txBody>
          <a:bodyPr/>
          <a:p>
            <a:r>
              <a:rPr lang="en-US"/>
              <a:t/>
            </a:r>
          </a:p>
        </p:txBody>
      </p:sp>
    </p:spTree>
  </p:cSld>
</p:sldLayout>
</file>

<file path=ppt/slideLayouts/slideLayout19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66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6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67"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F25917D6-85AC-4D6E-A32D-D6957C0C7B7D}"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19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66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A7C82763-121E-4395-9D0E-67EF042820B8}"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669"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49"/>
          </p:nvPr>
        </p:nvSpPr>
        <p:spPr/>
        <p:txBody>
          <a:bodyPr/>
          <a:p>
            <a:r>
              <a:t>Footer</a:t>
            </a:r>
          </a:p>
        </p:txBody>
      </p:sp>
      <p:sp>
        <p:nvSpPr>
          <p:cNvPr id="4" name="PlaceHolder 3"/>
          <p:cNvSpPr>
            <a:spLocks noGrp="1"/>
          </p:cNvSpPr>
          <p:nvPr>
            <p:ph type="sldNum" idx="50"/>
          </p:nvPr>
        </p:nvSpPr>
        <p:spPr/>
        <p:txBody>
          <a:bodyPr/>
          <a:p>
            <a:fld id="{8052CB4A-A594-4545-922F-F5C2D0E4F309}" type="slidenum">
              <a:t>&lt;#&gt;</a:t>
            </a:fld>
          </a:p>
        </p:txBody>
      </p:sp>
      <p:sp>
        <p:nvSpPr>
          <p:cNvPr id="5" name="PlaceHolder 4"/>
          <p:cNvSpPr>
            <a:spLocks noGrp="1"/>
          </p:cNvSpPr>
          <p:nvPr>
            <p:ph type="dt" idx="51"/>
          </p:nvPr>
        </p:nvSpPr>
        <p:spPr/>
        <p:txBody>
          <a:bodyPr/>
          <a:p>
            <a:r>
              <a:rPr lang="en-US"/>
              <a:t/>
            </a:r>
          </a:p>
        </p:txBody>
      </p:sp>
    </p:spTree>
  </p:cSld>
</p:sldLayout>
</file>

<file path=ppt/slideLayouts/slideLayout19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67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2"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3"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8A9E29C8-D904-4C97-A2D1-FC727769FF50}"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67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5"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6"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77"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FC00429E-1B7A-4C06-805C-2E1719AA8D55}"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678"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79"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0"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1"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49"/>
          </p:nvPr>
        </p:nvSpPr>
        <p:spPr/>
        <p:txBody>
          <a:bodyPr/>
          <a:p>
            <a:r>
              <a:t>Footer</a:t>
            </a:r>
          </a:p>
        </p:txBody>
      </p:sp>
      <p:sp>
        <p:nvSpPr>
          <p:cNvPr id="7" name="PlaceHolder 6"/>
          <p:cNvSpPr>
            <a:spLocks noGrp="1"/>
          </p:cNvSpPr>
          <p:nvPr>
            <p:ph type="sldNum" idx="50"/>
          </p:nvPr>
        </p:nvSpPr>
        <p:spPr/>
        <p:txBody>
          <a:bodyPr/>
          <a:p>
            <a:fld id="{34658410-59CF-4355-8A8D-F67A2A26C998}" type="slidenum">
              <a:t>&lt;#&gt;</a:t>
            </a:fld>
          </a:p>
        </p:txBody>
      </p:sp>
      <p:sp>
        <p:nvSpPr>
          <p:cNvPr id="8" name="PlaceHolder 7"/>
          <p:cNvSpPr>
            <a:spLocks noGrp="1"/>
          </p:cNvSpPr>
          <p:nvPr>
            <p:ph type="dt" idx="51"/>
          </p:nvPr>
        </p:nvSpPr>
        <p:spPr/>
        <p:txBody>
          <a:bodyPr/>
          <a:p>
            <a:r>
              <a:rPr lang="en-US"/>
              <a:t/>
            </a:r>
          </a:p>
        </p:txBody>
      </p:sp>
    </p:spTree>
  </p:cSld>
</p:sldLayout>
</file>

<file path=ppt/slideLayouts/slideLayout20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6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3"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4"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49"/>
          </p:nvPr>
        </p:nvSpPr>
        <p:spPr/>
        <p:txBody>
          <a:bodyPr/>
          <a:p>
            <a:r>
              <a:t>Footer</a:t>
            </a:r>
          </a:p>
        </p:txBody>
      </p:sp>
      <p:sp>
        <p:nvSpPr>
          <p:cNvPr id="6" name="PlaceHolder 5"/>
          <p:cNvSpPr>
            <a:spLocks noGrp="1"/>
          </p:cNvSpPr>
          <p:nvPr>
            <p:ph type="sldNum" idx="50"/>
          </p:nvPr>
        </p:nvSpPr>
        <p:spPr/>
        <p:txBody>
          <a:bodyPr/>
          <a:p>
            <a:fld id="{33C27696-2849-4488-9DA6-7C95BFBE72D4}" type="slidenum">
              <a:t>&lt;#&gt;</a:t>
            </a:fld>
          </a:p>
        </p:txBody>
      </p:sp>
      <p:sp>
        <p:nvSpPr>
          <p:cNvPr id="7" name="PlaceHolder 6"/>
          <p:cNvSpPr>
            <a:spLocks noGrp="1"/>
          </p:cNvSpPr>
          <p:nvPr>
            <p:ph type="dt" idx="51"/>
          </p:nvPr>
        </p:nvSpPr>
        <p:spPr/>
        <p:txBody>
          <a:bodyPr/>
          <a:p>
            <a:r>
              <a:rPr lang="en-US"/>
              <a:t/>
            </a:r>
          </a:p>
        </p:txBody>
      </p:sp>
    </p:spTree>
  </p:cSld>
</p:sldLayout>
</file>

<file path=ppt/slideLayouts/slideLayout20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68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86"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8"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89"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49"/>
          </p:nvPr>
        </p:nvSpPr>
        <p:spPr/>
        <p:txBody>
          <a:bodyPr/>
          <a:p>
            <a:r>
              <a:t>Footer</a:t>
            </a:r>
          </a:p>
        </p:txBody>
      </p:sp>
      <p:sp>
        <p:nvSpPr>
          <p:cNvPr id="8" name="PlaceHolder 7"/>
          <p:cNvSpPr>
            <a:spLocks noGrp="1"/>
          </p:cNvSpPr>
          <p:nvPr>
            <p:ph type="sldNum" idx="50"/>
          </p:nvPr>
        </p:nvSpPr>
        <p:spPr/>
        <p:txBody>
          <a:bodyPr/>
          <a:p>
            <a:fld id="{03B9264A-A96E-46F5-9497-864711083AA7}" type="slidenum">
              <a:t>&lt;#&gt;</a:t>
            </a:fld>
          </a:p>
        </p:txBody>
      </p:sp>
      <p:sp>
        <p:nvSpPr>
          <p:cNvPr id="9" name="PlaceHolder 8"/>
          <p:cNvSpPr>
            <a:spLocks noGrp="1"/>
          </p:cNvSpPr>
          <p:nvPr>
            <p:ph type="dt" idx="51"/>
          </p:nvPr>
        </p:nvSpPr>
        <p:spPr/>
        <p:txBody>
          <a:bodyPr/>
          <a:p>
            <a:r>
              <a:rPr lang="en-US"/>
              <a:t/>
            </a:r>
          </a:p>
        </p:txBody>
      </p:sp>
    </p:spTree>
  </p:cSld>
</p:sldLayout>
</file>

<file path=ppt/slideLayouts/slideLayout20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69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691"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2"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3"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4"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5"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96"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49"/>
          </p:nvPr>
        </p:nvSpPr>
        <p:spPr/>
        <p:txBody>
          <a:bodyPr/>
          <a:p>
            <a:r>
              <a:t>Footer</a:t>
            </a:r>
          </a:p>
        </p:txBody>
      </p:sp>
      <p:sp>
        <p:nvSpPr>
          <p:cNvPr id="10" name="PlaceHolder 9"/>
          <p:cNvSpPr>
            <a:spLocks noGrp="1"/>
          </p:cNvSpPr>
          <p:nvPr>
            <p:ph type="sldNum" idx="50"/>
          </p:nvPr>
        </p:nvSpPr>
        <p:spPr/>
        <p:txBody>
          <a:bodyPr/>
          <a:p>
            <a:fld id="{5530583E-7428-4460-8D43-44597ABF79E3}" type="slidenum">
              <a:t>&lt;#&gt;</a:t>
            </a:fld>
          </a:p>
        </p:txBody>
      </p:sp>
      <p:sp>
        <p:nvSpPr>
          <p:cNvPr id="11" name="PlaceHolder 10"/>
          <p:cNvSpPr>
            <a:spLocks noGrp="1"/>
          </p:cNvSpPr>
          <p:nvPr>
            <p:ph type="dt" idx="51"/>
          </p:nvPr>
        </p:nvSpPr>
        <p:spPr/>
        <p:txBody>
          <a:bodyPr/>
          <a:p>
            <a:r>
              <a:rPr lang="en-US"/>
              <a:t/>
            </a:r>
          </a:p>
        </p:txBody>
      </p:sp>
    </p:spTree>
  </p:cSld>
</p:sldLayout>
</file>

<file path=ppt/slideLayouts/slideLayout20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2"/>
          </p:nvPr>
        </p:nvSpPr>
        <p:spPr/>
        <p:txBody>
          <a:bodyPr/>
          <a:p>
            <a:r>
              <a:t>Footer</a:t>
            </a:r>
          </a:p>
        </p:txBody>
      </p:sp>
      <p:sp>
        <p:nvSpPr>
          <p:cNvPr id="3" name="PlaceHolder 2"/>
          <p:cNvSpPr>
            <a:spLocks noGrp="1"/>
          </p:cNvSpPr>
          <p:nvPr>
            <p:ph type="sldNum" idx="53"/>
          </p:nvPr>
        </p:nvSpPr>
        <p:spPr/>
        <p:txBody>
          <a:bodyPr/>
          <a:p>
            <a:fld id="{A2B09B44-1793-4272-B08A-81E52586013C}" type="slidenum">
              <a:t>&lt;#&gt;</a:t>
            </a:fld>
          </a:p>
        </p:txBody>
      </p:sp>
      <p:sp>
        <p:nvSpPr>
          <p:cNvPr id="4" name="PlaceHolder 3"/>
          <p:cNvSpPr>
            <a:spLocks noGrp="1"/>
          </p:cNvSpPr>
          <p:nvPr>
            <p:ph type="dt" idx="54"/>
          </p:nvPr>
        </p:nvSpPr>
        <p:spPr/>
        <p:txBody>
          <a:bodyPr/>
          <a:p>
            <a:r>
              <a:rPr lang="en-US"/>
              <a:t/>
            </a:r>
          </a:p>
        </p:txBody>
      </p:sp>
    </p:spTree>
  </p:cSld>
</p:sldLayout>
</file>

<file path=ppt/slideLayouts/slideLayout20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0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066D4469-0F38-44DD-872F-389F47ED2481}"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0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2"/>
          </p:nvPr>
        </p:nvSpPr>
        <p:spPr/>
        <p:txBody>
          <a:bodyPr/>
          <a:p>
            <a:r>
              <a:t>Footer</a:t>
            </a:r>
          </a:p>
        </p:txBody>
      </p:sp>
      <p:sp>
        <p:nvSpPr>
          <p:cNvPr id="5" name="PlaceHolder 4"/>
          <p:cNvSpPr>
            <a:spLocks noGrp="1"/>
          </p:cNvSpPr>
          <p:nvPr>
            <p:ph type="sldNum" idx="53"/>
          </p:nvPr>
        </p:nvSpPr>
        <p:spPr/>
        <p:txBody>
          <a:bodyPr/>
          <a:p>
            <a:fld id="{7D747122-7E56-4F23-A3F2-62BD06BFCE11}" type="slidenum">
              <a:t>&lt;#&gt;</a:t>
            </a:fld>
          </a:p>
        </p:txBody>
      </p:sp>
      <p:sp>
        <p:nvSpPr>
          <p:cNvPr id="6" name="PlaceHolder 5"/>
          <p:cNvSpPr>
            <a:spLocks noGrp="1"/>
          </p:cNvSpPr>
          <p:nvPr>
            <p:ph type="dt" idx="54"/>
          </p:nvPr>
        </p:nvSpPr>
        <p:spPr/>
        <p:txBody>
          <a:bodyPr/>
          <a:p>
            <a:r>
              <a:rPr lang="en-US"/>
              <a:t/>
            </a:r>
          </a:p>
        </p:txBody>
      </p:sp>
    </p:spTree>
  </p:cSld>
</p:sldLayout>
</file>

<file path=ppt/slideLayouts/slideLayout20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0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0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F39B6DD9-A672-4D3D-B6F5-150F9D25F316}"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0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0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C397DF08-BEE2-461F-9F3D-DB94122992B4}"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1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2"/>
          </p:nvPr>
        </p:nvSpPr>
        <p:spPr/>
        <p:txBody>
          <a:bodyPr/>
          <a:p>
            <a:r>
              <a:t>Footer</a:t>
            </a:r>
          </a:p>
        </p:txBody>
      </p:sp>
      <p:sp>
        <p:nvSpPr>
          <p:cNvPr id="4" name="PlaceHolder 3"/>
          <p:cNvSpPr>
            <a:spLocks noGrp="1"/>
          </p:cNvSpPr>
          <p:nvPr>
            <p:ph type="sldNum" idx="53"/>
          </p:nvPr>
        </p:nvSpPr>
        <p:spPr/>
        <p:txBody>
          <a:bodyPr/>
          <a:p>
            <a:fld id="{A1B9242E-159B-4617-8498-A95FDC67723B}" type="slidenum">
              <a:t>&lt;#&gt;</a:t>
            </a:fld>
          </a:p>
        </p:txBody>
      </p:sp>
      <p:sp>
        <p:nvSpPr>
          <p:cNvPr id="5" name="PlaceHolder 4"/>
          <p:cNvSpPr>
            <a:spLocks noGrp="1"/>
          </p:cNvSpPr>
          <p:nvPr>
            <p:ph type="dt" idx="54"/>
          </p:nvPr>
        </p:nvSpPr>
        <p:spPr/>
        <p:txBody>
          <a:bodyPr/>
          <a:p>
            <a:r>
              <a:rPr lang="en-US"/>
              <a:t/>
            </a:r>
          </a:p>
        </p:txBody>
      </p:sp>
    </p:spTree>
  </p:cSld>
</p:sldLayout>
</file>

<file path=ppt/slideLayouts/slideLayout2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D9AE4013-1FD3-4991-8E09-07BF08AAC1EA}"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1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1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1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E2C8CE25-0CB9-4EB9-AE27-1B215E8AA48B}"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1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2"/>
          </p:nvPr>
        </p:nvSpPr>
        <p:spPr/>
        <p:txBody>
          <a:bodyPr/>
          <a:p>
            <a:r>
              <a:t>Footer</a:t>
            </a:r>
          </a:p>
        </p:txBody>
      </p:sp>
      <p:sp>
        <p:nvSpPr>
          <p:cNvPr id="7" name="PlaceHolder 6"/>
          <p:cNvSpPr>
            <a:spLocks noGrp="1"/>
          </p:cNvSpPr>
          <p:nvPr>
            <p:ph type="sldNum" idx="53"/>
          </p:nvPr>
        </p:nvSpPr>
        <p:spPr/>
        <p:txBody>
          <a:bodyPr/>
          <a:p>
            <a:fld id="{AFB027AF-35C9-49B4-ACFB-485D6D165D6D}" type="slidenum">
              <a:t>&lt;#&gt;</a:t>
            </a:fld>
          </a:p>
        </p:txBody>
      </p:sp>
      <p:sp>
        <p:nvSpPr>
          <p:cNvPr id="8" name="PlaceHolder 7"/>
          <p:cNvSpPr>
            <a:spLocks noGrp="1"/>
          </p:cNvSpPr>
          <p:nvPr>
            <p:ph type="dt" idx="54"/>
          </p:nvPr>
        </p:nvSpPr>
        <p:spPr/>
        <p:txBody>
          <a:bodyPr/>
          <a:p>
            <a:r>
              <a:rPr lang="en-US"/>
              <a:t/>
            </a:r>
          </a:p>
        </p:txBody>
      </p:sp>
    </p:spTree>
  </p:cSld>
</p:sldLayout>
</file>

<file path=ppt/slideLayouts/slideLayout21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2"/>
          </p:nvPr>
        </p:nvSpPr>
        <p:spPr/>
        <p:txBody>
          <a:bodyPr/>
          <a:p>
            <a:r>
              <a:t>Footer</a:t>
            </a:r>
          </a:p>
        </p:txBody>
      </p:sp>
      <p:sp>
        <p:nvSpPr>
          <p:cNvPr id="6" name="PlaceHolder 5"/>
          <p:cNvSpPr>
            <a:spLocks noGrp="1"/>
          </p:cNvSpPr>
          <p:nvPr>
            <p:ph type="sldNum" idx="53"/>
          </p:nvPr>
        </p:nvSpPr>
        <p:spPr/>
        <p:txBody>
          <a:bodyPr/>
          <a:p>
            <a:fld id="{A3D4811C-3523-4238-A9C8-04EFF3513F14}" type="slidenum">
              <a:t>&lt;#&gt;</a:t>
            </a:fld>
          </a:p>
        </p:txBody>
      </p:sp>
      <p:sp>
        <p:nvSpPr>
          <p:cNvPr id="7" name="PlaceHolder 6"/>
          <p:cNvSpPr>
            <a:spLocks noGrp="1"/>
          </p:cNvSpPr>
          <p:nvPr>
            <p:ph type="dt" idx="54"/>
          </p:nvPr>
        </p:nvSpPr>
        <p:spPr/>
        <p:txBody>
          <a:bodyPr/>
          <a:p>
            <a:r>
              <a:rPr lang="en-US"/>
              <a:t/>
            </a:r>
          </a:p>
        </p:txBody>
      </p:sp>
    </p:spTree>
  </p:cSld>
</p:sldLayout>
</file>

<file path=ppt/slideLayouts/slideLayout21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2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2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2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2"/>
          </p:nvPr>
        </p:nvSpPr>
        <p:spPr/>
        <p:txBody>
          <a:bodyPr/>
          <a:p>
            <a:r>
              <a:t>Footer</a:t>
            </a:r>
          </a:p>
        </p:txBody>
      </p:sp>
      <p:sp>
        <p:nvSpPr>
          <p:cNvPr id="8" name="PlaceHolder 7"/>
          <p:cNvSpPr>
            <a:spLocks noGrp="1"/>
          </p:cNvSpPr>
          <p:nvPr>
            <p:ph type="sldNum" idx="53"/>
          </p:nvPr>
        </p:nvSpPr>
        <p:spPr/>
        <p:txBody>
          <a:bodyPr/>
          <a:p>
            <a:fld id="{04647172-FCF5-4A24-9337-6F7865287D03}" type="slidenum">
              <a:t>&lt;#&gt;</a:t>
            </a:fld>
          </a:p>
        </p:txBody>
      </p:sp>
      <p:sp>
        <p:nvSpPr>
          <p:cNvPr id="9" name="PlaceHolder 8"/>
          <p:cNvSpPr>
            <a:spLocks noGrp="1"/>
          </p:cNvSpPr>
          <p:nvPr>
            <p:ph type="dt" idx="54"/>
          </p:nvPr>
        </p:nvSpPr>
        <p:spPr/>
        <p:txBody>
          <a:bodyPr/>
          <a:p>
            <a:r>
              <a:rPr lang="en-US"/>
              <a:t/>
            </a:r>
          </a:p>
        </p:txBody>
      </p:sp>
    </p:spTree>
  </p:cSld>
</p:sldLayout>
</file>

<file path=ppt/slideLayouts/slideLayout21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3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3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3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2"/>
          </p:nvPr>
        </p:nvSpPr>
        <p:spPr/>
        <p:txBody>
          <a:bodyPr/>
          <a:p>
            <a:r>
              <a:t>Footer</a:t>
            </a:r>
          </a:p>
        </p:txBody>
      </p:sp>
      <p:sp>
        <p:nvSpPr>
          <p:cNvPr id="10" name="PlaceHolder 9"/>
          <p:cNvSpPr>
            <a:spLocks noGrp="1"/>
          </p:cNvSpPr>
          <p:nvPr>
            <p:ph type="sldNum" idx="53"/>
          </p:nvPr>
        </p:nvSpPr>
        <p:spPr/>
        <p:txBody>
          <a:bodyPr/>
          <a:p>
            <a:fld id="{730AD51F-9BE5-40C7-9F27-4A6EB6F19820}" type="slidenum">
              <a:t>&lt;#&gt;</a:t>
            </a:fld>
          </a:p>
        </p:txBody>
      </p:sp>
      <p:sp>
        <p:nvSpPr>
          <p:cNvPr id="11" name="PlaceHolder 10"/>
          <p:cNvSpPr>
            <a:spLocks noGrp="1"/>
          </p:cNvSpPr>
          <p:nvPr>
            <p:ph type="dt" idx="54"/>
          </p:nvPr>
        </p:nvSpPr>
        <p:spPr/>
        <p:txBody>
          <a:bodyPr/>
          <a:p>
            <a:r>
              <a:rPr lang="en-US"/>
              <a:t/>
            </a:r>
          </a:p>
        </p:txBody>
      </p:sp>
    </p:spTree>
  </p:cSld>
</p:sldLayout>
</file>

<file path=ppt/slideLayouts/slideLayout21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5"/>
          </p:nvPr>
        </p:nvSpPr>
        <p:spPr/>
        <p:txBody>
          <a:bodyPr/>
          <a:p>
            <a:r>
              <a:t>Footer</a:t>
            </a:r>
          </a:p>
        </p:txBody>
      </p:sp>
      <p:sp>
        <p:nvSpPr>
          <p:cNvPr id="3" name="PlaceHolder 2"/>
          <p:cNvSpPr>
            <a:spLocks noGrp="1"/>
          </p:cNvSpPr>
          <p:nvPr>
            <p:ph type="sldNum" idx="56"/>
          </p:nvPr>
        </p:nvSpPr>
        <p:spPr/>
        <p:txBody>
          <a:bodyPr/>
          <a:p>
            <a:fld id="{8129C82E-3793-495C-ABF7-BBBF2AEA1A71}" type="slidenum">
              <a:t>&lt;#&gt;</a:t>
            </a:fld>
          </a:p>
        </p:txBody>
      </p:sp>
      <p:sp>
        <p:nvSpPr>
          <p:cNvPr id="4" name="PlaceHolder 3"/>
          <p:cNvSpPr>
            <a:spLocks noGrp="1"/>
          </p:cNvSpPr>
          <p:nvPr>
            <p:ph type="dt" idx="57"/>
          </p:nvPr>
        </p:nvSpPr>
        <p:spPr/>
        <p:txBody>
          <a:bodyPr/>
          <a:p>
            <a:r>
              <a:rPr lang="en-US"/>
              <a:t/>
            </a:r>
          </a:p>
        </p:txBody>
      </p:sp>
    </p:spTree>
  </p:cSld>
</p:sldLayout>
</file>

<file path=ppt/slideLayouts/slideLayout21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4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B55B8AAC-CC24-41FB-A2E7-AE8CD9A8EBC5}"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1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4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5"/>
          </p:nvPr>
        </p:nvSpPr>
        <p:spPr/>
        <p:txBody>
          <a:bodyPr/>
          <a:p>
            <a:r>
              <a:t>Footer</a:t>
            </a:r>
          </a:p>
        </p:txBody>
      </p:sp>
      <p:sp>
        <p:nvSpPr>
          <p:cNvPr id="5" name="PlaceHolder 4"/>
          <p:cNvSpPr>
            <a:spLocks noGrp="1"/>
          </p:cNvSpPr>
          <p:nvPr>
            <p:ph type="sldNum" idx="56"/>
          </p:nvPr>
        </p:nvSpPr>
        <p:spPr/>
        <p:txBody>
          <a:bodyPr/>
          <a:p>
            <a:fld id="{6836B9EF-1013-4F2C-8623-D93A5DDC162B}" type="slidenum">
              <a:t>&lt;#&gt;</a:t>
            </a:fld>
          </a:p>
        </p:txBody>
      </p:sp>
      <p:sp>
        <p:nvSpPr>
          <p:cNvPr id="6" name="PlaceHolder 5"/>
          <p:cNvSpPr>
            <a:spLocks noGrp="1"/>
          </p:cNvSpPr>
          <p:nvPr>
            <p:ph type="dt" idx="57"/>
          </p:nvPr>
        </p:nvSpPr>
        <p:spPr/>
        <p:txBody>
          <a:bodyPr/>
          <a:p>
            <a:r>
              <a:rPr lang="en-US"/>
              <a:t/>
            </a:r>
          </a:p>
        </p:txBody>
      </p:sp>
    </p:spTree>
  </p:cSld>
</p:sldLayout>
</file>

<file path=ppt/slideLayouts/slideLayout22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4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4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22AF36F7-D71F-4E9A-9A38-9F06B7096EBB}"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5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912119D6-6F72-402F-AF40-D268A849CF25}"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5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5"/>
          </p:nvPr>
        </p:nvSpPr>
        <p:spPr/>
        <p:txBody>
          <a:bodyPr/>
          <a:p>
            <a:r>
              <a:t>Footer</a:t>
            </a:r>
          </a:p>
        </p:txBody>
      </p:sp>
      <p:sp>
        <p:nvSpPr>
          <p:cNvPr id="4" name="PlaceHolder 3"/>
          <p:cNvSpPr>
            <a:spLocks noGrp="1"/>
          </p:cNvSpPr>
          <p:nvPr>
            <p:ph type="sldNum" idx="56"/>
          </p:nvPr>
        </p:nvSpPr>
        <p:spPr/>
        <p:txBody>
          <a:bodyPr/>
          <a:p>
            <a:fld id="{09BC70F9-3992-4F2F-81DB-6FC2BE2BE371}" type="slidenum">
              <a:t>&lt;#&gt;</a:t>
            </a:fld>
          </a:p>
        </p:txBody>
      </p:sp>
      <p:sp>
        <p:nvSpPr>
          <p:cNvPr id="5" name="PlaceHolder 4"/>
          <p:cNvSpPr>
            <a:spLocks noGrp="1"/>
          </p:cNvSpPr>
          <p:nvPr>
            <p:ph type="dt" idx="57"/>
          </p:nvPr>
        </p:nvSpPr>
        <p:spPr/>
        <p:txBody>
          <a:bodyPr/>
          <a:p>
            <a:r>
              <a:rPr lang="en-US"/>
              <a:t/>
            </a:r>
          </a:p>
        </p:txBody>
      </p:sp>
    </p:spTree>
  </p:cSld>
</p:sldLayout>
</file>

<file path=ppt/slideLayouts/slideLayout22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13B345F7-C9E0-48B0-838D-2C21BB80D155}"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5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5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5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E79CA6DA-1308-4B88-A049-4B04614DDE26}"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6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5"/>
          </p:nvPr>
        </p:nvSpPr>
        <p:spPr/>
        <p:txBody>
          <a:bodyPr/>
          <a:p>
            <a:r>
              <a:t>Footer</a:t>
            </a:r>
          </a:p>
        </p:txBody>
      </p:sp>
      <p:sp>
        <p:nvSpPr>
          <p:cNvPr id="7" name="PlaceHolder 6"/>
          <p:cNvSpPr>
            <a:spLocks noGrp="1"/>
          </p:cNvSpPr>
          <p:nvPr>
            <p:ph type="sldNum" idx="56"/>
          </p:nvPr>
        </p:nvSpPr>
        <p:spPr/>
        <p:txBody>
          <a:bodyPr/>
          <a:p>
            <a:fld id="{7C75FD90-5A51-4640-A98F-884E90DA9A69}" type="slidenum">
              <a:t>&lt;#&gt;</a:t>
            </a:fld>
          </a:p>
        </p:txBody>
      </p:sp>
      <p:sp>
        <p:nvSpPr>
          <p:cNvPr id="8" name="PlaceHolder 7"/>
          <p:cNvSpPr>
            <a:spLocks noGrp="1"/>
          </p:cNvSpPr>
          <p:nvPr>
            <p:ph type="dt" idx="57"/>
          </p:nvPr>
        </p:nvSpPr>
        <p:spPr/>
        <p:txBody>
          <a:bodyPr/>
          <a:p>
            <a:r>
              <a:rPr lang="en-US"/>
              <a:t/>
            </a:r>
          </a:p>
        </p:txBody>
      </p:sp>
    </p:spTree>
  </p:cSld>
</p:sldLayout>
</file>

<file path=ppt/slideLayouts/slideLayout22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76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5"/>
          </p:nvPr>
        </p:nvSpPr>
        <p:spPr/>
        <p:txBody>
          <a:bodyPr/>
          <a:p>
            <a:r>
              <a:t>Footer</a:t>
            </a:r>
          </a:p>
        </p:txBody>
      </p:sp>
      <p:sp>
        <p:nvSpPr>
          <p:cNvPr id="6" name="PlaceHolder 5"/>
          <p:cNvSpPr>
            <a:spLocks noGrp="1"/>
          </p:cNvSpPr>
          <p:nvPr>
            <p:ph type="sldNum" idx="56"/>
          </p:nvPr>
        </p:nvSpPr>
        <p:spPr/>
        <p:txBody>
          <a:bodyPr/>
          <a:p>
            <a:fld id="{9BDC8760-7C6B-4C7F-ACA0-A6CC5F0C3790}" type="slidenum">
              <a:t>&lt;#&gt;</a:t>
            </a:fld>
          </a:p>
        </p:txBody>
      </p:sp>
      <p:sp>
        <p:nvSpPr>
          <p:cNvPr id="7" name="PlaceHolder 6"/>
          <p:cNvSpPr>
            <a:spLocks noGrp="1"/>
          </p:cNvSpPr>
          <p:nvPr>
            <p:ph type="dt" idx="57"/>
          </p:nvPr>
        </p:nvSpPr>
        <p:spPr/>
        <p:txBody>
          <a:bodyPr/>
          <a:p>
            <a:r>
              <a:rPr lang="en-US"/>
              <a:t/>
            </a:r>
          </a:p>
        </p:txBody>
      </p:sp>
    </p:spTree>
  </p:cSld>
</p:sldLayout>
</file>

<file path=ppt/slideLayouts/slideLayout22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76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6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6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5"/>
          </p:nvPr>
        </p:nvSpPr>
        <p:spPr/>
        <p:txBody>
          <a:bodyPr/>
          <a:p>
            <a:r>
              <a:t>Footer</a:t>
            </a:r>
          </a:p>
        </p:txBody>
      </p:sp>
      <p:sp>
        <p:nvSpPr>
          <p:cNvPr id="8" name="PlaceHolder 7"/>
          <p:cNvSpPr>
            <a:spLocks noGrp="1"/>
          </p:cNvSpPr>
          <p:nvPr>
            <p:ph type="sldNum" idx="56"/>
          </p:nvPr>
        </p:nvSpPr>
        <p:spPr/>
        <p:txBody>
          <a:bodyPr/>
          <a:p>
            <a:fld id="{2F10EC9C-639A-415F-A2DC-F9BBEBE77E3D}" type="slidenum">
              <a:t>&lt;#&gt;</a:t>
            </a:fld>
          </a:p>
        </p:txBody>
      </p:sp>
      <p:sp>
        <p:nvSpPr>
          <p:cNvPr id="9" name="PlaceHolder 8"/>
          <p:cNvSpPr>
            <a:spLocks noGrp="1"/>
          </p:cNvSpPr>
          <p:nvPr>
            <p:ph type="dt" idx="57"/>
          </p:nvPr>
        </p:nvSpPr>
        <p:spPr/>
        <p:txBody>
          <a:bodyPr/>
          <a:p>
            <a:r>
              <a:rPr lang="en-US"/>
              <a:t/>
            </a:r>
          </a:p>
        </p:txBody>
      </p:sp>
    </p:spTree>
  </p:cSld>
</p:sldLayout>
</file>

<file path=ppt/slideLayouts/slideLayout22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77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7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7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5"/>
          </p:nvPr>
        </p:nvSpPr>
        <p:spPr/>
        <p:txBody>
          <a:bodyPr/>
          <a:p>
            <a:r>
              <a:t>Footer</a:t>
            </a:r>
          </a:p>
        </p:txBody>
      </p:sp>
      <p:sp>
        <p:nvSpPr>
          <p:cNvPr id="10" name="PlaceHolder 9"/>
          <p:cNvSpPr>
            <a:spLocks noGrp="1"/>
          </p:cNvSpPr>
          <p:nvPr>
            <p:ph type="sldNum" idx="56"/>
          </p:nvPr>
        </p:nvSpPr>
        <p:spPr/>
        <p:txBody>
          <a:bodyPr/>
          <a:p>
            <a:fld id="{C9C77523-D933-4D36-93C9-A6AD3DE3E5E2}" type="slidenum">
              <a:t>&lt;#&gt;</a:t>
            </a:fld>
          </a:p>
        </p:txBody>
      </p:sp>
      <p:sp>
        <p:nvSpPr>
          <p:cNvPr id="11" name="PlaceHolder 10"/>
          <p:cNvSpPr>
            <a:spLocks noGrp="1"/>
          </p:cNvSpPr>
          <p:nvPr>
            <p:ph type="dt" idx="57"/>
          </p:nvPr>
        </p:nvSpPr>
        <p:spPr/>
        <p:txBody>
          <a:bodyPr/>
          <a:p>
            <a:r>
              <a:rPr lang="en-US"/>
              <a:t/>
            </a:r>
          </a:p>
        </p:txBody>
      </p:sp>
    </p:spTree>
  </p:cSld>
</p:sldLayout>
</file>

<file path=ppt/slideLayouts/slideLayout22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58"/>
          </p:nvPr>
        </p:nvSpPr>
        <p:spPr/>
        <p:txBody>
          <a:bodyPr/>
          <a:p>
            <a:r>
              <a:t>Footer</a:t>
            </a:r>
          </a:p>
        </p:txBody>
      </p:sp>
      <p:sp>
        <p:nvSpPr>
          <p:cNvPr id="3" name="PlaceHolder 2"/>
          <p:cNvSpPr>
            <a:spLocks noGrp="1"/>
          </p:cNvSpPr>
          <p:nvPr>
            <p:ph type="sldNum" idx="59"/>
          </p:nvPr>
        </p:nvSpPr>
        <p:spPr/>
        <p:txBody>
          <a:bodyPr/>
          <a:p>
            <a:fld id="{710D2D17-93CC-4B35-9209-CA39A0D7B6B9}" type="slidenum">
              <a:t>&lt;#&gt;</a:t>
            </a:fld>
          </a:p>
        </p:txBody>
      </p:sp>
      <p:sp>
        <p:nvSpPr>
          <p:cNvPr id="4" name="PlaceHolder 3"/>
          <p:cNvSpPr>
            <a:spLocks noGrp="1"/>
          </p:cNvSpPr>
          <p:nvPr>
            <p:ph type="dt" idx="60"/>
          </p:nvPr>
        </p:nvSpPr>
        <p:spPr/>
        <p:txBody>
          <a:bodyPr/>
          <a:p>
            <a:r>
              <a:rPr lang="en-US"/>
              <a:t/>
            </a:r>
          </a:p>
        </p:txBody>
      </p:sp>
    </p:spTree>
  </p:cSld>
</p:sldLayout>
</file>

<file path=ppt/slideLayouts/slideLayout23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78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3"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58"/>
          </p:nvPr>
        </p:nvSpPr>
        <p:spPr/>
        <p:txBody>
          <a:bodyPr/>
          <a:p>
            <a:r>
              <a:t>Footer</a:t>
            </a:r>
          </a:p>
        </p:txBody>
      </p:sp>
      <p:sp>
        <p:nvSpPr>
          <p:cNvPr id="5" name="PlaceHolder 4"/>
          <p:cNvSpPr>
            <a:spLocks noGrp="1"/>
          </p:cNvSpPr>
          <p:nvPr>
            <p:ph type="sldNum" idx="59"/>
          </p:nvPr>
        </p:nvSpPr>
        <p:spPr/>
        <p:txBody>
          <a:bodyPr/>
          <a:p>
            <a:fld id="{86E19E63-AE5D-4AA6-B81E-B5BF2D0F31EC}" type="slidenum">
              <a:t>&lt;#&gt;</a:t>
            </a:fld>
          </a:p>
        </p:txBody>
      </p:sp>
      <p:sp>
        <p:nvSpPr>
          <p:cNvPr id="6" name="PlaceHolder 5"/>
          <p:cNvSpPr>
            <a:spLocks noGrp="1"/>
          </p:cNvSpPr>
          <p:nvPr>
            <p:ph type="dt" idx="60"/>
          </p:nvPr>
        </p:nvSpPr>
        <p:spPr/>
        <p:txBody>
          <a:bodyPr/>
          <a:p>
            <a:r>
              <a:rPr lang="en-US"/>
              <a:t/>
            </a:r>
          </a:p>
        </p:txBody>
      </p:sp>
    </p:spTree>
  </p:cSld>
</p:sldLayout>
</file>

<file path=ppt/slideLayouts/slideLayout23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78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5"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58"/>
          </p:nvPr>
        </p:nvSpPr>
        <p:spPr/>
        <p:txBody>
          <a:bodyPr/>
          <a:p>
            <a:r>
              <a:t>Footer</a:t>
            </a:r>
          </a:p>
        </p:txBody>
      </p:sp>
      <p:sp>
        <p:nvSpPr>
          <p:cNvPr id="5" name="PlaceHolder 4"/>
          <p:cNvSpPr>
            <a:spLocks noGrp="1"/>
          </p:cNvSpPr>
          <p:nvPr>
            <p:ph type="sldNum" idx="59"/>
          </p:nvPr>
        </p:nvSpPr>
        <p:spPr/>
        <p:txBody>
          <a:bodyPr/>
          <a:p>
            <a:fld id="{F3A16198-665D-439A-8D44-66CA5302D649}" type="slidenum">
              <a:t>&lt;#&gt;</a:t>
            </a:fld>
          </a:p>
        </p:txBody>
      </p:sp>
      <p:sp>
        <p:nvSpPr>
          <p:cNvPr id="6" name="PlaceHolder 5"/>
          <p:cNvSpPr>
            <a:spLocks noGrp="1"/>
          </p:cNvSpPr>
          <p:nvPr>
            <p:ph type="dt" idx="60"/>
          </p:nvPr>
        </p:nvSpPr>
        <p:spPr/>
        <p:txBody>
          <a:bodyPr/>
          <a:p>
            <a:r>
              <a:rPr lang="en-US"/>
              <a:t/>
            </a:r>
          </a:p>
        </p:txBody>
      </p:sp>
    </p:spTree>
  </p:cSld>
</p:sldLayout>
</file>

<file path=ppt/slideLayouts/slideLayout23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78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8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88"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8"/>
          </p:nvPr>
        </p:nvSpPr>
        <p:spPr/>
        <p:txBody>
          <a:bodyPr/>
          <a:p>
            <a:r>
              <a:t>Footer</a:t>
            </a:r>
          </a:p>
        </p:txBody>
      </p:sp>
      <p:sp>
        <p:nvSpPr>
          <p:cNvPr id="6" name="PlaceHolder 5"/>
          <p:cNvSpPr>
            <a:spLocks noGrp="1"/>
          </p:cNvSpPr>
          <p:nvPr>
            <p:ph type="sldNum" idx="59"/>
          </p:nvPr>
        </p:nvSpPr>
        <p:spPr/>
        <p:txBody>
          <a:bodyPr/>
          <a:p>
            <a:fld id="{E22ECD3D-8648-421F-B9D5-7FC129A70E36}" type="slidenum">
              <a:t>&lt;#&gt;</a:t>
            </a:fld>
          </a:p>
        </p:txBody>
      </p:sp>
      <p:sp>
        <p:nvSpPr>
          <p:cNvPr id="7" name="PlaceHolder 6"/>
          <p:cNvSpPr>
            <a:spLocks noGrp="1"/>
          </p:cNvSpPr>
          <p:nvPr>
            <p:ph type="dt" idx="60"/>
          </p:nvPr>
        </p:nvSpPr>
        <p:spPr/>
        <p:txBody>
          <a:bodyPr/>
          <a:p>
            <a:r>
              <a:rPr lang="en-US"/>
              <a:t/>
            </a:r>
          </a:p>
        </p:txBody>
      </p:sp>
    </p:spTree>
  </p:cSld>
</p:sldLayout>
</file>

<file path=ppt/slideLayouts/slideLayout23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78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58"/>
          </p:nvPr>
        </p:nvSpPr>
        <p:spPr/>
        <p:txBody>
          <a:bodyPr/>
          <a:p>
            <a:r>
              <a:t>Footer</a:t>
            </a:r>
          </a:p>
        </p:txBody>
      </p:sp>
      <p:sp>
        <p:nvSpPr>
          <p:cNvPr id="4" name="PlaceHolder 3"/>
          <p:cNvSpPr>
            <a:spLocks noGrp="1"/>
          </p:cNvSpPr>
          <p:nvPr>
            <p:ph type="sldNum" idx="59"/>
          </p:nvPr>
        </p:nvSpPr>
        <p:spPr/>
        <p:txBody>
          <a:bodyPr/>
          <a:p>
            <a:fld id="{518E7918-8169-4BF2-83F3-DD8C58913209}" type="slidenum">
              <a:t>&lt;#&gt;</a:t>
            </a:fld>
          </a:p>
        </p:txBody>
      </p:sp>
      <p:sp>
        <p:nvSpPr>
          <p:cNvPr id="5" name="PlaceHolder 4"/>
          <p:cNvSpPr>
            <a:spLocks noGrp="1"/>
          </p:cNvSpPr>
          <p:nvPr>
            <p:ph type="dt" idx="60"/>
          </p:nvPr>
        </p:nvSpPr>
        <p:spPr/>
        <p:txBody>
          <a:bodyPr/>
          <a:p>
            <a:r>
              <a:rPr lang="en-US"/>
              <a:t/>
            </a:r>
          </a:p>
        </p:txBody>
      </p:sp>
    </p:spTree>
  </p:cSld>
</p:sldLayout>
</file>

<file path=ppt/slideLayouts/slideLayout23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790"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58"/>
          </p:nvPr>
        </p:nvSpPr>
        <p:spPr/>
        <p:txBody>
          <a:bodyPr/>
          <a:p>
            <a:r>
              <a:t>Footer</a:t>
            </a:r>
          </a:p>
        </p:txBody>
      </p:sp>
      <p:sp>
        <p:nvSpPr>
          <p:cNvPr id="4" name="PlaceHolder 3"/>
          <p:cNvSpPr>
            <a:spLocks noGrp="1"/>
          </p:cNvSpPr>
          <p:nvPr>
            <p:ph type="sldNum" idx="59"/>
          </p:nvPr>
        </p:nvSpPr>
        <p:spPr/>
        <p:txBody>
          <a:bodyPr/>
          <a:p>
            <a:fld id="{E4055350-B784-4D34-B8D1-9965DD9A74DB}" type="slidenum">
              <a:t>&lt;#&gt;</a:t>
            </a:fld>
          </a:p>
        </p:txBody>
      </p:sp>
      <p:sp>
        <p:nvSpPr>
          <p:cNvPr id="5" name="PlaceHolder 4"/>
          <p:cNvSpPr>
            <a:spLocks noGrp="1"/>
          </p:cNvSpPr>
          <p:nvPr>
            <p:ph type="dt" idx="60"/>
          </p:nvPr>
        </p:nvSpPr>
        <p:spPr/>
        <p:txBody>
          <a:bodyPr/>
          <a:p>
            <a:r>
              <a:rPr lang="en-US"/>
              <a:t/>
            </a:r>
          </a:p>
        </p:txBody>
      </p:sp>
    </p:spTree>
  </p:cSld>
</p:sldLayout>
</file>

<file path=ppt/slideLayouts/slideLayout23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79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92"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3"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4"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720145BD-8A5A-4B8E-AA81-5DC20237169C}"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79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796"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7"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98"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D4C3E167-AFE4-4993-9C41-009D804105C7}"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799"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0"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1"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2"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58"/>
          </p:nvPr>
        </p:nvSpPr>
        <p:spPr/>
        <p:txBody>
          <a:bodyPr/>
          <a:p>
            <a:r>
              <a:t>Footer</a:t>
            </a:r>
          </a:p>
        </p:txBody>
      </p:sp>
      <p:sp>
        <p:nvSpPr>
          <p:cNvPr id="7" name="PlaceHolder 6"/>
          <p:cNvSpPr>
            <a:spLocks noGrp="1"/>
          </p:cNvSpPr>
          <p:nvPr>
            <p:ph type="sldNum" idx="59"/>
          </p:nvPr>
        </p:nvSpPr>
        <p:spPr/>
        <p:txBody>
          <a:bodyPr/>
          <a:p>
            <a:fld id="{F278C718-DCB4-4FC5-AF5B-37DEFC8E1F06}" type="slidenum">
              <a:t>&lt;#&gt;</a:t>
            </a:fld>
          </a:p>
        </p:txBody>
      </p:sp>
      <p:sp>
        <p:nvSpPr>
          <p:cNvPr id="8" name="PlaceHolder 7"/>
          <p:cNvSpPr>
            <a:spLocks noGrp="1"/>
          </p:cNvSpPr>
          <p:nvPr>
            <p:ph type="dt" idx="60"/>
          </p:nvPr>
        </p:nvSpPr>
        <p:spPr/>
        <p:txBody>
          <a:bodyPr/>
          <a:p>
            <a:r>
              <a:rPr lang="en-US"/>
              <a:t/>
            </a:r>
          </a:p>
        </p:txBody>
      </p:sp>
    </p:spTree>
  </p:cSld>
</p:sldLayout>
</file>

<file path=ppt/slideLayouts/slideLayout23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0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4"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5"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58"/>
          </p:nvPr>
        </p:nvSpPr>
        <p:spPr/>
        <p:txBody>
          <a:bodyPr/>
          <a:p>
            <a:r>
              <a:t>Footer</a:t>
            </a:r>
          </a:p>
        </p:txBody>
      </p:sp>
      <p:sp>
        <p:nvSpPr>
          <p:cNvPr id="6" name="PlaceHolder 5"/>
          <p:cNvSpPr>
            <a:spLocks noGrp="1"/>
          </p:cNvSpPr>
          <p:nvPr>
            <p:ph type="sldNum" idx="59"/>
          </p:nvPr>
        </p:nvSpPr>
        <p:spPr/>
        <p:txBody>
          <a:bodyPr/>
          <a:p>
            <a:fld id="{1B58E914-268F-4C68-B25B-6C4CB7426E26}" type="slidenum">
              <a:t>&lt;#&gt;</a:t>
            </a:fld>
          </a:p>
        </p:txBody>
      </p:sp>
      <p:sp>
        <p:nvSpPr>
          <p:cNvPr id="7" name="PlaceHolder 6"/>
          <p:cNvSpPr>
            <a:spLocks noGrp="1"/>
          </p:cNvSpPr>
          <p:nvPr>
            <p:ph type="dt" idx="60"/>
          </p:nvPr>
        </p:nvSpPr>
        <p:spPr/>
        <p:txBody>
          <a:bodyPr/>
          <a:p>
            <a:r>
              <a:rPr lang="en-US"/>
              <a:t/>
            </a:r>
          </a:p>
        </p:txBody>
      </p:sp>
    </p:spTree>
  </p:cSld>
</p:sldLayout>
</file>

<file path=ppt/slideLayouts/slideLayout23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0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07"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09"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0"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58"/>
          </p:nvPr>
        </p:nvSpPr>
        <p:spPr/>
        <p:txBody>
          <a:bodyPr/>
          <a:p>
            <a:r>
              <a:t>Footer</a:t>
            </a:r>
          </a:p>
        </p:txBody>
      </p:sp>
      <p:sp>
        <p:nvSpPr>
          <p:cNvPr id="8" name="PlaceHolder 7"/>
          <p:cNvSpPr>
            <a:spLocks noGrp="1"/>
          </p:cNvSpPr>
          <p:nvPr>
            <p:ph type="sldNum" idx="59"/>
          </p:nvPr>
        </p:nvSpPr>
        <p:spPr/>
        <p:txBody>
          <a:bodyPr/>
          <a:p>
            <a:fld id="{5C838AE6-ACB7-4F07-A42B-80FD03FFBC53}" type="slidenum">
              <a:t>&lt;#&gt;</a:t>
            </a:fld>
          </a:p>
        </p:txBody>
      </p:sp>
      <p:sp>
        <p:nvSpPr>
          <p:cNvPr id="9" name="PlaceHolder 8"/>
          <p:cNvSpPr>
            <a:spLocks noGrp="1"/>
          </p:cNvSpPr>
          <p:nvPr>
            <p:ph type="dt" idx="60"/>
          </p:nvPr>
        </p:nvSpPr>
        <p:spPr/>
        <p:txBody>
          <a:bodyPr/>
          <a:p>
            <a:r>
              <a:rPr lang="en-US"/>
              <a:t/>
            </a:r>
          </a:p>
        </p:txBody>
      </p:sp>
    </p:spTree>
  </p:cSld>
</p:sldLayout>
</file>

<file path=ppt/slideLayouts/slideLayout24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11"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12"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3"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4"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5"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6"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17"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58"/>
          </p:nvPr>
        </p:nvSpPr>
        <p:spPr/>
        <p:txBody>
          <a:bodyPr/>
          <a:p>
            <a:r>
              <a:t>Footer</a:t>
            </a:r>
          </a:p>
        </p:txBody>
      </p:sp>
      <p:sp>
        <p:nvSpPr>
          <p:cNvPr id="10" name="PlaceHolder 9"/>
          <p:cNvSpPr>
            <a:spLocks noGrp="1"/>
          </p:cNvSpPr>
          <p:nvPr>
            <p:ph type="sldNum" idx="59"/>
          </p:nvPr>
        </p:nvSpPr>
        <p:spPr/>
        <p:txBody>
          <a:bodyPr/>
          <a:p>
            <a:fld id="{1F66F458-D2AD-4CF4-AB93-4E453E00552F}" type="slidenum">
              <a:t>&lt;#&gt;</a:t>
            </a:fld>
          </a:p>
        </p:txBody>
      </p:sp>
      <p:sp>
        <p:nvSpPr>
          <p:cNvPr id="11" name="PlaceHolder 10"/>
          <p:cNvSpPr>
            <a:spLocks noGrp="1"/>
          </p:cNvSpPr>
          <p:nvPr>
            <p:ph type="dt" idx="60"/>
          </p:nvPr>
        </p:nvSpPr>
        <p:spPr/>
        <p:txBody>
          <a:bodyPr/>
          <a:p>
            <a:r>
              <a:rPr lang="en-US"/>
              <a:t/>
            </a:r>
          </a:p>
        </p:txBody>
      </p:sp>
    </p:spTree>
  </p:cSld>
</p:sldLayout>
</file>

<file path=ppt/slideLayouts/slideLayout24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lank Slide">
    <p:spTree>
      <p:nvGrpSpPr>
        <p:cNvPr id="1" name=""/>
        <p:cNvGrpSpPr/>
        <p:nvPr/>
      </p:nvGrpSpPr>
      <p:grpSpPr>
        <a:xfrm>
          <a:off x="0" y="0"/>
          <a:ext cx="0" cy="0"/>
          <a:chOff x="0" y="0"/>
          <a:chExt cx="0" cy="0"/>
        </a:xfrm>
      </p:grpSpPr>
      <p:sp>
        <p:nvSpPr>
          <p:cNvPr id="2" name="PlaceHolder 1"/>
          <p:cNvSpPr>
            <a:spLocks noGrp="1"/>
          </p:cNvSpPr>
          <p:nvPr>
            <p:ph type="ftr" idx="61"/>
          </p:nvPr>
        </p:nvSpPr>
        <p:spPr/>
        <p:txBody>
          <a:bodyPr/>
          <a:p>
            <a:r>
              <a:t>Footer</a:t>
            </a:r>
          </a:p>
        </p:txBody>
      </p:sp>
      <p:sp>
        <p:nvSpPr>
          <p:cNvPr id="3" name="PlaceHolder 2"/>
          <p:cNvSpPr>
            <a:spLocks noGrp="1"/>
          </p:cNvSpPr>
          <p:nvPr>
            <p:ph type="sldNum" idx="62"/>
          </p:nvPr>
        </p:nvSpPr>
        <p:spPr/>
        <p:txBody>
          <a:bodyPr/>
          <a:p>
            <a:fld id="{91DC1169-9ADA-4FE2-8B10-5B69C56F5726}" type="slidenum">
              <a:t>&lt;#&gt;</a:t>
            </a:fld>
          </a:p>
        </p:txBody>
      </p:sp>
      <p:sp>
        <p:nvSpPr>
          <p:cNvPr id="4" name="PlaceHolder 3"/>
          <p:cNvSpPr>
            <a:spLocks noGrp="1"/>
          </p:cNvSpPr>
          <p:nvPr>
            <p:ph type="dt" idx="63"/>
          </p:nvPr>
        </p:nvSpPr>
        <p:spPr/>
        <p:txBody>
          <a:bodyPr/>
          <a:p>
            <a:r>
              <a:rPr lang="en-US"/>
              <a:t/>
            </a:r>
          </a:p>
        </p:txBody>
      </p:sp>
    </p:spTree>
  </p:cSld>
</p:sldLayout>
</file>

<file path=ppt/slideLayouts/slideLayout24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x" preserve="1">
  <p:cSld name="Title Slide">
    <p:spTree>
      <p:nvGrpSpPr>
        <p:cNvPr id="1" name=""/>
        <p:cNvGrpSpPr/>
        <p:nvPr/>
      </p:nvGrpSpPr>
      <p:grpSpPr>
        <a:xfrm>
          <a:off x="0" y="0"/>
          <a:ext cx="0" cy="0"/>
          <a:chOff x="0" y="0"/>
          <a:chExt cx="0" cy="0"/>
        </a:xfrm>
      </p:grpSpPr>
      <p:sp>
        <p:nvSpPr>
          <p:cNvPr id="823"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4" name="PlaceHolder 2"/>
          <p:cNvSpPr>
            <a:spLocks noGrp="1"/>
          </p:cNvSpPr>
          <p:nvPr>
            <p:ph type="subTitle"/>
          </p:nvPr>
        </p:nvSpPr>
        <p:spPr>
          <a:xfrm>
            <a:off x="457200" y="1604520"/>
            <a:ext cx="8229240" cy="3977280"/>
          </a:xfrm>
          <a:prstGeom prst="rect">
            <a:avLst/>
          </a:prstGeom>
          <a:noFill/>
          <a:ln w="0">
            <a:noFill/>
          </a:ln>
        </p:spPr>
        <p:txBody>
          <a:bodyPr lIns="0" rIns="0" tIns="0" bIns="0" anchor="ctr">
            <a:noAutofit/>
          </a:bodyPr>
          <a:p>
            <a:pPr indent="0" algn="ctr">
              <a:buNone/>
            </a:pPr>
            <a:endParaRPr b="0" lang="en-US" sz="3200" spc="-1" strike="noStrike">
              <a:solidFill>
                <a:srgbClr val="000000"/>
              </a:solidFill>
              <a:latin typeface="Arial"/>
            </a:endParaRPr>
          </a:p>
        </p:txBody>
      </p:sp>
      <p:sp>
        <p:nvSpPr>
          <p:cNvPr id="4" name="PlaceHolder 3"/>
          <p:cNvSpPr>
            <a:spLocks noGrp="1"/>
          </p:cNvSpPr>
          <p:nvPr>
            <p:ph type="ftr" idx="61"/>
          </p:nvPr>
        </p:nvSpPr>
        <p:spPr/>
        <p:txBody>
          <a:bodyPr/>
          <a:p>
            <a:r>
              <a:t>Footer</a:t>
            </a:r>
          </a:p>
        </p:txBody>
      </p:sp>
      <p:sp>
        <p:nvSpPr>
          <p:cNvPr id="5" name="PlaceHolder 4"/>
          <p:cNvSpPr>
            <a:spLocks noGrp="1"/>
          </p:cNvSpPr>
          <p:nvPr>
            <p:ph type="sldNum" idx="62"/>
          </p:nvPr>
        </p:nvSpPr>
        <p:spPr/>
        <p:txBody>
          <a:bodyPr/>
          <a:p>
            <a:fld id="{FA04FD0A-5502-4247-A2D7-1EC11BB7765E}" type="slidenum">
              <a:t>&lt;#&gt;</a:t>
            </a:fld>
          </a:p>
        </p:txBody>
      </p:sp>
      <p:sp>
        <p:nvSpPr>
          <p:cNvPr id="6" name="PlaceHolder 5"/>
          <p:cNvSpPr>
            <a:spLocks noGrp="1"/>
          </p:cNvSpPr>
          <p:nvPr>
            <p:ph type="dt" idx="63"/>
          </p:nvPr>
        </p:nvSpPr>
        <p:spPr/>
        <p:txBody>
          <a:bodyPr/>
          <a:p>
            <a:r>
              <a:rPr lang="en-US"/>
              <a:t/>
            </a:r>
          </a:p>
        </p:txBody>
      </p:sp>
    </p:spTree>
  </p:cSld>
</p:sldLayout>
</file>

<file path=ppt/slideLayouts/slideLayout24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le, Content">
    <p:spTree>
      <p:nvGrpSpPr>
        <p:cNvPr id="1" name=""/>
        <p:cNvGrpSpPr/>
        <p:nvPr/>
      </p:nvGrpSpPr>
      <p:grpSpPr>
        <a:xfrm>
          <a:off x="0" y="0"/>
          <a:ext cx="0" cy="0"/>
          <a:chOff x="0" y="0"/>
          <a:chExt cx="0" cy="0"/>
        </a:xfrm>
      </p:grpSpPr>
      <p:sp>
        <p:nvSpPr>
          <p:cNvPr id="825"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6" name="PlaceHolder 2"/>
          <p:cNvSpPr>
            <a:spLocks noGrp="1"/>
          </p:cNvSpPr>
          <p:nvPr>
            <p:ph/>
          </p:nvPr>
        </p:nvSpPr>
        <p:spPr>
          <a:xfrm>
            <a:off x="457200" y="1604520"/>
            <a:ext cx="822924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4" name="PlaceHolder 3"/>
          <p:cNvSpPr>
            <a:spLocks noGrp="1"/>
          </p:cNvSpPr>
          <p:nvPr>
            <p:ph type="ftr" idx="61"/>
          </p:nvPr>
        </p:nvSpPr>
        <p:spPr/>
        <p:txBody>
          <a:bodyPr/>
          <a:p>
            <a:r>
              <a:t>Footer</a:t>
            </a:r>
          </a:p>
        </p:txBody>
      </p:sp>
      <p:sp>
        <p:nvSpPr>
          <p:cNvPr id="5" name="PlaceHolder 4"/>
          <p:cNvSpPr>
            <a:spLocks noGrp="1"/>
          </p:cNvSpPr>
          <p:nvPr>
            <p:ph type="sldNum" idx="62"/>
          </p:nvPr>
        </p:nvSpPr>
        <p:spPr/>
        <p:txBody>
          <a:bodyPr/>
          <a:p>
            <a:fld id="{566734D9-5F32-4012-9E7B-B1050B1ABD27}" type="slidenum">
              <a:t>&lt;#&gt;</a:t>
            </a:fld>
          </a:p>
        </p:txBody>
      </p:sp>
      <p:sp>
        <p:nvSpPr>
          <p:cNvPr id="6" name="PlaceHolder 5"/>
          <p:cNvSpPr>
            <a:spLocks noGrp="1"/>
          </p:cNvSpPr>
          <p:nvPr>
            <p:ph type="dt" idx="63"/>
          </p:nvPr>
        </p:nvSpPr>
        <p:spPr/>
        <p:txBody>
          <a:bodyPr/>
          <a:p>
            <a:r>
              <a:rPr lang="en-US"/>
              <a:t/>
            </a:r>
          </a:p>
        </p:txBody>
      </p:sp>
    </p:spTree>
  </p:cSld>
</p:sldLayout>
</file>

<file path=ppt/slideLayouts/slideLayout24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Title, 2 Content">
    <p:spTree>
      <p:nvGrpSpPr>
        <p:cNvPr id="1" name=""/>
        <p:cNvGrpSpPr/>
        <p:nvPr/>
      </p:nvGrpSpPr>
      <p:grpSpPr>
        <a:xfrm>
          <a:off x="0" y="0"/>
          <a:ext cx="0" cy="0"/>
          <a:chOff x="0" y="0"/>
          <a:chExt cx="0" cy="0"/>
        </a:xfrm>
      </p:grpSpPr>
      <p:sp>
        <p:nvSpPr>
          <p:cNvPr id="82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28"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29"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1"/>
          </p:nvPr>
        </p:nvSpPr>
        <p:spPr/>
        <p:txBody>
          <a:bodyPr/>
          <a:p>
            <a:r>
              <a:t>Footer</a:t>
            </a:r>
          </a:p>
        </p:txBody>
      </p:sp>
      <p:sp>
        <p:nvSpPr>
          <p:cNvPr id="6" name="PlaceHolder 5"/>
          <p:cNvSpPr>
            <a:spLocks noGrp="1"/>
          </p:cNvSpPr>
          <p:nvPr>
            <p:ph type="sldNum" idx="62"/>
          </p:nvPr>
        </p:nvSpPr>
        <p:spPr/>
        <p:txBody>
          <a:bodyPr/>
          <a:p>
            <a:fld id="{EF6614C9-99FB-462C-8661-67FD1DD02EB4}" type="slidenum">
              <a:t>&lt;#&gt;</a:t>
            </a:fld>
          </a:p>
        </p:txBody>
      </p:sp>
      <p:sp>
        <p:nvSpPr>
          <p:cNvPr id="7" name="PlaceHolder 6"/>
          <p:cNvSpPr>
            <a:spLocks noGrp="1"/>
          </p:cNvSpPr>
          <p:nvPr>
            <p:ph type="dt" idx="63"/>
          </p:nvPr>
        </p:nvSpPr>
        <p:spPr/>
        <p:txBody>
          <a:bodyPr/>
          <a:p>
            <a:r>
              <a:rPr lang="en-US"/>
              <a:t/>
            </a:r>
          </a:p>
        </p:txBody>
      </p:sp>
    </p:spTree>
  </p:cSld>
</p:sldLayout>
</file>

<file path=ppt/slideLayouts/slideLayout24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Title Only">
    <p:spTree>
      <p:nvGrpSpPr>
        <p:cNvPr id="1" name=""/>
        <p:cNvGrpSpPr/>
        <p:nvPr/>
      </p:nvGrpSpPr>
      <p:grpSpPr>
        <a:xfrm>
          <a:off x="0" y="0"/>
          <a:ext cx="0" cy="0"/>
          <a:chOff x="0" y="0"/>
          <a:chExt cx="0" cy="0"/>
        </a:xfrm>
      </p:grpSpPr>
      <p:sp>
        <p:nvSpPr>
          <p:cNvPr id="83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3" name="PlaceHolder 2"/>
          <p:cNvSpPr>
            <a:spLocks noGrp="1"/>
          </p:cNvSpPr>
          <p:nvPr>
            <p:ph type="ftr" idx="61"/>
          </p:nvPr>
        </p:nvSpPr>
        <p:spPr/>
        <p:txBody>
          <a:bodyPr/>
          <a:p>
            <a:r>
              <a:t>Footer</a:t>
            </a:r>
          </a:p>
        </p:txBody>
      </p:sp>
      <p:sp>
        <p:nvSpPr>
          <p:cNvPr id="4" name="PlaceHolder 3"/>
          <p:cNvSpPr>
            <a:spLocks noGrp="1"/>
          </p:cNvSpPr>
          <p:nvPr>
            <p:ph type="sldNum" idx="62"/>
          </p:nvPr>
        </p:nvSpPr>
        <p:spPr/>
        <p:txBody>
          <a:bodyPr/>
          <a:p>
            <a:fld id="{D795208F-2CEA-4FE5-AB0D-04EA7CC22D85}" type="slidenum">
              <a:t>&lt;#&gt;</a:t>
            </a:fld>
          </a:p>
        </p:txBody>
      </p:sp>
      <p:sp>
        <p:nvSpPr>
          <p:cNvPr id="5" name="PlaceHolder 4"/>
          <p:cNvSpPr>
            <a:spLocks noGrp="1"/>
          </p:cNvSpPr>
          <p:nvPr>
            <p:ph type="dt" idx="63"/>
          </p:nvPr>
        </p:nvSpPr>
        <p:spPr/>
        <p:txBody>
          <a:bodyPr/>
          <a:p>
            <a:r>
              <a:rPr lang="en-US"/>
              <a:t/>
            </a:r>
          </a:p>
        </p:txBody>
      </p:sp>
    </p:spTree>
  </p:cSld>
</p:sldLayout>
</file>

<file path=ppt/slideLayouts/slideLayout24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nly" preserve="1">
  <p:cSld name="Centered Text">
    <p:spTree>
      <p:nvGrpSpPr>
        <p:cNvPr id="1" name=""/>
        <p:cNvGrpSpPr/>
        <p:nvPr/>
      </p:nvGrpSpPr>
      <p:grpSpPr>
        <a:xfrm>
          <a:off x="0" y="0"/>
          <a:ext cx="0" cy="0"/>
          <a:chOff x="0" y="0"/>
          <a:chExt cx="0" cy="0"/>
        </a:xfrm>
      </p:grpSpPr>
      <p:sp>
        <p:nvSpPr>
          <p:cNvPr id="831" name="PlaceHolder 1"/>
          <p:cNvSpPr>
            <a:spLocks noGrp="1"/>
          </p:cNvSpPr>
          <p:nvPr>
            <p:ph type="subTitle"/>
          </p:nvPr>
        </p:nvSpPr>
        <p:spPr>
          <a:xfrm>
            <a:off x="457200" y="273600"/>
            <a:ext cx="8229240" cy="5307840"/>
          </a:xfrm>
          <a:prstGeom prst="rect">
            <a:avLst/>
          </a:prstGeom>
          <a:noFill/>
          <a:ln w="0">
            <a:noFill/>
          </a:ln>
        </p:spPr>
        <p:txBody>
          <a:bodyPr lIns="0" rIns="0" tIns="0" bIns="0" anchor="ctr">
            <a:noAutofit/>
          </a:bodyPr>
          <a:p>
            <a:pPr algn="ctr"/>
            <a:endParaRPr b="0" lang="en-US" sz="3200" spc="-1" strike="noStrike">
              <a:solidFill>
                <a:srgbClr val="000000"/>
              </a:solidFill>
              <a:latin typeface="Arial"/>
            </a:endParaRPr>
          </a:p>
        </p:txBody>
      </p:sp>
      <p:sp>
        <p:nvSpPr>
          <p:cNvPr id="3" name="PlaceHolder 2"/>
          <p:cNvSpPr>
            <a:spLocks noGrp="1"/>
          </p:cNvSpPr>
          <p:nvPr>
            <p:ph type="ftr" idx="61"/>
          </p:nvPr>
        </p:nvSpPr>
        <p:spPr/>
        <p:txBody>
          <a:bodyPr/>
          <a:p>
            <a:r>
              <a:t>Footer</a:t>
            </a:r>
          </a:p>
        </p:txBody>
      </p:sp>
      <p:sp>
        <p:nvSpPr>
          <p:cNvPr id="4" name="PlaceHolder 3"/>
          <p:cNvSpPr>
            <a:spLocks noGrp="1"/>
          </p:cNvSpPr>
          <p:nvPr>
            <p:ph type="sldNum" idx="62"/>
          </p:nvPr>
        </p:nvSpPr>
        <p:spPr/>
        <p:txBody>
          <a:bodyPr/>
          <a:p>
            <a:fld id="{DFE5A997-E89E-4149-A7DB-BC26AE4C3264}" type="slidenum">
              <a:t>&lt;#&gt;</a:t>
            </a:fld>
          </a:p>
        </p:txBody>
      </p:sp>
      <p:sp>
        <p:nvSpPr>
          <p:cNvPr id="5" name="PlaceHolder 4"/>
          <p:cNvSpPr>
            <a:spLocks noGrp="1"/>
          </p:cNvSpPr>
          <p:nvPr>
            <p:ph type="dt" idx="63"/>
          </p:nvPr>
        </p:nvSpPr>
        <p:spPr/>
        <p:txBody>
          <a:bodyPr/>
          <a:p>
            <a:r>
              <a:rPr lang="en-US"/>
              <a:t/>
            </a:r>
          </a:p>
        </p:txBody>
      </p:sp>
    </p:spTree>
  </p:cSld>
</p:sldLayout>
</file>

<file path=ppt/slideLayouts/slideLayout24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AndObj" preserve="1">
  <p:cSld name="Title, 2 Content and Content">
    <p:spTree>
      <p:nvGrpSpPr>
        <p:cNvPr id="1" name=""/>
        <p:cNvGrpSpPr/>
        <p:nvPr/>
      </p:nvGrpSpPr>
      <p:grpSpPr>
        <a:xfrm>
          <a:off x="0" y="0"/>
          <a:ext cx="0" cy="0"/>
          <a:chOff x="0" y="0"/>
          <a:chExt cx="0" cy="0"/>
        </a:xfrm>
      </p:grpSpPr>
      <p:sp>
        <p:nvSpPr>
          <p:cNvPr id="83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33"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4" name="PlaceHolder 3"/>
          <p:cNvSpPr>
            <a:spLocks noGrp="1"/>
          </p:cNvSpPr>
          <p:nvPr>
            <p:ph/>
          </p:nvPr>
        </p:nvSpPr>
        <p:spPr>
          <a:xfrm>
            <a:off x="467424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5"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1"/>
          </p:nvPr>
        </p:nvSpPr>
        <p:spPr/>
        <p:txBody>
          <a:bodyPr/>
          <a:p>
            <a:r>
              <a:t>Footer</a:t>
            </a:r>
          </a:p>
        </p:txBody>
      </p:sp>
      <p:sp>
        <p:nvSpPr>
          <p:cNvPr id="7" name="PlaceHolder 6"/>
          <p:cNvSpPr>
            <a:spLocks noGrp="1"/>
          </p:cNvSpPr>
          <p:nvPr>
            <p:ph type="sldNum" idx="62"/>
          </p:nvPr>
        </p:nvSpPr>
        <p:spPr/>
        <p:txBody>
          <a:bodyPr/>
          <a:p>
            <a:fld id="{4BE9A016-9236-46BA-81B4-05E817312361}" type="slidenum">
              <a:t>&lt;#&gt;</a:t>
            </a:fld>
          </a:p>
        </p:txBody>
      </p:sp>
      <p:sp>
        <p:nvSpPr>
          <p:cNvPr id="8" name="PlaceHolder 7"/>
          <p:cNvSpPr>
            <a:spLocks noGrp="1"/>
          </p:cNvSpPr>
          <p:nvPr>
            <p:ph type="dt" idx="63"/>
          </p:nvPr>
        </p:nvSpPr>
        <p:spPr/>
        <p:txBody>
          <a:bodyPr/>
          <a:p>
            <a:r>
              <a:rPr lang="en-US"/>
              <a:t/>
            </a:r>
          </a:p>
        </p:txBody>
      </p:sp>
    </p:spTree>
  </p:cSld>
</p:sldLayout>
</file>

<file path=ppt/slideLayouts/slideLayout24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AndTwoObj" preserve="1">
  <p:cSld name="Title Content and 2 Content">
    <p:spTree>
      <p:nvGrpSpPr>
        <p:cNvPr id="1" name=""/>
        <p:cNvGrpSpPr/>
        <p:nvPr/>
      </p:nvGrpSpPr>
      <p:grpSpPr>
        <a:xfrm>
          <a:off x="0" y="0"/>
          <a:ext cx="0" cy="0"/>
          <a:chOff x="0" y="0"/>
          <a:chExt cx="0" cy="0"/>
        </a:xfrm>
      </p:grpSpPr>
      <p:sp>
        <p:nvSpPr>
          <p:cNvPr id="836"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37" name="PlaceHolder 2"/>
          <p:cNvSpPr>
            <a:spLocks noGrp="1"/>
          </p:cNvSpPr>
          <p:nvPr>
            <p:ph/>
          </p:nvPr>
        </p:nvSpPr>
        <p:spPr>
          <a:xfrm>
            <a:off x="457200" y="1604520"/>
            <a:ext cx="4015800" cy="397728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8"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39" name="PlaceHolder 4"/>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1"/>
          </p:nvPr>
        </p:nvSpPr>
        <p:spPr/>
        <p:txBody>
          <a:bodyPr/>
          <a:p>
            <a:r>
              <a:t>Footer</a:t>
            </a:r>
          </a:p>
        </p:txBody>
      </p:sp>
      <p:sp>
        <p:nvSpPr>
          <p:cNvPr id="7" name="PlaceHolder 6"/>
          <p:cNvSpPr>
            <a:spLocks noGrp="1"/>
          </p:cNvSpPr>
          <p:nvPr>
            <p:ph type="sldNum" idx="62"/>
          </p:nvPr>
        </p:nvSpPr>
        <p:spPr/>
        <p:txBody>
          <a:bodyPr/>
          <a:p>
            <a:fld id="{B2556462-1F19-4E95-881E-4D73FB33C8D5}" type="slidenum">
              <a:t>&lt;#&gt;</a:t>
            </a:fld>
          </a:p>
        </p:txBody>
      </p:sp>
      <p:sp>
        <p:nvSpPr>
          <p:cNvPr id="8" name="PlaceHolder 7"/>
          <p:cNvSpPr>
            <a:spLocks noGrp="1"/>
          </p:cNvSpPr>
          <p:nvPr>
            <p:ph type="dt" idx="63"/>
          </p:nvPr>
        </p:nvSpPr>
        <p:spPr/>
        <p:txBody>
          <a:bodyPr/>
          <a:p>
            <a:r>
              <a:rPr lang="en-US"/>
              <a:t/>
            </a:r>
          </a:p>
        </p:txBody>
      </p:sp>
    </p:spTree>
  </p:cSld>
</p:sldLayout>
</file>

<file path=ppt/slideLayouts/slideLayout24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OverTx" preserve="1">
  <p:cSld name="Title, 2 Content over Content">
    <p:spTree>
      <p:nvGrpSpPr>
        <p:cNvPr id="1" name=""/>
        <p:cNvGrpSpPr/>
        <p:nvPr/>
      </p:nvGrpSpPr>
      <p:grpSpPr>
        <a:xfrm>
          <a:off x="0" y="0"/>
          <a:ext cx="0" cy="0"/>
          <a:chOff x="0" y="0"/>
          <a:chExt cx="0" cy="0"/>
        </a:xfrm>
      </p:grpSpPr>
      <p:sp>
        <p:nvSpPr>
          <p:cNvPr id="840"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41"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2"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3" name="PlaceHolder 4"/>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6" name="PlaceHolder 5"/>
          <p:cNvSpPr>
            <a:spLocks noGrp="1"/>
          </p:cNvSpPr>
          <p:nvPr>
            <p:ph type="ftr" idx="61"/>
          </p:nvPr>
        </p:nvSpPr>
        <p:spPr/>
        <p:txBody>
          <a:bodyPr/>
          <a:p>
            <a:r>
              <a:t>Footer</a:t>
            </a:r>
          </a:p>
        </p:txBody>
      </p:sp>
      <p:sp>
        <p:nvSpPr>
          <p:cNvPr id="7" name="PlaceHolder 6"/>
          <p:cNvSpPr>
            <a:spLocks noGrp="1"/>
          </p:cNvSpPr>
          <p:nvPr>
            <p:ph type="sldNum" idx="62"/>
          </p:nvPr>
        </p:nvSpPr>
        <p:spPr/>
        <p:txBody>
          <a:bodyPr/>
          <a:p>
            <a:fld id="{6B78CDAA-7741-4C35-AE7B-0110F6A1213D}" type="slidenum">
              <a:t>&lt;#&gt;</a:t>
            </a:fld>
          </a:p>
        </p:txBody>
      </p:sp>
      <p:sp>
        <p:nvSpPr>
          <p:cNvPr id="8" name="PlaceHolder 7"/>
          <p:cNvSpPr>
            <a:spLocks noGrp="1"/>
          </p:cNvSpPr>
          <p:nvPr>
            <p:ph type="dt" idx="63"/>
          </p:nvPr>
        </p:nvSpPr>
        <p:spPr/>
        <p:txBody>
          <a:bodyPr/>
          <a:p>
            <a:r>
              <a:rPr lang="en-US"/>
              <a:t/>
            </a:r>
          </a:p>
        </p:txBody>
      </p:sp>
    </p:spTree>
  </p:cSld>
</p:sldLayout>
</file>

<file path=ppt/slideLayouts/slideLayout25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OverTx" preserve="1">
  <p:cSld name="Title, Content over Content">
    <p:spTree>
      <p:nvGrpSpPr>
        <p:cNvPr id="1" name=""/>
        <p:cNvGrpSpPr/>
        <p:nvPr/>
      </p:nvGrpSpPr>
      <p:grpSpPr>
        <a:xfrm>
          <a:off x="0" y="0"/>
          <a:ext cx="0" cy="0"/>
          <a:chOff x="0" y="0"/>
          <a:chExt cx="0" cy="0"/>
        </a:xfrm>
      </p:grpSpPr>
      <p:sp>
        <p:nvSpPr>
          <p:cNvPr id="844"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45" name="PlaceHolder 2"/>
          <p:cNvSpPr>
            <a:spLocks noGrp="1"/>
          </p:cNvSpPr>
          <p:nvPr>
            <p:ph/>
          </p:nvPr>
        </p:nvSpPr>
        <p:spPr>
          <a:xfrm>
            <a:off x="457200" y="160452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6" name="PlaceHolder 3"/>
          <p:cNvSpPr>
            <a:spLocks noGrp="1"/>
          </p:cNvSpPr>
          <p:nvPr>
            <p:ph/>
          </p:nvPr>
        </p:nvSpPr>
        <p:spPr>
          <a:xfrm>
            <a:off x="457200" y="3682080"/>
            <a:ext cx="822924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5" name="PlaceHolder 4"/>
          <p:cNvSpPr>
            <a:spLocks noGrp="1"/>
          </p:cNvSpPr>
          <p:nvPr>
            <p:ph type="ftr" idx="61"/>
          </p:nvPr>
        </p:nvSpPr>
        <p:spPr/>
        <p:txBody>
          <a:bodyPr/>
          <a:p>
            <a:r>
              <a:t>Footer</a:t>
            </a:r>
          </a:p>
        </p:txBody>
      </p:sp>
      <p:sp>
        <p:nvSpPr>
          <p:cNvPr id="6" name="PlaceHolder 5"/>
          <p:cNvSpPr>
            <a:spLocks noGrp="1"/>
          </p:cNvSpPr>
          <p:nvPr>
            <p:ph type="sldNum" idx="62"/>
          </p:nvPr>
        </p:nvSpPr>
        <p:spPr/>
        <p:txBody>
          <a:bodyPr/>
          <a:p>
            <a:fld id="{8515B138-D46E-40D2-AD0F-70C0920EAF30}" type="slidenum">
              <a:t>&lt;#&gt;</a:t>
            </a:fld>
          </a:p>
        </p:txBody>
      </p:sp>
      <p:sp>
        <p:nvSpPr>
          <p:cNvPr id="7" name="PlaceHolder 6"/>
          <p:cNvSpPr>
            <a:spLocks noGrp="1"/>
          </p:cNvSpPr>
          <p:nvPr>
            <p:ph type="dt" idx="63"/>
          </p:nvPr>
        </p:nvSpPr>
        <p:spPr/>
        <p:txBody>
          <a:bodyPr/>
          <a:p>
            <a:r>
              <a:rPr lang="en-US"/>
              <a:t/>
            </a:r>
          </a:p>
        </p:txBody>
      </p:sp>
    </p:spTree>
  </p:cSld>
</p:sldLayout>
</file>

<file path=ppt/slideLayouts/slideLayout25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fourObj" preserve="1">
  <p:cSld name="Title, 4 Content">
    <p:spTree>
      <p:nvGrpSpPr>
        <p:cNvPr id="1" name=""/>
        <p:cNvGrpSpPr/>
        <p:nvPr/>
      </p:nvGrpSpPr>
      <p:grpSpPr>
        <a:xfrm>
          <a:off x="0" y="0"/>
          <a:ext cx="0" cy="0"/>
          <a:chOff x="0" y="0"/>
          <a:chExt cx="0" cy="0"/>
        </a:xfrm>
      </p:grpSpPr>
      <p:sp>
        <p:nvSpPr>
          <p:cNvPr id="847"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48" name="PlaceHolder 2"/>
          <p:cNvSpPr>
            <a:spLocks noGrp="1"/>
          </p:cNvSpPr>
          <p:nvPr>
            <p:ph/>
          </p:nvPr>
        </p:nvSpPr>
        <p:spPr>
          <a:xfrm>
            <a:off x="45720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49" name="PlaceHolder 3"/>
          <p:cNvSpPr>
            <a:spLocks noGrp="1"/>
          </p:cNvSpPr>
          <p:nvPr>
            <p:ph/>
          </p:nvPr>
        </p:nvSpPr>
        <p:spPr>
          <a:xfrm>
            <a:off x="4674240" y="160452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0" name="PlaceHolder 4"/>
          <p:cNvSpPr>
            <a:spLocks noGrp="1"/>
          </p:cNvSpPr>
          <p:nvPr>
            <p:ph/>
          </p:nvPr>
        </p:nvSpPr>
        <p:spPr>
          <a:xfrm>
            <a:off x="45720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1" name="PlaceHolder 5"/>
          <p:cNvSpPr>
            <a:spLocks noGrp="1"/>
          </p:cNvSpPr>
          <p:nvPr>
            <p:ph/>
          </p:nvPr>
        </p:nvSpPr>
        <p:spPr>
          <a:xfrm>
            <a:off x="4674240" y="3682080"/>
            <a:ext cx="40158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7" name="PlaceHolder 6"/>
          <p:cNvSpPr>
            <a:spLocks noGrp="1"/>
          </p:cNvSpPr>
          <p:nvPr>
            <p:ph type="ftr" idx="61"/>
          </p:nvPr>
        </p:nvSpPr>
        <p:spPr/>
        <p:txBody>
          <a:bodyPr/>
          <a:p>
            <a:r>
              <a:t>Footer</a:t>
            </a:r>
          </a:p>
        </p:txBody>
      </p:sp>
      <p:sp>
        <p:nvSpPr>
          <p:cNvPr id="8" name="PlaceHolder 7"/>
          <p:cNvSpPr>
            <a:spLocks noGrp="1"/>
          </p:cNvSpPr>
          <p:nvPr>
            <p:ph type="sldNum" idx="62"/>
          </p:nvPr>
        </p:nvSpPr>
        <p:spPr/>
        <p:txBody>
          <a:bodyPr/>
          <a:p>
            <a:fld id="{508CC7F1-A55C-4DF9-99E7-ECEB90C498B3}" type="slidenum">
              <a:t>&lt;#&gt;</a:t>
            </a:fld>
          </a:p>
        </p:txBody>
      </p:sp>
      <p:sp>
        <p:nvSpPr>
          <p:cNvPr id="9" name="PlaceHolder 8"/>
          <p:cNvSpPr>
            <a:spLocks noGrp="1"/>
          </p:cNvSpPr>
          <p:nvPr>
            <p:ph type="dt" idx="63"/>
          </p:nvPr>
        </p:nvSpPr>
        <p:spPr/>
        <p:txBody>
          <a:bodyPr/>
          <a:p>
            <a:r>
              <a:rPr lang="en-US"/>
              <a:t/>
            </a:r>
          </a:p>
        </p:txBody>
      </p:sp>
    </p:spTree>
  </p:cSld>
</p:sldLayout>
</file>

<file path=ppt/slideLayouts/slideLayout25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Title, 6 Content">
    <p:spTree>
      <p:nvGrpSpPr>
        <p:cNvPr id="1" name=""/>
        <p:cNvGrpSpPr/>
        <p:nvPr/>
      </p:nvGrpSpPr>
      <p:grpSpPr>
        <a:xfrm>
          <a:off x="0" y="0"/>
          <a:ext cx="0" cy="0"/>
          <a:chOff x="0" y="0"/>
          <a:chExt cx="0" cy="0"/>
        </a:xfrm>
      </p:grpSpPr>
      <p:sp>
        <p:nvSpPr>
          <p:cNvPr id="852" name="PlaceHolder 1"/>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endParaRPr b="0" lang="en-US" sz="4400" spc="-1" strike="noStrike">
              <a:solidFill>
                <a:srgbClr val="000000"/>
              </a:solidFill>
              <a:latin typeface="Arial"/>
            </a:endParaRPr>
          </a:p>
        </p:txBody>
      </p:sp>
      <p:sp>
        <p:nvSpPr>
          <p:cNvPr id="853" name="PlaceHolder 2"/>
          <p:cNvSpPr>
            <a:spLocks noGrp="1"/>
          </p:cNvSpPr>
          <p:nvPr>
            <p:ph/>
          </p:nvPr>
        </p:nvSpPr>
        <p:spPr>
          <a:xfrm>
            <a:off x="45720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4" name="PlaceHolder 3"/>
          <p:cNvSpPr>
            <a:spLocks noGrp="1"/>
          </p:cNvSpPr>
          <p:nvPr>
            <p:ph/>
          </p:nvPr>
        </p:nvSpPr>
        <p:spPr>
          <a:xfrm>
            <a:off x="323964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5" name="PlaceHolder 4"/>
          <p:cNvSpPr>
            <a:spLocks noGrp="1"/>
          </p:cNvSpPr>
          <p:nvPr>
            <p:ph/>
          </p:nvPr>
        </p:nvSpPr>
        <p:spPr>
          <a:xfrm>
            <a:off x="6022080" y="160452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6" name="PlaceHolder 5"/>
          <p:cNvSpPr>
            <a:spLocks noGrp="1"/>
          </p:cNvSpPr>
          <p:nvPr>
            <p:ph/>
          </p:nvPr>
        </p:nvSpPr>
        <p:spPr>
          <a:xfrm>
            <a:off x="45720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7" name="PlaceHolder 6"/>
          <p:cNvSpPr>
            <a:spLocks noGrp="1"/>
          </p:cNvSpPr>
          <p:nvPr>
            <p:ph/>
          </p:nvPr>
        </p:nvSpPr>
        <p:spPr>
          <a:xfrm>
            <a:off x="323964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858" name="PlaceHolder 7"/>
          <p:cNvSpPr>
            <a:spLocks noGrp="1"/>
          </p:cNvSpPr>
          <p:nvPr>
            <p:ph/>
          </p:nvPr>
        </p:nvSpPr>
        <p:spPr>
          <a:xfrm>
            <a:off x="6022080" y="3682080"/>
            <a:ext cx="2649600" cy="1896840"/>
          </a:xfrm>
          <a:prstGeom prst="rect">
            <a:avLst/>
          </a:prstGeom>
          <a:noFill/>
          <a:ln w="0">
            <a:noFill/>
          </a:ln>
        </p:spPr>
        <p:txBody>
          <a:bodyPr lIns="0" rIns="0" tIns="0" bIns="0" anchor="t">
            <a:normAutofit/>
          </a:bodyPr>
          <a:p>
            <a:pPr indent="0">
              <a:spcBef>
                <a:spcPts val="1417"/>
              </a:spcBef>
              <a:buNone/>
            </a:pPr>
            <a:endParaRPr b="0" lang="en-US" sz="3200" spc="-1" strike="noStrike">
              <a:solidFill>
                <a:srgbClr val="000000"/>
              </a:solidFill>
              <a:latin typeface="Arial"/>
            </a:endParaRPr>
          </a:p>
        </p:txBody>
      </p:sp>
      <p:sp>
        <p:nvSpPr>
          <p:cNvPr id="9" name="PlaceHolder 8"/>
          <p:cNvSpPr>
            <a:spLocks noGrp="1"/>
          </p:cNvSpPr>
          <p:nvPr>
            <p:ph type="ftr" idx="61"/>
          </p:nvPr>
        </p:nvSpPr>
        <p:spPr/>
        <p:txBody>
          <a:bodyPr/>
          <a:p>
            <a:r>
              <a:t>Footer</a:t>
            </a:r>
          </a:p>
        </p:txBody>
      </p:sp>
      <p:sp>
        <p:nvSpPr>
          <p:cNvPr id="10" name="PlaceHolder 9"/>
          <p:cNvSpPr>
            <a:spLocks noGrp="1"/>
          </p:cNvSpPr>
          <p:nvPr>
            <p:ph type="sldNum" idx="62"/>
          </p:nvPr>
        </p:nvSpPr>
        <p:spPr/>
        <p:txBody>
          <a:bodyPr/>
          <a:p>
            <a:fld id="{B6B99716-0FEC-4CAD-902E-63F27615E844}" type="slidenum">
              <a:t>&lt;#&gt;</a:t>
            </a:fld>
          </a:p>
        </p:txBody>
      </p:sp>
      <p:sp>
        <p:nvSpPr>
          <p:cNvPr id="11" name="PlaceHolder 10"/>
          <p:cNvSpPr>
            <a:spLocks noGrp="1"/>
          </p:cNvSpPr>
          <p:nvPr>
            <p:ph type="dt" idx="63"/>
          </p:nvPr>
        </p:nvSpPr>
        <p:spPr/>
        <p:txBody>
          <a:bodyPr/>
          <a:p>
            <a:r>
              <a:rPr lang="en-US"/>
              <a:t/>
            </a: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
</Relationships>
</file>

<file path=ppt/slideMasters/_rels/slideMaster2.xml.rels><?xml version="1.0" encoding="UTF-8"?>
<Relationships xmlns="http://schemas.openxmlformats.org/package/2006/relationships"><Relationship Id="rId1" Type="http://schemas.openxmlformats.org/officeDocument/2006/relationships/theme" Target="../theme/theme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slideLayout" Target="../slideLayouts/slideLayout23.xml"/><Relationship Id="rId13" Type="http://schemas.openxmlformats.org/officeDocument/2006/relationships/slideLayout" Target="../slideLayouts/slideLayout24.xml"/>
</Relationships>
</file>

<file path=ppt/slideMasters/_rels/slideMaster3.xml.rels><?xml version="1.0" encoding="UTF-8"?>
<Relationships xmlns="http://schemas.openxmlformats.org/package/2006/relationships"><Relationship Id="rId1" Type="http://schemas.openxmlformats.org/officeDocument/2006/relationships/theme" Target="../theme/theme3.xml"/><Relationship Id="rId2" Type="http://schemas.openxmlformats.org/officeDocument/2006/relationships/slideLayout" Target="../slideLayouts/slideLayout25.xml"/><Relationship Id="rId3" Type="http://schemas.openxmlformats.org/officeDocument/2006/relationships/slideLayout" Target="../slideLayouts/slideLayout26.xml"/><Relationship Id="rId4" Type="http://schemas.openxmlformats.org/officeDocument/2006/relationships/slideLayout" Target="../slideLayouts/slideLayout27.xml"/><Relationship Id="rId5" Type="http://schemas.openxmlformats.org/officeDocument/2006/relationships/slideLayout" Target="../slideLayouts/slideLayout28.xml"/><Relationship Id="rId6" Type="http://schemas.openxmlformats.org/officeDocument/2006/relationships/slideLayout" Target="../slideLayouts/slideLayout29.xml"/><Relationship Id="rId7" Type="http://schemas.openxmlformats.org/officeDocument/2006/relationships/slideLayout" Target="../slideLayouts/slideLayout30.xml"/><Relationship Id="rId8" Type="http://schemas.openxmlformats.org/officeDocument/2006/relationships/slideLayout" Target="../slideLayouts/slideLayout31.xml"/><Relationship Id="rId9" Type="http://schemas.openxmlformats.org/officeDocument/2006/relationships/slideLayout" Target="../slideLayouts/slideLayout32.xml"/><Relationship Id="rId10" Type="http://schemas.openxmlformats.org/officeDocument/2006/relationships/slideLayout" Target="../slideLayouts/slideLayout33.xml"/><Relationship Id="rId11" Type="http://schemas.openxmlformats.org/officeDocument/2006/relationships/slideLayout" Target="../slideLayouts/slideLayout34.xml"/><Relationship Id="rId12" Type="http://schemas.openxmlformats.org/officeDocument/2006/relationships/slideLayout" Target="../slideLayouts/slideLayout35.xml"/><Relationship Id="rId13" Type="http://schemas.openxmlformats.org/officeDocument/2006/relationships/slideLayout" Target="../slideLayouts/slideLayout36.xml"/>
</Relationships>
</file>

<file path=ppt/slideMasters/_rels/slideMaster4.xml.rels><?xml version="1.0" encoding="UTF-8"?>
<Relationships xmlns="http://schemas.openxmlformats.org/package/2006/relationships"><Relationship Id="rId1" Type="http://schemas.openxmlformats.org/officeDocument/2006/relationships/theme" Target="../theme/theme4.xml"/><Relationship Id="rId2" Type="http://schemas.openxmlformats.org/officeDocument/2006/relationships/slideLayout" Target="../slideLayouts/slideLayout37.xml"/><Relationship Id="rId3" Type="http://schemas.openxmlformats.org/officeDocument/2006/relationships/slideLayout" Target="../slideLayouts/slideLayout38.xml"/><Relationship Id="rId4" Type="http://schemas.openxmlformats.org/officeDocument/2006/relationships/slideLayout" Target="../slideLayouts/slideLayout39.xml"/><Relationship Id="rId5" Type="http://schemas.openxmlformats.org/officeDocument/2006/relationships/slideLayout" Target="../slideLayouts/slideLayout40.xml"/><Relationship Id="rId6" Type="http://schemas.openxmlformats.org/officeDocument/2006/relationships/slideLayout" Target="../slideLayouts/slideLayout41.xml"/><Relationship Id="rId7" Type="http://schemas.openxmlformats.org/officeDocument/2006/relationships/slideLayout" Target="../slideLayouts/slideLayout42.xml"/><Relationship Id="rId8" Type="http://schemas.openxmlformats.org/officeDocument/2006/relationships/slideLayout" Target="../slideLayouts/slideLayout43.xml"/><Relationship Id="rId9" Type="http://schemas.openxmlformats.org/officeDocument/2006/relationships/slideLayout" Target="../slideLayouts/slideLayout44.xml"/><Relationship Id="rId10" Type="http://schemas.openxmlformats.org/officeDocument/2006/relationships/slideLayout" Target="../slideLayouts/slideLayout45.xml"/><Relationship Id="rId11" Type="http://schemas.openxmlformats.org/officeDocument/2006/relationships/slideLayout" Target="../slideLayouts/slideLayout46.xml"/><Relationship Id="rId12" Type="http://schemas.openxmlformats.org/officeDocument/2006/relationships/slideLayout" Target="../slideLayouts/slideLayout47.xml"/><Relationship Id="rId13" Type="http://schemas.openxmlformats.org/officeDocument/2006/relationships/slideLayout" Target="../slideLayouts/slideLayout48.xml"/>
</Relationships>
</file>

<file path=ppt/slideMasters/_rels/slideMaster5.xml.rels><?xml version="1.0" encoding="UTF-8"?>
<Relationships xmlns="http://schemas.openxmlformats.org/package/2006/relationships"><Relationship Id="rId1" Type="http://schemas.openxmlformats.org/officeDocument/2006/relationships/theme" Target="../theme/theme5.xml"/><Relationship Id="rId2" Type="http://schemas.openxmlformats.org/officeDocument/2006/relationships/slideLayout" Target="../slideLayouts/slideLayout49.xml"/><Relationship Id="rId3" Type="http://schemas.openxmlformats.org/officeDocument/2006/relationships/slideLayout" Target="../slideLayouts/slideLayout50.xml"/><Relationship Id="rId4" Type="http://schemas.openxmlformats.org/officeDocument/2006/relationships/slideLayout" Target="../slideLayouts/slideLayout51.xml"/><Relationship Id="rId5" Type="http://schemas.openxmlformats.org/officeDocument/2006/relationships/slideLayout" Target="../slideLayouts/slideLayout52.xml"/><Relationship Id="rId6" Type="http://schemas.openxmlformats.org/officeDocument/2006/relationships/slideLayout" Target="../slideLayouts/slideLayout53.xml"/><Relationship Id="rId7" Type="http://schemas.openxmlformats.org/officeDocument/2006/relationships/slideLayout" Target="../slideLayouts/slideLayout54.xml"/><Relationship Id="rId8" Type="http://schemas.openxmlformats.org/officeDocument/2006/relationships/slideLayout" Target="../slideLayouts/slideLayout55.xml"/><Relationship Id="rId9" Type="http://schemas.openxmlformats.org/officeDocument/2006/relationships/slideLayout" Target="../slideLayouts/slideLayout56.xml"/><Relationship Id="rId10" Type="http://schemas.openxmlformats.org/officeDocument/2006/relationships/slideLayout" Target="../slideLayouts/slideLayout57.xml"/><Relationship Id="rId11" Type="http://schemas.openxmlformats.org/officeDocument/2006/relationships/slideLayout" Target="../slideLayouts/slideLayout58.xml"/><Relationship Id="rId12" Type="http://schemas.openxmlformats.org/officeDocument/2006/relationships/slideLayout" Target="../slideLayouts/slideLayout59.xml"/><Relationship Id="rId13" Type="http://schemas.openxmlformats.org/officeDocument/2006/relationships/slideLayout" Target="../slideLayouts/slideLayout60.xml"/>
</Relationships>
</file>

<file path=ppt/slideMasters/_rels/slideMaster6.xml.rels><?xml version="1.0" encoding="UTF-8"?>
<Relationships xmlns="http://schemas.openxmlformats.org/package/2006/relationships"><Relationship Id="rId1" Type="http://schemas.openxmlformats.org/officeDocument/2006/relationships/theme" Target="../theme/theme6.xml"/><Relationship Id="rId2" Type="http://schemas.openxmlformats.org/officeDocument/2006/relationships/slideLayout" Target="../slideLayouts/slideLayout61.xml"/><Relationship Id="rId3" Type="http://schemas.openxmlformats.org/officeDocument/2006/relationships/slideLayout" Target="../slideLayouts/slideLayout62.xml"/><Relationship Id="rId4" Type="http://schemas.openxmlformats.org/officeDocument/2006/relationships/slideLayout" Target="../slideLayouts/slideLayout63.xml"/><Relationship Id="rId5" Type="http://schemas.openxmlformats.org/officeDocument/2006/relationships/slideLayout" Target="../slideLayouts/slideLayout64.xml"/><Relationship Id="rId6" Type="http://schemas.openxmlformats.org/officeDocument/2006/relationships/slideLayout" Target="../slideLayouts/slideLayout65.xml"/><Relationship Id="rId7" Type="http://schemas.openxmlformats.org/officeDocument/2006/relationships/slideLayout" Target="../slideLayouts/slideLayout66.xml"/><Relationship Id="rId8" Type="http://schemas.openxmlformats.org/officeDocument/2006/relationships/slideLayout" Target="../slideLayouts/slideLayout67.xml"/><Relationship Id="rId9" Type="http://schemas.openxmlformats.org/officeDocument/2006/relationships/slideLayout" Target="../slideLayouts/slideLayout68.xml"/><Relationship Id="rId10" Type="http://schemas.openxmlformats.org/officeDocument/2006/relationships/slideLayout" Target="../slideLayouts/slideLayout69.xml"/><Relationship Id="rId11" Type="http://schemas.openxmlformats.org/officeDocument/2006/relationships/slideLayout" Target="../slideLayouts/slideLayout70.xml"/><Relationship Id="rId12" Type="http://schemas.openxmlformats.org/officeDocument/2006/relationships/slideLayout" Target="../slideLayouts/slideLayout71.xml"/><Relationship Id="rId13" Type="http://schemas.openxmlformats.org/officeDocument/2006/relationships/slideLayout" Target="../slideLayouts/slideLayout72.xml"/>
</Relationships>
</file>

<file path=ppt/slideMasters/_rels/slideMaster7.xml.rels><?xml version="1.0" encoding="UTF-8"?>
<Relationships xmlns="http://schemas.openxmlformats.org/package/2006/relationships"><Relationship Id="rId1" Type="http://schemas.openxmlformats.org/officeDocument/2006/relationships/theme" Target="../theme/theme7.xml"/><Relationship Id="rId2" Type="http://schemas.openxmlformats.org/officeDocument/2006/relationships/slideLayout" Target="../slideLayouts/slideLayout73.xml"/><Relationship Id="rId3" Type="http://schemas.openxmlformats.org/officeDocument/2006/relationships/slideLayout" Target="../slideLayouts/slideLayout74.xml"/><Relationship Id="rId4" Type="http://schemas.openxmlformats.org/officeDocument/2006/relationships/slideLayout" Target="../slideLayouts/slideLayout75.xml"/><Relationship Id="rId5" Type="http://schemas.openxmlformats.org/officeDocument/2006/relationships/slideLayout" Target="../slideLayouts/slideLayout76.xml"/><Relationship Id="rId6" Type="http://schemas.openxmlformats.org/officeDocument/2006/relationships/slideLayout" Target="../slideLayouts/slideLayout77.xml"/><Relationship Id="rId7" Type="http://schemas.openxmlformats.org/officeDocument/2006/relationships/slideLayout" Target="../slideLayouts/slideLayout78.xml"/><Relationship Id="rId8" Type="http://schemas.openxmlformats.org/officeDocument/2006/relationships/slideLayout" Target="../slideLayouts/slideLayout79.xml"/><Relationship Id="rId9" Type="http://schemas.openxmlformats.org/officeDocument/2006/relationships/slideLayout" Target="../slideLayouts/slideLayout80.xml"/><Relationship Id="rId10" Type="http://schemas.openxmlformats.org/officeDocument/2006/relationships/slideLayout" Target="../slideLayouts/slideLayout81.xml"/><Relationship Id="rId11" Type="http://schemas.openxmlformats.org/officeDocument/2006/relationships/slideLayout" Target="../slideLayouts/slideLayout82.xml"/><Relationship Id="rId12" Type="http://schemas.openxmlformats.org/officeDocument/2006/relationships/slideLayout" Target="../slideLayouts/slideLayout83.xml"/><Relationship Id="rId13" Type="http://schemas.openxmlformats.org/officeDocument/2006/relationships/slideLayout" Target="../slideLayouts/slideLayout84.xml"/>
</Relationships>
</file>

<file path=ppt/slideMasters/_rels/slideMaster8.xml.rels><?xml version="1.0" encoding="UTF-8"?>
<Relationships xmlns="http://schemas.openxmlformats.org/package/2006/relationships"><Relationship Id="rId1" Type="http://schemas.openxmlformats.org/officeDocument/2006/relationships/theme" Target="../theme/theme8.xml"/><Relationship Id="rId2" Type="http://schemas.openxmlformats.org/officeDocument/2006/relationships/slideLayout" Target="../slideLayouts/slideLayout85.xml"/><Relationship Id="rId3" Type="http://schemas.openxmlformats.org/officeDocument/2006/relationships/slideLayout" Target="../slideLayouts/slideLayout86.xml"/><Relationship Id="rId4" Type="http://schemas.openxmlformats.org/officeDocument/2006/relationships/slideLayout" Target="../slideLayouts/slideLayout87.xml"/><Relationship Id="rId5" Type="http://schemas.openxmlformats.org/officeDocument/2006/relationships/slideLayout" Target="../slideLayouts/slideLayout88.xml"/><Relationship Id="rId6" Type="http://schemas.openxmlformats.org/officeDocument/2006/relationships/slideLayout" Target="../slideLayouts/slideLayout89.xml"/><Relationship Id="rId7" Type="http://schemas.openxmlformats.org/officeDocument/2006/relationships/slideLayout" Target="../slideLayouts/slideLayout90.xml"/><Relationship Id="rId8" Type="http://schemas.openxmlformats.org/officeDocument/2006/relationships/slideLayout" Target="../slideLayouts/slideLayout91.xml"/><Relationship Id="rId9" Type="http://schemas.openxmlformats.org/officeDocument/2006/relationships/slideLayout" Target="../slideLayouts/slideLayout92.xml"/><Relationship Id="rId10" Type="http://schemas.openxmlformats.org/officeDocument/2006/relationships/slideLayout" Target="../slideLayouts/slideLayout93.xml"/><Relationship Id="rId11" Type="http://schemas.openxmlformats.org/officeDocument/2006/relationships/slideLayout" Target="../slideLayouts/slideLayout94.xml"/><Relationship Id="rId12" Type="http://schemas.openxmlformats.org/officeDocument/2006/relationships/slideLayout" Target="../slideLayouts/slideLayout95.xml"/><Relationship Id="rId13" Type="http://schemas.openxmlformats.org/officeDocument/2006/relationships/slideLayout" Target="../slideLayouts/slideLayout96.xml"/>
</Relationships>
</file>

<file path=ppt/slideMasters/_rels/slideMaster9.xml.rels><?xml version="1.0" encoding="UTF-8"?>
<Relationships xmlns="http://schemas.openxmlformats.org/package/2006/relationships"><Relationship Id="rId1" Type="http://schemas.openxmlformats.org/officeDocument/2006/relationships/theme" Target="../theme/theme9.xml"/><Relationship Id="rId2" Type="http://schemas.openxmlformats.org/officeDocument/2006/relationships/slideLayout" Target="../slideLayouts/slideLayout97.xml"/><Relationship Id="rId3" Type="http://schemas.openxmlformats.org/officeDocument/2006/relationships/slideLayout" Target="../slideLayouts/slideLayout98.xml"/><Relationship Id="rId4" Type="http://schemas.openxmlformats.org/officeDocument/2006/relationships/slideLayout" Target="../slideLayouts/slideLayout99.xml"/><Relationship Id="rId5" Type="http://schemas.openxmlformats.org/officeDocument/2006/relationships/slideLayout" Target="../slideLayouts/slideLayout100.xml"/><Relationship Id="rId6" Type="http://schemas.openxmlformats.org/officeDocument/2006/relationships/slideLayout" Target="../slideLayouts/slideLayout101.xml"/><Relationship Id="rId7" Type="http://schemas.openxmlformats.org/officeDocument/2006/relationships/slideLayout" Target="../slideLayouts/slideLayout102.xml"/><Relationship Id="rId8" Type="http://schemas.openxmlformats.org/officeDocument/2006/relationships/slideLayout" Target="../slideLayouts/slideLayout103.xml"/><Relationship Id="rId9" Type="http://schemas.openxmlformats.org/officeDocument/2006/relationships/slideLayout" Target="../slideLayouts/slideLayout104.xml"/><Relationship Id="rId10" Type="http://schemas.openxmlformats.org/officeDocument/2006/relationships/slideLayout" Target="../slideLayouts/slideLayout105.xml"/><Relationship Id="rId11" Type="http://schemas.openxmlformats.org/officeDocument/2006/relationships/slideLayout" Target="../slideLayouts/slideLayout106.xml"/><Relationship Id="rId12" Type="http://schemas.openxmlformats.org/officeDocument/2006/relationships/slideLayout" Target="../slideLayouts/slideLayout107.xml"/><Relationship Id="rId13" Type="http://schemas.openxmlformats.org/officeDocument/2006/relationships/slideLayout" Target="../slideLayouts/slideLayout108.xml"/>
</Relationships>
</file>

<file path=ppt/slideMasters/_rels/slideMaster10.xml.rels><?xml version="1.0" encoding="UTF-8"?>
<Relationships xmlns="http://schemas.openxmlformats.org/package/2006/relationships"><Relationship Id="rId1" Type="http://schemas.openxmlformats.org/officeDocument/2006/relationships/theme" Target="../theme/theme10.xml"/><Relationship Id="rId2" Type="http://schemas.openxmlformats.org/officeDocument/2006/relationships/slideLayout" Target="../slideLayouts/slideLayout109.xml"/><Relationship Id="rId3" Type="http://schemas.openxmlformats.org/officeDocument/2006/relationships/slideLayout" Target="../slideLayouts/slideLayout110.xml"/><Relationship Id="rId4" Type="http://schemas.openxmlformats.org/officeDocument/2006/relationships/slideLayout" Target="../slideLayouts/slideLayout111.xml"/><Relationship Id="rId5" Type="http://schemas.openxmlformats.org/officeDocument/2006/relationships/slideLayout" Target="../slideLayouts/slideLayout112.xml"/><Relationship Id="rId6" Type="http://schemas.openxmlformats.org/officeDocument/2006/relationships/slideLayout" Target="../slideLayouts/slideLayout113.xml"/><Relationship Id="rId7" Type="http://schemas.openxmlformats.org/officeDocument/2006/relationships/slideLayout" Target="../slideLayouts/slideLayout114.xml"/><Relationship Id="rId8" Type="http://schemas.openxmlformats.org/officeDocument/2006/relationships/slideLayout" Target="../slideLayouts/slideLayout115.xml"/><Relationship Id="rId9" Type="http://schemas.openxmlformats.org/officeDocument/2006/relationships/slideLayout" Target="../slideLayouts/slideLayout116.xml"/><Relationship Id="rId10" Type="http://schemas.openxmlformats.org/officeDocument/2006/relationships/slideLayout" Target="../slideLayouts/slideLayout117.xml"/><Relationship Id="rId11" Type="http://schemas.openxmlformats.org/officeDocument/2006/relationships/slideLayout" Target="../slideLayouts/slideLayout118.xml"/><Relationship Id="rId12" Type="http://schemas.openxmlformats.org/officeDocument/2006/relationships/slideLayout" Target="../slideLayouts/slideLayout119.xml"/><Relationship Id="rId13" Type="http://schemas.openxmlformats.org/officeDocument/2006/relationships/slideLayout" Target="../slideLayouts/slideLayout120.xml"/>
</Relationships>
</file>

<file path=ppt/slideMasters/_rels/slideMaster11.xml.rels><?xml version="1.0" encoding="UTF-8"?>
<Relationships xmlns="http://schemas.openxmlformats.org/package/2006/relationships"><Relationship Id="rId1" Type="http://schemas.openxmlformats.org/officeDocument/2006/relationships/theme" Target="../theme/theme11.xml"/><Relationship Id="rId2" Type="http://schemas.openxmlformats.org/officeDocument/2006/relationships/slideLayout" Target="../slideLayouts/slideLayout121.xml"/><Relationship Id="rId3" Type="http://schemas.openxmlformats.org/officeDocument/2006/relationships/slideLayout" Target="../slideLayouts/slideLayout122.xml"/><Relationship Id="rId4" Type="http://schemas.openxmlformats.org/officeDocument/2006/relationships/slideLayout" Target="../slideLayouts/slideLayout123.xml"/><Relationship Id="rId5" Type="http://schemas.openxmlformats.org/officeDocument/2006/relationships/slideLayout" Target="../slideLayouts/slideLayout124.xml"/><Relationship Id="rId6" Type="http://schemas.openxmlformats.org/officeDocument/2006/relationships/slideLayout" Target="../slideLayouts/slideLayout125.xml"/><Relationship Id="rId7" Type="http://schemas.openxmlformats.org/officeDocument/2006/relationships/slideLayout" Target="../slideLayouts/slideLayout126.xml"/><Relationship Id="rId8" Type="http://schemas.openxmlformats.org/officeDocument/2006/relationships/slideLayout" Target="../slideLayouts/slideLayout127.xml"/><Relationship Id="rId9" Type="http://schemas.openxmlformats.org/officeDocument/2006/relationships/slideLayout" Target="../slideLayouts/slideLayout128.xml"/><Relationship Id="rId10" Type="http://schemas.openxmlformats.org/officeDocument/2006/relationships/slideLayout" Target="../slideLayouts/slideLayout129.xml"/><Relationship Id="rId11" Type="http://schemas.openxmlformats.org/officeDocument/2006/relationships/slideLayout" Target="../slideLayouts/slideLayout130.xml"/><Relationship Id="rId12" Type="http://schemas.openxmlformats.org/officeDocument/2006/relationships/slideLayout" Target="../slideLayouts/slideLayout131.xml"/><Relationship Id="rId13" Type="http://schemas.openxmlformats.org/officeDocument/2006/relationships/slideLayout" Target="../slideLayouts/slideLayout132.xml"/>
</Relationships>
</file>

<file path=ppt/slideMasters/_rels/slideMaster12.xml.rels><?xml version="1.0" encoding="UTF-8"?>
<Relationships xmlns="http://schemas.openxmlformats.org/package/2006/relationships"><Relationship Id="rId1" Type="http://schemas.openxmlformats.org/officeDocument/2006/relationships/theme" Target="../theme/theme12.xml"/><Relationship Id="rId2" Type="http://schemas.openxmlformats.org/officeDocument/2006/relationships/slideLayout" Target="../slideLayouts/slideLayout133.xml"/><Relationship Id="rId3" Type="http://schemas.openxmlformats.org/officeDocument/2006/relationships/slideLayout" Target="../slideLayouts/slideLayout134.xml"/><Relationship Id="rId4" Type="http://schemas.openxmlformats.org/officeDocument/2006/relationships/slideLayout" Target="../slideLayouts/slideLayout135.xml"/><Relationship Id="rId5" Type="http://schemas.openxmlformats.org/officeDocument/2006/relationships/slideLayout" Target="../slideLayouts/slideLayout136.xml"/><Relationship Id="rId6" Type="http://schemas.openxmlformats.org/officeDocument/2006/relationships/slideLayout" Target="../slideLayouts/slideLayout137.xml"/><Relationship Id="rId7" Type="http://schemas.openxmlformats.org/officeDocument/2006/relationships/slideLayout" Target="../slideLayouts/slideLayout138.xml"/><Relationship Id="rId8" Type="http://schemas.openxmlformats.org/officeDocument/2006/relationships/slideLayout" Target="../slideLayouts/slideLayout139.xml"/><Relationship Id="rId9" Type="http://schemas.openxmlformats.org/officeDocument/2006/relationships/slideLayout" Target="../slideLayouts/slideLayout140.xml"/><Relationship Id="rId10" Type="http://schemas.openxmlformats.org/officeDocument/2006/relationships/slideLayout" Target="../slideLayouts/slideLayout141.xml"/><Relationship Id="rId11" Type="http://schemas.openxmlformats.org/officeDocument/2006/relationships/slideLayout" Target="../slideLayouts/slideLayout142.xml"/><Relationship Id="rId12" Type="http://schemas.openxmlformats.org/officeDocument/2006/relationships/slideLayout" Target="../slideLayouts/slideLayout143.xml"/><Relationship Id="rId13" Type="http://schemas.openxmlformats.org/officeDocument/2006/relationships/slideLayout" Target="../slideLayouts/slideLayout144.xml"/>
</Relationships>
</file>

<file path=ppt/slideMasters/_rels/slideMaster13.xml.rels><?xml version="1.0" encoding="UTF-8"?>
<Relationships xmlns="http://schemas.openxmlformats.org/package/2006/relationships"><Relationship Id="rId1" Type="http://schemas.openxmlformats.org/officeDocument/2006/relationships/theme" Target="../theme/theme13.xml"/><Relationship Id="rId2" Type="http://schemas.openxmlformats.org/officeDocument/2006/relationships/slideLayout" Target="../slideLayouts/slideLayout145.xml"/><Relationship Id="rId3" Type="http://schemas.openxmlformats.org/officeDocument/2006/relationships/slideLayout" Target="../slideLayouts/slideLayout146.xml"/><Relationship Id="rId4" Type="http://schemas.openxmlformats.org/officeDocument/2006/relationships/slideLayout" Target="../slideLayouts/slideLayout147.xml"/><Relationship Id="rId5" Type="http://schemas.openxmlformats.org/officeDocument/2006/relationships/slideLayout" Target="../slideLayouts/slideLayout148.xml"/><Relationship Id="rId6" Type="http://schemas.openxmlformats.org/officeDocument/2006/relationships/slideLayout" Target="../slideLayouts/slideLayout149.xml"/><Relationship Id="rId7" Type="http://schemas.openxmlformats.org/officeDocument/2006/relationships/slideLayout" Target="../slideLayouts/slideLayout150.xml"/><Relationship Id="rId8" Type="http://schemas.openxmlformats.org/officeDocument/2006/relationships/slideLayout" Target="../slideLayouts/slideLayout151.xml"/><Relationship Id="rId9" Type="http://schemas.openxmlformats.org/officeDocument/2006/relationships/slideLayout" Target="../slideLayouts/slideLayout152.xml"/><Relationship Id="rId10" Type="http://schemas.openxmlformats.org/officeDocument/2006/relationships/slideLayout" Target="../slideLayouts/slideLayout153.xml"/><Relationship Id="rId11" Type="http://schemas.openxmlformats.org/officeDocument/2006/relationships/slideLayout" Target="../slideLayouts/slideLayout154.xml"/><Relationship Id="rId12" Type="http://schemas.openxmlformats.org/officeDocument/2006/relationships/slideLayout" Target="../slideLayouts/slideLayout155.xml"/><Relationship Id="rId13" Type="http://schemas.openxmlformats.org/officeDocument/2006/relationships/slideLayout" Target="../slideLayouts/slideLayout156.xml"/>
</Relationships>
</file>

<file path=ppt/slideMasters/_rels/slideMaster14.xml.rels><?xml version="1.0" encoding="UTF-8"?>
<Relationships xmlns="http://schemas.openxmlformats.org/package/2006/relationships"><Relationship Id="rId1" Type="http://schemas.openxmlformats.org/officeDocument/2006/relationships/theme" Target="../theme/theme14.xml"/><Relationship Id="rId2" Type="http://schemas.openxmlformats.org/officeDocument/2006/relationships/slideLayout" Target="../slideLayouts/slideLayout157.xml"/><Relationship Id="rId3" Type="http://schemas.openxmlformats.org/officeDocument/2006/relationships/slideLayout" Target="../slideLayouts/slideLayout158.xml"/><Relationship Id="rId4" Type="http://schemas.openxmlformats.org/officeDocument/2006/relationships/slideLayout" Target="../slideLayouts/slideLayout159.xml"/><Relationship Id="rId5" Type="http://schemas.openxmlformats.org/officeDocument/2006/relationships/slideLayout" Target="../slideLayouts/slideLayout160.xml"/><Relationship Id="rId6" Type="http://schemas.openxmlformats.org/officeDocument/2006/relationships/slideLayout" Target="../slideLayouts/slideLayout161.xml"/><Relationship Id="rId7" Type="http://schemas.openxmlformats.org/officeDocument/2006/relationships/slideLayout" Target="../slideLayouts/slideLayout162.xml"/><Relationship Id="rId8" Type="http://schemas.openxmlformats.org/officeDocument/2006/relationships/slideLayout" Target="../slideLayouts/slideLayout163.xml"/><Relationship Id="rId9" Type="http://schemas.openxmlformats.org/officeDocument/2006/relationships/slideLayout" Target="../slideLayouts/slideLayout164.xml"/><Relationship Id="rId10" Type="http://schemas.openxmlformats.org/officeDocument/2006/relationships/slideLayout" Target="../slideLayouts/slideLayout165.xml"/><Relationship Id="rId11" Type="http://schemas.openxmlformats.org/officeDocument/2006/relationships/slideLayout" Target="../slideLayouts/slideLayout166.xml"/><Relationship Id="rId12" Type="http://schemas.openxmlformats.org/officeDocument/2006/relationships/slideLayout" Target="../slideLayouts/slideLayout167.xml"/><Relationship Id="rId13" Type="http://schemas.openxmlformats.org/officeDocument/2006/relationships/slideLayout" Target="../slideLayouts/slideLayout168.xml"/>
</Relationships>
</file>

<file path=ppt/slideMasters/_rels/slideMaster15.xml.rels><?xml version="1.0" encoding="UTF-8"?>
<Relationships xmlns="http://schemas.openxmlformats.org/package/2006/relationships"><Relationship Id="rId1" Type="http://schemas.openxmlformats.org/officeDocument/2006/relationships/theme" Target="../theme/theme15.xml"/><Relationship Id="rId2" Type="http://schemas.openxmlformats.org/officeDocument/2006/relationships/slideLayout" Target="../slideLayouts/slideLayout169.xml"/><Relationship Id="rId3" Type="http://schemas.openxmlformats.org/officeDocument/2006/relationships/slideLayout" Target="../slideLayouts/slideLayout170.xml"/><Relationship Id="rId4" Type="http://schemas.openxmlformats.org/officeDocument/2006/relationships/slideLayout" Target="../slideLayouts/slideLayout171.xml"/><Relationship Id="rId5" Type="http://schemas.openxmlformats.org/officeDocument/2006/relationships/slideLayout" Target="../slideLayouts/slideLayout172.xml"/><Relationship Id="rId6" Type="http://schemas.openxmlformats.org/officeDocument/2006/relationships/slideLayout" Target="../slideLayouts/slideLayout173.xml"/><Relationship Id="rId7" Type="http://schemas.openxmlformats.org/officeDocument/2006/relationships/slideLayout" Target="../slideLayouts/slideLayout174.xml"/><Relationship Id="rId8" Type="http://schemas.openxmlformats.org/officeDocument/2006/relationships/slideLayout" Target="../slideLayouts/slideLayout175.xml"/><Relationship Id="rId9" Type="http://schemas.openxmlformats.org/officeDocument/2006/relationships/slideLayout" Target="../slideLayouts/slideLayout176.xml"/><Relationship Id="rId10" Type="http://schemas.openxmlformats.org/officeDocument/2006/relationships/slideLayout" Target="../slideLayouts/slideLayout177.xml"/><Relationship Id="rId11" Type="http://schemas.openxmlformats.org/officeDocument/2006/relationships/slideLayout" Target="../slideLayouts/slideLayout178.xml"/><Relationship Id="rId12" Type="http://schemas.openxmlformats.org/officeDocument/2006/relationships/slideLayout" Target="../slideLayouts/slideLayout179.xml"/><Relationship Id="rId13" Type="http://schemas.openxmlformats.org/officeDocument/2006/relationships/slideLayout" Target="../slideLayouts/slideLayout180.xml"/>
</Relationships>
</file>

<file path=ppt/slideMasters/_rels/slideMaster16.xml.rels><?xml version="1.0" encoding="UTF-8"?>
<Relationships xmlns="http://schemas.openxmlformats.org/package/2006/relationships"><Relationship Id="rId1" Type="http://schemas.openxmlformats.org/officeDocument/2006/relationships/theme" Target="../theme/theme16.xml"/><Relationship Id="rId2" Type="http://schemas.openxmlformats.org/officeDocument/2006/relationships/slideLayout" Target="../slideLayouts/slideLayout181.xml"/><Relationship Id="rId3" Type="http://schemas.openxmlformats.org/officeDocument/2006/relationships/slideLayout" Target="../slideLayouts/slideLayout182.xml"/><Relationship Id="rId4" Type="http://schemas.openxmlformats.org/officeDocument/2006/relationships/slideLayout" Target="../slideLayouts/slideLayout183.xml"/><Relationship Id="rId5" Type="http://schemas.openxmlformats.org/officeDocument/2006/relationships/slideLayout" Target="../slideLayouts/slideLayout184.xml"/><Relationship Id="rId6" Type="http://schemas.openxmlformats.org/officeDocument/2006/relationships/slideLayout" Target="../slideLayouts/slideLayout185.xml"/><Relationship Id="rId7" Type="http://schemas.openxmlformats.org/officeDocument/2006/relationships/slideLayout" Target="../slideLayouts/slideLayout186.xml"/><Relationship Id="rId8" Type="http://schemas.openxmlformats.org/officeDocument/2006/relationships/slideLayout" Target="../slideLayouts/slideLayout187.xml"/><Relationship Id="rId9" Type="http://schemas.openxmlformats.org/officeDocument/2006/relationships/slideLayout" Target="../slideLayouts/slideLayout188.xml"/><Relationship Id="rId10" Type="http://schemas.openxmlformats.org/officeDocument/2006/relationships/slideLayout" Target="../slideLayouts/slideLayout189.xml"/><Relationship Id="rId11" Type="http://schemas.openxmlformats.org/officeDocument/2006/relationships/slideLayout" Target="../slideLayouts/slideLayout190.xml"/><Relationship Id="rId12" Type="http://schemas.openxmlformats.org/officeDocument/2006/relationships/slideLayout" Target="../slideLayouts/slideLayout191.xml"/><Relationship Id="rId13" Type="http://schemas.openxmlformats.org/officeDocument/2006/relationships/slideLayout" Target="../slideLayouts/slideLayout192.xml"/>
</Relationships>
</file>

<file path=ppt/slideMasters/_rels/slideMaster17.xml.rels><?xml version="1.0" encoding="UTF-8"?>
<Relationships xmlns="http://schemas.openxmlformats.org/package/2006/relationships"><Relationship Id="rId1" Type="http://schemas.openxmlformats.org/officeDocument/2006/relationships/theme" Target="../theme/theme17.xml"/><Relationship Id="rId2" Type="http://schemas.openxmlformats.org/officeDocument/2006/relationships/slideLayout" Target="../slideLayouts/slideLayout193.xml"/><Relationship Id="rId3" Type="http://schemas.openxmlformats.org/officeDocument/2006/relationships/slideLayout" Target="../slideLayouts/slideLayout194.xml"/><Relationship Id="rId4" Type="http://schemas.openxmlformats.org/officeDocument/2006/relationships/slideLayout" Target="../slideLayouts/slideLayout195.xml"/><Relationship Id="rId5" Type="http://schemas.openxmlformats.org/officeDocument/2006/relationships/slideLayout" Target="../slideLayouts/slideLayout196.xml"/><Relationship Id="rId6" Type="http://schemas.openxmlformats.org/officeDocument/2006/relationships/slideLayout" Target="../slideLayouts/slideLayout197.xml"/><Relationship Id="rId7" Type="http://schemas.openxmlformats.org/officeDocument/2006/relationships/slideLayout" Target="../slideLayouts/slideLayout198.xml"/><Relationship Id="rId8" Type="http://schemas.openxmlformats.org/officeDocument/2006/relationships/slideLayout" Target="../slideLayouts/slideLayout199.xml"/><Relationship Id="rId9" Type="http://schemas.openxmlformats.org/officeDocument/2006/relationships/slideLayout" Target="../slideLayouts/slideLayout200.xml"/><Relationship Id="rId10" Type="http://schemas.openxmlformats.org/officeDocument/2006/relationships/slideLayout" Target="../slideLayouts/slideLayout201.xml"/><Relationship Id="rId11" Type="http://schemas.openxmlformats.org/officeDocument/2006/relationships/slideLayout" Target="../slideLayouts/slideLayout202.xml"/><Relationship Id="rId12" Type="http://schemas.openxmlformats.org/officeDocument/2006/relationships/slideLayout" Target="../slideLayouts/slideLayout203.xml"/><Relationship Id="rId13" Type="http://schemas.openxmlformats.org/officeDocument/2006/relationships/slideLayout" Target="../slideLayouts/slideLayout204.xml"/>
</Relationships>
</file>

<file path=ppt/slideMasters/_rels/slideMaster18.xml.rels><?xml version="1.0" encoding="UTF-8"?>
<Relationships xmlns="http://schemas.openxmlformats.org/package/2006/relationships"><Relationship Id="rId1" Type="http://schemas.openxmlformats.org/officeDocument/2006/relationships/theme" Target="../theme/theme18.xml"/><Relationship Id="rId2" Type="http://schemas.openxmlformats.org/officeDocument/2006/relationships/slideLayout" Target="../slideLayouts/slideLayout205.xml"/><Relationship Id="rId3" Type="http://schemas.openxmlformats.org/officeDocument/2006/relationships/slideLayout" Target="../slideLayouts/slideLayout206.xml"/><Relationship Id="rId4" Type="http://schemas.openxmlformats.org/officeDocument/2006/relationships/slideLayout" Target="../slideLayouts/slideLayout207.xml"/><Relationship Id="rId5" Type="http://schemas.openxmlformats.org/officeDocument/2006/relationships/slideLayout" Target="../slideLayouts/slideLayout208.xml"/><Relationship Id="rId6" Type="http://schemas.openxmlformats.org/officeDocument/2006/relationships/slideLayout" Target="../slideLayouts/slideLayout209.xml"/><Relationship Id="rId7" Type="http://schemas.openxmlformats.org/officeDocument/2006/relationships/slideLayout" Target="../slideLayouts/slideLayout210.xml"/><Relationship Id="rId8" Type="http://schemas.openxmlformats.org/officeDocument/2006/relationships/slideLayout" Target="../slideLayouts/slideLayout211.xml"/><Relationship Id="rId9" Type="http://schemas.openxmlformats.org/officeDocument/2006/relationships/slideLayout" Target="../slideLayouts/slideLayout212.xml"/><Relationship Id="rId10" Type="http://schemas.openxmlformats.org/officeDocument/2006/relationships/slideLayout" Target="../slideLayouts/slideLayout213.xml"/><Relationship Id="rId11" Type="http://schemas.openxmlformats.org/officeDocument/2006/relationships/slideLayout" Target="../slideLayouts/slideLayout214.xml"/><Relationship Id="rId12" Type="http://schemas.openxmlformats.org/officeDocument/2006/relationships/slideLayout" Target="../slideLayouts/slideLayout215.xml"/><Relationship Id="rId13" Type="http://schemas.openxmlformats.org/officeDocument/2006/relationships/slideLayout" Target="../slideLayouts/slideLayout216.xml"/>
</Relationships>
</file>

<file path=ppt/slideMasters/_rels/slideMaster19.xml.rels><?xml version="1.0" encoding="UTF-8"?>
<Relationships xmlns="http://schemas.openxmlformats.org/package/2006/relationships"><Relationship Id="rId1" Type="http://schemas.openxmlformats.org/officeDocument/2006/relationships/theme" Target="../theme/theme19.xml"/><Relationship Id="rId2" Type="http://schemas.openxmlformats.org/officeDocument/2006/relationships/slideLayout" Target="../slideLayouts/slideLayout217.xml"/><Relationship Id="rId3" Type="http://schemas.openxmlformats.org/officeDocument/2006/relationships/slideLayout" Target="../slideLayouts/slideLayout218.xml"/><Relationship Id="rId4" Type="http://schemas.openxmlformats.org/officeDocument/2006/relationships/slideLayout" Target="../slideLayouts/slideLayout219.xml"/><Relationship Id="rId5" Type="http://schemas.openxmlformats.org/officeDocument/2006/relationships/slideLayout" Target="../slideLayouts/slideLayout220.xml"/><Relationship Id="rId6" Type="http://schemas.openxmlformats.org/officeDocument/2006/relationships/slideLayout" Target="../slideLayouts/slideLayout221.xml"/><Relationship Id="rId7" Type="http://schemas.openxmlformats.org/officeDocument/2006/relationships/slideLayout" Target="../slideLayouts/slideLayout222.xml"/><Relationship Id="rId8" Type="http://schemas.openxmlformats.org/officeDocument/2006/relationships/slideLayout" Target="../slideLayouts/slideLayout223.xml"/><Relationship Id="rId9" Type="http://schemas.openxmlformats.org/officeDocument/2006/relationships/slideLayout" Target="../slideLayouts/slideLayout224.xml"/><Relationship Id="rId10" Type="http://schemas.openxmlformats.org/officeDocument/2006/relationships/slideLayout" Target="../slideLayouts/slideLayout225.xml"/><Relationship Id="rId11" Type="http://schemas.openxmlformats.org/officeDocument/2006/relationships/slideLayout" Target="../slideLayouts/slideLayout226.xml"/><Relationship Id="rId12" Type="http://schemas.openxmlformats.org/officeDocument/2006/relationships/slideLayout" Target="../slideLayouts/slideLayout227.xml"/><Relationship Id="rId13" Type="http://schemas.openxmlformats.org/officeDocument/2006/relationships/slideLayout" Target="../slideLayouts/slideLayout228.xml"/>
</Relationships>
</file>

<file path=ppt/slideMasters/_rels/slideMaster20.xml.rels><?xml version="1.0" encoding="UTF-8"?>
<Relationships xmlns="http://schemas.openxmlformats.org/package/2006/relationships"><Relationship Id="rId1" Type="http://schemas.openxmlformats.org/officeDocument/2006/relationships/theme" Target="../theme/theme20.xml"/><Relationship Id="rId2" Type="http://schemas.openxmlformats.org/officeDocument/2006/relationships/slideLayout" Target="../slideLayouts/slideLayout229.xml"/><Relationship Id="rId3" Type="http://schemas.openxmlformats.org/officeDocument/2006/relationships/slideLayout" Target="../slideLayouts/slideLayout230.xml"/><Relationship Id="rId4" Type="http://schemas.openxmlformats.org/officeDocument/2006/relationships/slideLayout" Target="../slideLayouts/slideLayout231.xml"/><Relationship Id="rId5" Type="http://schemas.openxmlformats.org/officeDocument/2006/relationships/slideLayout" Target="../slideLayouts/slideLayout232.xml"/><Relationship Id="rId6" Type="http://schemas.openxmlformats.org/officeDocument/2006/relationships/slideLayout" Target="../slideLayouts/slideLayout233.xml"/><Relationship Id="rId7" Type="http://schemas.openxmlformats.org/officeDocument/2006/relationships/slideLayout" Target="../slideLayouts/slideLayout234.xml"/><Relationship Id="rId8" Type="http://schemas.openxmlformats.org/officeDocument/2006/relationships/slideLayout" Target="../slideLayouts/slideLayout235.xml"/><Relationship Id="rId9" Type="http://schemas.openxmlformats.org/officeDocument/2006/relationships/slideLayout" Target="../slideLayouts/slideLayout236.xml"/><Relationship Id="rId10" Type="http://schemas.openxmlformats.org/officeDocument/2006/relationships/slideLayout" Target="../slideLayouts/slideLayout237.xml"/><Relationship Id="rId11" Type="http://schemas.openxmlformats.org/officeDocument/2006/relationships/slideLayout" Target="../slideLayouts/slideLayout238.xml"/><Relationship Id="rId12" Type="http://schemas.openxmlformats.org/officeDocument/2006/relationships/slideLayout" Target="../slideLayouts/slideLayout239.xml"/><Relationship Id="rId13" Type="http://schemas.openxmlformats.org/officeDocument/2006/relationships/slideLayout" Target="../slideLayouts/slideLayout240.xml"/>
</Relationships>
</file>

<file path=ppt/slideMasters/_rels/slideMaster21.xml.rels><?xml version="1.0" encoding="UTF-8"?>
<Relationships xmlns="http://schemas.openxmlformats.org/package/2006/relationships"><Relationship Id="rId1" Type="http://schemas.openxmlformats.org/officeDocument/2006/relationships/theme" Target="../theme/theme21.xml"/><Relationship Id="rId2" Type="http://schemas.openxmlformats.org/officeDocument/2006/relationships/slideLayout" Target="../slideLayouts/slideLayout241.xml"/><Relationship Id="rId3" Type="http://schemas.openxmlformats.org/officeDocument/2006/relationships/slideLayout" Target="../slideLayouts/slideLayout242.xml"/><Relationship Id="rId4" Type="http://schemas.openxmlformats.org/officeDocument/2006/relationships/slideLayout" Target="../slideLayouts/slideLayout243.xml"/><Relationship Id="rId5" Type="http://schemas.openxmlformats.org/officeDocument/2006/relationships/slideLayout" Target="../slideLayouts/slideLayout244.xml"/><Relationship Id="rId6" Type="http://schemas.openxmlformats.org/officeDocument/2006/relationships/slideLayout" Target="../slideLayouts/slideLayout245.xml"/><Relationship Id="rId7" Type="http://schemas.openxmlformats.org/officeDocument/2006/relationships/slideLayout" Target="../slideLayouts/slideLayout246.xml"/><Relationship Id="rId8" Type="http://schemas.openxmlformats.org/officeDocument/2006/relationships/slideLayout" Target="../slideLayouts/slideLayout247.xml"/><Relationship Id="rId9" Type="http://schemas.openxmlformats.org/officeDocument/2006/relationships/slideLayout" Target="../slideLayouts/slideLayout248.xml"/><Relationship Id="rId10" Type="http://schemas.openxmlformats.org/officeDocument/2006/relationships/slideLayout" Target="../slideLayouts/slideLayout249.xml"/><Relationship Id="rId11" Type="http://schemas.openxmlformats.org/officeDocument/2006/relationships/slideLayout" Target="../slideLayouts/slideLayout250.xml"/><Relationship Id="rId12" Type="http://schemas.openxmlformats.org/officeDocument/2006/relationships/slideLayout" Target="../slideLayouts/slideLayout251.xml"/><Relationship Id="rId13" Type="http://schemas.openxmlformats.org/officeDocument/2006/relationships/slideLayout" Target="../slideLayouts/slideLayout252.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0" name="PlaceHolder 1"/>
          <p:cNvSpPr>
            <a:spLocks noGrp="1"/>
          </p:cNvSpPr>
          <p:nvPr>
            <p:ph type="ftr" idx="1"/>
          </p:nvPr>
        </p:nvSpPr>
        <p:spPr>
          <a:xfrm>
            <a:off x="3124080" y="6356520"/>
            <a:ext cx="2886120" cy="3556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 name="PlaceHolder 2"/>
          <p:cNvSpPr>
            <a:spLocks noGrp="1"/>
          </p:cNvSpPr>
          <p:nvPr>
            <p:ph type="sldNum" idx="2"/>
          </p:nvPr>
        </p:nvSpPr>
        <p:spPr>
          <a:xfrm>
            <a:off x="6553080" y="6356520"/>
            <a:ext cx="2124360" cy="3556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3ABB2D2A-A0BB-4405-AEC8-A713345AC33E}"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 name="PlaceHolder 3"/>
          <p:cNvSpPr>
            <a:spLocks noGrp="1"/>
          </p:cNvSpPr>
          <p:nvPr>
            <p:ph type="dt" idx="3"/>
          </p:nvPr>
        </p:nvSpPr>
        <p:spPr>
          <a:xfrm>
            <a:off x="457200" y="6356520"/>
            <a:ext cx="2124360" cy="3556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 id="2147483660" r:id="rId13"/>
  </p:sldLayoutIdLst>
</p:sldMaster>
</file>

<file path=ppt/slideMasters/slideMaster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ftr" idx="4"/>
          </p:nvPr>
        </p:nvSpPr>
        <p:spPr>
          <a:xfrm>
            <a:off x="3124080" y="6356520"/>
            <a:ext cx="2888280" cy="3578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2" name="PlaceHolder 2"/>
          <p:cNvSpPr>
            <a:spLocks noGrp="1"/>
          </p:cNvSpPr>
          <p:nvPr>
            <p:ph type="sldNum" idx="5"/>
          </p:nvPr>
        </p:nvSpPr>
        <p:spPr>
          <a:xfrm>
            <a:off x="6553080" y="6356520"/>
            <a:ext cx="2126520" cy="3578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B69CA3E1-15B0-4C12-A130-D2F9D22ED49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3" name="PlaceHolder 3"/>
          <p:cNvSpPr>
            <a:spLocks noGrp="1"/>
          </p:cNvSpPr>
          <p:nvPr>
            <p:ph type="dt" idx="6"/>
          </p:nvPr>
        </p:nvSpPr>
        <p:spPr>
          <a:xfrm>
            <a:off x="457200" y="6356520"/>
            <a:ext cx="2126520" cy="3578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Lst>
</p:sldMaster>
</file>

<file path=ppt/slideMasters/slideMaster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2" name="PlaceHolder 1"/>
          <p:cNvSpPr>
            <a:spLocks noGrp="1"/>
          </p:cNvSpPr>
          <p:nvPr>
            <p:ph type="ftr" idx="7"/>
          </p:nvPr>
        </p:nvSpPr>
        <p:spPr>
          <a:xfrm>
            <a:off x="3124080" y="6356520"/>
            <a:ext cx="2887920" cy="3574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3" name="PlaceHolder 2"/>
          <p:cNvSpPr>
            <a:spLocks noGrp="1"/>
          </p:cNvSpPr>
          <p:nvPr>
            <p:ph type="sldNum" idx="8"/>
          </p:nvPr>
        </p:nvSpPr>
        <p:spPr>
          <a:xfrm>
            <a:off x="6553080" y="6356520"/>
            <a:ext cx="2126160" cy="3574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4971A2F-3879-4B11-AF7B-2F059B0307A2}"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4" name="PlaceHolder 3"/>
          <p:cNvSpPr>
            <a:spLocks noGrp="1"/>
          </p:cNvSpPr>
          <p:nvPr>
            <p:ph type="dt" idx="9"/>
          </p:nvPr>
        </p:nvSpPr>
        <p:spPr>
          <a:xfrm>
            <a:off x="457200" y="6356520"/>
            <a:ext cx="2126160" cy="3574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75" r:id="rId2"/>
    <p:sldLayoutId id="2147483676" r:id="rId3"/>
    <p:sldLayoutId id="2147483677" r:id="rId4"/>
    <p:sldLayoutId id="2147483678" r:id="rId5"/>
    <p:sldLayoutId id="2147483679" r:id="rId6"/>
    <p:sldLayoutId id="2147483680" r:id="rId7"/>
    <p:sldLayoutId id="2147483681" r:id="rId8"/>
    <p:sldLayoutId id="2147483682" r:id="rId9"/>
    <p:sldLayoutId id="2147483683" r:id="rId10"/>
    <p:sldLayoutId id="2147483684" r:id="rId11"/>
    <p:sldLayoutId id="2147483685" r:id="rId12"/>
    <p:sldLayoutId id="2147483686" r:id="rId13"/>
  </p:sldLayoutIdLst>
</p:sldMaster>
</file>

<file path=ppt/slideMasters/slideMaster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23" name="PlaceHolder 1"/>
          <p:cNvSpPr>
            <a:spLocks noGrp="1"/>
          </p:cNvSpPr>
          <p:nvPr>
            <p:ph type="ftr" idx="10"/>
          </p:nvPr>
        </p:nvSpPr>
        <p:spPr>
          <a:xfrm>
            <a:off x="3124080" y="6356520"/>
            <a:ext cx="2886120" cy="3556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24" name="PlaceHolder 2"/>
          <p:cNvSpPr>
            <a:spLocks noGrp="1"/>
          </p:cNvSpPr>
          <p:nvPr>
            <p:ph type="sldNum" idx="11"/>
          </p:nvPr>
        </p:nvSpPr>
        <p:spPr>
          <a:xfrm>
            <a:off x="6553080" y="6356520"/>
            <a:ext cx="2124360" cy="3556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C97CDD9-FCBB-4137-A603-486561612B7F}"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25" name="PlaceHolder 3"/>
          <p:cNvSpPr>
            <a:spLocks noGrp="1"/>
          </p:cNvSpPr>
          <p:nvPr>
            <p:ph type="dt" idx="12"/>
          </p:nvPr>
        </p:nvSpPr>
        <p:spPr>
          <a:xfrm>
            <a:off x="457200" y="6356520"/>
            <a:ext cx="2124360" cy="3556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2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2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688" r:id="rId2"/>
    <p:sldLayoutId id="2147483689" r:id="rId3"/>
    <p:sldLayoutId id="2147483690" r:id="rId4"/>
    <p:sldLayoutId id="2147483691" r:id="rId5"/>
    <p:sldLayoutId id="2147483692" r:id="rId6"/>
    <p:sldLayoutId id="2147483693" r:id="rId7"/>
    <p:sldLayoutId id="2147483694" r:id="rId8"/>
    <p:sldLayoutId id="2147483695" r:id="rId9"/>
    <p:sldLayoutId id="2147483696" r:id="rId10"/>
    <p:sldLayoutId id="2147483697" r:id="rId11"/>
    <p:sldLayoutId id="2147483698" r:id="rId12"/>
    <p:sldLayoutId id="2147483699" r:id="rId13"/>
  </p:sldLayoutIdLst>
</p:sldMaster>
</file>

<file path=ppt/slideMasters/slideMaster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164" name="PlaceHolder 1"/>
          <p:cNvSpPr>
            <a:spLocks noGrp="1"/>
          </p:cNvSpPr>
          <p:nvPr>
            <p:ph type="ftr" idx="13"/>
          </p:nvPr>
        </p:nvSpPr>
        <p:spPr>
          <a:xfrm>
            <a:off x="3124080" y="6356520"/>
            <a:ext cx="2886480" cy="3560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165" name="PlaceHolder 2"/>
          <p:cNvSpPr>
            <a:spLocks noGrp="1"/>
          </p:cNvSpPr>
          <p:nvPr>
            <p:ph type="sldNum" idx="14"/>
          </p:nvPr>
        </p:nvSpPr>
        <p:spPr>
          <a:xfrm>
            <a:off x="6553080" y="6356520"/>
            <a:ext cx="2124720" cy="3560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FF5B10B-B2DB-4BF9-B00D-4EE80CCF083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166" name="PlaceHolder 3"/>
          <p:cNvSpPr>
            <a:spLocks noGrp="1"/>
          </p:cNvSpPr>
          <p:nvPr>
            <p:ph type="dt" idx="15"/>
          </p:nvPr>
        </p:nvSpPr>
        <p:spPr>
          <a:xfrm>
            <a:off x="457200" y="6356520"/>
            <a:ext cx="2124720" cy="3560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16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16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01" r:id="rId2"/>
    <p:sldLayoutId id="2147483702" r:id="rId3"/>
    <p:sldLayoutId id="2147483703" r:id="rId4"/>
    <p:sldLayoutId id="2147483704" r:id="rId5"/>
    <p:sldLayoutId id="2147483705" r:id="rId6"/>
    <p:sldLayoutId id="2147483706" r:id="rId7"/>
    <p:sldLayoutId id="2147483707" r:id="rId8"/>
    <p:sldLayoutId id="2147483708" r:id="rId9"/>
    <p:sldLayoutId id="2147483709" r:id="rId10"/>
    <p:sldLayoutId id="2147483710" r:id="rId11"/>
    <p:sldLayoutId id="2147483711" r:id="rId12"/>
    <p:sldLayoutId id="2147483712" r:id="rId13"/>
  </p:sldLayoutIdLst>
</p:sldMaster>
</file>

<file path=ppt/slideMasters/slideMaster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05" name="PlaceHolder 1"/>
          <p:cNvSpPr>
            <a:spLocks noGrp="1"/>
          </p:cNvSpPr>
          <p:nvPr>
            <p:ph type="ftr" idx="16"/>
          </p:nvPr>
        </p:nvSpPr>
        <p:spPr>
          <a:xfrm>
            <a:off x="3124080" y="6356520"/>
            <a:ext cx="2886840" cy="3564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06" name="PlaceHolder 2"/>
          <p:cNvSpPr>
            <a:spLocks noGrp="1"/>
          </p:cNvSpPr>
          <p:nvPr>
            <p:ph type="sldNum" idx="17"/>
          </p:nvPr>
        </p:nvSpPr>
        <p:spPr>
          <a:xfrm>
            <a:off x="6553080" y="6356520"/>
            <a:ext cx="2125080" cy="3564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B8635394-8326-427F-9015-3B9FC7D9D8D3}"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07" name="PlaceHolder 3"/>
          <p:cNvSpPr>
            <a:spLocks noGrp="1"/>
          </p:cNvSpPr>
          <p:nvPr>
            <p:ph type="dt" idx="18"/>
          </p:nvPr>
        </p:nvSpPr>
        <p:spPr>
          <a:xfrm>
            <a:off x="457200" y="6356520"/>
            <a:ext cx="2125080" cy="3564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0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0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14" r:id="rId2"/>
    <p:sldLayoutId id="2147483715" r:id="rId3"/>
    <p:sldLayoutId id="2147483716" r:id="rId4"/>
    <p:sldLayoutId id="2147483717" r:id="rId5"/>
    <p:sldLayoutId id="2147483718" r:id="rId6"/>
    <p:sldLayoutId id="2147483719" r:id="rId7"/>
    <p:sldLayoutId id="2147483720" r:id="rId8"/>
    <p:sldLayoutId id="2147483721" r:id="rId9"/>
    <p:sldLayoutId id="2147483722" r:id="rId10"/>
    <p:sldLayoutId id="2147483723" r:id="rId11"/>
    <p:sldLayoutId id="2147483724" r:id="rId12"/>
    <p:sldLayoutId id="2147483725" r:id="rId13"/>
  </p:sldLayoutIdLst>
</p:sldMaster>
</file>

<file path=ppt/slideMasters/slideMaster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46" name="PlaceHolder 1"/>
          <p:cNvSpPr>
            <a:spLocks noGrp="1"/>
          </p:cNvSpPr>
          <p:nvPr>
            <p:ph type="ftr" idx="19"/>
          </p:nvPr>
        </p:nvSpPr>
        <p:spPr>
          <a:xfrm>
            <a:off x="3124080" y="6356520"/>
            <a:ext cx="2887560" cy="3571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47" name="PlaceHolder 2"/>
          <p:cNvSpPr>
            <a:spLocks noGrp="1"/>
          </p:cNvSpPr>
          <p:nvPr>
            <p:ph type="sldNum" idx="20"/>
          </p:nvPr>
        </p:nvSpPr>
        <p:spPr>
          <a:xfrm>
            <a:off x="6553080" y="6356520"/>
            <a:ext cx="2125800" cy="3571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C10BF277-37B6-413B-A7EC-5F7F73B11B2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48" name="PlaceHolder 3"/>
          <p:cNvSpPr>
            <a:spLocks noGrp="1"/>
          </p:cNvSpPr>
          <p:nvPr>
            <p:ph type="dt" idx="21"/>
          </p:nvPr>
        </p:nvSpPr>
        <p:spPr>
          <a:xfrm>
            <a:off x="457200" y="6356520"/>
            <a:ext cx="2125800" cy="3571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4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5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27" r:id="rId2"/>
    <p:sldLayoutId id="2147483728" r:id="rId3"/>
    <p:sldLayoutId id="2147483729" r:id="rId4"/>
    <p:sldLayoutId id="2147483730" r:id="rId5"/>
    <p:sldLayoutId id="2147483731" r:id="rId6"/>
    <p:sldLayoutId id="2147483732" r:id="rId7"/>
    <p:sldLayoutId id="2147483733" r:id="rId8"/>
    <p:sldLayoutId id="2147483734" r:id="rId9"/>
    <p:sldLayoutId id="2147483735" r:id="rId10"/>
    <p:sldLayoutId id="2147483736" r:id="rId11"/>
    <p:sldLayoutId id="2147483737" r:id="rId12"/>
    <p:sldLayoutId id="2147483738" r:id="rId13"/>
  </p:sldLayoutIdLst>
</p:sldMaster>
</file>

<file path=ppt/slideMasters/slideMaster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287" name="PlaceHolder 1"/>
          <p:cNvSpPr>
            <a:spLocks noGrp="1"/>
          </p:cNvSpPr>
          <p:nvPr>
            <p:ph type="ftr" idx="22"/>
          </p:nvPr>
        </p:nvSpPr>
        <p:spPr>
          <a:xfrm>
            <a:off x="3124080" y="6356520"/>
            <a:ext cx="2888640" cy="3582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288" name="PlaceHolder 2"/>
          <p:cNvSpPr>
            <a:spLocks noGrp="1"/>
          </p:cNvSpPr>
          <p:nvPr>
            <p:ph type="sldNum" idx="23"/>
          </p:nvPr>
        </p:nvSpPr>
        <p:spPr>
          <a:xfrm>
            <a:off x="6553080" y="6356520"/>
            <a:ext cx="2126880" cy="3582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41AD7B79-A0E1-4D07-A8AB-82E5FCA1BFBC}"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289" name="PlaceHolder 3"/>
          <p:cNvSpPr>
            <a:spLocks noGrp="1"/>
          </p:cNvSpPr>
          <p:nvPr>
            <p:ph type="dt" idx="24"/>
          </p:nvPr>
        </p:nvSpPr>
        <p:spPr>
          <a:xfrm>
            <a:off x="457200" y="6356520"/>
            <a:ext cx="2126880" cy="3582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29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29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40" r:id="rId2"/>
    <p:sldLayoutId id="2147483741" r:id="rId3"/>
    <p:sldLayoutId id="2147483742" r:id="rId4"/>
    <p:sldLayoutId id="2147483743" r:id="rId5"/>
    <p:sldLayoutId id="2147483744" r:id="rId6"/>
    <p:sldLayoutId id="2147483745" r:id="rId7"/>
    <p:sldLayoutId id="2147483746" r:id="rId8"/>
    <p:sldLayoutId id="2147483747" r:id="rId9"/>
    <p:sldLayoutId id="2147483748" r:id="rId10"/>
    <p:sldLayoutId id="2147483749" r:id="rId11"/>
    <p:sldLayoutId id="2147483750" r:id="rId12"/>
    <p:sldLayoutId id="2147483751" r:id="rId13"/>
  </p:sldLayoutIdLst>
</p:sldMaster>
</file>

<file path=ppt/slideMasters/slideMaster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28" name="PlaceHolder 1"/>
          <p:cNvSpPr>
            <a:spLocks noGrp="1"/>
          </p:cNvSpPr>
          <p:nvPr>
            <p:ph type="ftr" idx="25"/>
          </p:nvPr>
        </p:nvSpPr>
        <p:spPr>
          <a:xfrm>
            <a:off x="3124080" y="6356520"/>
            <a:ext cx="2889000" cy="3585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29" name="PlaceHolder 2"/>
          <p:cNvSpPr>
            <a:spLocks noGrp="1"/>
          </p:cNvSpPr>
          <p:nvPr>
            <p:ph type="sldNum" idx="26"/>
          </p:nvPr>
        </p:nvSpPr>
        <p:spPr>
          <a:xfrm>
            <a:off x="6553080" y="6356520"/>
            <a:ext cx="2127240" cy="3585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0688E70-5A14-4A54-8FBD-02378EDE1A55}"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30" name="PlaceHolder 3"/>
          <p:cNvSpPr>
            <a:spLocks noGrp="1"/>
          </p:cNvSpPr>
          <p:nvPr>
            <p:ph type="dt" idx="27"/>
          </p:nvPr>
        </p:nvSpPr>
        <p:spPr>
          <a:xfrm>
            <a:off x="457200" y="6356520"/>
            <a:ext cx="2127240" cy="3585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3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3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53" r:id="rId2"/>
    <p:sldLayoutId id="2147483754" r:id="rId3"/>
    <p:sldLayoutId id="2147483755" r:id="rId4"/>
    <p:sldLayoutId id="2147483756" r:id="rId5"/>
    <p:sldLayoutId id="2147483757" r:id="rId6"/>
    <p:sldLayoutId id="2147483758" r:id="rId7"/>
    <p:sldLayoutId id="2147483759" r:id="rId8"/>
    <p:sldLayoutId id="2147483760" r:id="rId9"/>
    <p:sldLayoutId id="2147483761" r:id="rId10"/>
    <p:sldLayoutId id="2147483762" r:id="rId11"/>
    <p:sldLayoutId id="2147483763" r:id="rId12"/>
    <p:sldLayoutId id="2147483764" r:id="rId13"/>
  </p:sldLayoutIdLst>
</p:sldMaster>
</file>

<file path=ppt/slideMasters/slideMaster1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369" name="PlaceHolder 1"/>
          <p:cNvSpPr>
            <a:spLocks noGrp="1"/>
          </p:cNvSpPr>
          <p:nvPr>
            <p:ph type="ftr" idx="28"/>
          </p:nvPr>
        </p:nvSpPr>
        <p:spPr>
          <a:xfrm>
            <a:off x="3124080" y="6356520"/>
            <a:ext cx="2889360" cy="3589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370" name="PlaceHolder 2"/>
          <p:cNvSpPr>
            <a:spLocks noGrp="1"/>
          </p:cNvSpPr>
          <p:nvPr>
            <p:ph type="sldNum" idx="29"/>
          </p:nvPr>
        </p:nvSpPr>
        <p:spPr>
          <a:xfrm>
            <a:off x="6553080" y="6356520"/>
            <a:ext cx="2127600" cy="3589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16DD6CB-6812-4383-A5C1-868CDF29C8C3}"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371" name="PlaceHolder 3"/>
          <p:cNvSpPr>
            <a:spLocks noGrp="1"/>
          </p:cNvSpPr>
          <p:nvPr>
            <p:ph type="dt" idx="30"/>
          </p:nvPr>
        </p:nvSpPr>
        <p:spPr>
          <a:xfrm>
            <a:off x="457200" y="6356520"/>
            <a:ext cx="2127600" cy="3589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372"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373"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66" r:id="rId2"/>
    <p:sldLayoutId id="2147483767" r:id="rId3"/>
    <p:sldLayoutId id="2147483768" r:id="rId4"/>
    <p:sldLayoutId id="2147483769" r:id="rId5"/>
    <p:sldLayoutId id="2147483770" r:id="rId6"/>
    <p:sldLayoutId id="2147483771" r:id="rId7"/>
    <p:sldLayoutId id="2147483772" r:id="rId8"/>
    <p:sldLayoutId id="2147483773" r:id="rId9"/>
    <p:sldLayoutId id="2147483774" r:id="rId10"/>
    <p:sldLayoutId id="2147483775" r:id="rId11"/>
    <p:sldLayoutId id="2147483776" r:id="rId12"/>
    <p:sldLayoutId id="2147483777" r:id="rId13"/>
  </p:sldLayoutIdLst>
</p:sldMaster>
</file>

<file path=ppt/slideMasters/slideMaster1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10" name="PlaceHolder 1"/>
          <p:cNvSpPr>
            <a:spLocks noGrp="1"/>
          </p:cNvSpPr>
          <p:nvPr>
            <p:ph type="ftr" idx="31"/>
          </p:nvPr>
        </p:nvSpPr>
        <p:spPr>
          <a:xfrm>
            <a:off x="3124080" y="6356520"/>
            <a:ext cx="2889720" cy="3592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11" name="PlaceHolder 2"/>
          <p:cNvSpPr>
            <a:spLocks noGrp="1"/>
          </p:cNvSpPr>
          <p:nvPr>
            <p:ph type="sldNum" idx="32"/>
          </p:nvPr>
        </p:nvSpPr>
        <p:spPr>
          <a:xfrm>
            <a:off x="6553080" y="6356520"/>
            <a:ext cx="2127960" cy="3592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D9E1D43F-A52A-4C13-B226-DCA0AF1EBAE8}"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12" name="PlaceHolder 3"/>
          <p:cNvSpPr>
            <a:spLocks noGrp="1"/>
          </p:cNvSpPr>
          <p:nvPr>
            <p:ph type="dt" idx="33"/>
          </p:nvPr>
        </p:nvSpPr>
        <p:spPr>
          <a:xfrm>
            <a:off x="457200" y="6356520"/>
            <a:ext cx="2127960" cy="3592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13"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14"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79" r:id="rId2"/>
    <p:sldLayoutId id="2147483780" r:id="rId3"/>
    <p:sldLayoutId id="2147483781" r:id="rId4"/>
    <p:sldLayoutId id="2147483782" r:id="rId5"/>
    <p:sldLayoutId id="2147483783" r:id="rId6"/>
    <p:sldLayoutId id="2147483784" r:id="rId7"/>
    <p:sldLayoutId id="2147483785" r:id="rId8"/>
    <p:sldLayoutId id="2147483786" r:id="rId9"/>
    <p:sldLayoutId id="2147483787" r:id="rId10"/>
    <p:sldLayoutId id="2147483788" r:id="rId11"/>
    <p:sldLayoutId id="2147483789" r:id="rId12"/>
    <p:sldLayoutId id="2147483790" r:id="rId13"/>
  </p:sldLayoutIdLst>
</p:sldMaster>
</file>

<file path=ppt/slideMasters/slideMaster12.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51" name="PlaceHolder 1"/>
          <p:cNvSpPr>
            <a:spLocks noGrp="1"/>
          </p:cNvSpPr>
          <p:nvPr>
            <p:ph type="ftr" idx="34"/>
          </p:nvPr>
        </p:nvSpPr>
        <p:spPr>
          <a:xfrm>
            <a:off x="3124080" y="6356520"/>
            <a:ext cx="2890440" cy="3600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52" name="PlaceHolder 2"/>
          <p:cNvSpPr>
            <a:spLocks noGrp="1"/>
          </p:cNvSpPr>
          <p:nvPr>
            <p:ph type="sldNum" idx="35"/>
          </p:nvPr>
        </p:nvSpPr>
        <p:spPr>
          <a:xfrm>
            <a:off x="6553080" y="6356520"/>
            <a:ext cx="2128680" cy="3600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E735CB41-F191-4CC0-B8A3-A41A07D5D05A}"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53" name="PlaceHolder 3"/>
          <p:cNvSpPr>
            <a:spLocks noGrp="1"/>
          </p:cNvSpPr>
          <p:nvPr>
            <p:ph type="dt" idx="36"/>
          </p:nvPr>
        </p:nvSpPr>
        <p:spPr>
          <a:xfrm>
            <a:off x="457200" y="6356520"/>
            <a:ext cx="2128680" cy="3600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54"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55"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792" r:id="rId2"/>
    <p:sldLayoutId id="2147483793" r:id="rId3"/>
    <p:sldLayoutId id="2147483794" r:id="rId4"/>
    <p:sldLayoutId id="2147483795" r:id="rId5"/>
    <p:sldLayoutId id="2147483796" r:id="rId6"/>
    <p:sldLayoutId id="2147483797" r:id="rId7"/>
    <p:sldLayoutId id="2147483798" r:id="rId8"/>
    <p:sldLayoutId id="2147483799" r:id="rId9"/>
    <p:sldLayoutId id="2147483800" r:id="rId10"/>
    <p:sldLayoutId id="2147483801" r:id="rId11"/>
    <p:sldLayoutId id="2147483802" r:id="rId12"/>
    <p:sldLayoutId id="2147483803" r:id="rId13"/>
  </p:sldLayoutIdLst>
</p:sldMaster>
</file>

<file path=ppt/slideMasters/slideMaster13.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492" name="PlaceHolder 1"/>
          <p:cNvSpPr>
            <a:spLocks noGrp="1"/>
          </p:cNvSpPr>
          <p:nvPr>
            <p:ph type="ftr" idx="37"/>
          </p:nvPr>
        </p:nvSpPr>
        <p:spPr>
          <a:xfrm>
            <a:off x="3124080" y="6356520"/>
            <a:ext cx="2891160" cy="3607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493" name="PlaceHolder 2"/>
          <p:cNvSpPr>
            <a:spLocks noGrp="1"/>
          </p:cNvSpPr>
          <p:nvPr>
            <p:ph type="sldNum" idx="38"/>
          </p:nvPr>
        </p:nvSpPr>
        <p:spPr>
          <a:xfrm>
            <a:off x="6553080" y="6356520"/>
            <a:ext cx="2129400" cy="3607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6C94282-11D2-4686-8D46-99250FC48726}"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494" name="PlaceHolder 3"/>
          <p:cNvSpPr>
            <a:spLocks noGrp="1"/>
          </p:cNvSpPr>
          <p:nvPr>
            <p:ph type="dt" idx="39"/>
          </p:nvPr>
        </p:nvSpPr>
        <p:spPr>
          <a:xfrm>
            <a:off x="457200" y="6356520"/>
            <a:ext cx="2129400" cy="3607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495"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496"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 id="2147483815" r:id="rId12"/>
    <p:sldLayoutId id="2147483816" r:id="rId13"/>
  </p:sldLayoutIdLst>
</p:sldMaster>
</file>

<file path=ppt/slideMasters/slideMaster14.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33" name="PlaceHolder 1"/>
          <p:cNvSpPr>
            <a:spLocks noGrp="1"/>
          </p:cNvSpPr>
          <p:nvPr>
            <p:ph type="ftr" idx="40"/>
          </p:nvPr>
        </p:nvSpPr>
        <p:spPr>
          <a:xfrm>
            <a:off x="3124080" y="6356520"/>
            <a:ext cx="2891520" cy="3610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34" name="PlaceHolder 2"/>
          <p:cNvSpPr>
            <a:spLocks noGrp="1"/>
          </p:cNvSpPr>
          <p:nvPr>
            <p:ph type="sldNum" idx="41"/>
          </p:nvPr>
        </p:nvSpPr>
        <p:spPr>
          <a:xfrm>
            <a:off x="6553080" y="6356520"/>
            <a:ext cx="2129760" cy="3610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1186FB6A-D2FC-470B-8081-5BD1702BF1A7}"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35" name="PlaceHolder 3"/>
          <p:cNvSpPr>
            <a:spLocks noGrp="1"/>
          </p:cNvSpPr>
          <p:nvPr>
            <p:ph type="dt" idx="42"/>
          </p:nvPr>
        </p:nvSpPr>
        <p:spPr>
          <a:xfrm>
            <a:off x="457200" y="6356520"/>
            <a:ext cx="2129760" cy="3610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36"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37"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18" r:id="rId2"/>
    <p:sldLayoutId id="2147483819" r:id="rId3"/>
    <p:sldLayoutId id="2147483820" r:id="rId4"/>
    <p:sldLayoutId id="2147483821" r:id="rId5"/>
    <p:sldLayoutId id="2147483822" r:id="rId6"/>
    <p:sldLayoutId id="2147483823" r:id="rId7"/>
    <p:sldLayoutId id="2147483824" r:id="rId8"/>
    <p:sldLayoutId id="2147483825" r:id="rId9"/>
    <p:sldLayoutId id="2147483826" r:id="rId10"/>
    <p:sldLayoutId id="2147483827" r:id="rId11"/>
    <p:sldLayoutId id="2147483828" r:id="rId12"/>
    <p:sldLayoutId id="2147483829" r:id="rId13"/>
  </p:sldLayoutIdLst>
</p:sldMaster>
</file>

<file path=ppt/slideMasters/slideMaster15.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574" name="PlaceHolder 1"/>
          <p:cNvSpPr>
            <a:spLocks noGrp="1"/>
          </p:cNvSpPr>
          <p:nvPr>
            <p:ph type="ftr" idx="43"/>
          </p:nvPr>
        </p:nvSpPr>
        <p:spPr>
          <a:xfrm>
            <a:off x="3124080" y="6356520"/>
            <a:ext cx="2891880" cy="3614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575" name="PlaceHolder 2"/>
          <p:cNvSpPr>
            <a:spLocks noGrp="1"/>
          </p:cNvSpPr>
          <p:nvPr>
            <p:ph type="sldNum" idx="44"/>
          </p:nvPr>
        </p:nvSpPr>
        <p:spPr>
          <a:xfrm>
            <a:off x="6553080" y="6356520"/>
            <a:ext cx="2130120" cy="3614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73A70229-1FDC-461B-AB93-FF07716A3FA7}"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576" name="PlaceHolder 3"/>
          <p:cNvSpPr>
            <a:spLocks noGrp="1"/>
          </p:cNvSpPr>
          <p:nvPr>
            <p:ph type="dt" idx="45"/>
          </p:nvPr>
        </p:nvSpPr>
        <p:spPr>
          <a:xfrm>
            <a:off x="457200" y="6356520"/>
            <a:ext cx="2130120" cy="3614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577"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578"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31" r:id="rId2"/>
    <p:sldLayoutId id="2147483832" r:id="rId3"/>
    <p:sldLayoutId id="2147483833" r:id="rId4"/>
    <p:sldLayoutId id="2147483834" r:id="rId5"/>
    <p:sldLayoutId id="2147483835" r:id="rId6"/>
    <p:sldLayoutId id="2147483836" r:id="rId7"/>
    <p:sldLayoutId id="2147483837" r:id="rId8"/>
    <p:sldLayoutId id="2147483838" r:id="rId9"/>
    <p:sldLayoutId id="2147483839" r:id="rId10"/>
    <p:sldLayoutId id="2147483840" r:id="rId11"/>
    <p:sldLayoutId id="2147483841" r:id="rId12"/>
    <p:sldLayoutId id="2147483842" r:id="rId13"/>
  </p:sldLayoutIdLst>
</p:sldMaster>
</file>

<file path=ppt/slideMasters/slideMaster16.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15" name="PlaceHolder 1"/>
          <p:cNvSpPr>
            <a:spLocks noGrp="1"/>
          </p:cNvSpPr>
          <p:nvPr>
            <p:ph type="ftr" idx="46"/>
          </p:nvPr>
        </p:nvSpPr>
        <p:spPr>
          <a:xfrm>
            <a:off x="3124080" y="6356520"/>
            <a:ext cx="2892240" cy="3618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16" name="PlaceHolder 2"/>
          <p:cNvSpPr>
            <a:spLocks noGrp="1"/>
          </p:cNvSpPr>
          <p:nvPr>
            <p:ph type="sldNum" idx="47"/>
          </p:nvPr>
        </p:nvSpPr>
        <p:spPr>
          <a:xfrm>
            <a:off x="6553080" y="6356520"/>
            <a:ext cx="2130480" cy="3618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609455EA-3B19-4C1B-8E52-12EBFF52562D}"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17" name="PlaceHolder 3"/>
          <p:cNvSpPr>
            <a:spLocks noGrp="1"/>
          </p:cNvSpPr>
          <p:nvPr>
            <p:ph type="dt" idx="48"/>
          </p:nvPr>
        </p:nvSpPr>
        <p:spPr>
          <a:xfrm>
            <a:off x="457200" y="6356520"/>
            <a:ext cx="2130480" cy="3618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18"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19"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44" r:id="rId2"/>
    <p:sldLayoutId id="2147483845" r:id="rId3"/>
    <p:sldLayoutId id="2147483846" r:id="rId4"/>
    <p:sldLayoutId id="2147483847" r:id="rId5"/>
    <p:sldLayoutId id="2147483848" r:id="rId6"/>
    <p:sldLayoutId id="2147483849" r:id="rId7"/>
    <p:sldLayoutId id="2147483850" r:id="rId8"/>
    <p:sldLayoutId id="2147483851" r:id="rId9"/>
    <p:sldLayoutId id="2147483852" r:id="rId10"/>
    <p:sldLayoutId id="2147483853" r:id="rId11"/>
    <p:sldLayoutId id="2147483854" r:id="rId12"/>
    <p:sldLayoutId id="2147483855" r:id="rId13"/>
  </p:sldLayoutIdLst>
</p:sldMaster>
</file>

<file path=ppt/slideMasters/slideMaster17.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56" name="PlaceHolder 1"/>
          <p:cNvSpPr>
            <a:spLocks noGrp="1"/>
          </p:cNvSpPr>
          <p:nvPr>
            <p:ph type="ftr" idx="49"/>
          </p:nvPr>
        </p:nvSpPr>
        <p:spPr>
          <a:xfrm>
            <a:off x="3124080" y="6356520"/>
            <a:ext cx="2892960" cy="36252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57" name="PlaceHolder 2"/>
          <p:cNvSpPr>
            <a:spLocks noGrp="1"/>
          </p:cNvSpPr>
          <p:nvPr>
            <p:ph type="sldNum" idx="50"/>
          </p:nvPr>
        </p:nvSpPr>
        <p:spPr>
          <a:xfrm>
            <a:off x="6553080" y="6356520"/>
            <a:ext cx="2131200" cy="36252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0B91CF17-93A7-4DBD-8F6E-C4DF692CF3CE}"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58" name="PlaceHolder 3"/>
          <p:cNvSpPr>
            <a:spLocks noGrp="1"/>
          </p:cNvSpPr>
          <p:nvPr>
            <p:ph type="dt" idx="51"/>
          </p:nvPr>
        </p:nvSpPr>
        <p:spPr>
          <a:xfrm>
            <a:off x="457200" y="6356520"/>
            <a:ext cx="2131200" cy="36252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659"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660"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57" r:id="rId2"/>
    <p:sldLayoutId id="2147483858" r:id="rId3"/>
    <p:sldLayoutId id="2147483859" r:id="rId4"/>
    <p:sldLayoutId id="2147483860" r:id="rId5"/>
    <p:sldLayoutId id="2147483861" r:id="rId6"/>
    <p:sldLayoutId id="2147483862" r:id="rId7"/>
    <p:sldLayoutId id="2147483863" r:id="rId8"/>
    <p:sldLayoutId id="2147483864" r:id="rId9"/>
    <p:sldLayoutId id="2147483865" r:id="rId10"/>
    <p:sldLayoutId id="2147483866" r:id="rId11"/>
    <p:sldLayoutId id="2147483867" r:id="rId12"/>
    <p:sldLayoutId id="2147483868" r:id="rId13"/>
  </p:sldLayoutIdLst>
</p:sldMaster>
</file>

<file path=ppt/slideMasters/slideMaster18.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697" name="PlaceHolder 1"/>
          <p:cNvSpPr>
            <a:spLocks noGrp="1"/>
          </p:cNvSpPr>
          <p:nvPr>
            <p:ph type="ftr" idx="52"/>
          </p:nvPr>
        </p:nvSpPr>
        <p:spPr>
          <a:xfrm>
            <a:off x="3124080" y="6356520"/>
            <a:ext cx="2893320" cy="36288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698" name="PlaceHolder 2"/>
          <p:cNvSpPr>
            <a:spLocks noGrp="1"/>
          </p:cNvSpPr>
          <p:nvPr>
            <p:ph type="sldNum" idx="53"/>
          </p:nvPr>
        </p:nvSpPr>
        <p:spPr>
          <a:xfrm>
            <a:off x="6553080" y="6356520"/>
            <a:ext cx="2131560" cy="36288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5A25B719-73BF-42D4-A01E-0FDE321140D3}"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699" name="PlaceHolder 3"/>
          <p:cNvSpPr>
            <a:spLocks noGrp="1"/>
          </p:cNvSpPr>
          <p:nvPr>
            <p:ph type="dt" idx="54"/>
          </p:nvPr>
        </p:nvSpPr>
        <p:spPr>
          <a:xfrm>
            <a:off x="457200" y="6356520"/>
            <a:ext cx="2131560" cy="36288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00"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01"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70" r:id="rId2"/>
    <p:sldLayoutId id="2147483871" r:id="rId3"/>
    <p:sldLayoutId id="2147483872" r:id="rId4"/>
    <p:sldLayoutId id="2147483873" r:id="rId5"/>
    <p:sldLayoutId id="2147483874" r:id="rId6"/>
    <p:sldLayoutId id="2147483875" r:id="rId7"/>
    <p:sldLayoutId id="2147483876" r:id="rId8"/>
    <p:sldLayoutId id="2147483877" r:id="rId9"/>
    <p:sldLayoutId id="2147483878" r:id="rId10"/>
    <p:sldLayoutId id="2147483879" r:id="rId11"/>
    <p:sldLayoutId id="2147483880" r:id="rId12"/>
    <p:sldLayoutId id="2147483881" r:id="rId13"/>
  </p:sldLayoutIdLst>
</p:sldMaster>
</file>

<file path=ppt/slideMasters/slideMaster19.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38" name="PlaceHolder 1"/>
          <p:cNvSpPr>
            <a:spLocks noGrp="1"/>
          </p:cNvSpPr>
          <p:nvPr>
            <p:ph type="ftr" idx="55"/>
          </p:nvPr>
        </p:nvSpPr>
        <p:spPr>
          <a:xfrm>
            <a:off x="3124080" y="6356520"/>
            <a:ext cx="2893680" cy="36324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39" name="PlaceHolder 2"/>
          <p:cNvSpPr>
            <a:spLocks noGrp="1"/>
          </p:cNvSpPr>
          <p:nvPr>
            <p:ph type="sldNum" idx="56"/>
          </p:nvPr>
        </p:nvSpPr>
        <p:spPr>
          <a:xfrm>
            <a:off x="6553080" y="6356520"/>
            <a:ext cx="2131920" cy="36324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1EF2C557-DD01-43EF-8A8D-15EE69F8DCE9}"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740" name="PlaceHolder 3"/>
          <p:cNvSpPr>
            <a:spLocks noGrp="1"/>
          </p:cNvSpPr>
          <p:nvPr>
            <p:ph type="dt" idx="57"/>
          </p:nvPr>
        </p:nvSpPr>
        <p:spPr>
          <a:xfrm>
            <a:off x="457200" y="6356520"/>
            <a:ext cx="2131920" cy="36324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74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74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883" r:id="rId2"/>
    <p:sldLayoutId id="2147483884" r:id="rId3"/>
    <p:sldLayoutId id="2147483885" r:id="rId4"/>
    <p:sldLayoutId id="2147483886" r:id="rId5"/>
    <p:sldLayoutId id="2147483887" r:id="rId6"/>
    <p:sldLayoutId id="2147483888" r:id="rId7"/>
    <p:sldLayoutId id="2147483889" r:id="rId8"/>
    <p:sldLayoutId id="2147483890" r:id="rId9"/>
    <p:sldLayoutId id="2147483891" r:id="rId10"/>
    <p:sldLayoutId id="2147483892" r:id="rId11"/>
    <p:sldLayoutId id="2147483893" r:id="rId12"/>
    <p:sldLayoutId id="2147483894" r:id="rId13"/>
  </p:sldLayoutIdLst>
</p:sldMaster>
</file>

<file path=ppt/slideMasters/slideMaster20.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779" name="PlaceHolder 1"/>
          <p:cNvSpPr>
            <a:spLocks noGrp="1"/>
          </p:cNvSpPr>
          <p:nvPr>
            <p:ph type="ftr" idx="58"/>
          </p:nvPr>
        </p:nvSpPr>
        <p:spPr>
          <a:xfrm>
            <a:off x="3124080" y="6356520"/>
            <a:ext cx="2894040" cy="36360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780" name="PlaceHolder 2"/>
          <p:cNvSpPr>
            <a:spLocks noGrp="1"/>
          </p:cNvSpPr>
          <p:nvPr>
            <p:ph type="sldNum" idx="59"/>
          </p:nvPr>
        </p:nvSpPr>
        <p:spPr>
          <a:xfrm>
            <a:off x="6553080" y="6356520"/>
            <a:ext cx="2132280" cy="36360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AE309F69-8A05-4ADB-A527-D7623DE54079}"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781" name="PlaceHolder 3"/>
          <p:cNvSpPr>
            <a:spLocks noGrp="1"/>
          </p:cNvSpPr>
          <p:nvPr>
            <p:ph type="dt" idx="60"/>
          </p:nvPr>
        </p:nvSpPr>
        <p:spPr>
          <a:xfrm>
            <a:off x="457200" y="6356520"/>
            <a:ext cx="2132280" cy="36360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Tree>
  </p:cSld>
  <p:clrMap bg1="lt1" bg2="lt2" tx1="dk1" tx2="dk2" accent1="accent1" accent2="accent2" accent3="accent3" accent4="accent4" accent5="accent5" accent6="accent6" hlink="hlink" folHlink="folHlink"/>
  <p:sldLayoutIdLst>
    <p:sldLayoutId id="2147483896" r:id="rId2"/>
    <p:sldLayoutId id="2147483897" r:id="rId3"/>
    <p:sldLayoutId id="2147483898" r:id="rId4"/>
    <p:sldLayoutId id="2147483899" r:id="rId5"/>
    <p:sldLayoutId id="2147483900" r:id="rId6"/>
    <p:sldLayoutId id="2147483901" r:id="rId7"/>
    <p:sldLayoutId id="2147483902" r:id="rId8"/>
    <p:sldLayoutId id="2147483903" r:id="rId9"/>
    <p:sldLayoutId id="2147483904" r:id="rId10"/>
    <p:sldLayoutId id="2147483905" r:id="rId11"/>
    <p:sldLayoutId id="2147483906" r:id="rId12"/>
    <p:sldLayoutId id="2147483907" r:id="rId13"/>
  </p:sldLayoutIdLst>
</p:sldMaster>
</file>

<file path=ppt/slideMasters/slideMaster2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bg>
      <p:bgPr>
        <a:solidFill>
          <a:srgbClr val="ffffff"/>
        </a:solidFill>
      </p:bgPr>
    </p:bg>
    <p:spTree>
      <p:nvGrpSpPr>
        <p:cNvPr id="1" name=""/>
        <p:cNvGrpSpPr/>
        <p:nvPr/>
      </p:nvGrpSpPr>
      <p:grpSpPr>
        <a:xfrm>
          <a:off x="0" y="0"/>
          <a:ext cx="0" cy="0"/>
          <a:chOff x="0" y="0"/>
          <a:chExt cx="0" cy="0"/>
        </a:xfrm>
      </p:grpSpPr>
      <p:sp>
        <p:nvSpPr>
          <p:cNvPr id="818" name="PlaceHolder 1"/>
          <p:cNvSpPr>
            <a:spLocks noGrp="1"/>
          </p:cNvSpPr>
          <p:nvPr>
            <p:ph type="ftr" idx="61"/>
          </p:nvPr>
        </p:nvSpPr>
        <p:spPr>
          <a:xfrm>
            <a:off x="3124080" y="6356520"/>
            <a:ext cx="2894400" cy="363960"/>
          </a:xfrm>
          <a:prstGeom prst="rect">
            <a:avLst/>
          </a:prstGeom>
          <a:noFill/>
          <a:ln w="0">
            <a:noFill/>
          </a:ln>
        </p:spPr>
        <p:txBody>
          <a:bodyPr lIns="90000" rIns="90000" tIns="45000" bIns="45000" anchor="ctr">
            <a:noAutofit/>
          </a:bodyPr>
          <a:lstStyle>
            <a:lvl1pPr indent="0" algn="ctr">
              <a:lnSpc>
                <a:spcPct val="100000"/>
              </a:lnSpc>
              <a:buNone/>
              <a:tabLst>
                <a:tab algn="l" pos="0"/>
              </a:tabLst>
              <a:defRPr b="0" lang="en-US" sz="1400" spc="-1" strike="noStrike">
                <a:solidFill>
                  <a:srgbClr val="000000"/>
                </a:solidFill>
                <a:latin typeface="Times New Roman"/>
              </a:defRPr>
            </a:lvl1pPr>
          </a:lstStyle>
          <a:p>
            <a:pPr indent="0" algn="ctr">
              <a:lnSpc>
                <a:spcPct val="100000"/>
              </a:lnSpc>
              <a:buNone/>
              <a:tabLst>
                <a:tab algn="l" pos="0"/>
              </a:tabLst>
            </a:pPr>
            <a:r>
              <a:rPr b="0" lang="en-US" sz="1400" spc="-1" strike="noStrike">
                <a:solidFill>
                  <a:srgbClr val="000000"/>
                </a:solidFill>
                <a:latin typeface="Times New Roman"/>
              </a:rPr>
              <a:t>&lt;footer&gt;</a:t>
            </a:r>
            <a:endParaRPr b="0" lang="en-US" sz="1400" spc="-1" strike="noStrike">
              <a:solidFill>
                <a:srgbClr val="000000"/>
              </a:solidFill>
              <a:latin typeface="Times New Roman"/>
            </a:endParaRPr>
          </a:p>
        </p:txBody>
      </p:sp>
      <p:sp>
        <p:nvSpPr>
          <p:cNvPr id="819" name="PlaceHolder 2"/>
          <p:cNvSpPr>
            <a:spLocks noGrp="1"/>
          </p:cNvSpPr>
          <p:nvPr>
            <p:ph type="sldNum" idx="62"/>
          </p:nvPr>
        </p:nvSpPr>
        <p:spPr>
          <a:xfrm>
            <a:off x="6553080" y="6356520"/>
            <a:ext cx="2132640" cy="363960"/>
          </a:xfrm>
          <a:prstGeom prst="rect">
            <a:avLst/>
          </a:prstGeom>
          <a:noFill/>
          <a:ln w="0">
            <a:noFill/>
          </a:ln>
        </p:spPr>
        <p:txBody>
          <a:bodyPr lIns="90000" rIns="90000" tIns="45000" bIns="45000" anchor="ctr">
            <a:noAutofit/>
          </a:bodyPr>
          <a:lstStyle>
            <a:lvl1pPr indent="0" algn="r">
              <a:lnSpc>
                <a:spcPct val="100000"/>
              </a:lnSpc>
              <a:buNone/>
              <a:tabLst>
                <a:tab algn="l" pos="0"/>
              </a:tabLst>
              <a:defRPr b="0" lang="en-US" sz="1200" spc="-1" strike="noStrike">
                <a:solidFill>
                  <a:srgbClr val="8b8b8b"/>
                </a:solidFill>
                <a:latin typeface="Calibri"/>
              </a:defRPr>
            </a:lvl1pPr>
          </a:lstStyle>
          <a:p>
            <a:pPr indent="0" algn="r">
              <a:lnSpc>
                <a:spcPct val="100000"/>
              </a:lnSpc>
              <a:buNone/>
              <a:tabLst>
                <a:tab algn="l" pos="0"/>
              </a:tabLst>
            </a:pPr>
            <a:fld id="{C6CEC219-3E59-4931-A63D-C7D15279D511}" type="slidenum">
              <a:rPr b="0" lang="en-US" sz="1200" spc="-1" strike="noStrike">
                <a:solidFill>
                  <a:srgbClr val="8b8b8b"/>
                </a:solidFill>
                <a:latin typeface="Calibri"/>
              </a:rPr>
              <a:t>&lt;number&gt;</a:t>
            </a:fld>
            <a:endParaRPr b="0" lang="en-US" sz="1200" spc="-1" strike="noStrike">
              <a:solidFill>
                <a:srgbClr val="000000"/>
              </a:solidFill>
              <a:latin typeface="Times New Roman"/>
            </a:endParaRPr>
          </a:p>
        </p:txBody>
      </p:sp>
      <p:sp>
        <p:nvSpPr>
          <p:cNvPr id="820" name="PlaceHolder 3"/>
          <p:cNvSpPr>
            <a:spLocks noGrp="1"/>
          </p:cNvSpPr>
          <p:nvPr>
            <p:ph type="dt" idx="63"/>
          </p:nvPr>
        </p:nvSpPr>
        <p:spPr>
          <a:xfrm>
            <a:off x="457200" y="6356520"/>
            <a:ext cx="2132640" cy="363960"/>
          </a:xfrm>
          <a:prstGeom prst="rect">
            <a:avLst/>
          </a:prstGeom>
          <a:noFill/>
          <a:ln w="0">
            <a:noFill/>
          </a:ln>
        </p:spPr>
        <p:txBody>
          <a:bodyPr lIns="90000" rIns="90000" tIns="45000" bIns="45000" anchor="ctr">
            <a:noAutofit/>
          </a:bodyPr>
          <a:lstStyle>
            <a:lvl1pPr indent="0">
              <a:buNone/>
              <a:defRPr b="0" lang="en-US" sz="1400" spc="-1" strike="noStrike">
                <a:solidFill>
                  <a:srgbClr val="000000"/>
                </a:solidFill>
                <a:latin typeface="Times New Roman"/>
              </a:defRPr>
            </a:lvl1pPr>
          </a:lstStyle>
          <a:p>
            <a:pPr indent="0">
              <a:buNone/>
            </a:pPr>
            <a:r>
              <a:rPr b="0" lang="en-US" sz="1400" spc="-1" strike="noStrike">
                <a:solidFill>
                  <a:srgbClr val="000000"/>
                </a:solidFill>
                <a:latin typeface="Times New Roman"/>
              </a:rPr>
              <a:t>&lt;date/time&gt;</a:t>
            </a:r>
            <a:endParaRPr b="0" lang="en-US" sz="1400" spc="-1" strike="noStrike">
              <a:solidFill>
                <a:srgbClr val="000000"/>
              </a:solidFill>
              <a:latin typeface="Times New Roman"/>
            </a:endParaRPr>
          </a:p>
        </p:txBody>
      </p:sp>
      <p:sp>
        <p:nvSpPr>
          <p:cNvPr id="821" name="PlaceHolder 4"/>
          <p:cNvSpPr>
            <a:spLocks noGrp="1"/>
          </p:cNvSpPr>
          <p:nvPr>
            <p:ph type="title"/>
          </p:nvPr>
        </p:nvSpPr>
        <p:spPr>
          <a:xfrm>
            <a:off x="457200" y="273600"/>
            <a:ext cx="8229240" cy="1144800"/>
          </a:xfrm>
          <a:prstGeom prst="rect">
            <a:avLst/>
          </a:prstGeom>
          <a:noFill/>
          <a:ln w="0">
            <a:noFill/>
          </a:ln>
        </p:spPr>
        <p:txBody>
          <a:bodyPr lIns="0" rIns="0" tIns="0" bIns="0" anchor="ctr">
            <a:noAutofit/>
          </a:bodyPr>
          <a:p>
            <a:pPr indent="0" algn="ctr">
              <a:buNone/>
            </a:pPr>
            <a:r>
              <a:rPr b="0" lang="en-US" sz="4400" spc="-1" strike="noStrike">
                <a:solidFill>
                  <a:srgbClr val="000000"/>
                </a:solidFill>
                <a:latin typeface="Arial"/>
              </a:rPr>
              <a:t>Click to edit the title text format</a:t>
            </a:r>
            <a:endParaRPr b="0" lang="en-US" sz="4400" spc="-1" strike="noStrike">
              <a:solidFill>
                <a:srgbClr val="000000"/>
              </a:solidFill>
              <a:latin typeface="Arial"/>
            </a:endParaRPr>
          </a:p>
        </p:txBody>
      </p:sp>
      <p:sp>
        <p:nvSpPr>
          <p:cNvPr id="822" name="PlaceHolder 5"/>
          <p:cNvSpPr>
            <a:spLocks noGrp="1"/>
          </p:cNvSpPr>
          <p:nvPr>
            <p:ph type="body"/>
          </p:nvPr>
        </p:nvSpPr>
        <p:spPr>
          <a:xfrm>
            <a:off x="457200" y="1604520"/>
            <a:ext cx="8229240" cy="3977280"/>
          </a:xfrm>
          <a:prstGeom prst="rect">
            <a:avLst/>
          </a:prstGeom>
          <a:noFill/>
          <a:ln w="0">
            <a:noFill/>
          </a:ln>
        </p:spPr>
        <p:txBody>
          <a:bodyPr lIns="0" rIns="0" tIns="0" bIns="0" anchor="t">
            <a:normAutofit/>
          </a:bodyPr>
          <a:p>
            <a:pPr marL="432000" indent="-324000">
              <a:spcBef>
                <a:spcPts val="1417"/>
              </a:spcBef>
              <a:buClr>
                <a:srgbClr val="000000"/>
              </a:buClr>
              <a:buSzPct val="45000"/>
              <a:buFont typeface="Wingdings" charset="2"/>
              <a:buChar char=""/>
            </a:pPr>
            <a:r>
              <a:rPr b="0" lang="en-US" sz="3200" spc="-1" strike="noStrike">
                <a:solidFill>
                  <a:srgbClr val="000000"/>
                </a:solidFill>
                <a:latin typeface="Arial"/>
              </a:rPr>
              <a:t>Click to edit the outline text format</a:t>
            </a:r>
            <a:endParaRPr b="0" lang="en-US" sz="3200" spc="-1" strike="noStrike">
              <a:solidFill>
                <a:srgbClr val="000000"/>
              </a:solidFill>
              <a:latin typeface="Arial"/>
            </a:endParaRPr>
          </a:p>
          <a:p>
            <a:pPr lvl="1" marL="864000" indent="-324000">
              <a:spcBef>
                <a:spcPts val="1134"/>
              </a:spcBef>
              <a:buClr>
                <a:srgbClr val="000000"/>
              </a:buClr>
              <a:buSzPct val="75000"/>
              <a:buFont typeface="Symbol" charset="2"/>
              <a:buChar char=""/>
            </a:pPr>
            <a:r>
              <a:rPr b="0" lang="en-US" sz="2800" spc="-1" strike="noStrike">
                <a:solidFill>
                  <a:srgbClr val="000000"/>
                </a:solidFill>
                <a:latin typeface="Arial"/>
              </a:rPr>
              <a:t>Second Outline Level</a:t>
            </a:r>
            <a:endParaRPr b="0" lang="en-US" sz="2800" spc="-1" strike="noStrike">
              <a:solidFill>
                <a:srgbClr val="000000"/>
              </a:solidFill>
              <a:latin typeface="Arial"/>
            </a:endParaRPr>
          </a:p>
          <a:p>
            <a:pPr lvl="2" marL="1296000" indent="-288000">
              <a:spcBef>
                <a:spcPts val="850"/>
              </a:spcBef>
              <a:buClr>
                <a:srgbClr val="000000"/>
              </a:buClr>
              <a:buSzPct val="45000"/>
              <a:buFont typeface="Wingdings" charset="2"/>
              <a:buChar char=""/>
            </a:pPr>
            <a:r>
              <a:rPr b="0" lang="en-US" sz="2400" spc="-1" strike="noStrike">
                <a:solidFill>
                  <a:srgbClr val="000000"/>
                </a:solidFill>
                <a:latin typeface="Arial"/>
              </a:rPr>
              <a:t>Third Outline Level</a:t>
            </a:r>
            <a:endParaRPr b="0" lang="en-US" sz="2400" spc="-1" strike="noStrike">
              <a:solidFill>
                <a:srgbClr val="000000"/>
              </a:solidFill>
              <a:latin typeface="Arial"/>
            </a:endParaRPr>
          </a:p>
          <a:p>
            <a:pPr lvl="3" marL="1728000" indent="-216000">
              <a:spcBef>
                <a:spcPts val="567"/>
              </a:spcBef>
              <a:buClr>
                <a:srgbClr val="000000"/>
              </a:buClr>
              <a:buSzPct val="75000"/>
              <a:buFont typeface="Symbol" charset="2"/>
              <a:buChar char=""/>
            </a:pPr>
            <a:r>
              <a:rPr b="0" lang="en-US" sz="2000" spc="-1" strike="noStrike">
                <a:solidFill>
                  <a:srgbClr val="000000"/>
                </a:solidFill>
                <a:latin typeface="Arial"/>
              </a:rPr>
              <a:t>Fourth Outline Level</a:t>
            </a:r>
            <a:endParaRPr b="0" lang="en-US" sz="2000" spc="-1" strike="noStrike">
              <a:solidFill>
                <a:srgbClr val="000000"/>
              </a:solidFill>
              <a:latin typeface="Arial"/>
            </a:endParaRPr>
          </a:p>
          <a:p>
            <a:pPr lvl="4" marL="2160000" indent="-216000">
              <a:spcBef>
                <a:spcPts val="283"/>
              </a:spcBef>
              <a:buClr>
                <a:srgbClr val="000000"/>
              </a:buClr>
              <a:buSzPct val="45000"/>
              <a:buFont typeface="Wingdings" charset="2"/>
              <a:buChar char=""/>
            </a:pPr>
            <a:r>
              <a:rPr b="0" lang="en-US" sz="2000" spc="-1" strike="noStrike">
                <a:solidFill>
                  <a:srgbClr val="000000"/>
                </a:solidFill>
                <a:latin typeface="Arial"/>
              </a:rPr>
              <a:t>Fifth Outline Level</a:t>
            </a:r>
            <a:endParaRPr b="0" lang="en-US" sz="2000" spc="-1" strike="noStrike">
              <a:solidFill>
                <a:srgbClr val="000000"/>
              </a:solidFill>
              <a:latin typeface="Arial"/>
            </a:endParaRPr>
          </a:p>
          <a:p>
            <a:pPr lvl="5" marL="2592000" indent="-216000">
              <a:spcBef>
                <a:spcPts val="283"/>
              </a:spcBef>
              <a:buClr>
                <a:srgbClr val="000000"/>
              </a:buClr>
              <a:buSzPct val="45000"/>
              <a:buFont typeface="Wingdings" charset="2"/>
              <a:buChar char=""/>
            </a:pPr>
            <a:r>
              <a:rPr b="0" lang="en-US" sz="2000" spc="-1" strike="noStrike">
                <a:solidFill>
                  <a:srgbClr val="000000"/>
                </a:solidFill>
                <a:latin typeface="Arial"/>
              </a:rPr>
              <a:t>Sixth Outline Level</a:t>
            </a:r>
            <a:endParaRPr b="0" lang="en-US" sz="2000" spc="-1" strike="noStrike">
              <a:solidFill>
                <a:srgbClr val="000000"/>
              </a:solidFill>
              <a:latin typeface="Arial"/>
            </a:endParaRPr>
          </a:p>
          <a:p>
            <a:pPr lvl="6" marL="3024000" indent="-216000">
              <a:spcBef>
                <a:spcPts val="283"/>
              </a:spcBef>
              <a:buClr>
                <a:srgbClr val="000000"/>
              </a:buClr>
              <a:buSzPct val="45000"/>
              <a:buFont typeface="Wingdings" charset="2"/>
              <a:buChar char=""/>
            </a:pPr>
            <a:r>
              <a:rPr b="0" lang="en-US" sz="2000" spc="-1" strike="noStrike">
                <a:solidFill>
                  <a:srgbClr val="000000"/>
                </a:solidFill>
                <a:latin typeface="Arial"/>
              </a:rPr>
              <a:t>Seventh Outline Level</a:t>
            </a:r>
            <a:endParaRPr b="0" lang="en-US" sz="2000" spc="-1" strike="noStrike">
              <a:solidFill>
                <a:srgbClr val="000000"/>
              </a:solidFill>
              <a:latin typeface="Arial"/>
            </a:endParaRPr>
          </a:p>
        </p:txBody>
      </p:sp>
    </p:spTree>
  </p:cSld>
  <p:clrMap bg1="lt1" bg2="lt2" tx1="dk1" tx2="dk2" accent1="accent1" accent2="accent2" accent3="accent3" accent4="accent4" accent5="accent5" accent6="accent6" hlink="hlink" folHlink="folHlink"/>
  <p:sldLayoutIdLst>
    <p:sldLayoutId id="2147483909" r:id="rId2"/>
    <p:sldLayoutId id="2147483910" r:id="rId3"/>
    <p:sldLayoutId id="2147483911" r:id="rId4"/>
    <p:sldLayoutId id="2147483912" r:id="rId5"/>
    <p:sldLayoutId id="2147483913" r:id="rId6"/>
    <p:sldLayoutId id="2147483914" r:id="rId7"/>
    <p:sldLayoutId id="2147483915" r:id="rId8"/>
    <p:sldLayoutId id="2147483916" r:id="rId9"/>
    <p:sldLayoutId id="2147483917" r:id="rId10"/>
    <p:sldLayoutId id="2147483918" r:id="rId11"/>
    <p:sldLayoutId id="2147483919" r:id="rId12"/>
    <p:sldLayoutId id="2147483920" r:id="rId13"/>
  </p:sldLayoutIdLst>
</p:sldMaster>
</file>

<file path=ppt/slides/_rels/slide1.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1.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25.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37.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49.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61.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3.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13.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85.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97.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109.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121.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133.xml"/>
</Relationships>
</file>

<file path=ppt/slides/_rels/slide17.xml.rels><?xml version="1.0" encoding="UTF-8"?>
<Relationships xmlns="http://schemas.openxmlformats.org/package/2006/relationships"><Relationship Id="rId1" Type="http://schemas.openxmlformats.org/officeDocument/2006/relationships/image" Target="../media/image1.png"/><Relationship Id="rId2" Type="http://schemas.openxmlformats.org/officeDocument/2006/relationships/slideLayout" Target="../slideLayouts/slideLayout145.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157.xml"/>
</Relationships>
</file>

<file path=ppt/slides/_rels/slide19.xml.rels><?xml version="1.0" encoding="UTF-8"?>
<Relationships xmlns="http://schemas.openxmlformats.org/package/2006/relationships"><Relationship Id="rId1" Type="http://schemas.openxmlformats.org/officeDocument/2006/relationships/image" Target="../media/image2.png"/><Relationship Id="rId2" Type="http://schemas.openxmlformats.org/officeDocument/2006/relationships/slideLayout" Target="../slideLayouts/slideLayout157.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169.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18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193.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205.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217.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217.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229.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241.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59" name="Rectangle 1"/>
          <p:cNvSpPr/>
          <p:nvPr/>
        </p:nvSpPr>
        <p:spPr>
          <a:xfrm>
            <a:off x="0" y="0"/>
            <a:ext cx="12179520" cy="68486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0" name="Rectangle 2"/>
          <p:cNvSpPr/>
          <p:nvPr/>
        </p:nvSpPr>
        <p:spPr>
          <a:xfrm>
            <a:off x="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1" name="Rectangle 3"/>
          <p:cNvSpPr/>
          <p:nvPr/>
        </p:nvSpPr>
        <p:spPr>
          <a:xfrm>
            <a:off x="914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2" name="Rectangle 4"/>
          <p:cNvSpPr/>
          <p:nvPr/>
        </p:nvSpPr>
        <p:spPr>
          <a:xfrm>
            <a:off x="1828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3" name="Rectangle 5"/>
          <p:cNvSpPr/>
          <p:nvPr/>
        </p:nvSpPr>
        <p:spPr>
          <a:xfrm>
            <a:off x="2743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4" name="Rectangle 6"/>
          <p:cNvSpPr/>
          <p:nvPr/>
        </p:nvSpPr>
        <p:spPr>
          <a:xfrm>
            <a:off x="3657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5" name="Rectangle 7"/>
          <p:cNvSpPr/>
          <p:nvPr/>
        </p:nvSpPr>
        <p:spPr>
          <a:xfrm>
            <a:off x="4572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6" name="Rectangle 8"/>
          <p:cNvSpPr/>
          <p:nvPr/>
        </p:nvSpPr>
        <p:spPr>
          <a:xfrm>
            <a:off x="5486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7" name="Rectangle 9"/>
          <p:cNvSpPr/>
          <p:nvPr/>
        </p:nvSpPr>
        <p:spPr>
          <a:xfrm>
            <a:off x="6400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8" name="Rectangle 10"/>
          <p:cNvSpPr/>
          <p:nvPr/>
        </p:nvSpPr>
        <p:spPr>
          <a:xfrm>
            <a:off x="7315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69" name="Rectangle 11"/>
          <p:cNvSpPr/>
          <p:nvPr/>
        </p:nvSpPr>
        <p:spPr>
          <a:xfrm>
            <a:off x="8229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70" name="Rectangle 12"/>
          <p:cNvSpPr/>
          <p:nvPr/>
        </p:nvSpPr>
        <p:spPr>
          <a:xfrm>
            <a:off x="9144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71" name="Rectangle 13"/>
          <p:cNvSpPr/>
          <p:nvPr/>
        </p:nvSpPr>
        <p:spPr>
          <a:xfrm>
            <a:off x="10058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72" name="Rectangle 14"/>
          <p:cNvSpPr/>
          <p:nvPr/>
        </p:nvSpPr>
        <p:spPr>
          <a:xfrm>
            <a:off x="10972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73" name="Rectangle 15"/>
          <p:cNvSpPr/>
          <p:nvPr/>
        </p:nvSpPr>
        <p:spPr>
          <a:xfrm>
            <a:off x="11887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74" name="Rectangle 16"/>
          <p:cNvSpPr/>
          <p:nvPr/>
        </p:nvSpPr>
        <p:spPr>
          <a:xfrm>
            <a:off x="0" y="0"/>
            <a:ext cx="310680" cy="68486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75" name="Rounded Rectangle 17"/>
          <p:cNvSpPr/>
          <p:nvPr/>
        </p:nvSpPr>
        <p:spPr>
          <a:xfrm>
            <a:off x="9875520" y="365760"/>
            <a:ext cx="2002320" cy="4935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876" name="TextBox 18"/>
          <p:cNvSpPr/>
          <p:nvPr/>
        </p:nvSpPr>
        <p:spPr>
          <a:xfrm>
            <a:off x="3340800" y="1005840"/>
            <a:ext cx="4289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a:t>
            </a:r>
            <a:endParaRPr b="0" lang="en-US" sz="4800" spc="-1" strike="noStrike">
              <a:solidFill>
                <a:srgbClr val="000000"/>
              </a:solidFill>
              <a:latin typeface="Arial"/>
            </a:endParaRPr>
          </a:p>
        </p:txBody>
      </p:sp>
      <p:sp>
        <p:nvSpPr>
          <p:cNvPr id="877" name="TextBox 19"/>
          <p:cNvSpPr/>
          <p:nvPr/>
        </p:nvSpPr>
        <p:spPr>
          <a:xfrm>
            <a:off x="1470960" y="2057400"/>
            <a:ext cx="95018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Variables are named memory locations used to store data in a program.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In Java, every variable must have a specific data type that defines what kind of data it can store.</a:t>
            </a:r>
            <a:endParaRPr b="0" lang="en-US" sz="1900" spc="-1" strike="noStrike">
              <a:solidFill>
                <a:srgbClr val="000000"/>
              </a:solidFill>
              <a:latin typeface="Arial"/>
            </a:endParaRPr>
          </a:p>
        </p:txBody>
      </p:sp>
      <p:sp>
        <p:nvSpPr>
          <p:cNvPr id="878" name="Rounded Rectangle 20"/>
          <p:cNvSpPr/>
          <p:nvPr/>
        </p:nvSpPr>
        <p:spPr>
          <a:xfrm>
            <a:off x="98748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79" name="Rounded Rectangle 21"/>
          <p:cNvSpPr/>
          <p:nvPr/>
        </p:nvSpPr>
        <p:spPr>
          <a:xfrm>
            <a:off x="914400" y="3108960"/>
            <a:ext cx="3282480" cy="328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100" spc="-1" strike="noStrike">
                <a:solidFill>
                  <a:schemeClr val="lt1"/>
                </a:solidFill>
                <a:latin typeface="Calibri"/>
                <a:ea typeface="DejaVu Sans"/>
              </a:rPr>
              <a:t>Variable Definition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A variable is a named memory location used to store data.</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Data Type Requirement</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In Java, every variable must be declared with a specific data type.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Memory Allocation</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The data type determines the type of value and the memory size.</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Example Data Types</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For example, int stores whole numbers, double stores decimals, and String stores text.</a:t>
            </a:r>
            <a:endParaRPr b="0" lang="en-US" sz="1100" spc="-1" strike="noStrike">
              <a:solidFill>
                <a:srgbClr val="ffffff"/>
              </a:solidFill>
              <a:latin typeface="Arial"/>
            </a:endParaRPr>
          </a:p>
          <a:p>
            <a:pPr>
              <a:lnSpc>
                <a:spcPct val="100000"/>
              </a:lnSpc>
            </a:pPr>
            <a:endParaRPr b="0" lang="en-US" sz="1100" spc="-1" strike="noStrike">
              <a:solidFill>
                <a:srgbClr val="ffffff"/>
              </a:solidFill>
              <a:latin typeface="Arial"/>
            </a:endParaRPr>
          </a:p>
          <a:p>
            <a:pPr>
              <a:lnSpc>
                <a:spcPct val="100000"/>
              </a:lnSpc>
            </a:pPr>
            <a:r>
              <a:rPr b="1" lang="en-US" sz="1100" spc="-1" strike="noStrike">
                <a:solidFill>
                  <a:schemeClr val="lt1"/>
                </a:solidFill>
                <a:latin typeface="Calibri"/>
                <a:ea typeface="DejaVu Sans"/>
              </a:rPr>
              <a:t>Program Flexibility</a:t>
            </a:r>
            <a:endParaRPr b="0" lang="en-US" sz="1100" spc="-1" strike="noStrike">
              <a:solidFill>
                <a:srgbClr val="ffffff"/>
              </a:solidFill>
              <a:latin typeface="Arial"/>
            </a:endParaRPr>
          </a:p>
          <a:p>
            <a:pPr>
              <a:lnSpc>
                <a:spcPct val="100000"/>
              </a:lnSpc>
            </a:pPr>
            <a:r>
              <a:rPr b="0" lang="en-US" sz="1100" spc="-1" strike="noStrike">
                <a:solidFill>
                  <a:schemeClr val="lt1"/>
                </a:solidFill>
                <a:latin typeface="Calibri"/>
                <a:ea typeface="DejaVu Sans"/>
              </a:rPr>
              <a:t>Variables allow programs to store and modify data during execution.</a:t>
            </a:r>
            <a:endParaRPr b="0" lang="en-US" sz="1100" spc="-1" strike="noStrike">
              <a:solidFill>
                <a:srgbClr val="ffffff"/>
              </a:solidFill>
              <a:latin typeface="Arial"/>
            </a:endParaRPr>
          </a:p>
        </p:txBody>
      </p:sp>
      <p:sp>
        <p:nvSpPr>
          <p:cNvPr id="880" name="Rounded Rectangle 22"/>
          <p:cNvSpPr/>
          <p:nvPr/>
        </p:nvSpPr>
        <p:spPr>
          <a:xfrm>
            <a:off x="450792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81" name="Rounded Rectangle 23"/>
          <p:cNvSpPr/>
          <p:nvPr/>
        </p:nvSpPr>
        <p:spPr>
          <a:xfrm>
            <a:off x="4434840" y="3108960"/>
            <a:ext cx="3282480" cy="2733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Start Program</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Declare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(data type + name)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Assign Value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Use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(print / calculate)</a:t>
            </a:r>
            <a:endParaRPr b="0" lang="en-US" sz="1800" spc="-1" strike="noStrike">
              <a:solidFill>
                <a:srgbClr val="ffffff"/>
              </a:solidFill>
              <a:latin typeface="Arial"/>
            </a:endParaRPr>
          </a:p>
        </p:txBody>
      </p:sp>
      <p:sp>
        <p:nvSpPr>
          <p:cNvPr id="882" name="Rounded Rectangle 24"/>
          <p:cNvSpPr/>
          <p:nvPr/>
        </p:nvSpPr>
        <p:spPr>
          <a:xfrm>
            <a:off x="802836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800" spc="-1" strike="noStrike">
              <a:solidFill>
                <a:schemeClr val="lt1"/>
              </a:solidFill>
              <a:latin typeface="Calibri"/>
              <a:ea typeface="DejaVu Sans"/>
            </a:endParaRPr>
          </a:p>
        </p:txBody>
      </p:sp>
      <p:sp>
        <p:nvSpPr>
          <p:cNvPr id="883" name="Rounded Rectangle 25"/>
          <p:cNvSpPr/>
          <p:nvPr/>
        </p:nvSpPr>
        <p:spPr>
          <a:xfrm>
            <a:off x="7955280" y="3108960"/>
            <a:ext cx="3466440" cy="328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VariableExample{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21;</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br>
              <a:rPr sz="1400"/>
            </a:b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System.out.println(price);    System.out.println(name);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884" name="TextBox 2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885" name="Rectangle 32"/>
          <p:cNvSpPr/>
          <p:nvPr/>
        </p:nvSpPr>
        <p:spPr>
          <a:xfrm>
            <a:off x="0" y="0"/>
            <a:ext cx="12179520" cy="68486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6" name="Rectangle 33"/>
          <p:cNvSpPr/>
          <p:nvPr/>
        </p:nvSpPr>
        <p:spPr>
          <a:xfrm>
            <a:off x="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7" name="Rectangle 34"/>
          <p:cNvSpPr/>
          <p:nvPr/>
        </p:nvSpPr>
        <p:spPr>
          <a:xfrm>
            <a:off x="914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8" name="Rectangle 35"/>
          <p:cNvSpPr/>
          <p:nvPr/>
        </p:nvSpPr>
        <p:spPr>
          <a:xfrm>
            <a:off x="1828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89" name="Rectangle 36"/>
          <p:cNvSpPr/>
          <p:nvPr/>
        </p:nvSpPr>
        <p:spPr>
          <a:xfrm>
            <a:off x="2743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0" name="Rectangle 37"/>
          <p:cNvSpPr/>
          <p:nvPr/>
        </p:nvSpPr>
        <p:spPr>
          <a:xfrm>
            <a:off x="3657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1" name="Rectangle 38"/>
          <p:cNvSpPr/>
          <p:nvPr/>
        </p:nvSpPr>
        <p:spPr>
          <a:xfrm>
            <a:off x="4572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2" name="Rectangle 39"/>
          <p:cNvSpPr/>
          <p:nvPr/>
        </p:nvSpPr>
        <p:spPr>
          <a:xfrm>
            <a:off x="5486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3" name="Rectangle 40"/>
          <p:cNvSpPr/>
          <p:nvPr/>
        </p:nvSpPr>
        <p:spPr>
          <a:xfrm>
            <a:off x="6400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4" name="Rectangle 41"/>
          <p:cNvSpPr/>
          <p:nvPr/>
        </p:nvSpPr>
        <p:spPr>
          <a:xfrm>
            <a:off x="7315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5" name="Rectangle 42"/>
          <p:cNvSpPr/>
          <p:nvPr/>
        </p:nvSpPr>
        <p:spPr>
          <a:xfrm>
            <a:off x="8229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6" name="Rectangle 43"/>
          <p:cNvSpPr/>
          <p:nvPr/>
        </p:nvSpPr>
        <p:spPr>
          <a:xfrm>
            <a:off x="9144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7" name="Rectangle 44"/>
          <p:cNvSpPr/>
          <p:nvPr/>
        </p:nvSpPr>
        <p:spPr>
          <a:xfrm>
            <a:off x="10058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8" name="Rectangle 45"/>
          <p:cNvSpPr/>
          <p:nvPr/>
        </p:nvSpPr>
        <p:spPr>
          <a:xfrm>
            <a:off x="10972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899" name="Rectangle 46"/>
          <p:cNvSpPr/>
          <p:nvPr/>
        </p:nvSpPr>
        <p:spPr>
          <a:xfrm>
            <a:off x="11887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0" name="Rectangle 47"/>
          <p:cNvSpPr/>
          <p:nvPr/>
        </p:nvSpPr>
        <p:spPr>
          <a:xfrm>
            <a:off x="0" y="0"/>
            <a:ext cx="310680" cy="68486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1" name="Rounded Rectangle 8"/>
          <p:cNvSpPr/>
          <p:nvPr/>
        </p:nvSpPr>
        <p:spPr>
          <a:xfrm>
            <a:off x="9875520" y="365760"/>
            <a:ext cx="2002320" cy="4935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02" name="TextBox 4"/>
          <p:cNvSpPr/>
          <p:nvPr/>
        </p:nvSpPr>
        <p:spPr>
          <a:xfrm>
            <a:off x="2652120" y="1005840"/>
            <a:ext cx="5667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 TYPES</a:t>
            </a:r>
            <a:endParaRPr b="0" lang="en-US" sz="4800" spc="-1" strike="noStrike">
              <a:solidFill>
                <a:srgbClr val="000000"/>
              </a:solidFill>
              <a:latin typeface="Arial"/>
            </a:endParaRPr>
          </a:p>
        </p:txBody>
      </p:sp>
      <p:sp>
        <p:nvSpPr>
          <p:cNvPr id="903" name="TextBox 5"/>
          <p:cNvSpPr/>
          <p:nvPr/>
        </p:nvSpPr>
        <p:spPr>
          <a:xfrm>
            <a:off x="712800" y="2057400"/>
            <a:ext cx="1101816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variables are classified based on where they are declared and how they are used within a class or method.</a:t>
            </a:r>
            <a:endParaRPr b="0" lang="en-US" sz="1900" spc="-1" strike="noStrike">
              <a:solidFill>
                <a:srgbClr val="000000"/>
              </a:solidFill>
              <a:latin typeface="Arial"/>
            </a:endParaRPr>
          </a:p>
        </p:txBody>
      </p:sp>
      <p:sp>
        <p:nvSpPr>
          <p:cNvPr id="904" name="Rounded Rectangle 9"/>
          <p:cNvSpPr/>
          <p:nvPr/>
        </p:nvSpPr>
        <p:spPr>
          <a:xfrm>
            <a:off x="98748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5" name="Rounded Rectangle 10"/>
          <p:cNvSpPr/>
          <p:nvPr/>
        </p:nvSpPr>
        <p:spPr>
          <a:xfrm>
            <a:off x="826200" y="2925720"/>
            <a:ext cx="3386160" cy="3697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Local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Local variables are declared inside a method, constructor, or block. They can only be accessed within that specific method or block where they are created.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Instance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Instance variables are declared inside a class but outside methods. Each object of the class has its own copy of these variables.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Static Variables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Static variables are declared using the static keyword. They belong to the class itself and are shared among all objects of that class.</a:t>
            </a:r>
            <a:endParaRPr b="0" lang="en-US" sz="1300" spc="-1" strike="noStrike">
              <a:solidFill>
                <a:srgbClr val="ffffff"/>
              </a:solidFill>
              <a:latin typeface="Arial"/>
            </a:endParaRPr>
          </a:p>
        </p:txBody>
      </p:sp>
      <p:sp>
        <p:nvSpPr>
          <p:cNvPr id="906" name="Rounded Rectangle 11"/>
          <p:cNvSpPr/>
          <p:nvPr/>
        </p:nvSpPr>
        <p:spPr>
          <a:xfrm>
            <a:off x="450792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7" name="Rounded Rectangle 12"/>
          <p:cNvSpPr/>
          <p:nvPr/>
        </p:nvSpPr>
        <p:spPr>
          <a:xfrm>
            <a:off x="4434840" y="3108960"/>
            <a:ext cx="3282480" cy="30549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Class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Static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Instance Variable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Method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Local Variable</a:t>
            </a:r>
            <a:endParaRPr b="0" lang="en-US" sz="1800" spc="-1" strike="noStrike">
              <a:solidFill>
                <a:srgbClr val="ffffff"/>
              </a:solidFill>
              <a:latin typeface="Arial"/>
            </a:endParaRPr>
          </a:p>
        </p:txBody>
      </p:sp>
      <p:sp>
        <p:nvSpPr>
          <p:cNvPr id="908" name="Rounded Rectangle 13"/>
          <p:cNvSpPr/>
          <p:nvPr/>
        </p:nvSpPr>
        <p:spPr>
          <a:xfrm>
            <a:off x="802836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09" name="Rounded Rectangle 14"/>
          <p:cNvSpPr/>
          <p:nvPr/>
        </p:nvSpPr>
        <p:spPr>
          <a:xfrm>
            <a:off x="7955280" y="3108960"/>
            <a:ext cx="3466440" cy="328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VariableTypes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instanceVar = 10;        // instance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static int staticVar = 20;   // static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void showVariables()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localVar = 30;       // local variable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System.out.println(localVar);        System.out.println(instanceVar);        System.out.println(staticVar);</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910" name="TextBox 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11" name="Rectangle 160"/>
          <p:cNvSpPr/>
          <p:nvPr/>
        </p:nvSpPr>
        <p:spPr>
          <a:xfrm>
            <a:off x="0" y="0"/>
            <a:ext cx="12181680" cy="68508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2" name="Rectangle 161"/>
          <p:cNvSpPr/>
          <p:nvPr/>
        </p:nvSpPr>
        <p:spPr>
          <a:xfrm>
            <a:off x="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3" name="Rectangle 162"/>
          <p:cNvSpPr/>
          <p:nvPr/>
        </p:nvSpPr>
        <p:spPr>
          <a:xfrm>
            <a:off x="914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4" name="Rectangle 163"/>
          <p:cNvSpPr/>
          <p:nvPr/>
        </p:nvSpPr>
        <p:spPr>
          <a:xfrm>
            <a:off x="1828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5" name="Rectangle 164"/>
          <p:cNvSpPr/>
          <p:nvPr/>
        </p:nvSpPr>
        <p:spPr>
          <a:xfrm>
            <a:off x="2743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6" name="Rectangle 165"/>
          <p:cNvSpPr/>
          <p:nvPr/>
        </p:nvSpPr>
        <p:spPr>
          <a:xfrm>
            <a:off x="3657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7" name="Rectangle 166"/>
          <p:cNvSpPr/>
          <p:nvPr/>
        </p:nvSpPr>
        <p:spPr>
          <a:xfrm>
            <a:off x="4572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8" name="Rectangle 167"/>
          <p:cNvSpPr/>
          <p:nvPr/>
        </p:nvSpPr>
        <p:spPr>
          <a:xfrm>
            <a:off x="5486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19" name="Rectangle 168"/>
          <p:cNvSpPr/>
          <p:nvPr/>
        </p:nvSpPr>
        <p:spPr>
          <a:xfrm>
            <a:off x="6400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0" name="Rectangle 169"/>
          <p:cNvSpPr/>
          <p:nvPr/>
        </p:nvSpPr>
        <p:spPr>
          <a:xfrm>
            <a:off x="7315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1" name="Rectangle 170"/>
          <p:cNvSpPr/>
          <p:nvPr/>
        </p:nvSpPr>
        <p:spPr>
          <a:xfrm>
            <a:off x="8229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2" name="Rectangle 171"/>
          <p:cNvSpPr/>
          <p:nvPr/>
        </p:nvSpPr>
        <p:spPr>
          <a:xfrm>
            <a:off x="9144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3" name="Rectangle 172"/>
          <p:cNvSpPr/>
          <p:nvPr/>
        </p:nvSpPr>
        <p:spPr>
          <a:xfrm>
            <a:off x="10058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4" name="Rectangle 173"/>
          <p:cNvSpPr/>
          <p:nvPr/>
        </p:nvSpPr>
        <p:spPr>
          <a:xfrm>
            <a:off x="10972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5" name="Rectangle 174"/>
          <p:cNvSpPr/>
          <p:nvPr/>
        </p:nvSpPr>
        <p:spPr>
          <a:xfrm>
            <a:off x="11887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6" name="Rectangle 175"/>
          <p:cNvSpPr/>
          <p:nvPr/>
        </p:nvSpPr>
        <p:spPr>
          <a:xfrm>
            <a:off x="0" y="0"/>
            <a:ext cx="312840" cy="68508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27" name="Rounded Rectangle 71"/>
          <p:cNvSpPr/>
          <p:nvPr/>
        </p:nvSpPr>
        <p:spPr>
          <a:xfrm>
            <a:off x="9875520" y="365760"/>
            <a:ext cx="2004480" cy="4957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28" name="TextBox 31"/>
          <p:cNvSpPr/>
          <p:nvPr/>
        </p:nvSpPr>
        <p:spPr>
          <a:xfrm>
            <a:off x="2074320" y="685800"/>
            <a:ext cx="684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VARIABLES EXAMPLE</a:t>
            </a:r>
            <a:endParaRPr b="0" lang="en-US" sz="4800" spc="-1" strike="noStrike">
              <a:solidFill>
                <a:srgbClr val="000000"/>
              </a:solidFill>
              <a:latin typeface="Arial"/>
            </a:endParaRPr>
          </a:p>
        </p:txBody>
      </p:sp>
      <p:sp>
        <p:nvSpPr>
          <p:cNvPr id="929" name="TextBox 32"/>
          <p:cNvSpPr/>
          <p:nvPr/>
        </p:nvSpPr>
        <p:spPr>
          <a:xfrm>
            <a:off x="2312280" y="1679400"/>
            <a:ext cx="6373080" cy="1063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600" spc="-1" strike="noStrike">
                <a:solidFill>
                  <a:srgbClr val="aaaaaa"/>
                </a:solidFill>
                <a:latin typeface="Calibri"/>
                <a:ea typeface="DejaVu Sans"/>
              </a:rPr>
              <a:t>Java programs use different variable types together.</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Each type has a different scope and lifetime.</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Local variables exist in methods, I</a:t>
            </a:r>
            <a:endParaRPr b="0" lang="en-US" sz="1600" spc="-1" strike="noStrike">
              <a:solidFill>
                <a:srgbClr val="000000"/>
              </a:solidFill>
              <a:latin typeface="Arial"/>
            </a:endParaRPr>
          </a:p>
          <a:p>
            <a:pPr>
              <a:lnSpc>
                <a:spcPct val="100000"/>
              </a:lnSpc>
            </a:pPr>
            <a:r>
              <a:rPr b="0" lang="en-US" sz="1600" spc="-1" strike="noStrike">
                <a:solidFill>
                  <a:srgbClr val="aaaaaa"/>
                </a:solidFill>
                <a:latin typeface="Calibri"/>
                <a:ea typeface="DejaVu Sans"/>
              </a:rPr>
              <a:t>nstance variables belong to objects, and static variables belong to the class.</a:t>
            </a:r>
            <a:endParaRPr b="0" lang="en-US" sz="1600" spc="-1" strike="noStrike">
              <a:solidFill>
                <a:srgbClr val="000000"/>
              </a:solidFill>
              <a:latin typeface="Arial"/>
            </a:endParaRPr>
          </a:p>
        </p:txBody>
      </p:sp>
      <p:sp>
        <p:nvSpPr>
          <p:cNvPr id="930" name="Rounded Rectangle 72"/>
          <p:cNvSpPr/>
          <p:nvPr/>
        </p:nvSpPr>
        <p:spPr>
          <a:xfrm>
            <a:off x="98748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1" name="Rounded Rectangle 73"/>
          <p:cNvSpPr/>
          <p:nvPr/>
        </p:nvSpPr>
        <p:spPr>
          <a:xfrm>
            <a:off x="685800" y="2971800"/>
            <a:ext cx="3513240" cy="319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Değişken Kapsamı</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Yerel Değişken (Local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Sadece bir metod içinde bulunur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başladığında oluşturulur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Metod bittiğinde yok edilir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Instance Değişken (Instance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Bir nesneye aittir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Her nesnenin kendine ait kopyası vardır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Static Değişken (Static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Tüm nesneler tarafından paylaşılır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Sınıfın kendisine aittir</a:t>
            </a:r>
            <a:endParaRPr b="0" lang="en-US" sz="1400" spc="-1" strike="noStrike">
              <a:solidFill>
                <a:srgbClr val="ffffff"/>
              </a:solidFill>
              <a:latin typeface="Arial"/>
            </a:endParaRPr>
          </a:p>
        </p:txBody>
      </p:sp>
      <p:sp>
        <p:nvSpPr>
          <p:cNvPr id="932" name="Rounded Rectangle 74"/>
          <p:cNvSpPr/>
          <p:nvPr/>
        </p:nvSpPr>
        <p:spPr>
          <a:xfrm>
            <a:off x="450792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3" name="Rounded Rectangle 75"/>
          <p:cNvSpPr/>
          <p:nvPr/>
        </p:nvSpPr>
        <p:spPr>
          <a:xfrm>
            <a:off x="4434840" y="3108960"/>
            <a:ext cx="3284640" cy="3057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Execution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Class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Static Variable (shared)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Object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Instance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Call Method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Local Variable</a:t>
            </a:r>
            <a:endParaRPr b="0" lang="en-US" sz="1400" spc="-1" strike="noStrike">
              <a:solidFill>
                <a:srgbClr val="ffffff"/>
              </a:solidFill>
              <a:latin typeface="Arial"/>
            </a:endParaRPr>
          </a:p>
        </p:txBody>
      </p:sp>
      <p:sp>
        <p:nvSpPr>
          <p:cNvPr id="934" name="Rounded Rectangle 76"/>
          <p:cNvSpPr/>
          <p:nvPr/>
        </p:nvSpPr>
        <p:spPr>
          <a:xfrm>
            <a:off x="802836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5" name="Rounded Rectangle 77"/>
          <p:cNvSpPr/>
          <p:nvPr/>
        </p:nvSpPr>
        <p:spPr>
          <a:xfrm>
            <a:off x="7955280" y="2971800"/>
            <a:ext cx="3697200" cy="3422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public class VariableDemo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static String university = "Tech University"; // static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String studentName; // instance variable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void showInfo()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year = 2; // local variable</a:t>
            </a:r>
            <a:endParaRPr b="0" lang="en-US" sz="1050" spc="-1" strike="noStrike">
              <a:solidFill>
                <a:srgbClr val="ffffff"/>
              </a:solidFill>
              <a:latin typeface="Arial"/>
            </a:endParaRPr>
          </a:p>
          <a:p>
            <a:pPr algn="ctr">
              <a:lnSpc>
                <a:spcPct val="100000"/>
              </a:lnSpc>
            </a:pP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System.out.println(studentName);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System.out.println(university);</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System.out.println(year);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VariableDemo s1 = new VariableDemo();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s1.studentName = "Tuna";</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s1.showInfo();</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936" name="TextBox 3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37" name="Rectangle 144"/>
          <p:cNvSpPr/>
          <p:nvPr/>
        </p:nvSpPr>
        <p:spPr>
          <a:xfrm>
            <a:off x="0" y="0"/>
            <a:ext cx="12181320" cy="68504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8" name="Rectangle 145"/>
          <p:cNvSpPr/>
          <p:nvPr/>
        </p:nvSpPr>
        <p:spPr>
          <a:xfrm>
            <a:off x="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39" name="Rectangle 146"/>
          <p:cNvSpPr/>
          <p:nvPr/>
        </p:nvSpPr>
        <p:spPr>
          <a:xfrm>
            <a:off x="914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0" name="Rectangle 147"/>
          <p:cNvSpPr/>
          <p:nvPr/>
        </p:nvSpPr>
        <p:spPr>
          <a:xfrm>
            <a:off x="1828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1" name="Rectangle 148"/>
          <p:cNvSpPr/>
          <p:nvPr/>
        </p:nvSpPr>
        <p:spPr>
          <a:xfrm>
            <a:off x="2743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2" name="Rectangle 149"/>
          <p:cNvSpPr/>
          <p:nvPr/>
        </p:nvSpPr>
        <p:spPr>
          <a:xfrm>
            <a:off x="3657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3" name="Rectangle 150"/>
          <p:cNvSpPr/>
          <p:nvPr/>
        </p:nvSpPr>
        <p:spPr>
          <a:xfrm>
            <a:off x="4572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4" name="Rectangle 151"/>
          <p:cNvSpPr/>
          <p:nvPr/>
        </p:nvSpPr>
        <p:spPr>
          <a:xfrm>
            <a:off x="5486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5" name="Rectangle 152"/>
          <p:cNvSpPr/>
          <p:nvPr/>
        </p:nvSpPr>
        <p:spPr>
          <a:xfrm>
            <a:off x="6400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6" name="Rectangle 153"/>
          <p:cNvSpPr/>
          <p:nvPr/>
        </p:nvSpPr>
        <p:spPr>
          <a:xfrm>
            <a:off x="7315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7" name="Rectangle 154"/>
          <p:cNvSpPr/>
          <p:nvPr/>
        </p:nvSpPr>
        <p:spPr>
          <a:xfrm>
            <a:off x="82296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8" name="Rectangle 155"/>
          <p:cNvSpPr/>
          <p:nvPr/>
        </p:nvSpPr>
        <p:spPr>
          <a:xfrm>
            <a:off x="91440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49" name="Rectangle 156"/>
          <p:cNvSpPr/>
          <p:nvPr/>
        </p:nvSpPr>
        <p:spPr>
          <a:xfrm>
            <a:off x="100584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0" name="Rectangle 157"/>
          <p:cNvSpPr/>
          <p:nvPr/>
        </p:nvSpPr>
        <p:spPr>
          <a:xfrm>
            <a:off x="109728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1" name="Rectangle 158"/>
          <p:cNvSpPr/>
          <p:nvPr/>
        </p:nvSpPr>
        <p:spPr>
          <a:xfrm>
            <a:off x="11887200" y="0"/>
            <a:ext cx="10800" cy="68504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2" name="Rectangle 159"/>
          <p:cNvSpPr/>
          <p:nvPr/>
        </p:nvSpPr>
        <p:spPr>
          <a:xfrm>
            <a:off x="0" y="0"/>
            <a:ext cx="312480" cy="68504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3" name="Rounded Rectangle 64"/>
          <p:cNvSpPr/>
          <p:nvPr/>
        </p:nvSpPr>
        <p:spPr>
          <a:xfrm>
            <a:off x="9875520" y="365760"/>
            <a:ext cx="2004120" cy="4953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54" name="TextBox 28"/>
          <p:cNvSpPr/>
          <p:nvPr/>
        </p:nvSpPr>
        <p:spPr>
          <a:xfrm>
            <a:off x="3228120" y="1005840"/>
            <a:ext cx="45154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DATA TYPES</a:t>
            </a:r>
            <a:endParaRPr b="0" lang="en-US" sz="4800" spc="-1" strike="noStrike">
              <a:solidFill>
                <a:srgbClr val="000000"/>
              </a:solidFill>
              <a:latin typeface="Arial"/>
            </a:endParaRPr>
          </a:p>
        </p:txBody>
      </p:sp>
      <p:sp>
        <p:nvSpPr>
          <p:cNvPr id="955" name="TextBox 29"/>
          <p:cNvSpPr/>
          <p:nvPr/>
        </p:nvSpPr>
        <p:spPr>
          <a:xfrm>
            <a:off x="2229120" y="2194560"/>
            <a:ext cx="65120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Data types define what kind of value a variable can store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Every variable must have a specific data type</a:t>
            </a:r>
            <a:endParaRPr b="0" lang="en-US" sz="1900" spc="-1" strike="noStrike">
              <a:solidFill>
                <a:srgbClr val="000000"/>
              </a:solidFill>
              <a:latin typeface="Arial"/>
            </a:endParaRPr>
          </a:p>
        </p:txBody>
      </p:sp>
      <p:sp>
        <p:nvSpPr>
          <p:cNvPr id="956" name="Rounded Rectangle 65"/>
          <p:cNvSpPr/>
          <p:nvPr/>
        </p:nvSpPr>
        <p:spPr>
          <a:xfrm>
            <a:off x="98748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7" name="Rounded Rectangle 66"/>
          <p:cNvSpPr/>
          <p:nvPr/>
        </p:nvSpPr>
        <p:spPr>
          <a:xfrm>
            <a:off x="685800" y="3108960"/>
            <a:ext cx="3512880" cy="3285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500" spc="-1" strike="noStrike">
                <a:solidFill>
                  <a:schemeClr val="lt1"/>
                </a:solidFill>
                <a:latin typeface="Calibri"/>
                <a:ea typeface="DejaVu Sans"/>
              </a:rPr>
              <a:t>Data Types</a:t>
            </a:r>
            <a:r>
              <a:rPr b="0" lang="en-US" sz="1500" spc="-1" strike="noStrike">
                <a:solidFill>
                  <a:schemeClr val="lt1"/>
                </a:solidFill>
                <a:latin typeface="Calibri"/>
                <a:ea typeface="DejaVu Sans"/>
              </a:rPr>
              <a:t> specify the type of data stored in a variable.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Java has </a:t>
            </a:r>
            <a:r>
              <a:rPr b="1" lang="en-US" sz="1500" spc="-1" strike="noStrike">
                <a:solidFill>
                  <a:schemeClr val="lt1"/>
                </a:solidFill>
                <a:latin typeface="Calibri"/>
                <a:ea typeface="DejaVu Sans"/>
              </a:rPr>
              <a:t>two main data type categories</a:t>
            </a:r>
            <a:r>
              <a:rPr b="0" lang="en-US" sz="1500" spc="-1" strike="noStrike">
                <a:solidFill>
                  <a:schemeClr val="lt1"/>
                </a:solidFill>
                <a:latin typeface="Calibri"/>
                <a:ea typeface="DejaVu Sans"/>
              </a:rPr>
              <a:t>.</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simple values directly in memory.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a:t>
            </a:r>
            <a:r>
              <a:rPr b="1" lang="en-US" sz="1500" spc="-1" strike="noStrike">
                <a:solidFill>
                  <a:schemeClr val="lt1"/>
                </a:solidFill>
                <a:latin typeface="Calibri"/>
                <a:ea typeface="DejaVu Sans"/>
              </a:rPr>
              <a:t>int, double, char, boolean.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Store references to objects.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Examples: String, Arrays, Classes.</a:t>
            </a:r>
            <a:endParaRPr b="0" lang="en-US" sz="1500" spc="-1" strike="noStrike">
              <a:solidFill>
                <a:srgbClr val="ffffff"/>
              </a:solidFill>
              <a:latin typeface="Arial"/>
            </a:endParaRPr>
          </a:p>
        </p:txBody>
      </p:sp>
      <p:sp>
        <p:nvSpPr>
          <p:cNvPr id="958" name="Rounded Rectangle 67"/>
          <p:cNvSpPr/>
          <p:nvPr/>
        </p:nvSpPr>
        <p:spPr>
          <a:xfrm>
            <a:off x="450792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59" name="Rounded Rectangle 68"/>
          <p:cNvSpPr/>
          <p:nvPr/>
        </p:nvSpPr>
        <p:spPr>
          <a:xfrm>
            <a:off x="4434840" y="3108960"/>
            <a:ext cx="3284280" cy="3056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Java Data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int</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double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char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 </a:t>
            </a:r>
            <a:r>
              <a:rPr b="0" lang="en-US" sz="1500" spc="-1" strike="noStrike">
                <a:solidFill>
                  <a:schemeClr val="lt1"/>
                </a:solidFill>
                <a:latin typeface="Calibri"/>
                <a:ea typeface="DejaVu Sans"/>
              </a:rPr>
              <a:t>boolean</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Non-Primitive Types</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String</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Array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 </a:t>
            </a:r>
            <a:r>
              <a:rPr b="0" lang="en-US" sz="1500" spc="-1" strike="noStrike">
                <a:solidFill>
                  <a:schemeClr val="lt1"/>
                </a:solidFill>
                <a:latin typeface="Calibri"/>
                <a:ea typeface="DejaVu Sans"/>
              </a:rPr>
              <a:t>Class</a:t>
            </a:r>
            <a:endParaRPr b="0" lang="en-US" sz="1500" spc="-1" strike="noStrike">
              <a:solidFill>
                <a:srgbClr val="ffffff"/>
              </a:solidFill>
              <a:latin typeface="Arial"/>
            </a:endParaRPr>
          </a:p>
        </p:txBody>
      </p:sp>
      <p:sp>
        <p:nvSpPr>
          <p:cNvPr id="960" name="Rounded Rectangle 69"/>
          <p:cNvSpPr/>
          <p:nvPr/>
        </p:nvSpPr>
        <p:spPr>
          <a:xfrm>
            <a:off x="8028360" y="3182040"/>
            <a:ext cx="3284280" cy="27356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1" name="Rounded Rectangle 70"/>
          <p:cNvSpPr/>
          <p:nvPr/>
        </p:nvSpPr>
        <p:spPr>
          <a:xfrm>
            <a:off x="7955280" y="3108960"/>
            <a:ext cx="3696840" cy="3056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DataTypesExample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age = 25;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salary = 5500.5;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char grade = 'A';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boolean isStudent = true;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"Tuna";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System.out.println(age);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962" name="TextBox 3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63" name="Rectangle 48"/>
          <p:cNvSpPr/>
          <p:nvPr/>
        </p:nvSpPr>
        <p:spPr>
          <a:xfrm>
            <a:off x="0" y="0"/>
            <a:ext cx="12179520" cy="68486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4" name="Rectangle 49"/>
          <p:cNvSpPr/>
          <p:nvPr/>
        </p:nvSpPr>
        <p:spPr>
          <a:xfrm>
            <a:off x="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5" name="Rectangle 50"/>
          <p:cNvSpPr/>
          <p:nvPr/>
        </p:nvSpPr>
        <p:spPr>
          <a:xfrm>
            <a:off x="914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6" name="Rectangle 51"/>
          <p:cNvSpPr/>
          <p:nvPr/>
        </p:nvSpPr>
        <p:spPr>
          <a:xfrm>
            <a:off x="1828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7" name="Rectangle 52"/>
          <p:cNvSpPr/>
          <p:nvPr/>
        </p:nvSpPr>
        <p:spPr>
          <a:xfrm>
            <a:off x="2743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8" name="Rectangle 53"/>
          <p:cNvSpPr/>
          <p:nvPr/>
        </p:nvSpPr>
        <p:spPr>
          <a:xfrm>
            <a:off x="3657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69" name="Rectangle 54"/>
          <p:cNvSpPr/>
          <p:nvPr/>
        </p:nvSpPr>
        <p:spPr>
          <a:xfrm>
            <a:off x="4572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0" name="Rectangle 55"/>
          <p:cNvSpPr/>
          <p:nvPr/>
        </p:nvSpPr>
        <p:spPr>
          <a:xfrm>
            <a:off x="5486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1" name="Rectangle 56"/>
          <p:cNvSpPr/>
          <p:nvPr/>
        </p:nvSpPr>
        <p:spPr>
          <a:xfrm>
            <a:off x="6400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2" name="Rectangle 57"/>
          <p:cNvSpPr/>
          <p:nvPr/>
        </p:nvSpPr>
        <p:spPr>
          <a:xfrm>
            <a:off x="7315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3" name="Rectangle 58"/>
          <p:cNvSpPr/>
          <p:nvPr/>
        </p:nvSpPr>
        <p:spPr>
          <a:xfrm>
            <a:off x="82296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4" name="Rectangle 59"/>
          <p:cNvSpPr/>
          <p:nvPr/>
        </p:nvSpPr>
        <p:spPr>
          <a:xfrm>
            <a:off x="91440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5" name="Rectangle 60"/>
          <p:cNvSpPr/>
          <p:nvPr/>
        </p:nvSpPr>
        <p:spPr>
          <a:xfrm>
            <a:off x="100584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6" name="Rectangle 61"/>
          <p:cNvSpPr/>
          <p:nvPr/>
        </p:nvSpPr>
        <p:spPr>
          <a:xfrm>
            <a:off x="109728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7" name="Rectangle 62"/>
          <p:cNvSpPr/>
          <p:nvPr/>
        </p:nvSpPr>
        <p:spPr>
          <a:xfrm>
            <a:off x="11887200" y="0"/>
            <a:ext cx="9000" cy="68486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8" name="Rectangle 63"/>
          <p:cNvSpPr/>
          <p:nvPr/>
        </p:nvSpPr>
        <p:spPr>
          <a:xfrm>
            <a:off x="0" y="0"/>
            <a:ext cx="310680" cy="68486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79" name="Rounded Rectangle 15"/>
          <p:cNvSpPr/>
          <p:nvPr/>
        </p:nvSpPr>
        <p:spPr>
          <a:xfrm>
            <a:off x="9875520" y="365760"/>
            <a:ext cx="2002320" cy="4935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980" name="TextBox 7"/>
          <p:cNvSpPr/>
          <p:nvPr/>
        </p:nvSpPr>
        <p:spPr>
          <a:xfrm>
            <a:off x="1629000" y="1005840"/>
            <a:ext cx="77144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   </a:t>
            </a:r>
            <a:r>
              <a:rPr b="1" lang="en-US" sz="4800" spc="-1" strike="noStrike">
                <a:solidFill>
                  <a:srgbClr val="f5f5f5"/>
                </a:solidFill>
                <a:latin typeface="Calibri"/>
                <a:ea typeface="DejaVu Sans"/>
              </a:rPr>
              <a:t>JAVA PRIMITIVE DATA TYPES</a:t>
            </a:r>
            <a:endParaRPr b="0" lang="en-US" sz="4800" spc="-1" strike="noStrike">
              <a:solidFill>
                <a:srgbClr val="000000"/>
              </a:solidFill>
              <a:latin typeface="Arial"/>
            </a:endParaRPr>
          </a:p>
        </p:txBody>
      </p:sp>
      <p:sp>
        <p:nvSpPr>
          <p:cNvPr id="981" name="TextBox 8"/>
          <p:cNvSpPr/>
          <p:nvPr/>
        </p:nvSpPr>
        <p:spPr>
          <a:xfrm>
            <a:off x="1870560" y="1846080"/>
            <a:ext cx="72892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Primitive data types are the basic data types in Java used to store simple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values such as numbers, characters, and boolean values.</a:t>
            </a:r>
            <a:endParaRPr b="0" lang="en-US" sz="1900" spc="-1" strike="noStrike">
              <a:solidFill>
                <a:srgbClr val="000000"/>
              </a:solidFill>
              <a:latin typeface="Arial"/>
            </a:endParaRPr>
          </a:p>
        </p:txBody>
      </p:sp>
      <p:sp>
        <p:nvSpPr>
          <p:cNvPr id="982" name="Rounded Rectangle 16"/>
          <p:cNvSpPr/>
          <p:nvPr/>
        </p:nvSpPr>
        <p:spPr>
          <a:xfrm>
            <a:off x="98748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3" name="Rounded Rectangle 18"/>
          <p:cNvSpPr/>
          <p:nvPr/>
        </p:nvSpPr>
        <p:spPr>
          <a:xfrm>
            <a:off x="685800" y="2743200"/>
            <a:ext cx="3511080" cy="3420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Numeric Types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provides numeric data types such as byte, short, int, long, float, and double to store different kinds of numbers.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Character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char data type is used to store a single character based on the Unicode system.</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Boolean Type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The boolean data type represents logical values and can only store true or false.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Memory Efficiency</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Primitive types are stored directly in memory and are faster and more memory-efficient than reference types.</a:t>
            </a:r>
            <a:endParaRPr b="0" lang="en-US" sz="1300" spc="-1" strike="noStrike">
              <a:solidFill>
                <a:srgbClr val="ffffff"/>
              </a:solidFill>
              <a:latin typeface="Arial"/>
            </a:endParaRPr>
          </a:p>
        </p:txBody>
      </p:sp>
      <p:sp>
        <p:nvSpPr>
          <p:cNvPr id="984" name="Rounded Rectangle 19"/>
          <p:cNvSpPr/>
          <p:nvPr/>
        </p:nvSpPr>
        <p:spPr>
          <a:xfrm>
            <a:off x="450792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5" name="Rounded Rectangle 26"/>
          <p:cNvSpPr/>
          <p:nvPr/>
        </p:nvSpPr>
        <p:spPr>
          <a:xfrm>
            <a:off x="4343400" y="2743200"/>
            <a:ext cx="3373920" cy="3649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Primitive Data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Numeric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Character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 </a:t>
            </a:r>
            <a:r>
              <a:rPr b="0" lang="en-US" sz="1400" spc="-1" strike="noStrike">
                <a:solidFill>
                  <a:schemeClr val="lt1"/>
                </a:solidFill>
                <a:latin typeface="Calibri"/>
                <a:ea typeface="DejaVu Sans"/>
              </a:rPr>
              <a:t>char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 Type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 </a:t>
            </a:r>
            <a:r>
              <a:rPr b="0" lang="en-US" sz="1400" spc="-1" strike="noStrike">
                <a:solidFill>
                  <a:schemeClr val="lt1"/>
                </a:solidFill>
                <a:latin typeface="Calibri"/>
                <a:ea typeface="DejaVu Sans"/>
              </a:rPr>
              <a:t>boolean</a:t>
            </a:r>
            <a:endParaRPr b="0" lang="en-US" sz="1400" spc="-1" strike="noStrike">
              <a:solidFill>
                <a:srgbClr val="ffffff"/>
              </a:solidFill>
              <a:latin typeface="Arial"/>
            </a:endParaRPr>
          </a:p>
        </p:txBody>
      </p:sp>
      <p:sp>
        <p:nvSpPr>
          <p:cNvPr id="986" name="Rounded Rectangle 27"/>
          <p:cNvSpPr/>
          <p:nvPr/>
        </p:nvSpPr>
        <p:spPr>
          <a:xfrm>
            <a:off x="8028360" y="3182040"/>
            <a:ext cx="3282480" cy="27338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87" name="Rounded Rectangle 28"/>
          <p:cNvSpPr/>
          <p:nvPr/>
        </p:nvSpPr>
        <p:spPr>
          <a:xfrm>
            <a:off x="7955280" y="2971800"/>
            <a:ext cx="3695040" cy="3192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PrimitiveExample {</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grade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boolean isStudent = true;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      System.out.println(grade);    System.out.println(isStudent);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988" name="TextBox 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989" name="Rectangle 80"/>
          <p:cNvSpPr/>
          <p:nvPr/>
        </p:nvSpPr>
        <p:spPr>
          <a:xfrm>
            <a:off x="0" y="0"/>
            <a:ext cx="12179880" cy="68490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0" name="Rectangle 81"/>
          <p:cNvSpPr/>
          <p:nvPr/>
        </p:nvSpPr>
        <p:spPr>
          <a:xfrm>
            <a:off x="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1" name="Rectangle 82"/>
          <p:cNvSpPr/>
          <p:nvPr/>
        </p:nvSpPr>
        <p:spPr>
          <a:xfrm>
            <a:off x="914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2" name="Rectangle 83"/>
          <p:cNvSpPr/>
          <p:nvPr/>
        </p:nvSpPr>
        <p:spPr>
          <a:xfrm>
            <a:off x="1828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3" name="Rectangle 84"/>
          <p:cNvSpPr/>
          <p:nvPr/>
        </p:nvSpPr>
        <p:spPr>
          <a:xfrm>
            <a:off x="2743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4" name="Rectangle 85"/>
          <p:cNvSpPr/>
          <p:nvPr/>
        </p:nvSpPr>
        <p:spPr>
          <a:xfrm>
            <a:off x="3657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5" name="Rectangle 86"/>
          <p:cNvSpPr/>
          <p:nvPr/>
        </p:nvSpPr>
        <p:spPr>
          <a:xfrm>
            <a:off x="4572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6" name="Rectangle 87"/>
          <p:cNvSpPr/>
          <p:nvPr/>
        </p:nvSpPr>
        <p:spPr>
          <a:xfrm>
            <a:off x="5486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7" name="Rectangle 88"/>
          <p:cNvSpPr/>
          <p:nvPr/>
        </p:nvSpPr>
        <p:spPr>
          <a:xfrm>
            <a:off x="6400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8" name="Rectangle 89"/>
          <p:cNvSpPr/>
          <p:nvPr/>
        </p:nvSpPr>
        <p:spPr>
          <a:xfrm>
            <a:off x="7315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999" name="Rectangle 90"/>
          <p:cNvSpPr/>
          <p:nvPr/>
        </p:nvSpPr>
        <p:spPr>
          <a:xfrm>
            <a:off x="8229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0" name="Rectangle 91"/>
          <p:cNvSpPr/>
          <p:nvPr/>
        </p:nvSpPr>
        <p:spPr>
          <a:xfrm>
            <a:off x="9144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1" name="Rectangle 92"/>
          <p:cNvSpPr/>
          <p:nvPr/>
        </p:nvSpPr>
        <p:spPr>
          <a:xfrm>
            <a:off x="10058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2" name="Rectangle 93"/>
          <p:cNvSpPr/>
          <p:nvPr/>
        </p:nvSpPr>
        <p:spPr>
          <a:xfrm>
            <a:off x="10972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3" name="Rectangle 94"/>
          <p:cNvSpPr/>
          <p:nvPr/>
        </p:nvSpPr>
        <p:spPr>
          <a:xfrm>
            <a:off x="11887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4" name="Rectangle 95"/>
          <p:cNvSpPr/>
          <p:nvPr/>
        </p:nvSpPr>
        <p:spPr>
          <a:xfrm>
            <a:off x="0" y="0"/>
            <a:ext cx="311040" cy="68490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5" name="Rounded Rectangle 36"/>
          <p:cNvSpPr/>
          <p:nvPr/>
        </p:nvSpPr>
        <p:spPr>
          <a:xfrm>
            <a:off x="9875520" y="365760"/>
            <a:ext cx="2002680" cy="4939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06" name="TextBox 13"/>
          <p:cNvSpPr/>
          <p:nvPr/>
        </p:nvSpPr>
        <p:spPr>
          <a:xfrm>
            <a:off x="2400480" y="1005840"/>
            <a:ext cx="6170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REFERENCE DATA TYPES</a:t>
            </a:r>
            <a:endParaRPr b="0" lang="en-US" sz="4800" spc="-1" strike="noStrike">
              <a:solidFill>
                <a:srgbClr val="000000"/>
              </a:solidFill>
              <a:latin typeface="Arial"/>
            </a:endParaRPr>
          </a:p>
        </p:txBody>
      </p:sp>
      <p:sp>
        <p:nvSpPr>
          <p:cNvPr id="1007" name="TextBox 14"/>
          <p:cNvSpPr/>
          <p:nvPr/>
        </p:nvSpPr>
        <p:spPr>
          <a:xfrm>
            <a:off x="2493720" y="2194560"/>
            <a:ext cx="59832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Reference data types store references (memory addresses)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to objects rather than the actual values.</a:t>
            </a:r>
            <a:endParaRPr b="0" lang="en-US" sz="1900" spc="-1" strike="noStrike">
              <a:solidFill>
                <a:srgbClr val="000000"/>
              </a:solidFill>
              <a:latin typeface="Arial"/>
            </a:endParaRPr>
          </a:p>
        </p:txBody>
      </p:sp>
      <p:sp>
        <p:nvSpPr>
          <p:cNvPr id="1008" name="Rounded Rectangle 37"/>
          <p:cNvSpPr/>
          <p:nvPr/>
        </p:nvSpPr>
        <p:spPr>
          <a:xfrm>
            <a:off x="98748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09" name="Rounded Rectangle 38"/>
          <p:cNvSpPr/>
          <p:nvPr/>
        </p:nvSpPr>
        <p:spPr>
          <a:xfrm>
            <a:off x="685800" y="3108960"/>
            <a:ext cx="3511440" cy="328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Object-Based Types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represent objects created from classes.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Memory Reference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store the memory address of the object instead of the actual data.</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Common 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 include String, arrays, classes, and objects.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1" lang="en-US" sz="1400" spc="-1" strike="noStrike">
                <a:solidFill>
                  <a:schemeClr val="lt1"/>
                </a:solidFill>
                <a:latin typeface="Calibri"/>
                <a:ea typeface="DejaVu Sans"/>
              </a:rPr>
              <a:t>Flexible Structure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Reference types allow storing complex data structures and multiple values.</a:t>
            </a:r>
            <a:endParaRPr b="0" lang="en-US" sz="1400" spc="-1" strike="noStrike">
              <a:solidFill>
                <a:srgbClr val="ffffff"/>
              </a:solidFill>
              <a:latin typeface="Arial"/>
            </a:endParaRPr>
          </a:p>
        </p:txBody>
      </p:sp>
      <p:sp>
        <p:nvSpPr>
          <p:cNvPr id="1010" name="Rounded Rectangle 39"/>
          <p:cNvSpPr/>
          <p:nvPr/>
        </p:nvSpPr>
        <p:spPr>
          <a:xfrm>
            <a:off x="450792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1" name="Rounded Rectangle 40"/>
          <p:cNvSpPr/>
          <p:nvPr/>
        </p:nvSpPr>
        <p:spPr>
          <a:xfrm>
            <a:off x="4434840" y="3108960"/>
            <a:ext cx="3282840" cy="2734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2200" spc="-1" strike="noStrike">
                <a:solidFill>
                  <a:schemeClr val="lt1"/>
                </a:solidFill>
                <a:latin typeface="Calibri"/>
                <a:ea typeface="DejaVu Sans"/>
              </a:rPr>
              <a:t>Reference Types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String</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Arrays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Classes</a:t>
            </a:r>
            <a:endParaRPr b="0" lang="en-US" sz="2200" spc="-1" strike="noStrike">
              <a:solidFill>
                <a:srgbClr val="ffffff"/>
              </a:solidFill>
              <a:latin typeface="Arial"/>
            </a:endParaRPr>
          </a:p>
          <a:p>
            <a:pPr>
              <a:lnSpc>
                <a:spcPct val="100000"/>
              </a:lnSpc>
            </a:pPr>
            <a:r>
              <a:rPr b="0" lang="en-US" sz="2200" spc="-1" strike="noStrike">
                <a:solidFill>
                  <a:schemeClr val="lt1"/>
                </a:solidFill>
                <a:latin typeface="Calibri"/>
                <a:ea typeface="DejaVu Sans"/>
              </a:rPr>
              <a:t>      └── </a:t>
            </a:r>
            <a:r>
              <a:rPr b="0" lang="en-US" sz="2200" spc="-1" strike="noStrike">
                <a:solidFill>
                  <a:schemeClr val="lt1"/>
                </a:solidFill>
                <a:latin typeface="Calibri"/>
                <a:ea typeface="DejaVu Sans"/>
              </a:rPr>
              <a:t>Objects</a:t>
            </a:r>
            <a:endParaRPr b="0" lang="en-US" sz="2200" spc="-1" strike="noStrike">
              <a:solidFill>
                <a:srgbClr val="ffffff"/>
              </a:solidFill>
              <a:latin typeface="Arial"/>
            </a:endParaRPr>
          </a:p>
        </p:txBody>
      </p:sp>
      <p:sp>
        <p:nvSpPr>
          <p:cNvPr id="1012" name="Rounded Rectangle 41"/>
          <p:cNvSpPr/>
          <p:nvPr/>
        </p:nvSpPr>
        <p:spPr>
          <a:xfrm>
            <a:off x="802836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3" name="Rounded Rectangle 42"/>
          <p:cNvSpPr/>
          <p:nvPr/>
        </p:nvSpPr>
        <p:spPr>
          <a:xfrm>
            <a:off x="7955280" y="3108960"/>
            <a:ext cx="3695400" cy="3055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ReferenceExample {</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String name = "Java";</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numbers = {10, 20, 30};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System.out.println(name);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System.out.println(numbers[0]);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014" name="TextBox 1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15" name="Rectangle 64"/>
          <p:cNvSpPr/>
          <p:nvPr/>
        </p:nvSpPr>
        <p:spPr>
          <a:xfrm>
            <a:off x="0" y="0"/>
            <a:ext cx="12179880" cy="68490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6" name="Rectangle 65"/>
          <p:cNvSpPr/>
          <p:nvPr/>
        </p:nvSpPr>
        <p:spPr>
          <a:xfrm>
            <a:off x="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7" name="Rectangle 66"/>
          <p:cNvSpPr/>
          <p:nvPr/>
        </p:nvSpPr>
        <p:spPr>
          <a:xfrm>
            <a:off x="914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8" name="Rectangle 67"/>
          <p:cNvSpPr/>
          <p:nvPr/>
        </p:nvSpPr>
        <p:spPr>
          <a:xfrm>
            <a:off x="1828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19" name="Rectangle 68"/>
          <p:cNvSpPr/>
          <p:nvPr/>
        </p:nvSpPr>
        <p:spPr>
          <a:xfrm>
            <a:off x="2743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0" name="Rectangle 69"/>
          <p:cNvSpPr/>
          <p:nvPr/>
        </p:nvSpPr>
        <p:spPr>
          <a:xfrm>
            <a:off x="3657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1" name="Rectangle 70"/>
          <p:cNvSpPr/>
          <p:nvPr/>
        </p:nvSpPr>
        <p:spPr>
          <a:xfrm>
            <a:off x="4572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2" name="Rectangle 71"/>
          <p:cNvSpPr/>
          <p:nvPr/>
        </p:nvSpPr>
        <p:spPr>
          <a:xfrm>
            <a:off x="5486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3" name="Rectangle 72"/>
          <p:cNvSpPr/>
          <p:nvPr/>
        </p:nvSpPr>
        <p:spPr>
          <a:xfrm>
            <a:off x="6400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4" name="Rectangle 73"/>
          <p:cNvSpPr/>
          <p:nvPr/>
        </p:nvSpPr>
        <p:spPr>
          <a:xfrm>
            <a:off x="7315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5" name="Rectangle 74"/>
          <p:cNvSpPr/>
          <p:nvPr/>
        </p:nvSpPr>
        <p:spPr>
          <a:xfrm>
            <a:off x="82296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6" name="Rectangle 75"/>
          <p:cNvSpPr/>
          <p:nvPr/>
        </p:nvSpPr>
        <p:spPr>
          <a:xfrm>
            <a:off x="91440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7" name="Rectangle 76"/>
          <p:cNvSpPr/>
          <p:nvPr/>
        </p:nvSpPr>
        <p:spPr>
          <a:xfrm>
            <a:off x="100584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8" name="Rectangle 77"/>
          <p:cNvSpPr/>
          <p:nvPr/>
        </p:nvSpPr>
        <p:spPr>
          <a:xfrm>
            <a:off x="109728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29" name="Rectangle 78"/>
          <p:cNvSpPr/>
          <p:nvPr/>
        </p:nvSpPr>
        <p:spPr>
          <a:xfrm>
            <a:off x="11887200" y="0"/>
            <a:ext cx="9360" cy="68490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0" name="Rectangle 79"/>
          <p:cNvSpPr/>
          <p:nvPr/>
        </p:nvSpPr>
        <p:spPr>
          <a:xfrm>
            <a:off x="0" y="0"/>
            <a:ext cx="311040" cy="68490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1" name="Rounded Rectangle 29"/>
          <p:cNvSpPr/>
          <p:nvPr/>
        </p:nvSpPr>
        <p:spPr>
          <a:xfrm>
            <a:off x="9875520" y="365760"/>
            <a:ext cx="2002680" cy="4939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32" name="TextBox 10"/>
          <p:cNvSpPr/>
          <p:nvPr/>
        </p:nvSpPr>
        <p:spPr>
          <a:xfrm>
            <a:off x="1342800" y="1005840"/>
            <a:ext cx="8285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PRIMITIVE VS REFERENCE TYPES</a:t>
            </a:r>
            <a:endParaRPr b="0" lang="en-US" sz="4800" spc="-1" strike="noStrike">
              <a:solidFill>
                <a:srgbClr val="000000"/>
              </a:solidFill>
              <a:latin typeface="Arial"/>
            </a:endParaRPr>
          </a:p>
        </p:txBody>
      </p:sp>
      <p:sp>
        <p:nvSpPr>
          <p:cNvPr id="1033" name="TextBox 11"/>
          <p:cNvSpPr/>
          <p:nvPr/>
        </p:nvSpPr>
        <p:spPr>
          <a:xfrm>
            <a:off x="1143000" y="2057400"/>
            <a:ext cx="92732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Java data types are divided into primitive types and reference types.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Primitive types store actual values, while reference types store memory addresses of objects.</a:t>
            </a:r>
            <a:endParaRPr b="0" lang="en-US" sz="1900" spc="-1" strike="noStrike">
              <a:solidFill>
                <a:srgbClr val="000000"/>
              </a:solidFill>
              <a:latin typeface="Arial"/>
            </a:endParaRPr>
          </a:p>
        </p:txBody>
      </p:sp>
      <p:sp>
        <p:nvSpPr>
          <p:cNvPr id="1034" name="Rounded Rectangle 30"/>
          <p:cNvSpPr/>
          <p:nvPr/>
        </p:nvSpPr>
        <p:spPr>
          <a:xfrm>
            <a:off x="98748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5" name="Rounded Rectangle 31"/>
          <p:cNvSpPr/>
          <p:nvPr/>
        </p:nvSpPr>
        <p:spPr>
          <a:xfrm>
            <a:off x="457200" y="2971800"/>
            <a:ext cx="3740040" cy="3421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Primitive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store the actual value directly in memory. Examples include int, double, char, and boolean.</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Reference Types</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Reference types store the memory address of an object. Examples include String, arrays, and class objects.</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Memory Storage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values are stored directly, while reference types point to objects in memory.</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1" lang="en-US" sz="1200" spc="-1" strike="noStrike">
                <a:solidFill>
                  <a:schemeClr val="lt1"/>
                </a:solidFill>
                <a:latin typeface="Calibri"/>
                <a:ea typeface="DejaVu Sans"/>
              </a:rPr>
              <a:t>Usage Difference</a:t>
            </a: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Primitive types are used for simple values, while reference types handle complex data and objects.</a:t>
            </a:r>
            <a:endParaRPr b="0" lang="en-US" sz="1200" spc="-1" strike="noStrike">
              <a:solidFill>
                <a:srgbClr val="ffffff"/>
              </a:solidFill>
              <a:latin typeface="Arial"/>
            </a:endParaRPr>
          </a:p>
        </p:txBody>
      </p:sp>
      <p:sp>
        <p:nvSpPr>
          <p:cNvPr id="1036" name="Rounded Rectangle 32"/>
          <p:cNvSpPr/>
          <p:nvPr/>
        </p:nvSpPr>
        <p:spPr>
          <a:xfrm>
            <a:off x="450792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7" name="Rounded Rectangle 33"/>
          <p:cNvSpPr/>
          <p:nvPr/>
        </p:nvSpPr>
        <p:spPr>
          <a:xfrm>
            <a:off x="4343400" y="2971800"/>
            <a:ext cx="3421080" cy="3283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Java Data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Primitive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char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 </a:t>
            </a:r>
            <a:r>
              <a:rPr b="0" lang="en-US" sz="1800" spc="-1" strike="noStrike">
                <a:solidFill>
                  <a:schemeClr val="lt1"/>
                </a:solidFill>
                <a:latin typeface="Calibri"/>
                <a:ea typeface="DejaVu Sans"/>
              </a:rPr>
              <a:t>boolean</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Reference Types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Arrays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Objects</a:t>
            </a:r>
            <a:endParaRPr b="0" lang="en-US" sz="1800" spc="-1" strike="noStrike">
              <a:solidFill>
                <a:srgbClr val="ffffff"/>
              </a:solidFill>
              <a:latin typeface="Arial"/>
            </a:endParaRPr>
          </a:p>
        </p:txBody>
      </p:sp>
      <p:sp>
        <p:nvSpPr>
          <p:cNvPr id="1038" name="Rounded Rectangle 34"/>
          <p:cNvSpPr/>
          <p:nvPr/>
        </p:nvSpPr>
        <p:spPr>
          <a:xfrm>
            <a:off x="8028360" y="3182040"/>
            <a:ext cx="3282840" cy="27342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39" name="Rounded Rectangle 35"/>
          <p:cNvSpPr/>
          <p:nvPr/>
        </p:nvSpPr>
        <p:spPr>
          <a:xfrm>
            <a:off x="7955280" y="3108960"/>
            <a:ext cx="3695400" cy="3055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100" spc="-1" strike="noStrike">
                <a:solidFill>
                  <a:srgbClr val="78ffc8"/>
                </a:solidFill>
                <a:latin typeface="Consolas"/>
                <a:ea typeface="DejaVu Sans"/>
              </a:rPr>
              <a:t>public class PrimitiveVsReference {</a:t>
            </a:r>
            <a:endParaRPr b="0" lang="en-US" sz="1100" spc="-1" strike="noStrike">
              <a:solidFill>
                <a:srgbClr val="ffffff"/>
              </a:solidFill>
              <a:latin typeface="Arial"/>
            </a:endParaRPr>
          </a:p>
          <a:p>
            <a:pPr algn="ctr">
              <a:lnSpc>
                <a:spcPct val="100000"/>
              </a:lnSpc>
            </a:pP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public static void main(String[] args) {</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 = 10;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double price = 19.99;     // primitive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String text = "Java";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int[] numbers = {1, 2, 3}; // reference type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System.out.println(price);</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System.out.println(text);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System.out.println(numbers[0]);</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    </a:t>
            </a:r>
            <a:r>
              <a:rPr b="0" lang="en-US" sz="1100" spc="-1" strike="noStrike">
                <a:solidFill>
                  <a:srgbClr val="78ffc8"/>
                </a:solidFill>
                <a:latin typeface="Consolas"/>
                <a:ea typeface="DejaVu Sans"/>
              </a:rPr>
              <a:t>}</a:t>
            </a:r>
            <a:endParaRPr b="0" lang="en-US" sz="1100" spc="-1" strike="noStrike">
              <a:solidFill>
                <a:srgbClr val="ffffff"/>
              </a:solidFill>
              <a:latin typeface="Arial"/>
            </a:endParaRPr>
          </a:p>
          <a:p>
            <a:pPr algn="ctr">
              <a:lnSpc>
                <a:spcPct val="100000"/>
              </a:lnSpc>
            </a:pPr>
            <a:r>
              <a:rPr b="0" lang="en-US" sz="1100" spc="-1" strike="noStrike">
                <a:solidFill>
                  <a:srgbClr val="78ffc8"/>
                </a:solidFill>
                <a:latin typeface="Consolas"/>
                <a:ea typeface="DejaVu Sans"/>
              </a:rPr>
              <a:t>}</a:t>
            </a:r>
            <a:endParaRPr b="0" lang="en-US" sz="1100" spc="-1" strike="noStrike">
              <a:solidFill>
                <a:srgbClr val="ffffff"/>
              </a:solidFill>
              <a:latin typeface="Arial"/>
            </a:endParaRPr>
          </a:p>
        </p:txBody>
      </p:sp>
      <p:sp>
        <p:nvSpPr>
          <p:cNvPr id="1040" name="TextBox 1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41" name="Rectangle 96"/>
          <p:cNvSpPr/>
          <p:nvPr/>
        </p:nvSpPr>
        <p:spPr>
          <a:xfrm>
            <a:off x="0" y="0"/>
            <a:ext cx="12180240" cy="68493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2" name="Rectangle 97"/>
          <p:cNvSpPr/>
          <p:nvPr/>
        </p:nvSpPr>
        <p:spPr>
          <a:xfrm>
            <a:off x="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3" name="Rectangle 98"/>
          <p:cNvSpPr/>
          <p:nvPr/>
        </p:nvSpPr>
        <p:spPr>
          <a:xfrm>
            <a:off x="914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4" name="Rectangle 99"/>
          <p:cNvSpPr/>
          <p:nvPr/>
        </p:nvSpPr>
        <p:spPr>
          <a:xfrm>
            <a:off x="1828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5" name="Rectangle 100"/>
          <p:cNvSpPr/>
          <p:nvPr/>
        </p:nvSpPr>
        <p:spPr>
          <a:xfrm>
            <a:off x="2743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6" name="Rectangle 101"/>
          <p:cNvSpPr/>
          <p:nvPr/>
        </p:nvSpPr>
        <p:spPr>
          <a:xfrm>
            <a:off x="3657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7" name="Rectangle 102"/>
          <p:cNvSpPr/>
          <p:nvPr/>
        </p:nvSpPr>
        <p:spPr>
          <a:xfrm>
            <a:off x="4572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8" name="Rectangle 103"/>
          <p:cNvSpPr/>
          <p:nvPr/>
        </p:nvSpPr>
        <p:spPr>
          <a:xfrm>
            <a:off x="5486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49" name="Rectangle 104"/>
          <p:cNvSpPr/>
          <p:nvPr/>
        </p:nvSpPr>
        <p:spPr>
          <a:xfrm>
            <a:off x="6400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0" name="Rectangle 105"/>
          <p:cNvSpPr/>
          <p:nvPr/>
        </p:nvSpPr>
        <p:spPr>
          <a:xfrm>
            <a:off x="7315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1" name="Rectangle 106"/>
          <p:cNvSpPr/>
          <p:nvPr/>
        </p:nvSpPr>
        <p:spPr>
          <a:xfrm>
            <a:off x="8229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2" name="Rectangle 107"/>
          <p:cNvSpPr/>
          <p:nvPr/>
        </p:nvSpPr>
        <p:spPr>
          <a:xfrm>
            <a:off x="9144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3" name="Rectangle 108"/>
          <p:cNvSpPr/>
          <p:nvPr/>
        </p:nvSpPr>
        <p:spPr>
          <a:xfrm>
            <a:off x="10058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4" name="Rectangle 109"/>
          <p:cNvSpPr/>
          <p:nvPr/>
        </p:nvSpPr>
        <p:spPr>
          <a:xfrm>
            <a:off x="10972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5" name="Rectangle 110"/>
          <p:cNvSpPr/>
          <p:nvPr/>
        </p:nvSpPr>
        <p:spPr>
          <a:xfrm>
            <a:off x="11887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6" name="Rectangle 111"/>
          <p:cNvSpPr/>
          <p:nvPr/>
        </p:nvSpPr>
        <p:spPr>
          <a:xfrm>
            <a:off x="0" y="0"/>
            <a:ext cx="311400" cy="68493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57" name="Rounded Rectangle 43"/>
          <p:cNvSpPr/>
          <p:nvPr/>
        </p:nvSpPr>
        <p:spPr>
          <a:xfrm>
            <a:off x="9875520" y="365760"/>
            <a:ext cx="2003040" cy="4942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58" name="TextBox 16"/>
          <p:cNvSpPr/>
          <p:nvPr/>
        </p:nvSpPr>
        <p:spPr>
          <a:xfrm>
            <a:off x="2108520" y="1005840"/>
            <a:ext cx="67543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NAMING RULES</a:t>
            </a:r>
            <a:endParaRPr b="0" lang="en-US" sz="4800" spc="-1" strike="noStrike">
              <a:solidFill>
                <a:srgbClr val="000000"/>
              </a:solidFill>
              <a:latin typeface="Arial"/>
            </a:endParaRPr>
          </a:p>
        </p:txBody>
      </p:sp>
      <p:sp>
        <p:nvSpPr>
          <p:cNvPr id="1059" name="TextBox 17"/>
          <p:cNvSpPr/>
          <p:nvPr/>
        </p:nvSpPr>
        <p:spPr>
          <a:xfrm>
            <a:off x="2305080" y="1826640"/>
            <a:ext cx="65041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naming rules specify how variables should be written in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ensure valid and readable code.</a:t>
            </a:r>
            <a:endParaRPr b="0" lang="en-US" sz="1900" spc="-1" strike="noStrike">
              <a:solidFill>
                <a:srgbClr val="000000"/>
              </a:solidFill>
              <a:latin typeface="Arial"/>
            </a:endParaRPr>
          </a:p>
        </p:txBody>
      </p:sp>
      <p:sp>
        <p:nvSpPr>
          <p:cNvPr id="1060" name="Rounded Rectangle 44"/>
          <p:cNvSpPr/>
          <p:nvPr/>
        </p:nvSpPr>
        <p:spPr>
          <a:xfrm>
            <a:off x="98748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1" name="Rounded Rectangle 45"/>
          <p:cNvSpPr/>
          <p:nvPr/>
        </p:nvSpPr>
        <p:spPr>
          <a:xfrm>
            <a:off x="475560" y="2514600"/>
            <a:ext cx="3722040" cy="38786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Start with Letter, _ or $</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 variable name must start with a letter, underscore _, or dollar sign $.</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No Spaces Allowed</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cannot contain spaces.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Case Sensitive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variable names are case sensitive (age and Age are different).</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Cannot Use Keywords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reserved keywords such as int, class, or public cannot be used as variable names.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Meaningful Names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Variable names should be meaningful and descriptive to improve code readability.</a:t>
            </a:r>
            <a:endParaRPr b="0" lang="en-US" sz="1300" spc="-1" strike="noStrike">
              <a:solidFill>
                <a:srgbClr val="ffffff"/>
              </a:solidFill>
              <a:latin typeface="Arial"/>
            </a:endParaRPr>
          </a:p>
        </p:txBody>
      </p:sp>
      <p:sp>
        <p:nvSpPr>
          <p:cNvPr id="1062" name="Rounded Rectangle 46"/>
          <p:cNvSpPr/>
          <p:nvPr/>
        </p:nvSpPr>
        <p:spPr>
          <a:xfrm>
            <a:off x="450792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3" name="Rounded Rectangle 47"/>
          <p:cNvSpPr/>
          <p:nvPr/>
        </p:nvSpPr>
        <p:spPr>
          <a:xfrm>
            <a:off x="4434840" y="3108960"/>
            <a:ext cx="3283200" cy="2734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Variable Name Rules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Start with letter / _ /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 spaces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Case sensitive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Not a keyword</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Use meaningful names</a:t>
            </a:r>
            <a:endParaRPr b="0" lang="en-US" sz="1800" spc="-1" strike="noStrike">
              <a:solidFill>
                <a:srgbClr val="ffffff"/>
              </a:solidFill>
              <a:latin typeface="Arial"/>
            </a:endParaRPr>
          </a:p>
        </p:txBody>
      </p:sp>
      <p:sp>
        <p:nvSpPr>
          <p:cNvPr id="1064" name="Rounded Rectangle 48"/>
          <p:cNvSpPr/>
          <p:nvPr/>
        </p:nvSpPr>
        <p:spPr>
          <a:xfrm>
            <a:off x="802836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5" name="Rounded Rectangle 49"/>
          <p:cNvSpPr/>
          <p:nvPr/>
        </p:nvSpPr>
        <p:spPr>
          <a:xfrm>
            <a:off x="7955280" y="2514600"/>
            <a:ext cx="3695760" cy="3402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VariableNaming {</a:t>
            </a:r>
            <a:endParaRPr b="0" lang="en-US" sz="1200" spc="-1" strike="noStrike">
              <a:solidFill>
                <a:srgbClr val="ffffff"/>
              </a:solidFill>
              <a:latin typeface="Arial"/>
            </a:endParaRPr>
          </a:p>
          <a:p>
            <a:pPr algn="ctr">
              <a:lnSpc>
                <a:spcPct val="100000"/>
              </a:lnSpc>
            </a:pP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25;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studentCount = 30; // valid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2age = 20;      // invalid (cannot start with number)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student age = 5; // invalid (space not allowed)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int class = 10;     // invalid (keyword)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System.out.println(age); System.out.println(studentCount);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066" name="TextBox 2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67" name="Rectangle 112"/>
          <p:cNvSpPr/>
          <p:nvPr/>
        </p:nvSpPr>
        <p:spPr>
          <a:xfrm>
            <a:off x="0" y="0"/>
            <a:ext cx="12180240" cy="68493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8" name="Rectangle 113"/>
          <p:cNvSpPr/>
          <p:nvPr/>
        </p:nvSpPr>
        <p:spPr>
          <a:xfrm>
            <a:off x="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69" name="Rectangle 114"/>
          <p:cNvSpPr/>
          <p:nvPr/>
        </p:nvSpPr>
        <p:spPr>
          <a:xfrm>
            <a:off x="914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0" name="Rectangle 115"/>
          <p:cNvSpPr/>
          <p:nvPr/>
        </p:nvSpPr>
        <p:spPr>
          <a:xfrm>
            <a:off x="1828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1" name="Rectangle 116"/>
          <p:cNvSpPr/>
          <p:nvPr/>
        </p:nvSpPr>
        <p:spPr>
          <a:xfrm>
            <a:off x="2743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2" name="Rectangle 117"/>
          <p:cNvSpPr/>
          <p:nvPr/>
        </p:nvSpPr>
        <p:spPr>
          <a:xfrm>
            <a:off x="3657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3" name="Rectangle 118"/>
          <p:cNvSpPr/>
          <p:nvPr/>
        </p:nvSpPr>
        <p:spPr>
          <a:xfrm>
            <a:off x="4572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4" name="Rectangle 119"/>
          <p:cNvSpPr/>
          <p:nvPr/>
        </p:nvSpPr>
        <p:spPr>
          <a:xfrm>
            <a:off x="5486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5" name="Rectangle 120"/>
          <p:cNvSpPr/>
          <p:nvPr/>
        </p:nvSpPr>
        <p:spPr>
          <a:xfrm>
            <a:off x="6400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6" name="Rectangle 121"/>
          <p:cNvSpPr/>
          <p:nvPr/>
        </p:nvSpPr>
        <p:spPr>
          <a:xfrm>
            <a:off x="7315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7" name="Rectangle 122"/>
          <p:cNvSpPr/>
          <p:nvPr/>
        </p:nvSpPr>
        <p:spPr>
          <a:xfrm>
            <a:off x="82296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8" name="Rectangle 123"/>
          <p:cNvSpPr/>
          <p:nvPr/>
        </p:nvSpPr>
        <p:spPr>
          <a:xfrm>
            <a:off x="91440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79" name="Rectangle 124"/>
          <p:cNvSpPr/>
          <p:nvPr/>
        </p:nvSpPr>
        <p:spPr>
          <a:xfrm>
            <a:off x="100584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0" name="Rectangle 125"/>
          <p:cNvSpPr/>
          <p:nvPr/>
        </p:nvSpPr>
        <p:spPr>
          <a:xfrm>
            <a:off x="109728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1" name="Rectangle 126"/>
          <p:cNvSpPr/>
          <p:nvPr/>
        </p:nvSpPr>
        <p:spPr>
          <a:xfrm>
            <a:off x="11887200" y="0"/>
            <a:ext cx="9720" cy="68493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2" name="Rectangle 127"/>
          <p:cNvSpPr/>
          <p:nvPr/>
        </p:nvSpPr>
        <p:spPr>
          <a:xfrm>
            <a:off x="0" y="0"/>
            <a:ext cx="311400" cy="68493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3" name="Rounded Rectangle 50"/>
          <p:cNvSpPr/>
          <p:nvPr/>
        </p:nvSpPr>
        <p:spPr>
          <a:xfrm>
            <a:off x="9875520" y="365760"/>
            <a:ext cx="2003040" cy="4942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084" name="TextBox 21"/>
          <p:cNvSpPr/>
          <p:nvPr/>
        </p:nvSpPr>
        <p:spPr>
          <a:xfrm>
            <a:off x="2159640" y="1005840"/>
            <a:ext cx="6652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VARIABLE INITIALIZATION</a:t>
            </a:r>
            <a:endParaRPr b="0" lang="en-US" sz="4800" spc="-1" strike="noStrike">
              <a:solidFill>
                <a:srgbClr val="000000"/>
              </a:solidFill>
              <a:latin typeface="Arial"/>
            </a:endParaRPr>
          </a:p>
        </p:txBody>
      </p:sp>
      <p:sp>
        <p:nvSpPr>
          <p:cNvPr id="1085" name="TextBox 22"/>
          <p:cNvSpPr/>
          <p:nvPr/>
        </p:nvSpPr>
        <p:spPr>
          <a:xfrm>
            <a:off x="2057400" y="2074680"/>
            <a:ext cx="687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Variable initialization is the process of assigning a value to a variable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when it is declared or before it is used.</a:t>
            </a:r>
            <a:endParaRPr b="0" lang="en-US" sz="1900" spc="-1" strike="noStrike">
              <a:solidFill>
                <a:srgbClr val="000000"/>
              </a:solidFill>
              <a:latin typeface="Arial"/>
            </a:endParaRPr>
          </a:p>
        </p:txBody>
      </p:sp>
      <p:sp>
        <p:nvSpPr>
          <p:cNvPr id="1086" name="Rounded Rectangle 51"/>
          <p:cNvSpPr/>
          <p:nvPr/>
        </p:nvSpPr>
        <p:spPr>
          <a:xfrm>
            <a:off x="98748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7" name="Rounded Rectangle 52"/>
          <p:cNvSpPr/>
          <p:nvPr/>
        </p:nvSpPr>
        <p:spPr>
          <a:xfrm>
            <a:off x="685800" y="2971800"/>
            <a:ext cx="3511800" cy="3192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400" spc="-1" strike="noStrike">
                <a:solidFill>
                  <a:schemeClr val="lt1"/>
                </a:solidFill>
                <a:latin typeface="Calibri"/>
                <a:ea typeface="DejaVu Sans"/>
              </a:rPr>
              <a:t>Declaration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 variable must first be declared with a data type and name.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Initialization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Initialization means assigning an initial value to the variable.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Default Values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Some variables receive default values automatically depending on their type.</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Before Usage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Local variables must be initialized before they are used in a program.</a:t>
            </a:r>
            <a:endParaRPr b="0" lang="en-US" sz="1400" spc="-1" strike="noStrike">
              <a:solidFill>
                <a:srgbClr val="ffffff"/>
              </a:solidFill>
              <a:latin typeface="Arial"/>
            </a:endParaRPr>
          </a:p>
        </p:txBody>
      </p:sp>
      <p:sp>
        <p:nvSpPr>
          <p:cNvPr id="1088" name="Rounded Rectangle 53"/>
          <p:cNvSpPr/>
          <p:nvPr/>
        </p:nvSpPr>
        <p:spPr>
          <a:xfrm>
            <a:off x="450792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89" name="Rounded Rectangle 54"/>
          <p:cNvSpPr/>
          <p:nvPr/>
        </p:nvSpPr>
        <p:spPr>
          <a:xfrm>
            <a:off x="4434840" y="3108960"/>
            <a:ext cx="3283200" cy="2734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Variable Initialization</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Declare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int age;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Assign Value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age = 20;</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 </a:t>
            </a:r>
            <a:r>
              <a:rPr b="0" lang="en-US" sz="1600" spc="-1" strike="noStrike">
                <a:solidFill>
                  <a:schemeClr val="lt1"/>
                </a:solidFill>
                <a:latin typeface="Calibri"/>
                <a:ea typeface="DejaVu Sans"/>
              </a:rPr>
              <a:t>Use Variable</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                </a:t>
            </a:r>
            <a:r>
              <a:rPr b="0" lang="en-US" sz="1600" spc="-1" strike="noStrike">
                <a:solidFill>
                  <a:schemeClr val="lt1"/>
                </a:solidFill>
                <a:latin typeface="Calibri"/>
                <a:ea typeface="DejaVu Sans"/>
              </a:rPr>
              <a:t>System.out.println(age);</a:t>
            </a:r>
            <a:endParaRPr b="0" lang="en-US" sz="1600" spc="-1" strike="noStrike">
              <a:solidFill>
                <a:srgbClr val="ffffff"/>
              </a:solidFill>
              <a:latin typeface="Arial"/>
            </a:endParaRPr>
          </a:p>
        </p:txBody>
      </p:sp>
      <p:sp>
        <p:nvSpPr>
          <p:cNvPr id="1090" name="Rounded Rectangle 55"/>
          <p:cNvSpPr/>
          <p:nvPr/>
        </p:nvSpPr>
        <p:spPr>
          <a:xfrm>
            <a:off x="8028360" y="3182040"/>
            <a:ext cx="3283200" cy="27345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1" name="Rounded Rectangle 56"/>
          <p:cNvSpPr/>
          <p:nvPr/>
        </p:nvSpPr>
        <p:spPr>
          <a:xfrm>
            <a:off x="7955280" y="2971800"/>
            <a:ext cx="3467160" cy="2964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VariableInitialization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age;      // declaration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age = 20;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 // declaration + initialization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092" name="TextBox 2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093" name="Rectangle 128"/>
          <p:cNvSpPr/>
          <p:nvPr/>
        </p:nvSpPr>
        <p:spPr>
          <a:xfrm>
            <a:off x="0" y="0"/>
            <a:ext cx="12180960" cy="68500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4" name="Rectangle 129"/>
          <p:cNvSpPr/>
          <p:nvPr/>
        </p:nvSpPr>
        <p:spPr>
          <a:xfrm>
            <a:off x="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5" name="Rectangle 130"/>
          <p:cNvSpPr/>
          <p:nvPr/>
        </p:nvSpPr>
        <p:spPr>
          <a:xfrm>
            <a:off x="914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6" name="Rectangle 131"/>
          <p:cNvSpPr/>
          <p:nvPr/>
        </p:nvSpPr>
        <p:spPr>
          <a:xfrm>
            <a:off x="1828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7" name="Rectangle 132"/>
          <p:cNvSpPr/>
          <p:nvPr/>
        </p:nvSpPr>
        <p:spPr>
          <a:xfrm>
            <a:off x="2743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8" name="Rectangle 133"/>
          <p:cNvSpPr/>
          <p:nvPr/>
        </p:nvSpPr>
        <p:spPr>
          <a:xfrm>
            <a:off x="3657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099" name="Rectangle 134"/>
          <p:cNvSpPr/>
          <p:nvPr/>
        </p:nvSpPr>
        <p:spPr>
          <a:xfrm>
            <a:off x="4572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0" name="Rectangle 135"/>
          <p:cNvSpPr/>
          <p:nvPr/>
        </p:nvSpPr>
        <p:spPr>
          <a:xfrm>
            <a:off x="5486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1" name="Rectangle 136"/>
          <p:cNvSpPr/>
          <p:nvPr/>
        </p:nvSpPr>
        <p:spPr>
          <a:xfrm>
            <a:off x="6400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2" name="Rectangle 137"/>
          <p:cNvSpPr/>
          <p:nvPr/>
        </p:nvSpPr>
        <p:spPr>
          <a:xfrm>
            <a:off x="7315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3" name="Rectangle 138"/>
          <p:cNvSpPr/>
          <p:nvPr/>
        </p:nvSpPr>
        <p:spPr>
          <a:xfrm>
            <a:off x="82296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4" name="Rectangle 139"/>
          <p:cNvSpPr/>
          <p:nvPr/>
        </p:nvSpPr>
        <p:spPr>
          <a:xfrm>
            <a:off x="91440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5" name="Rectangle 140"/>
          <p:cNvSpPr/>
          <p:nvPr/>
        </p:nvSpPr>
        <p:spPr>
          <a:xfrm>
            <a:off x="100584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6" name="Rectangle 141"/>
          <p:cNvSpPr/>
          <p:nvPr/>
        </p:nvSpPr>
        <p:spPr>
          <a:xfrm>
            <a:off x="109728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7" name="Rectangle 142"/>
          <p:cNvSpPr/>
          <p:nvPr/>
        </p:nvSpPr>
        <p:spPr>
          <a:xfrm>
            <a:off x="11887200" y="0"/>
            <a:ext cx="10440" cy="68500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8" name="Rectangle 143"/>
          <p:cNvSpPr/>
          <p:nvPr/>
        </p:nvSpPr>
        <p:spPr>
          <a:xfrm>
            <a:off x="0" y="0"/>
            <a:ext cx="312120" cy="68500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09" name="Rounded Rectangle 57"/>
          <p:cNvSpPr/>
          <p:nvPr/>
        </p:nvSpPr>
        <p:spPr>
          <a:xfrm>
            <a:off x="9875520" y="365760"/>
            <a:ext cx="2003760" cy="4950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10" name="TextBox 24"/>
          <p:cNvSpPr/>
          <p:nvPr/>
        </p:nvSpPr>
        <p:spPr>
          <a:xfrm>
            <a:off x="2999160" y="1005840"/>
            <a:ext cx="49755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WRAPPER CLASSES</a:t>
            </a:r>
            <a:endParaRPr b="0" lang="en-US" sz="4800" spc="-1" strike="noStrike">
              <a:solidFill>
                <a:srgbClr val="000000"/>
              </a:solidFill>
              <a:latin typeface="Arial"/>
            </a:endParaRPr>
          </a:p>
        </p:txBody>
      </p:sp>
      <p:sp>
        <p:nvSpPr>
          <p:cNvPr id="1111" name="TextBox 25"/>
          <p:cNvSpPr/>
          <p:nvPr/>
        </p:nvSpPr>
        <p:spPr>
          <a:xfrm>
            <a:off x="1873440" y="2194560"/>
            <a:ext cx="722520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Wrapper classes allow primitive data types to be used as objects in Java.</a:t>
            </a:r>
            <a:endParaRPr b="0" lang="en-US" sz="1900" spc="-1" strike="noStrike">
              <a:solidFill>
                <a:srgbClr val="000000"/>
              </a:solidFill>
              <a:latin typeface="Arial"/>
            </a:endParaRPr>
          </a:p>
        </p:txBody>
      </p:sp>
      <p:sp>
        <p:nvSpPr>
          <p:cNvPr id="1112" name="Rounded Rectangle 58"/>
          <p:cNvSpPr/>
          <p:nvPr/>
        </p:nvSpPr>
        <p:spPr>
          <a:xfrm>
            <a:off x="98748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3" name="Rounded Rectangle 59"/>
          <p:cNvSpPr/>
          <p:nvPr/>
        </p:nvSpPr>
        <p:spPr>
          <a:xfrm>
            <a:off x="685800" y="3108960"/>
            <a:ext cx="3512520" cy="328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Wrapper classes convert primitive values into objects.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They are commonly used in collections and object-based operations.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Primitive</a:t>
            </a:r>
            <a:r>
              <a:rPr b="0" lang="en-US" sz="1400" spc="-1" strike="noStrike">
                <a:solidFill>
                  <a:schemeClr val="lt1"/>
                </a:solidFill>
                <a:latin typeface="Calibri"/>
                <a:ea typeface="DejaVu Sans"/>
              </a:rPr>
              <a:t> → Wrapper examples</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r>
              <a:rPr b="0" lang="en-US" sz="1400" spc="-1" strike="noStrike">
                <a:solidFill>
                  <a:schemeClr val="lt1"/>
                </a:solidFill>
                <a:latin typeface="Calibri"/>
                <a:ea typeface="DejaVu Sans"/>
              </a:rPr>
              <a:t> → Integer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r>
              <a:rPr b="0" lang="en-US" sz="1400" spc="-1" strike="noStrike">
                <a:solidFill>
                  <a:schemeClr val="lt1"/>
                </a:solidFill>
                <a:latin typeface="Calibri"/>
                <a:ea typeface="DejaVu Sans"/>
              </a:rPr>
              <a:t> → Double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char</a:t>
            </a:r>
            <a:r>
              <a:rPr b="0" lang="en-US" sz="1400" spc="-1" strike="noStrike">
                <a:solidFill>
                  <a:schemeClr val="lt1"/>
                </a:solidFill>
                <a:latin typeface="Calibri"/>
                <a:ea typeface="DejaVu Sans"/>
              </a:rPr>
              <a:t> → Character</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boolean</a:t>
            </a:r>
            <a:r>
              <a:rPr b="0" lang="en-US" sz="1400" spc="-1" strike="noStrike">
                <a:solidFill>
                  <a:schemeClr val="lt1"/>
                </a:solidFill>
                <a:latin typeface="Calibri"/>
                <a:ea typeface="DejaVu Sans"/>
              </a:rPr>
              <a:t> → Boolean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Wrapper classes</a:t>
            </a:r>
            <a:r>
              <a:rPr b="0" lang="en-US" sz="1400" spc="-1" strike="noStrike">
                <a:solidFill>
                  <a:schemeClr val="lt1"/>
                </a:solidFill>
                <a:latin typeface="Calibri"/>
                <a:ea typeface="DejaVu Sans"/>
              </a:rPr>
              <a:t> provide useful methods for conversion and data handling.</a:t>
            </a:r>
            <a:endParaRPr b="0" lang="en-US" sz="1400" spc="-1" strike="noStrike">
              <a:solidFill>
                <a:srgbClr val="ffffff"/>
              </a:solidFill>
              <a:latin typeface="Arial"/>
            </a:endParaRPr>
          </a:p>
        </p:txBody>
      </p:sp>
      <p:sp>
        <p:nvSpPr>
          <p:cNvPr id="1114" name="Rounded Rectangle 60"/>
          <p:cNvSpPr/>
          <p:nvPr/>
        </p:nvSpPr>
        <p:spPr>
          <a:xfrm>
            <a:off x="450792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5" name="Rounded Rectangle 61"/>
          <p:cNvSpPr/>
          <p:nvPr/>
        </p:nvSpPr>
        <p:spPr>
          <a:xfrm>
            <a:off x="4434840" y="3108960"/>
            <a:ext cx="3283920" cy="2735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Primitive Value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Wrapper Class Conversion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Object Representation</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Use in Collections / Methods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Integer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boolean → Boolean</a:t>
            </a:r>
            <a:endParaRPr b="0" lang="en-US" sz="1300" spc="-1" strike="noStrike">
              <a:solidFill>
                <a:srgbClr val="ffffff"/>
              </a:solidFill>
              <a:latin typeface="Arial"/>
            </a:endParaRPr>
          </a:p>
        </p:txBody>
      </p:sp>
      <p:sp>
        <p:nvSpPr>
          <p:cNvPr id="1116" name="Rounded Rectangle 62"/>
          <p:cNvSpPr/>
          <p:nvPr/>
        </p:nvSpPr>
        <p:spPr>
          <a:xfrm>
            <a:off x="8028360" y="3182040"/>
            <a:ext cx="3283920" cy="27352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17" name="Rounded Rectangle 63"/>
          <p:cNvSpPr/>
          <p:nvPr/>
        </p:nvSpPr>
        <p:spPr>
          <a:xfrm>
            <a:off x="7955280" y="3108960"/>
            <a:ext cx="3467880" cy="3285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WrapperExample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10;</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Integer wrapperNumber = number;   // autoboxing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19.99;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wrapperPrice =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System.out.println(wrapperPrice);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18" name="TextBox 2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19" name="Rectangle 176"/>
          <p:cNvSpPr/>
          <p:nvPr/>
        </p:nvSpPr>
        <p:spPr>
          <a:xfrm>
            <a:off x="0" y="0"/>
            <a:ext cx="12181680" cy="68508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0" name="Rectangle 177"/>
          <p:cNvSpPr/>
          <p:nvPr/>
        </p:nvSpPr>
        <p:spPr>
          <a:xfrm>
            <a:off x="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1" name="Rectangle 178"/>
          <p:cNvSpPr/>
          <p:nvPr/>
        </p:nvSpPr>
        <p:spPr>
          <a:xfrm>
            <a:off x="914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2" name="Rectangle 179"/>
          <p:cNvSpPr/>
          <p:nvPr/>
        </p:nvSpPr>
        <p:spPr>
          <a:xfrm>
            <a:off x="1828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3" name="Rectangle 180"/>
          <p:cNvSpPr/>
          <p:nvPr/>
        </p:nvSpPr>
        <p:spPr>
          <a:xfrm>
            <a:off x="2743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4" name="Rectangle 181"/>
          <p:cNvSpPr/>
          <p:nvPr/>
        </p:nvSpPr>
        <p:spPr>
          <a:xfrm>
            <a:off x="3657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5" name="Rectangle 182"/>
          <p:cNvSpPr/>
          <p:nvPr/>
        </p:nvSpPr>
        <p:spPr>
          <a:xfrm>
            <a:off x="4572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6" name="Rectangle 183"/>
          <p:cNvSpPr/>
          <p:nvPr/>
        </p:nvSpPr>
        <p:spPr>
          <a:xfrm>
            <a:off x="5486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7" name="Rectangle 184"/>
          <p:cNvSpPr/>
          <p:nvPr/>
        </p:nvSpPr>
        <p:spPr>
          <a:xfrm>
            <a:off x="6400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8" name="Rectangle 185"/>
          <p:cNvSpPr/>
          <p:nvPr/>
        </p:nvSpPr>
        <p:spPr>
          <a:xfrm>
            <a:off x="7315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29" name="Rectangle 186"/>
          <p:cNvSpPr/>
          <p:nvPr/>
        </p:nvSpPr>
        <p:spPr>
          <a:xfrm>
            <a:off x="82296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0" name="Rectangle 187"/>
          <p:cNvSpPr/>
          <p:nvPr/>
        </p:nvSpPr>
        <p:spPr>
          <a:xfrm>
            <a:off x="91440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1" name="Rectangle 188"/>
          <p:cNvSpPr/>
          <p:nvPr/>
        </p:nvSpPr>
        <p:spPr>
          <a:xfrm>
            <a:off x="100584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2" name="Rectangle 189"/>
          <p:cNvSpPr/>
          <p:nvPr/>
        </p:nvSpPr>
        <p:spPr>
          <a:xfrm>
            <a:off x="109728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3" name="Rectangle 190"/>
          <p:cNvSpPr/>
          <p:nvPr/>
        </p:nvSpPr>
        <p:spPr>
          <a:xfrm>
            <a:off x="11887200" y="0"/>
            <a:ext cx="11160" cy="68508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4" name="Rectangle 191"/>
          <p:cNvSpPr/>
          <p:nvPr/>
        </p:nvSpPr>
        <p:spPr>
          <a:xfrm>
            <a:off x="0" y="0"/>
            <a:ext cx="312840" cy="68508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5" name="Rounded Rectangle 78"/>
          <p:cNvSpPr/>
          <p:nvPr/>
        </p:nvSpPr>
        <p:spPr>
          <a:xfrm>
            <a:off x="9875520" y="365760"/>
            <a:ext cx="2004480" cy="4957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36" name="TextBox 34"/>
          <p:cNvSpPr/>
          <p:nvPr/>
        </p:nvSpPr>
        <p:spPr>
          <a:xfrm>
            <a:off x="2912760" y="1005840"/>
            <a:ext cx="51462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TYPE CASTING</a:t>
            </a:r>
            <a:endParaRPr b="0" lang="en-US" sz="4800" spc="-1" strike="noStrike">
              <a:solidFill>
                <a:srgbClr val="000000"/>
              </a:solidFill>
              <a:latin typeface="Arial"/>
            </a:endParaRPr>
          </a:p>
        </p:txBody>
      </p:sp>
      <p:sp>
        <p:nvSpPr>
          <p:cNvPr id="1137" name="TextBox 35"/>
          <p:cNvSpPr/>
          <p:nvPr/>
        </p:nvSpPr>
        <p:spPr>
          <a:xfrm>
            <a:off x="2356200" y="2057400"/>
            <a:ext cx="6329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converts one data type into another in Java.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There are two types: implicit (automatic) and explicit (manual).</a:t>
            </a:r>
            <a:endParaRPr b="0" lang="en-US" sz="1900" spc="-1" strike="noStrike">
              <a:solidFill>
                <a:srgbClr val="000000"/>
              </a:solidFill>
              <a:latin typeface="Arial"/>
            </a:endParaRPr>
          </a:p>
        </p:txBody>
      </p:sp>
      <p:sp>
        <p:nvSpPr>
          <p:cNvPr id="1138" name="Rounded Rectangle 79"/>
          <p:cNvSpPr/>
          <p:nvPr/>
        </p:nvSpPr>
        <p:spPr>
          <a:xfrm>
            <a:off x="98748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39" name="Rounded Rectangle 80"/>
          <p:cNvSpPr/>
          <p:nvPr/>
        </p:nvSpPr>
        <p:spPr>
          <a:xfrm>
            <a:off x="914400" y="3108960"/>
            <a:ext cx="3284640" cy="2736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300" spc="-1" strike="noStrike">
                <a:solidFill>
                  <a:schemeClr val="lt1"/>
                </a:solidFill>
                <a:latin typeface="Calibri"/>
                <a:ea typeface="DejaVu Sans"/>
              </a:rPr>
              <a:t>Implicit Casting (Widening)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automatically by Java</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Explicit Casting (Narrowing)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Converts larger types to smaller types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int → byte</a:t>
            </a:r>
            <a:endParaRPr b="0" lang="en-US" sz="1300" spc="-1" strike="noStrike">
              <a:solidFill>
                <a:srgbClr val="ffffff"/>
              </a:solidFill>
              <a:latin typeface="Arial"/>
            </a:endParaRPr>
          </a:p>
        </p:txBody>
      </p:sp>
      <p:sp>
        <p:nvSpPr>
          <p:cNvPr id="1140" name="Rounded Rectangle 81"/>
          <p:cNvSpPr/>
          <p:nvPr/>
        </p:nvSpPr>
        <p:spPr>
          <a:xfrm>
            <a:off x="450792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1" name="Rounded Rectangle 82"/>
          <p:cNvSpPr/>
          <p:nvPr/>
        </p:nvSpPr>
        <p:spPr>
          <a:xfrm>
            <a:off x="4434840" y="3108960"/>
            <a:ext cx="3284640" cy="2736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Type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Implicit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(Automatic)</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byte → short → int → long → float → 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Explicit Casting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    </a:t>
            </a:r>
            <a:r>
              <a:rPr b="0" lang="en-US" sz="1300" spc="-1" strike="noStrike">
                <a:solidFill>
                  <a:schemeClr val="lt1"/>
                </a:solidFill>
                <a:latin typeface="Calibri"/>
                <a:ea typeface="DejaVu Sans"/>
              </a:rPr>
              <a:t>(Manual)</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142" name="Rounded Rectangle 83"/>
          <p:cNvSpPr/>
          <p:nvPr/>
        </p:nvSpPr>
        <p:spPr>
          <a:xfrm>
            <a:off x="8028360" y="3182040"/>
            <a:ext cx="3284640" cy="27360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3" name="Rounded Rectangle 84"/>
          <p:cNvSpPr/>
          <p:nvPr/>
        </p:nvSpPr>
        <p:spPr>
          <a:xfrm>
            <a:off x="7955280" y="2971800"/>
            <a:ext cx="3697200" cy="3194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TypeCastingExample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44" name="TextBox 3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45" name="Rectangle 192"/>
          <p:cNvSpPr/>
          <p:nvPr/>
        </p:nvSpPr>
        <p:spPr>
          <a:xfrm>
            <a:off x="0" y="0"/>
            <a:ext cx="12182040" cy="68511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6" name="Rectangle 193"/>
          <p:cNvSpPr/>
          <p:nvPr/>
        </p:nvSpPr>
        <p:spPr>
          <a:xfrm>
            <a:off x="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7" name="Rectangle 194"/>
          <p:cNvSpPr/>
          <p:nvPr/>
        </p:nvSpPr>
        <p:spPr>
          <a:xfrm>
            <a:off x="914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8" name="Rectangle 195"/>
          <p:cNvSpPr/>
          <p:nvPr/>
        </p:nvSpPr>
        <p:spPr>
          <a:xfrm>
            <a:off x="1828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49" name="Rectangle 196"/>
          <p:cNvSpPr/>
          <p:nvPr/>
        </p:nvSpPr>
        <p:spPr>
          <a:xfrm>
            <a:off x="2743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0" name="Rectangle 197"/>
          <p:cNvSpPr/>
          <p:nvPr/>
        </p:nvSpPr>
        <p:spPr>
          <a:xfrm>
            <a:off x="3657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1" name="Rectangle 198"/>
          <p:cNvSpPr/>
          <p:nvPr/>
        </p:nvSpPr>
        <p:spPr>
          <a:xfrm>
            <a:off x="4572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2" name="Rectangle 199"/>
          <p:cNvSpPr/>
          <p:nvPr/>
        </p:nvSpPr>
        <p:spPr>
          <a:xfrm>
            <a:off x="5486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3" name="Rectangle 200"/>
          <p:cNvSpPr/>
          <p:nvPr/>
        </p:nvSpPr>
        <p:spPr>
          <a:xfrm>
            <a:off x="6400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4" name="Rectangle 201"/>
          <p:cNvSpPr/>
          <p:nvPr/>
        </p:nvSpPr>
        <p:spPr>
          <a:xfrm>
            <a:off x="7315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5" name="Rectangle 202"/>
          <p:cNvSpPr/>
          <p:nvPr/>
        </p:nvSpPr>
        <p:spPr>
          <a:xfrm>
            <a:off x="82296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6" name="Rectangle 203"/>
          <p:cNvSpPr/>
          <p:nvPr/>
        </p:nvSpPr>
        <p:spPr>
          <a:xfrm>
            <a:off x="91440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7" name="Rectangle 204"/>
          <p:cNvSpPr/>
          <p:nvPr/>
        </p:nvSpPr>
        <p:spPr>
          <a:xfrm>
            <a:off x="100584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8" name="Rectangle 205"/>
          <p:cNvSpPr/>
          <p:nvPr/>
        </p:nvSpPr>
        <p:spPr>
          <a:xfrm>
            <a:off x="109728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59" name="Rectangle 206"/>
          <p:cNvSpPr/>
          <p:nvPr/>
        </p:nvSpPr>
        <p:spPr>
          <a:xfrm>
            <a:off x="11887200" y="0"/>
            <a:ext cx="11520" cy="68511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0" name="Rectangle 207"/>
          <p:cNvSpPr/>
          <p:nvPr/>
        </p:nvSpPr>
        <p:spPr>
          <a:xfrm>
            <a:off x="0" y="0"/>
            <a:ext cx="313200" cy="68511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1" name="Rounded Rectangle 85"/>
          <p:cNvSpPr/>
          <p:nvPr/>
        </p:nvSpPr>
        <p:spPr>
          <a:xfrm>
            <a:off x="9875520" y="365760"/>
            <a:ext cx="2004840" cy="4960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62" name="TextBox 37"/>
          <p:cNvSpPr/>
          <p:nvPr/>
        </p:nvSpPr>
        <p:spPr>
          <a:xfrm>
            <a:off x="1242720" y="900360"/>
            <a:ext cx="848376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Implicit Casting (Automatic Conversion)</a:t>
            </a:r>
            <a:endParaRPr b="0" lang="en-US" sz="4000" spc="-1" strike="noStrike">
              <a:solidFill>
                <a:srgbClr val="000000"/>
              </a:solidFill>
              <a:latin typeface="Arial"/>
            </a:endParaRPr>
          </a:p>
        </p:txBody>
      </p:sp>
      <p:sp>
        <p:nvSpPr>
          <p:cNvPr id="1163" name="TextBox 38"/>
          <p:cNvSpPr/>
          <p:nvPr/>
        </p:nvSpPr>
        <p:spPr>
          <a:xfrm>
            <a:off x="3011040" y="1600200"/>
            <a:ext cx="4995720" cy="10026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500" spc="-1" strike="noStrike">
                <a:solidFill>
                  <a:srgbClr val="aaaaaa"/>
                </a:solidFill>
                <a:latin typeface="Calibri"/>
                <a:ea typeface="DejaVu Sans"/>
              </a:rPr>
              <a:t>Implicit casting occurs when Java automatically converts a </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smaller data type into a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This conversion is safe because the larger data type</a:t>
            </a:r>
            <a:endParaRPr b="0" lang="en-US" sz="1500" spc="-1" strike="noStrike">
              <a:solidFill>
                <a:srgbClr val="000000"/>
              </a:solidFill>
              <a:latin typeface="Arial"/>
            </a:endParaRPr>
          </a:p>
          <a:p>
            <a:pPr>
              <a:lnSpc>
                <a:spcPct val="100000"/>
              </a:lnSpc>
            </a:pPr>
            <a:r>
              <a:rPr b="0" lang="en-US" sz="1500" spc="-1" strike="noStrike">
                <a:solidFill>
                  <a:srgbClr val="aaaaaa"/>
                </a:solidFill>
                <a:latin typeface="Calibri"/>
                <a:ea typeface="DejaVu Sans"/>
              </a:rPr>
              <a:t> </a:t>
            </a:r>
            <a:r>
              <a:rPr b="0" lang="en-US" sz="1500" spc="-1" strike="noStrike">
                <a:solidFill>
                  <a:srgbClr val="aaaaaa"/>
                </a:solidFill>
                <a:latin typeface="Calibri"/>
                <a:ea typeface="DejaVu Sans"/>
              </a:rPr>
              <a:t>can store all values of the smaller data type without data loss.</a:t>
            </a:r>
            <a:endParaRPr b="0" lang="en-US" sz="1500" spc="-1" strike="noStrike">
              <a:solidFill>
                <a:srgbClr val="000000"/>
              </a:solidFill>
              <a:latin typeface="Arial"/>
            </a:endParaRPr>
          </a:p>
        </p:txBody>
      </p:sp>
      <p:sp>
        <p:nvSpPr>
          <p:cNvPr id="1164" name="Rounded Rectangle 86"/>
          <p:cNvSpPr/>
          <p:nvPr/>
        </p:nvSpPr>
        <p:spPr>
          <a:xfrm>
            <a:off x="98748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5" name="Rounded Rectangle 87"/>
          <p:cNvSpPr/>
          <p:nvPr/>
        </p:nvSpPr>
        <p:spPr>
          <a:xfrm>
            <a:off x="595440" y="2743200"/>
            <a:ext cx="3513600" cy="3651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Implicit Casting is the automatic conversion of a smaller data type to a larger data type in Java.</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Java performs this conversion automatically when there is no risk of data loss.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Widening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Done automatically by the compiler</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Converts smaller types to larger types</a:t>
            </a: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 </a:t>
            </a:r>
            <a:r>
              <a:rPr b="1" lang="en-US" sz="1300" spc="-1" strike="noStrike">
                <a:solidFill>
                  <a:schemeClr val="lt1"/>
                </a:solidFill>
                <a:latin typeface="Calibri"/>
                <a:ea typeface="DejaVu Sans"/>
              </a:rPr>
              <a:t>No manual casting needed</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 → long → float → double</a:t>
            </a:r>
            <a:endParaRPr b="0" lang="en-US" sz="1300" spc="-1" strike="noStrike">
              <a:solidFill>
                <a:srgbClr val="ffffff"/>
              </a:solidFill>
              <a:latin typeface="Arial"/>
            </a:endParaRPr>
          </a:p>
        </p:txBody>
      </p:sp>
      <p:sp>
        <p:nvSpPr>
          <p:cNvPr id="1166" name="Rounded Rectangle 88"/>
          <p:cNvSpPr/>
          <p:nvPr/>
        </p:nvSpPr>
        <p:spPr>
          <a:xfrm>
            <a:off x="450792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7" name="Rounded Rectangle 89"/>
          <p:cNvSpPr/>
          <p:nvPr/>
        </p:nvSpPr>
        <p:spPr>
          <a:xfrm>
            <a:off x="4343400" y="2880360"/>
            <a:ext cx="3651840" cy="3423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Implicit Casting Flow (Widening Conversion)</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byte</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short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int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long</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float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double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Each step represents a data type that can store the previous type safely.</a:t>
            </a:r>
            <a:endParaRPr b="0" lang="en-US" sz="1400" spc="-1" strike="noStrike">
              <a:solidFill>
                <a:srgbClr val="ffffff"/>
              </a:solidFill>
              <a:latin typeface="Arial"/>
            </a:endParaRPr>
          </a:p>
        </p:txBody>
      </p:sp>
      <p:sp>
        <p:nvSpPr>
          <p:cNvPr id="1168" name="Rounded Rectangle 90"/>
          <p:cNvSpPr/>
          <p:nvPr/>
        </p:nvSpPr>
        <p:spPr>
          <a:xfrm>
            <a:off x="8028360" y="3182040"/>
            <a:ext cx="3285000" cy="27363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69" name="Rounded Rectangle 91"/>
          <p:cNvSpPr/>
          <p:nvPr/>
        </p:nvSpPr>
        <p:spPr>
          <a:xfrm>
            <a:off x="8229600" y="2972880"/>
            <a:ext cx="3651840" cy="31935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ImplicitCastingExample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number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Automatic conversion from int to double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System.out.println("Number: " + number);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System.out.println("Converted value: " + 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170" name="TextBox 3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71" name="Rectangle 208"/>
          <p:cNvSpPr/>
          <p:nvPr/>
        </p:nvSpPr>
        <p:spPr>
          <a:xfrm>
            <a:off x="0" y="0"/>
            <a:ext cx="12182400" cy="68515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2" name="Rectangle 209"/>
          <p:cNvSpPr/>
          <p:nvPr/>
        </p:nvSpPr>
        <p:spPr>
          <a:xfrm>
            <a:off x="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3" name="Rectangle 210"/>
          <p:cNvSpPr/>
          <p:nvPr/>
        </p:nvSpPr>
        <p:spPr>
          <a:xfrm>
            <a:off x="914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4" name="Rectangle 211"/>
          <p:cNvSpPr/>
          <p:nvPr/>
        </p:nvSpPr>
        <p:spPr>
          <a:xfrm>
            <a:off x="1828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5" name="Rectangle 212"/>
          <p:cNvSpPr/>
          <p:nvPr/>
        </p:nvSpPr>
        <p:spPr>
          <a:xfrm>
            <a:off x="2743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6" name="Rectangle 213"/>
          <p:cNvSpPr/>
          <p:nvPr/>
        </p:nvSpPr>
        <p:spPr>
          <a:xfrm>
            <a:off x="3657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7" name="Rectangle 214"/>
          <p:cNvSpPr/>
          <p:nvPr/>
        </p:nvSpPr>
        <p:spPr>
          <a:xfrm>
            <a:off x="4572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8" name="Rectangle 215"/>
          <p:cNvSpPr/>
          <p:nvPr/>
        </p:nvSpPr>
        <p:spPr>
          <a:xfrm>
            <a:off x="5486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79" name="Rectangle 216"/>
          <p:cNvSpPr/>
          <p:nvPr/>
        </p:nvSpPr>
        <p:spPr>
          <a:xfrm>
            <a:off x="6400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0" name="Rectangle 217"/>
          <p:cNvSpPr/>
          <p:nvPr/>
        </p:nvSpPr>
        <p:spPr>
          <a:xfrm>
            <a:off x="7315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1" name="Rectangle 218"/>
          <p:cNvSpPr/>
          <p:nvPr/>
        </p:nvSpPr>
        <p:spPr>
          <a:xfrm>
            <a:off x="82296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2" name="Rectangle 219"/>
          <p:cNvSpPr/>
          <p:nvPr/>
        </p:nvSpPr>
        <p:spPr>
          <a:xfrm>
            <a:off x="91440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3" name="Rectangle 220"/>
          <p:cNvSpPr/>
          <p:nvPr/>
        </p:nvSpPr>
        <p:spPr>
          <a:xfrm>
            <a:off x="100584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4" name="Rectangle 221"/>
          <p:cNvSpPr/>
          <p:nvPr/>
        </p:nvSpPr>
        <p:spPr>
          <a:xfrm>
            <a:off x="109728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5" name="Rectangle 222"/>
          <p:cNvSpPr/>
          <p:nvPr/>
        </p:nvSpPr>
        <p:spPr>
          <a:xfrm>
            <a:off x="11887200" y="0"/>
            <a:ext cx="11880" cy="68515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6" name="Rectangle 223"/>
          <p:cNvSpPr/>
          <p:nvPr/>
        </p:nvSpPr>
        <p:spPr>
          <a:xfrm>
            <a:off x="0" y="0"/>
            <a:ext cx="313560" cy="68515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87" name="Rounded Rectangle 92"/>
          <p:cNvSpPr/>
          <p:nvPr/>
        </p:nvSpPr>
        <p:spPr>
          <a:xfrm>
            <a:off x="9875520" y="365760"/>
            <a:ext cx="2005200" cy="4964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188" name="TextBox 40"/>
          <p:cNvSpPr/>
          <p:nvPr/>
        </p:nvSpPr>
        <p:spPr>
          <a:xfrm>
            <a:off x="2514600" y="685800"/>
            <a:ext cx="60714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JAVA EXPLICIT CASTING</a:t>
            </a:r>
            <a:endParaRPr b="0" lang="en-US" sz="4800" spc="-1" strike="noStrike">
              <a:solidFill>
                <a:srgbClr val="000000"/>
              </a:solidFill>
              <a:latin typeface="Arial"/>
            </a:endParaRPr>
          </a:p>
        </p:txBody>
      </p:sp>
      <p:sp>
        <p:nvSpPr>
          <p:cNvPr id="1189" name="TextBox 41"/>
          <p:cNvSpPr/>
          <p:nvPr/>
        </p:nvSpPr>
        <p:spPr>
          <a:xfrm>
            <a:off x="2647440" y="1600200"/>
            <a:ext cx="580932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Explicit casting is the manual conversion of a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larger data type to a smaller data type in Java.</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It is required when there is a risk of data or precision loss.</a:t>
            </a:r>
            <a:endParaRPr b="0" lang="en-US" sz="1900" spc="-1" strike="noStrike">
              <a:solidFill>
                <a:srgbClr val="000000"/>
              </a:solidFill>
              <a:latin typeface="Arial"/>
            </a:endParaRPr>
          </a:p>
        </p:txBody>
      </p:sp>
      <p:sp>
        <p:nvSpPr>
          <p:cNvPr id="1190" name="Rounded Rectangle 93"/>
          <p:cNvSpPr/>
          <p:nvPr/>
        </p:nvSpPr>
        <p:spPr>
          <a:xfrm>
            <a:off x="98748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1" name="Rounded Rectangle 94"/>
          <p:cNvSpPr/>
          <p:nvPr/>
        </p:nvSpPr>
        <p:spPr>
          <a:xfrm>
            <a:off x="457200" y="2743200"/>
            <a:ext cx="3742560" cy="38808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300" spc="-1" strike="noStrike">
                <a:solidFill>
                  <a:schemeClr val="lt1"/>
                </a:solidFill>
                <a:latin typeface="Calibri"/>
                <a:ea typeface="DejaVu Sans"/>
              </a:rPr>
              <a:t>Explicit Casting is the manual conversion of a larger data type to a smaller data type.</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Java does not perform this conversion automatically because the smaller type may not store all values.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1" lang="en-US" sz="1300" spc="-1" strike="noStrike">
                <a:solidFill>
                  <a:schemeClr val="lt1"/>
                </a:solidFill>
                <a:latin typeface="Calibri"/>
                <a:ea typeface="DejaVu Sans"/>
              </a:rPr>
              <a:t>Also called Narrowing Casting.</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Key points:</a:t>
            </a:r>
            <a:endParaRPr b="0" lang="en-US" sz="1300" spc="-1" strike="noStrike">
              <a:solidFill>
                <a:srgbClr val="ffffff"/>
              </a:solidFill>
              <a:latin typeface="Arial"/>
            </a:endParaRPr>
          </a:p>
          <a:p>
            <a:pPr>
              <a:lnSpc>
                <a:spcPct val="100000"/>
              </a:lnSpc>
            </a:pP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Performed manually by the programmer</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1" lang="en-US" sz="1300" spc="-1" strike="noStrike">
                <a:solidFill>
                  <a:schemeClr val="lt1"/>
                </a:solidFill>
                <a:latin typeface="Calibri"/>
                <a:ea typeface="DejaVu Sans"/>
              </a:rPr>
              <a:t>Converts larger numeric types to smaller ones</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Requires casting syntax (type)</a:t>
            </a:r>
            <a:endParaRPr b="0" lang="en-US" sz="1300" spc="-1" strike="noStrike">
              <a:solidFill>
                <a:srgbClr val="ffffff"/>
              </a:solidFill>
              <a:latin typeface="Arial"/>
            </a:endParaRPr>
          </a:p>
          <a:p>
            <a:pPr marL="216000" indent="-216000">
              <a:lnSpc>
                <a:spcPct val="100000"/>
              </a:lnSpc>
              <a:buClr>
                <a:srgbClr val="ffffff"/>
              </a:buClr>
              <a:buFont typeface="Wingdings" charset="2"/>
              <a:buChar char=""/>
            </a:pPr>
            <a:r>
              <a:rPr b="0" lang="en-US" sz="1300" spc="-1" strike="noStrike">
                <a:solidFill>
                  <a:schemeClr val="lt1"/>
                </a:solidFill>
                <a:latin typeface="Calibri"/>
                <a:ea typeface="DejaVu Sans"/>
              </a:rPr>
              <a:t> </a:t>
            </a:r>
            <a:r>
              <a:rPr b="1" lang="en-US" sz="1300" spc="-1" strike="noStrike">
                <a:solidFill>
                  <a:schemeClr val="lt1"/>
                </a:solidFill>
                <a:latin typeface="Calibri"/>
                <a:ea typeface="DejaVu Sans"/>
              </a:rPr>
              <a:t>May cause data or precision loss</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Example: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 → float → long → int → short → byte</a:t>
            </a:r>
            <a:endParaRPr b="0" lang="en-US" sz="1300" spc="-1" strike="noStrike">
              <a:solidFill>
                <a:srgbClr val="ffffff"/>
              </a:solidFill>
              <a:latin typeface="Arial"/>
            </a:endParaRPr>
          </a:p>
        </p:txBody>
      </p:sp>
      <p:sp>
        <p:nvSpPr>
          <p:cNvPr id="1192" name="Rounded Rectangle 95"/>
          <p:cNvSpPr/>
          <p:nvPr/>
        </p:nvSpPr>
        <p:spPr>
          <a:xfrm>
            <a:off x="450792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3" name="Rounded Rectangle 96"/>
          <p:cNvSpPr/>
          <p:nvPr/>
        </p:nvSpPr>
        <p:spPr>
          <a:xfrm>
            <a:off x="4434840" y="2971800"/>
            <a:ext cx="3285360" cy="3423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200" spc="-1" strike="noStrike">
                <a:solidFill>
                  <a:schemeClr val="lt1"/>
                </a:solidFill>
                <a:latin typeface="Calibri"/>
                <a:ea typeface="DejaVu Sans"/>
              </a:rPr>
              <a:t>Explicit Casting Flow (Narrowing)</a:t>
            </a:r>
            <a:endParaRPr b="0" lang="en-US" sz="12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double</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float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long</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int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short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a:t>
            </a:r>
            <a:endParaRPr b="0" lang="en-US" sz="1300" spc="-1" strike="noStrike">
              <a:solidFill>
                <a:srgbClr val="ffffff"/>
              </a:solidFill>
              <a:latin typeface="Arial"/>
            </a:endParaRPr>
          </a:p>
          <a:p>
            <a:pPr>
              <a:lnSpc>
                <a:spcPct val="100000"/>
              </a:lnSpc>
            </a:pPr>
            <a:r>
              <a:rPr b="0" lang="en-US" sz="1300" spc="-1" strike="noStrike">
                <a:solidFill>
                  <a:schemeClr val="lt1"/>
                </a:solidFill>
                <a:latin typeface="Calibri"/>
                <a:ea typeface="DejaVu Sans"/>
              </a:rPr>
              <a:t>byte</a:t>
            </a:r>
            <a:endParaRPr b="0" lang="en-US" sz="1300" spc="-1" strike="noStrike">
              <a:solidFill>
                <a:srgbClr val="ffffff"/>
              </a:solidFill>
              <a:latin typeface="Arial"/>
            </a:endParaRPr>
          </a:p>
          <a:p>
            <a:pPr>
              <a:lnSpc>
                <a:spcPct val="100000"/>
              </a:lnSpc>
            </a:pPr>
            <a:endParaRPr b="0" lang="en-US" sz="1200" spc="-1" strike="noStrike">
              <a:solidFill>
                <a:srgbClr val="ffffff"/>
              </a:solidFill>
              <a:latin typeface="Arial"/>
            </a:endParaRPr>
          </a:p>
          <a:p>
            <a:pPr>
              <a:lnSpc>
                <a:spcPct val="100000"/>
              </a:lnSpc>
            </a:pPr>
            <a:r>
              <a:rPr b="0" lang="en-US" sz="1200" spc="-1" strike="noStrike">
                <a:solidFill>
                  <a:schemeClr val="lt1"/>
                </a:solidFill>
                <a:latin typeface="Calibri"/>
                <a:ea typeface="DejaVu Sans"/>
              </a:rPr>
              <a:t>Each step converts the value to a smaller storage type, which may remove decimal values or overflow.</a:t>
            </a:r>
            <a:endParaRPr b="0" lang="en-US" sz="1200" spc="-1" strike="noStrike">
              <a:solidFill>
                <a:srgbClr val="ffffff"/>
              </a:solidFill>
              <a:latin typeface="Arial"/>
            </a:endParaRPr>
          </a:p>
        </p:txBody>
      </p:sp>
      <p:sp>
        <p:nvSpPr>
          <p:cNvPr id="1194" name="Rounded Rectangle 97"/>
          <p:cNvSpPr/>
          <p:nvPr/>
        </p:nvSpPr>
        <p:spPr>
          <a:xfrm>
            <a:off x="8028360" y="3182040"/>
            <a:ext cx="3285360" cy="27367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5" name="Rounded Rectangle 98"/>
          <p:cNvSpPr/>
          <p:nvPr/>
        </p:nvSpPr>
        <p:spPr>
          <a:xfrm>
            <a:off x="7955280" y="2514600"/>
            <a:ext cx="3926520" cy="4109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public class ExplicitCastingExample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public static void main(String[] args) {</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double price = 49.99;</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 Explicit casting from double to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int newPrice = (int)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System.out.println("Original value: " + price);</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System.out.println("Converted value: " + newPrice);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    </a:t>
            </a:r>
            <a:r>
              <a:rPr b="0" lang="en-US" sz="1400" spc="-1" strike="noStrike">
                <a:solidFill>
                  <a:srgbClr val="78ffc8"/>
                </a:solidFill>
                <a:latin typeface="Consolas"/>
                <a:ea typeface="DejaVu Sans"/>
              </a:rPr>
              <a: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a:t>
            </a:r>
            <a:endParaRPr b="0" lang="en-US" sz="1400" spc="-1" strike="noStrike">
              <a:solidFill>
                <a:srgbClr val="ffffff"/>
              </a:solidFill>
              <a:latin typeface="Arial"/>
            </a:endParaRPr>
          </a:p>
        </p:txBody>
      </p:sp>
      <p:sp>
        <p:nvSpPr>
          <p:cNvPr id="1196" name="TextBox 4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197" name="Rectangle 224"/>
          <p:cNvSpPr/>
          <p:nvPr/>
        </p:nvSpPr>
        <p:spPr>
          <a:xfrm>
            <a:off x="0" y="0"/>
            <a:ext cx="12182760" cy="68518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8" name="Rectangle 225"/>
          <p:cNvSpPr/>
          <p:nvPr/>
        </p:nvSpPr>
        <p:spPr>
          <a:xfrm>
            <a:off x="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199" name="Rectangle 226"/>
          <p:cNvSpPr/>
          <p:nvPr/>
        </p:nvSpPr>
        <p:spPr>
          <a:xfrm>
            <a:off x="914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0" name="Rectangle 227"/>
          <p:cNvSpPr/>
          <p:nvPr/>
        </p:nvSpPr>
        <p:spPr>
          <a:xfrm>
            <a:off x="1828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1" name="Rectangle 228"/>
          <p:cNvSpPr/>
          <p:nvPr/>
        </p:nvSpPr>
        <p:spPr>
          <a:xfrm>
            <a:off x="2743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2" name="Rectangle 229"/>
          <p:cNvSpPr/>
          <p:nvPr/>
        </p:nvSpPr>
        <p:spPr>
          <a:xfrm>
            <a:off x="3657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3" name="Rectangle 230"/>
          <p:cNvSpPr/>
          <p:nvPr/>
        </p:nvSpPr>
        <p:spPr>
          <a:xfrm>
            <a:off x="4572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4" name="Rectangle 231"/>
          <p:cNvSpPr/>
          <p:nvPr/>
        </p:nvSpPr>
        <p:spPr>
          <a:xfrm>
            <a:off x="5486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5" name="Rectangle 232"/>
          <p:cNvSpPr/>
          <p:nvPr/>
        </p:nvSpPr>
        <p:spPr>
          <a:xfrm>
            <a:off x="6400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6" name="Rectangle 233"/>
          <p:cNvSpPr/>
          <p:nvPr/>
        </p:nvSpPr>
        <p:spPr>
          <a:xfrm>
            <a:off x="7315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7" name="Rectangle 234"/>
          <p:cNvSpPr/>
          <p:nvPr/>
        </p:nvSpPr>
        <p:spPr>
          <a:xfrm>
            <a:off x="82296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8" name="Rectangle 235"/>
          <p:cNvSpPr/>
          <p:nvPr/>
        </p:nvSpPr>
        <p:spPr>
          <a:xfrm>
            <a:off x="91440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09" name="Rectangle 236"/>
          <p:cNvSpPr/>
          <p:nvPr/>
        </p:nvSpPr>
        <p:spPr>
          <a:xfrm>
            <a:off x="100584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0" name="Rectangle 237"/>
          <p:cNvSpPr/>
          <p:nvPr/>
        </p:nvSpPr>
        <p:spPr>
          <a:xfrm>
            <a:off x="109728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1" name="Rectangle 238"/>
          <p:cNvSpPr/>
          <p:nvPr/>
        </p:nvSpPr>
        <p:spPr>
          <a:xfrm>
            <a:off x="11887200" y="0"/>
            <a:ext cx="12240" cy="68518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2" name="Rectangle 239"/>
          <p:cNvSpPr/>
          <p:nvPr/>
        </p:nvSpPr>
        <p:spPr>
          <a:xfrm>
            <a:off x="0" y="0"/>
            <a:ext cx="313920" cy="68518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3" name="Rounded Rectangle 99"/>
          <p:cNvSpPr/>
          <p:nvPr/>
        </p:nvSpPr>
        <p:spPr>
          <a:xfrm>
            <a:off x="9875520" y="365760"/>
            <a:ext cx="2005560" cy="4968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14" name="TextBox 43"/>
          <p:cNvSpPr/>
          <p:nvPr/>
        </p:nvSpPr>
        <p:spPr>
          <a:xfrm>
            <a:off x="2148480" y="1005840"/>
            <a:ext cx="667476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Implicit vs Explicit Casting</a:t>
            </a:r>
            <a:endParaRPr b="0" lang="en-US" sz="4800" spc="-1" strike="noStrike">
              <a:solidFill>
                <a:srgbClr val="000000"/>
              </a:solidFill>
              <a:latin typeface="Arial"/>
            </a:endParaRPr>
          </a:p>
        </p:txBody>
      </p:sp>
      <p:sp>
        <p:nvSpPr>
          <p:cNvPr id="1215" name="TextBox 44"/>
          <p:cNvSpPr/>
          <p:nvPr/>
        </p:nvSpPr>
        <p:spPr>
          <a:xfrm>
            <a:off x="2094480" y="2057400"/>
            <a:ext cx="67816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Understanding the difference between implicit and explicit casting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helps prevent data loss and ensures correct type conversion in Java.</a:t>
            </a:r>
            <a:endParaRPr b="0" lang="en-US" sz="1900" spc="-1" strike="noStrike">
              <a:solidFill>
                <a:srgbClr val="000000"/>
              </a:solidFill>
              <a:latin typeface="Arial"/>
            </a:endParaRPr>
          </a:p>
        </p:txBody>
      </p:sp>
      <p:sp>
        <p:nvSpPr>
          <p:cNvPr id="1216" name="Rounded Rectangle 100"/>
          <p:cNvSpPr/>
          <p:nvPr/>
        </p:nvSpPr>
        <p:spPr>
          <a:xfrm>
            <a:off x="98748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7" name="Rounded Rectangle 101"/>
          <p:cNvSpPr/>
          <p:nvPr/>
        </p:nvSpPr>
        <p:spPr>
          <a:xfrm>
            <a:off x="914400" y="3108960"/>
            <a:ext cx="3285720" cy="2737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500" spc="-1" strike="noStrike">
                <a:solidFill>
                  <a:schemeClr val="lt1"/>
                </a:solidFill>
                <a:latin typeface="Calibri"/>
                <a:ea typeface="DejaVu Sans"/>
              </a:rPr>
              <a:t>Implicit Casting (Widening)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Smaller → Larger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automatically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No syntax required</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1" lang="en-US" sz="1500" spc="-1" strike="noStrike">
                <a:solidFill>
                  <a:schemeClr val="lt1"/>
                </a:solidFill>
                <a:latin typeface="Calibri"/>
                <a:ea typeface="DejaVu Sans"/>
              </a:rPr>
              <a:t>Explicit Casting (Narrowing)</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Larger → Smaller data type</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Done manually</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May cause data loss</a:t>
            </a:r>
            <a:endParaRPr b="0" lang="en-US" sz="1500" spc="-1" strike="noStrike">
              <a:solidFill>
                <a:srgbClr val="ffffff"/>
              </a:solidFill>
              <a:latin typeface="Arial"/>
            </a:endParaRPr>
          </a:p>
          <a:p>
            <a:pPr marL="216000" indent="-216000">
              <a:lnSpc>
                <a:spcPct val="100000"/>
              </a:lnSpc>
              <a:buClr>
                <a:srgbClr val="ffffff"/>
              </a:buClr>
              <a:buFont typeface="Wingdings" charset="2"/>
              <a:buChar char=""/>
            </a:pPr>
            <a:r>
              <a:rPr b="0" lang="en-US" sz="1500" spc="-1" strike="noStrike">
                <a:solidFill>
                  <a:schemeClr val="lt1"/>
                </a:solidFill>
                <a:latin typeface="Calibri"/>
                <a:ea typeface="DejaVu Sans"/>
              </a:rPr>
              <a:t>Requires (type) syntax</a:t>
            </a:r>
            <a:endParaRPr b="0" lang="en-US" sz="1500" spc="-1" strike="noStrike">
              <a:solidFill>
                <a:srgbClr val="ffffff"/>
              </a:solidFill>
              <a:latin typeface="Arial"/>
            </a:endParaRPr>
          </a:p>
        </p:txBody>
      </p:sp>
      <p:sp>
        <p:nvSpPr>
          <p:cNvPr id="1218" name="Rounded Rectangle 102"/>
          <p:cNvSpPr/>
          <p:nvPr/>
        </p:nvSpPr>
        <p:spPr>
          <a:xfrm>
            <a:off x="450792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19" name="Rounded Rectangle 103"/>
          <p:cNvSpPr/>
          <p:nvPr/>
        </p:nvSpPr>
        <p:spPr>
          <a:xfrm>
            <a:off x="4434840" y="3108960"/>
            <a:ext cx="3285720" cy="27370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Implicit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Explicit Casting Flow:</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double → float → long → int → short → byte</a:t>
            </a:r>
            <a:endParaRPr b="0" lang="en-US" sz="1800" spc="-1" strike="noStrike">
              <a:solidFill>
                <a:srgbClr val="ffffff"/>
              </a:solidFill>
              <a:latin typeface="Arial"/>
            </a:endParaRPr>
          </a:p>
        </p:txBody>
      </p:sp>
      <p:sp>
        <p:nvSpPr>
          <p:cNvPr id="1220" name="Rounded Rectangle 104"/>
          <p:cNvSpPr/>
          <p:nvPr/>
        </p:nvSpPr>
        <p:spPr>
          <a:xfrm>
            <a:off x="8028360" y="3182040"/>
            <a:ext cx="3285720" cy="27370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1" name="Rounded Rectangle 105"/>
          <p:cNvSpPr/>
          <p:nvPr/>
        </p:nvSpPr>
        <p:spPr>
          <a:xfrm>
            <a:off x="7955280" y="3108960"/>
            <a:ext cx="3698280" cy="3058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CastingComparison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Implicit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 = 25;</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result = num;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Explicit Casting</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double price = 49.99;</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newPrice = (int) 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System.out.println(result);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System.out.println(newPrice);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222" name="TextBox 4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23" name="Rectangle 240"/>
          <p:cNvSpPr/>
          <p:nvPr/>
        </p:nvSpPr>
        <p:spPr>
          <a:xfrm>
            <a:off x="0" y="0"/>
            <a:ext cx="12183120" cy="68522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4" name="Rectangle 241"/>
          <p:cNvSpPr/>
          <p:nvPr/>
        </p:nvSpPr>
        <p:spPr>
          <a:xfrm>
            <a:off x="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5" name="Rectangle 242"/>
          <p:cNvSpPr/>
          <p:nvPr/>
        </p:nvSpPr>
        <p:spPr>
          <a:xfrm>
            <a:off x="914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6" name="Rectangle 243"/>
          <p:cNvSpPr/>
          <p:nvPr/>
        </p:nvSpPr>
        <p:spPr>
          <a:xfrm>
            <a:off x="1828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7" name="Rectangle 244"/>
          <p:cNvSpPr/>
          <p:nvPr/>
        </p:nvSpPr>
        <p:spPr>
          <a:xfrm>
            <a:off x="2743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8" name="Rectangle 245"/>
          <p:cNvSpPr/>
          <p:nvPr/>
        </p:nvSpPr>
        <p:spPr>
          <a:xfrm>
            <a:off x="3657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29" name="Rectangle 246"/>
          <p:cNvSpPr/>
          <p:nvPr/>
        </p:nvSpPr>
        <p:spPr>
          <a:xfrm>
            <a:off x="4572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0" name="Rectangle 247"/>
          <p:cNvSpPr/>
          <p:nvPr/>
        </p:nvSpPr>
        <p:spPr>
          <a:xfrm>
            <a:off x="5486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1" name="Rectangle 248"/>
          <p:cNvSpPr/>
          <p:nvPr/>
        </p:nvSpPr>
        <p:spPr>
          <a:xfrm>
            <a:off x="6400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2" name="Rectangle 249"/>
          <p:cNvSpPr/>
          <p:nvPr/>
        </p:nvSpPr>
        <p:spPr>
          <a:xfrm>
            <a:off x="7315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3" name="Rectangle 250"/>
          <p:cNvSpPr/>
          <p:nvPr/>
        </p:nvSpPr>
        <p:spPr>
          <a:xfrm>
            <a:off x="82296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4" name="Rectangle 251"/>
          <p:cNvSpPr/>
          <p:nvPr/>
        </p:nvSpPr>
        <p:spPr>
          <a:xfrm>
            <a:off x="91440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5" name="Rectangle 252"/>
          <p:cNvSpPr/>
          <p:nvPr/>
        </p:nvSpPr>
        <p:spPr>
          <a:xfrm>
            <a:off x="100584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6" name="Rectangle 253"/>
          <p:cNvSpPr/>
          <p:nvPr/>
        </p:nvSpPr>
        <p:spPr>
          <a:xfrm>
            <a:off x="109728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7" name="Rectangle 254"/>
          <p:cNvSpPr/>
          <p:nvPr/>
        </p:nvSpPr>
        <p:spPr>
          <a:xfrm>
            <a:off x="11887200" y="0"/>
            <a:ext cx="12600" cy="68522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8" name="Rectangle 255"/>
          <p:cNvSpPr/>
          <p:nvPr/>
        </p:nvSpPr>
        <p:spPr>
          <a:xfrm>
            <a:off x="0" y="0"/>
            <a:ext cx="314280" cy="68522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39" name="Rounded Rectangle 106"/>
          <p:cNvSpPr/>
          <p:nvPr/>
        </p:nvSpPr>
        <p:spPr>
          <a:xfrm>
            <a:off x="9875520" y="365760"/>
            <a:ext cx="2005920" cy="4971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40" name="TextBox 46"/>
          <p:cNvSpPr/>
          <p:nvPr/>
        </p:nvSpPr>
        <p:spPr>
          <a:xfrm>
            <a:off x="1659960" y="1005840"/>
            <a:ext cx="76518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DATA LOSS &amp; PRECISION LOSS</a:t>
            </a:r>
            <a:endParaRPr b="0" lang="en-US" sz="4800" spc="-1" strike="noStrike">
              <a:solidFill>
                <a:srgbClr val="000000"/>
              </a:solidFill>
              <a:latin typeface="Arial"/>
            </a:endParaRPr>
          </a:p>
        </p:txBody>
      </p:sp>
      <p:sp>
        <p:nvSpPr>
          <p:cNvPr id="1241" name="TextBox 47"/>
          <p:cNvSpPr/>
          <p:nvPr/>
        </p:nvSpPr>
        <p:spPr>
          <a:xfrm>
            <a:off x="2286000" y="1826640"/>
            <a:ext cx="643104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Type casting may cause data loss when converting from a larger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type to a smaller one.</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Decimal values can be removed and large values may overflow.</a:t>
            </a:r>
            <a:endParaRPr b="0" lang="en-US" sz="1900" spc="-1" strike="noStrike">
              <a:solidFill>
                <a:srgbClr val="000000"/>
              </a:solidFill>
              <a:latin typeface="Arial"/>
            </a:endParaRPr>
          </a:p>
        </p:txBody>
      </p:sp>
      <p:sp>
        <p:nvSpPr>
          <p:cNvPr id="1242" name="Rounded Rectangle 107"/>
          <p:cNvSpPr/>
          <p:nvPr/>
        </p:nvSpPr>
        <p:spPr>
          <a:xfrm>
            <a:off x="98748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3" name="Rounded Rectangle 108"/>
          <p:cNvSpPr/>
          <p:nvPr/>
        </p:nvSpPr>
        <p:spPr>
          <a:xfrm>
            <a:off x="914400" y="3108960"/>
            <a:ext cx="3286080" cy="2737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Occurs in explicit (narrowing) casting</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Decimal part is truncated (not rounded)</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Smaller types cannot store full value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May lead to incorrect results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Precision loss happens especially with float → int</a:t>
            </a:r>
            <a:endParaRPr b="0" lang="en-US" sz="1800" spc="-1" strike="noStrike">
              <a:solidFill>
                <a:srgbClr val="ffffff"/>
              </a:solidFill>
              <a:latin typeface="Arial"/>
            </a:endParaRPr>
          </a:p>
        </p:txBody>
      </p:sp>
      <p:sp>
        <p:nvSpPr>
          <p:cNvPr id="1244" name="Rounded Rectangle 109"/>
          <p:cNvSpPr/>
          <p:nvPr/>
        </p:nvSpPr>
        <p:spPr>
          <a:xfrm>
            <a:off x="450792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5" name="Rounded Rectangle 110"/>
          <p:cNvSpPr/>
          <p:nvPr/>
        </p:nvSpPr>
        <p:spPr>
          <a:xfrm>
            <a:off x="4343400" y="3108960"/>
            <a:ext cx="3377520" cy="3287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double (9.78)</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(casting)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(9)</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(123456.789)</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(123456)</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Decimal part is completely removed</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No rounding happens</a:t>
            </a:r>
            <a:endParaRPr b="0" lang="en-US" sz="1800" spc="-1" strike="noStrike">
              <a:solidFill>
                <a:srgbClr val="ffffff"/>
              </a:solidFill>
              <a:latin typeface="Arial"/>
            </a:endParaRPr>
          </a:p>
        </p:txBody>
      </p:sp>
      <p:sp>
        <p:nvSpPr>
          <p:cNvPr id="1246" name="Rounded Rectangle 111"/>
          <p:cNvSpPr/>
          <p:nvPr/>
        </p:nvSpPr>
        <p:spPr>
          <a:xfrm>
            <a:off x="8028360" y="3182040"/>
            <a:ext cx="3286080" cy="27374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47" name="Rounded Rectangle 112"/>
          <p:cNvSpPr/>
          <p:nvPr/>
        </p:nvSpPr>
        <p:spPr>
          <a:xfrm>
            <a:off x="7955280" y="2971800"/>
            <a:ext cx="3927240" cy="3424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DataLossExample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double value = 9.78;</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 Explicit casting</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result = (int)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System.out.println("Original: " + 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System.out.println("After casting: " + result);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float bigValue = 123456.789f;</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converted = (int)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System.out.println("Float: " + bigValue);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System.out.println("Int: " + converted);</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248" name="TextBox 4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49" name="Rectangle 256"/>
          <p:cNvSpPr/>
          <p:nvPr/>
        </p:nvSpPr>
        <p:spPr>
          <a:xfrm>
            <a:off x="0" y="0"/>
            <a:ext cx="12183840" cy="68529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0" name="Rectangle 257"/>
          <p:cNvSpPr/>
          <p:nvPr/>
        </p:nvSpPr>
        <p:spPr>
          <a:xfrm>
            <a:off x="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1" name="Rectangle 258"/>
          <p:cNvSpPr/>
          <p:nvPr/>
        </p:nvSpPr>
        <p:spPr>
          <a:xfrm>
            <a:off x="914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2" name="Rectangle 259"/>
          <p:cNvSpPr/>
          <p:nvPr/>
        </p:nvSpPr>
        <p:spPr>
          <a:xfrm>
            <a:off x="1828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3" name="Rectangle 260"/>
          <p:cNvSpPr/>
          <p:nvPr/>
        </p:nvSpPr>
        <p:spPr>
          <a:xfrm>
            <a:off x="2743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4" name="Rectangle 261"/>
          <p:cNvSpPr/>
          <p:nvPr/>
        </p:nvSpPr>
        <p:spPr>
          <a:xfrm>
            <a:off x="3657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5" name="Rectangle 262"/>
          <p:cNvSpPr/>
          <p:nvPr/>
        </p:nvSpPr>
        <p:spPr>
          <a:xfrm>
            <a:off x="4572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6" name="Rectangle 263"/>
          <p:cNvSpPr/>
          <p:nvPr/>
        </p:nvSpPr>
        <p:spPr>
          <a:xfrm>
            <a:off x="5486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7" name="Rectangle 264"/>
          <p:cNvSpPr/>
          <p:nvPr/>
        </p:nvSpPr>
        <p:spPr>
          <a:xfrm>
            <a:off x="6400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8" name="Rectangle 265"/>
          <p:cNvSpPr/>
          <p:nvPr/>
        </p:nvSpPr>
        <p:spPr>
          <a:xfrm>
            <a:off x="7315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59" name="Rectangle 266"/>
          <p:cNvSpPr/>
          <p:nvPr/>
        </p:nvSpPr>
        <p:spPr>
          <a:xfrm>
            <a:off x="82296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0" name="Rectangle 267"/>
          <p:cNvSpPr/>
          <p:nvPr/>
        </p:nvSpPr>
        <p:spPr>
          <a:xfrm>
            <a:off x="91440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1" name="Rectangle 268"/>
          <p:cNvSpPr/>
          <p:nvPr/>
        </p:nvSpPr>
        <p:spPr>
          <a:xfrm>
            <a:off x="100584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2" name="Rectangle 269"/>
          <p:cNvSpPr/>
          <p:nvPr/>
        </p:nvSpPr>
        <p:spPr>
          <a:xfrm>
            <a:off x="109728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3" name="Rectangle 270"/>
          <p:cNvSpPr/>
          <p:nvPr/>
        </p:nvSpPr>
        <p:spPr>
          <a:xfrm>
            <a:off x="11887200" y="0"/>
            <a:ext cx="13320" cy="68529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4" name="Rectangle 271"/>
          <p:cNvSpPr/>
          <p:nvPr/>
        </p:nvSpPr>
        <p:spPr>
          <a:xfrm>
            <a:off x="0" y="0"/>
            <a:ext cx="315000" cy="68529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5" name="Rounded Rectangle 113"/>
          <p:cNvSpPr/>
          <p:nvPr/>
        </p:nvSpPr>
        <p:spPr>
          <a:xfrm>
            <a:off x="9875520" y="365760"/>
            <a:ext cx="2006640" cy="4978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66" name="TextBox 49"/>
          <p:cNvSpPr/>
          <p:nvPr/>
        </p:nvSpPr>
        <p:spPr>
          <a:xfrm>
            <a:off x="1458000" y="1005840"/>
            <a:ext cx="805572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 CASTING IN EXPRESSIONS</a:t>
            </a:r>
            <a:endParaRPr b="0" lang="en-US" sz="4800" spc="-1" strike="noStrike">
              <a:solidFill>
                <a:srgbClr val="000000"/>
              </a:solidFill>
              <a:latin typeface="Arial"/>
            </a:endParaRPr>
          </a:p>
        </p:txBody>
      </p:sp>
      <p:sp>
        <p:nvSpPr>
          <p:cNvPr id="1267" name="TextBox 50"/>
          <p:cNvSpPr/>
          <p:nvPr/>
        </p:nvSpPr>
        <p:spPr>
          <a:xfrm>
            <a:off x="2283480" y="2194560"/>
            <a:ext cx="6405120" cy="37908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Automatic type conversion during arithmetic operations in Java.</a:t>
            </a:r>
            <a:endParaRPr b="0" lang="en-US" sz="1900" spc="-1" strike="noStrike">
              <a:solidFill>
                <a:srgbClr val="000000"/>
              </a:solidFill>
              <a:latin typeface="Arial"/>
            </a:endParaRPr>
          </a:p>
        </p:txBody>
      </p:sp>
      <p:sp>
        <p:nvSpPr>
          <p:cNvPr id="1268" name="Rounded Rectangle 114"/>
          <p:cNvSpPr/>
          <p:nvPr/>
        </p:nvSpPr>
        <p:spPr>
          <a:xfrm>
            <a:off x="98748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69" name="Rounded Rectangle 115"/>
          <p:cNvSpPr/>
          <p:nvPr/>
        </p:nvSpPr>
        <p:spPr>
          <a:xfrm>
            <a:off x="914400" y="3108960"/>
            <a:ext cx="3286800" cy="2738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Java promotes smaller types in expressions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Operations follow the largest data type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No manual casting needed (in most cases)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byte, short → converted to int automatically</a:t>
            </a:r>
            <a:endParaRPr b="0" lang="en-US" sz="1800" spc="-1" strike="noStrike">
              <a:solidFill>
                <a:srgbClr val="ffffff"/>
              </a:solidFill>
              <a:latin typeface="Arial"/>
            </a:endParaRPr>
          </a:p>
        </p:txBody>
      </p:sp>
      <p:sp>
        <p:nvSpPr>
          <p:cNvPr id="1270" name="Rounded Rectangle 116"/>
          <p:cNvSpPr/>
          <p:nvPr/>
        </p:nvSpPr>
        <p:spPr>
          <a:xfrm>
            <a:off x="450792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1" name="Rounded Rectangle 117"/>
          <p:cNvSpPr/>
          <p:nvPr/>
        </p:nvSpPr>
        <p:spPr>
          <a:xfrm>
            <a:off x="4434840" y="3108960"/>
            <a:ext cx="3286800" cy="27381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byte → short → int → long → float → double</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int + double → double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float + long → float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short + short → int</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Result = largest type</a:t>
            </a:r>
            <a:endParaRPr b="0" lang="en-US" sz="1800" spc="-1" strike="noStrike">
              <a:solidFill>
                <a:srgbClr val="ffffff"/>
              </a:solidFill>
              <a:latin typeface="Arial"/>
            </a:endParaRPr>
          </a:p>
        </p:txBody>
      </p:sp>
      <p:sp>
        <p:nvSpPr>
          <p:cNvPr id="1272" name="Rounded Rectangle 118"/>
          <p:cNvSpPr/>
          <p:nvPr/>
        </p:nvSpPr>
        <p:spPr>
          <a:xfrm>
            <a:off x="8028360" y="3182040"/>
            <a:ext cx="3286800" cy="27381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3" name="Rounded Rectangle 119"/>
          <p:cNvSpPr/>
          <p:nvPr/>
        </p:nvSpPr>
        <p:spPr>
          <a:xfrm>
            <a:off x="7955280" y="2971800"/>
            <a:ext cx="3699360" cy="2875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400" spc="-1" strike="noStrike">
                <a:solidFill>
                  <a:srgbClr val="78ffc8"/>
                </a:solidFill>
                <a:latin typeface="Consolas"/>
                <a:ea typeface="DejaVu Sans"/>
              </a:rPr>
              <a:t>int a = 10;</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b = 5.5;</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double result = a + b; // int → double</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System.out.println(result);</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x = 5;</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byte y = 10;</a:t>
            </a:r>
            <a:endParaRPr b="0" lang="en-US" sz="1400" spc="-1" strike="noStrike">
              <a:solidFill>
                <a:srgbClr val="ffffff"/>
              </a:solidFill>
              <a:latin typeface="Arial"/>
            </a:endParaRPr>
          </a:p>
          <a:p>
            <a:pPr algn="ctr">
              <a:lnSpc>
                <a:spcPct val="100000"/>
              </a:lnSpc>
            </a:pP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int sum = x + y; // byte → int</a:t>
            </a:r>
            <a:endParaRPr b="0" lang="en-US" sz="1400" spc="-1" strike="noStrike">
              <a:solidFill>
                <a:srgbClr val="ffffff"/>
              </a:solidFill>
              <a:latin typeface="Arial"/>
            </a:endParaRPr>
          </a:p>
          <a:p>
            <a:pPr algn="ctr">
              <a:lnSpc>
                <a:spcPct val="100000"/>
              </a:lnSpc>
            </a:pPr>
            <a:r>
              <a:rPr b="0" lang="en-US" sz="1400" spc="-1" strike="noStrike">
                <a:solidFill>
                  <a:srgbClr val="78ffc8"/>
                </a:solidFill>
                <a:latin typeface="Consolas"/>
                <a:ea typeface="DejaVu Sans"/>
              </a:rPr>
              <a:t>System.out.println(sum);</a:t>
            </a:r>
            <a:endParaRPr b="0" lang="en-US" sz="1400" spc="-1" strike="noStrike">
              <a:solidFill>
                <a:srgbClr val="ffffff"/>
              </a:solidFill>
              <a:latin typeface="Arial"/>
            </a:endParaRPr>
          </a:p>
        </p:txBody>
      </p:sp>
      <p:sp>
        <p:nvSpPr>
          <p:cNvPr id="1274" name="TextBox 51"/>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275" name="Rectangle 272"/>
          <p:cNvSpPr/>
          <p:nvPr/>
        </p:nvSpPr>
        <p:spPr>
          <a:xfrm>
            <a:off x="0" y="0"/>
            <a:ext cx="12184560" cy="68536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6" name="Rectangle 273"/>
          <p:cNvSpPr/>
          <p:nvPr/>
        </p:nvSpPr>
        <p:spPr>
          <a:xfrm>
            <a:off x="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7" name="Rectangle 274"/>
          <p:cNvSpPr/>
          <p:nvPr/>
        </p:nvSpPr>
        <p:spPr>
          <a:xfrm>
            <a:off x="914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8" name="Rectangle 275"/>
          <p:cNvSpPr/>
          <p:nvPr/>
        </p:nvSpPr>
        <p:spPr>
          <a:xfrm>
            <a:off x="1828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79" name="Rectangle 276"/>
          <p:cNvSpPr/>
          <p:nvPr/>
        </p:nvSpPr>
        <p:spPr>
          <a:xfrm>
            <a:off x="2743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0" name="Rectangle 277"/>
          <p:cNvSpPr/>
          <p:nvPr/>
        </p:nvSpPr>
        <p:spPr>
          <a:xfrm>
            <a:off x="3657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1" name="Rectangle 278"/>
          <p:cNvSpPr/>
          <p:nvPr/>
        </p:nvSpPr>
        <p:spPr>
          <a:xfrm>
            <a:off x="4572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2" name="Rectangle 279"/>
          <p:cNvSpPr/>
          <p:nvPr/>
        </p:nvSpPr>
        <p:spPr>
          <a:xfrm>
            <a:off x="5486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3" name="Rectangle 280"/>
          <p:cNvSpPr/>
          <p:nvPr/>
        </p:nvSpPr>
        <p:spPr>
          <a:xfrm>
            <a:off x="6400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4" name="Rectangle 281"/>
          <p:cNvSpPr/>
          <p:nvPr/>
        </p:nvSpPr>
        <p:spPr>
          <a:xfrm>
            <a:off x="7315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5" name="Rectangle 282"/>
          <p:cNvSpPr/>
          <p:nvPr/>
        </p:nvSpPr>
        <p:spPr>
          <a:xfrm>
            <a:off x="82296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6" name="Rectangle 283"/>
          <p:cNvSpPr/>
          <p:nvPr/>
        </p:nvSpPr>
        <p:spPr>
          <a:xfrm>
            <a:off x="91440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7" name="Rectangle 284"/>
          <p:cNvSpPr/>
          <p:nvPr/>
        </p:nvSpPr>
        <p:spPr>
          <a:xfrm>
            <a:off x="100584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8" name="Rectangle 285"/>
          <p:cNvSpPr/>
          <p:nvPr/>
        </p:nvSpPr>
        <p:spPr>
          <a:xfrm>
            <a:off x="109728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89" name="Rectangle 286"/>
          <p:cNvSpPr/>
          <p:nvPr/>
        </p:nvSpPr>
        <p:spPr>
          <a:xfrm>
            <a:off x="11887200" y="0"/>
            <a:ext cx="14040" cy="68536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0" name="Rectangle 287"/>
          <p:cNvSpPr/>
          <p:nvPr/>
        </p:nvSpPr>
        <p:spPr>
          <a:xfrm>
            <a:off x="0" y="0"/>
            <a:ext cx="315720" cy="68536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1" name="Rounded Rectangle 120"/>
          <p:cNvSpPr/>
          <p:nvPr/>
        </p:nvSpPr>
        <p:spPr>
          <a:xfrm>
            <a:off x="9875520" y="365760"/>
            <a:ext cx="2007360" cy="4986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292" name="TextBox 52"/>
          <p:cNvSpPr/>
          <p:nvPr/>
        </p:nvSpPr>
        <p:spPr>
          <a:xfrm>
            <a:off x="1514160" y="1005840"/>
            <a:ext cx="7943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System – Introduction</a:t>
            </a:r>
            <a:endParaRPr b="0" lang="en-US" sz="4800" spc="-1" strike="noStrike">
              <a:solidFill>
                <a:srgbClr val="000000"/>
              </a:solidFill>
              <a:latin typeface="Arial"/>
            </a:endParaRPr>
          </a:p>
        </p:txBody>
      </p:sp>
      <p:sp>
        <p:nvSpPr>
          <p:cNvPr id="1293" name="TextBox 53"/>
          <p:cNvSpPr/>
          <p:nvPr/>
        </p:nvSpPr>
        <p:spPr>
          <a:xfrm>
            <a:off x="1787760" y="2074680"/>
            <a:ext cx="758340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is a universal character encoding standard that allows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Java to represent text from multiple languages consistently across platforms</a:t>
            </a:r>
            <a:endParaRPr b="0" lang="en-US" sz="1900" spc="-1" strike="noStrike">
              <a:solidFill>
                <a:srgbClr val="000000"/>
              </a:solidFill>
              <a:latin typeface="Arial"/>
            </a:endParaRPr>
          </a:p>
        </p:txBody>
      </p:sp>
      <p:sp>
        <p:nvSpPr>
          <p:cNvPr id="1294" name="Rounded Rectangle 121"/>
          <p:cNvSpPr/>
          <p:nvPr/>
        </p:nvSpPr>
        <p:spPr>
          <a:xfrm>
            <a:off x="98748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5" name="Rounded Rectangle 122"/>
          <p:cNvSpPr/>
          <p:nvPr/>
        </p:nvSpPr>
        <p:spPr>
          <a:xfrm>
            <a:off x="914400" y="3108960"/>
            <a:ext cx="3287520" cy="3060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a global character set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has a unique code point (e.g.,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Replaced older encodings like ASCII and ISO</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Supports almost all world languages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Java uses Unicode internally (UTF-16)</a:t>
            </a:r>
            <a:endParaRPr b="0" lang="en-US" sz="1800" spc="-1" strike="noStrike">
              <a:solidFill>
                <a:srgbClr val="ffffff"/>
              </a:solidFill>
              <a:latin typeface="Arial"/>
            </a:endParaRPr>
          </a:p>
        </p:txBody>
      </p:sp>
      <p:sp>
        <p:nvSpPr>
          <p:cNvPr id="1296" name="Rounded Rectangle 123"/>
          <p:cNvSpPr/>
          <p:nvPr/>
        </p:nvSpPr>
        <p:spPr>
          <a:xfrm>
            <a:off x="450792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7" name="Rounded Rectangle 124"/>
          <p:cNvSpPr/>
          <p:nvPr/>
        </p:nvSpPr>
        <p:spPr>
          <a:xfrm>
            <a:off x="4434840" y="3108960"/>
            <a:ext cx="3287520" cy="27388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(UTF-16) → Stored in Java → Displayed</a:t>
            </a:r>
            <a:endParaRPr b="0" lang="en-US" sz="1800" spc="-1" strike="noStrike">
              <a:solidFill>
                <a:srgbClr val="ffffff"/>
              </a:solidFill>
              <a:latin typeface="Arial"/>
            </a:endParaRPr>
          </a:p>
        </p:txBody>
      </p:sp>
      <p:sp>
        <p:nvSpPr>
          <p:cNvPr id="1298" name="Rounded Rectangle 125"/>
          <p:cNvSpPr/>
          <p:nvPr/>
        </p:nvSpPr>
        <p:spPr>
          <a:xfrm>
            <a:off x="8028360" y="3182040"/>
            <a:ext cx="3287520" cy="27388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299" name="Rounded Rectangle 126"/>
          <p:cNvSpPr/>
          <p:nvPr/>
        </p:nvSpPr>
        <p:spPr>
          <a:xfrm>
            <a:off x="7955280" y="3108960"/>
            <a:ext cx="3700080" cy="3288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500" spc="-1" strike="noStrike">
                <a:solidFill>
                  <a:srgbClr val="78ffc8"/>
                </a:solidFill>
                <a:latin typeface="Consolas"/>
                <a:ea typeface="DejaVu Sans"/>
              </a:rPr>
              <a:t>public class UnicodeExample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public static void main(String[] args)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ch = '\u0041'; // Unicode for 'A'</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System.out.println(ch);</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char symbol = '\u00AB'; // «</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System.out.println(symbol);</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    </a:t>
            </a:r>
            <a:r>
              <a:rPr b="0" lang="en-US" sz="1500" spc="-1" strike="noStrike">
                <a:solidFill>
                  <a:srgbClr val="78ffc8"/>
                </a:solidFill>
                <a:latin typeface="Consolas"/>
                <a:ea typeface="DejaVu Sans"/>
              </a:rPr>
              <a:t>}</a:t>
            </a:r>
            <a:endParaRPr b="0" lang="en-US" sz="1500" spc="-1" strike="noStrike">
              <a:solidFill>
                <a:srgbClr val="ffffff"/>
              </a:solidFill>
              <a:latin typeface="Arial"/>
            </a:endParaRPr>
          </a:p>
          <a:p>
            <a:pPr algn="ctr">
              <a:lnSpc>
                <a:spcPct val="100000"/>
              </a:lnSpc>
            </a:pPr>
            <a:r>
              <a:rPr b="0" lang="en-US" sz="1500" spc="-1" strike="noStrike">
                <a:solidFill>
                  <a:srgbClr val="78ffc8"/>
                </a:solidFill>
                <a:latin typeface="Consolas"/>
                <a:ea typeface="DejaVu Sans"/>
              </a:rPr>
              <a:t>}</a:t>
            </a:r>
            <a:endParaRPr b="0" lang="en-US" sz="1500" spc="-1" strike="noStrike">
              <a:solidFill>
                <a:srgbClr val="ffffff"/>
              </a:solidFill>
              <a:latin typeface="Arial"/>
            </a:endParaRPr>
          </a:p>
        </p:txBody>
      </p:sp>
      <p:sp>
        <p:nvSpPr>
          <p:cNvPr id="1300" name="TextBox 54"/>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301" name="" descr=""/>
          <p:cNvPicPr/>
          <p:nvPr/>
        </p:nvPicPr>
        <p:blipFill>
          <a:blip r:embed="rId1"/>
          <a:stretch/>
        </p:blipFill>
        <p:spPr>
          <a:xfrm>
            <a:off x="4589280" y="5029200"/>
            <a:ext cx="2648520" cy="504000"/>
          </a:xfrm>
          <a:prstGeom prst="rect">
            <a:avLst/>
          </a:prstGeom>
          <a:ln w="0">
            <a:noFill/>
          </a:ln>
        </p:spPr>
      </p:pic>
    </p:spTree>
  </p:cSld>
  <mc:AlternateContent>
    <mc:Choice Requires="p14">
      <p:transition spd="slow" p14:dur="2000"/>
    </mc:Choice>
    <mc:Fallback>
      <p:transition spd="slow"/>
    </mc:Fallback>
  </mc:AlternateContent>
</p:sld>
</file>

<file path=ppt/slides/slide18.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02" name="Rectangle 288"/>
          <p:cNvSpPr/>
          <p:nvPr/>
        </p:nvSpPr>
        <p:spPr>
          <a:xfrm>
            <a:off x="0" y="0"/>
            <a:ext cx="12184920" cy="68540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3" name="Rectangle 289"/>
          <p:cNvSpPr/>
          <p:nvPr/>
        </p:nvSpPr>
        <p:spPr>
          <a:xfrm>
            <a:off x="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4" name="Rectangle 290"/>
          <p:cNvSpPr/>
          <p:nvPr/>
        </p:nvSpPr>
        <p:spPr>
          <a:xfrm>
            <a:off x="914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5" name="Rectangle 291"/>
          <p:cNvSpPr/>
          <p:nvPr/>
        </p:nvSpPr>
        <p:spPr>
          <a:xfrm>
            <a:off x="1828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6" name="Rectangle 292"/>
          <p:cNvSpPr/>
          <p:nvPr/>
        </p:nvSpPr>
        <p:spPr>
          <a:xfrm>
            <a:off x="2743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7" name="Rectangle 293"/>
          <p:cNvSpPr/>
          <p:nvPr/>
        </p:nvSpPr>
        <p:spPr>
          <a:xfrm>
            <a:off x="3657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8" name="Rectangle 294"/>
          <p:cNvSpPr/>
          <p:nvPr/>
        </p:nvSpPr>
        <p:spPr>
          <a:xfrm>
            <a:off x="4572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09" name="Rectangle 295"/>
          <p:cNvSpPr/>
          <p:nvPr/>
        </p:nvSpPr>
        <p:spPr>
          <a:xfrm>
            <a:off x="5486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0" name="Rectangle 296"/>
          <p:cNvSpPr/>
          <p:nvPr/>
        </p:nvSpPr>
        <p:spPr>
          <a:xfrm>
            <a:off x="6400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1" name="Rectangle 297"/>
          <p:cNvSpPr/>
          <p:nvPr/>
        </p:nvSpPr>
        <p:spPr>
          <a:xfrm>
            <a:off x="7315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2" name="Rectangle 298"/>
          <p:cNvSpPr/>
          <p:nvPr/>
        </p:nvSpPr>
        <p:spPr>
          <a:xfrm>
            <a:off x="8229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3" name="Rectangle 299"/>
          <p:cNvSpPr/>
          <p:nvPr/>
        </p:nvSpPr>
        <p:spPr>
          <a:xfrm>
            <a:off x="9144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4" name="Rectangle 300"/>
          <p:cNvSpPr/>
          <p:nvPr/>
        </p:nvSpPr>
        <p:spPr>
          <a:xfrm>
            <a:off x="10058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5" name="Rectangle 301"/>
          <p:cNvSpPr/>
          <p:nvPr/>
        </p:nvSpPr>
        <p:spPr>
          <a:xfrm>
            <a:off x="10972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6" name="Rectangle 302"/>
          <p:cNvSpPr/>
          <p:nvPr/>
        </p:nvSpPr>
        <p:spPr>
          <a:xfrm>
            <a:off x="11887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7" name="Rectangle 303"/>
          <p:cNvSpPr/>
          <p:nvPr/>
        </p:nvSpPr>
        <p:spPr>
          <a:xfrm>
            <a:off x="0" y="0"/>
            <a:ext cx="316080" cy="68540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18" name="Rounded Rectangle 127"/>
          <p:cNvSpPr/>
          <p:nvPr/>
        </p:nvSpPr>
        <p:spPr>
          <a:xfrm>
            <a:off x="9875520" y="365760"/>
            <a:ext cx="2007720" cy="4989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19" name="TextBox 55"/>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320" name="TextBox 56"/>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321" name="Rounded Rectangle 128"/>
          <p:cNvSpPr/>
          <p:nvPr/>
        </p:nvSpPr>
        <p:spPr>
          <a:xfrm>
            <a:off x="98748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2" name="Rounded Rectangle 129"/>
          <p:cNvSpPr/>
          <p:nvPr/>
        </p:nvSpPr>
        <p:spPr>
          <a:xfrm>
            <a:off x="685800" y="3108960"/>
            <a:ext cx="3516480" cy="30603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Each character → Code Point (U+XXXX format)</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Example:</a:t>
            </a:r>
            <a:r>
              <a:rPr b="0" lang="en-US" sz="1800" spc="-1" strike="noStrike">
                <a:solidFill>
                  <a:schemeClr val="lt1"/>
                </a:solidFill>
                <a:latin typeface="Calibri"/>
                <a:ea typeface="DejaVu Sans"/>
              </a:rPr>
              <a:t>	</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A → U+0041</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ç → U+00E7</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0" lang="en-US" sz="1800" spc="-1" strike="noStrike">
                <a:solidFill>
                  <a:schemeClr val="lt1"/>
                </a:solidFill>
                <a:latin typeface="Calibri"/>
                <a:ea typeface="DejaVu Sans"/>
              </a:rPr>
              <a:t>😀 → </a:t>
            </a:r>
            <a:r>
              <a:rPr b="0" lang="en-US" sz="1800" spc="-1" strike="noStrike">
                <a:solidFill>
                  <a:schemeClr val="lt1"/>
                </a:solidFill>
                <a:latin typeface="Calibri"/>
                <a:ea typeface="DejaVu Sans"/>
              </a:rPr>
              <a:t>U+1F600</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Unicode is universal → same meaning everywhere</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Encoding systems (UTF-8, UTF-16, UTF-32) define how these are stored</a:t>
            </a:r>
            <a:endParaRPr b="0" lang="en-US" sz="1800" spc="-1" strike="noStrike">
              <a:solidFill>
                <a:srgbClr val="ffffff"/>
              </a:solidFill>
              <a:latin typeface="Arial"/>
            </a:endParaRPr>
          </a:p>
        </p:txBody>
      </p:sp>
      <p:sp>
        <p:nvSpPr>
          <p:cNvPr id="1323" name="Rounded Rectangle 130"/>
          <p:cNvSpPr/>
          <p:nvPr/>
        </p:nvSpPr>
        <p:spPr>
          <a:xfrm>
            <a:off x="450792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4" name="Rounded Rectangle 131"/>
          <p:cNvSpPr/>
          <p:nvPr/>
        </p:nvSpPr>
        <p:spPr>
          <a:xfrm>
            <a:off x="4434840" y="3108960"/>
            <a:ext cx="3287880" cy="2739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 Encoding → Binary → Display</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 → U+0041 → UTF-8 → 01000001 → Screen</a:t>
            </a:r>
            <a:endParaRPr b="0" lang="en-US" sz="1800" spc="-1" strike="noStrike">
              <a:solidFill>
                <a:srgbClr val="ffffff"/>
              </a:solidFill>
              <a:latin typeface="Arial"/>
            </a:endParaRPr>
          </a:p>
        </p:txBody>
      </p:sp>
      <p:sp>
        <p:nvSpPr>
          <p:cNvPr id="1325" name="Rounded Rectangle 132"/>
          <p:cNvSpPr/>
          <p:nvPr/>
        </p:nvSpPr>
        <p:spPr>
          <a:xfrm>
            <a:off x="802836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6" name="Rounded Rectangle 133"/>
          <p:cNvSpPr/>
          <p:nvPr/>
        </p:nvSpPr>
        <p:spPr>
          <a:xfrm>
            <a:off x="7955280" y="2514600"/>
            <a:ext cx="3929040" cy="36547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letter = 'A';</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codePoint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System.out.println("Character: " + letter);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Code Point: U+" + Integer.toHexString(codePoint).toUpperCase());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 Unicode escape usage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char unicodeChar = '\u0041';</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System.out.println("Unicode Escape: " + unicodeChar);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327" name="TextBox 57"/>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19.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28" name="Rectangle 17"/>
          <p:cNvSpPr/>
          <p:nvPr/>
        </p:nvSpPr>
        <p:spPr>
          <a:xfrm>
            <a:off x="0" y="0"/>
            <a:ext cx="12184920" cy="68540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29" name="Rectangle 18"/>
          <p:cNvSpPr/>
          <p:nvPr/>
        </p:nvSpPr>
        <p:spPr>
          <a:xfrm>
            <a:off x="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0" name="Rectangle 19"/>
          <p:cNvSpPr/>
          <p:nvPr/>
        </p:nvSpPr>
        <p:spPr>
          <a:xfrm>
            <a:off x="914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1" name="Rectangle 20"/>
          <p:cNvSpPr/>
          <p:nvPr/>
        </p:nvSpPr>
        <p:spPr>
          <a:xfrm>
            <a:off x="1828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2" name="Rectangle 21"/>
          <p:cNvSpPr/>
          <p:nvPr/>
        </p:nvSpPr>
        <p:spPr>
          <a:xfrm>
            <a:off x="2743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3" name="Rectangle 22"/>
          <p:cNvSpPr/>
          <p:nvPr/>
        </p:nvSpPr>
        <p:spPr>
          <a:xfrm>
            <a:off x="3657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4" name="Rectangle 23"/>
          <p:cNvSpPr/>
          <p:nvPr/>
        </p:nvSpPr>
        <p:spPr>
          <a:xfrm>
            <a:off x="4572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5" name="Rectangle 24"/>
          <p:cNvSpPr/>
          <p:nvPr/>
        </p:nvSpPr>
        <p:spPr>
          <a:xfrm>
            <a:off x="5486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6" name="Rectangle 25"/>
          <p:cNvSpPr/>
          <p:nvPr/>
        </p:nvSpPr>
        <p:spPr>
          <a:xfrm>
            <a:off x="6400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7" name="Rectangle 26"/>
          <p:cNvSpPr/>
          <p:nvPr/>
        </p:nvSpPr>
        <p:spPr>
          <a:xfrm>
            <a:off x="7315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8" name="Rectangle 27"/>
          <p:cNvSpPr/>
          <p:nvPr/>
        </p:nvSpPr>
        <p:spPr>
          <a:xfrm>
            <a:off x="82296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39" name="Rectangle 28"/>
          <p:cNvSpPr/>
          <p:nvPr/>
        </p:nvSpPr>
        <p:spPr>
          <a:xfrm>
            <a:off x="91440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0" name="Rectangle 29"/>
          <p:cNvSpPr/>
          <p:nvPr/>
        </p:nvSpPr>
        <p:spPr>
          <a:xfrm>
            <a:off x="100584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1" name="Rectangle 30"/>
          <p:cNvSpPr/>
          <p:nvPr/>
        </p:nvSpPr>
        <p:spPr>
          <a:xfrm>
            <a:off x="109728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2" name="Rectangle 31"/>
          <p:cNvSpPr/>
          <p:nvPr/>
        </p:nvSpPr>
        <p:spPr>
          <a:xfrm>
            <a:off x="11887200" y="0"/>
            <a:ext cx="14400" cy="68540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3" name="Rectangle 304"/>
          <p:cNvSpPr/>
          <p:nvPr/>
        </p:nvSpPr>
        <p:spPr>
          <a:xfrm>
            <a:off x="0" y="0"/>
            <a:ext cx="316080" cy="68540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4" name="Rounded Rectangle 134"/>
          <p:cNvSpPr/>
          <p:nvPr/>
        </p:nvSpPr>
        <p:spPr>
          <a:xfrm>
            <a:off x="9875520" y="365760"/>
            <a:ext cx="2007720" cy="4989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45" name="TextBox 58"/>
          <p:cNvSpPr/>
          <p:nvPr/>
        </p:nvSpPr>
        <p:spPr>
          <a:xfrm>
            <a:off x="2830320" y="1005840"/>
            <a:ext cx="5311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How Unicode Works</a:t>
            </a:r>
            <a:endParaRPr b="0" lang="en-US" sz="4800" spc="-1" strike="noStrike">
              <a:solidFill>
                <a:srgbClr val="000000"/>
              </a:solidFill>
              <a:latin typeface="Arial"/>
            </a:endParaRPr>
          </a:p>
        </p:txBody>
      </p:sp>
      <p:sp>
        <p:nvSpPr>
          <p:cNvPr id="1346" name="TextBox 59"/>
          <p:cNvSpPr/>
          <p:nvPr/>
        </p:nvSpPr>
        <p:spPr>
          <a:xfrm>
            <a:off x="2163600" y="1846080"/>
            <a:ext cx="664308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assigns a unique number (code point) to every character,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regardless of platform, language, or program.</a:t>
            </a:r>
            <a:endParaRPr b="0" lang="en-US" sz="1900" spc="-1" strike="noStrike">
              <a:solidFill>
                <a:srgbClr val="000000"/>
              </a:solidFill>
              <a:latin typeface="Arial"/>
            </a:endParaRPr>
          </a:p>
        </p:txBody>
      </p:sp>
      <p:sp>
        <p:nvSpPr>
          <p:cNvPr id="1347" name="Rounded Rectangle 135"/>
          <p:cNvSpPr/>
          <p:nvPr/>
        </p:nvSpPr>
        <p:spPr>
          <a:xfrm>
            <a:off x="98748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48" name="Rounded Rectangle 136"/>
          <p:cNvSpPr/>
          <p:nvPr/>
        </p:nvSpPr>
        <p:spPr>
          <a:xfrm>
            <a:off x="528480" y="2851200"/>
            <a:ext cx="3812400" cy="3318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rgbClr val="ffffff"/>
              </a:solidFill>
              <a:latin typeface="Arial"/>
              <a:ea typeface="DejaVu Sans"/>
            </a:endParaRPr>
          </a:p>
        </p:txBody>
      </p:sp>
      <p:sp>
        <p:nvSpPr>
          <p:cNvPr id="1349" name="Rounded Rectangle 137"/>
          <p:cNvSpPr/>
          <p:nvPr/>
        </p:nvSpPr>
        <p:spPr>
          <a:xfrm>
            <a:off x="450792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0" name="Rounded Rectangle 138"/>
          <p:cNvSpPr/>
          <p:nvPr/>
        </p:nvSpPr>
        <p:spPr>
          <a:xfrm>
            <a:off x="4482000" y="3099600"/>
            <a:ext cx="3287880" cy="2739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500" spc="-1" strike="noStrike">
                <a:solidFill>
                  <a:schemeClr val="lt1"/>
                </a:solidFill>
                <a:latin typeface="Calibri"/>
                <a:ea typeface="DejaVu Sans"/>
              </a:rPr>
              <a:t>Character</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Unicode Code Point (U+XXXX)</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Choose Encoding (UTF-8 / UTF-16)</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Convert to Binary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Store in Memory</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Display on Screen</a:t>
            </a:r>
            <a:endParaRPr b="0" lang="en-US" sz="1500" spc="-1" strike="noStrike">
              <a:solidFill>
                <a:srgbClr val="ffffff"/>
              </a:solidFill>
              <a:latin typeface="Arial"/>
            </a:endParaRPr>
          </a:p>
          <a:p>
            <a:pPr>
              <a:lnSpc>
                <a:spcPct val="100000"/>
              </a:lnSpc>
            </a:pP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Example:</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'A' → U+0041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UTF-8 → 01000001</a:t>
            </a:r>
            <a:endParaRPr b="0" lang="en-US" sz="1500" spc="-1" strike="noStrike">
              <a:solidFill>
                <a:srgbClr val="ffffff"/>
              </a:solidFill>
              <a:latin typeface="Arial"/>
            </a:endParaRPr>
          </a:p>
          <a:p>
            <a:pPr>
              <a:lnSpc>
                <a:spcPct val="100000"/>
              </a:lnSpc>
            </a:pPr>
            <a:r>
              <a:rPr b="0" lang="en-US" sz="1500" spc="-1" strike="noStrike">
                <a:solidFill>
                  <a:schemeClr val="lt1"/>
                </a:solidFill>
                <a:latin typeface="Calibri"/>
                <a:ea typeface="DejaVu Sans"/>
              </a:rPr>
              <a:t>→ </a:t>
            </a:r>
            <a:r>
              <a:rPr b="0" lang="en-US" sz="1500" spc="-1" strike="noStrike">
                <a:solidFill>
                  <a:schemeClr val="lt1"/>
                </a:solidFill>
                <a:latin typeface="Calibri"/>
                <a:ea typeface="DejaVu Sans"/>
              </a:rPr>
              <a:t>UTF-16 → 00000000 01000001</a:t>
            </a:r>
            <a:endParaRPr b="0" lang="en-US" sz="1500" spc="-1" strike="noStrike">
              <a:solidFill>
                <a:srgbClr val="ffffff"/>
              </a:solidFill>
              <a:latin typeface="Arial"/>
            </a:endParaRPr>
          </a:p>
        </p:txBody>
      </p:sp>
      <p:sp>
        <p:nvSpPr>
          <p:cNvPr id="1351" name="Rounded Rectangle 139"/>
          <p:cNvSpPr/>
          <p:nvPr/>
        </p:nvSpPr>
        <p:spPr>
          <a:xfrm>
            <a:off x="8028360" y="3182040"/>
            <a:ext cx="3287880" cy="27392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2" name="Rounded Rectangle 140"/>
          <p:cNvSpPr/>
          <p:nvPr/>
        </p:nvSpPr>
        <p:spPr>
          <a:xfrm>
            <a:off x="7955280" y="2286000"/>
            <a:ext cx="3929040" cy="3883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public class EncodingExample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"A";</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UTF-8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utf8Bytes = text.getBytes(java.nio.charset.StandardCharsets.UTF_8);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 UTF-16 byte array</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byte[] utf16Bytes = text.getBytes(java.nio.charset.StandardCharsets.UTF_16);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System.out.println("UTF-8:");</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utf8Bytes)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System.out.println("\nUTF-16:");</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for (byte b : utf16Bytes)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System.out.print(Integer.toBinaryString(b &amp; 0xFF) + "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353" name="TextBox 60"/>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pic>
        <p:nvPicPr>
          <p:cNvPr id="1354" name="" descr=""/>
          <p:cNvPicPr/>
          <p:nvPr/>
        </p:nvPicPr>
        <p:blipFill>
          <a:blip r:embed="rId1"/>
          <a:stretch/>
        </p:blipFill>
        <p:spPr>
          <a:xfrm>
            <a:off x="585720" y="3429000"/>
            <a:ext cx="3727800" cy="2115360"/>
          </a:xfrm>
          <a:prstGeom prst="rect">
            <a:avLst/>
          </a:prstGeom>
          <a:ln w="0">
            <a:noFill/>
          </a:ln>
        </p:spPr>
      </p:pic>
    </p:spTree>
  </p:cSld>
  <mc:AlternateContent>
    <mc:Choice Requires="p14">
      <p:transition spd="slow" p14:dur="2000"/>
    </mc:Choice>
    <mc:Fallback>
      <p:transition spd="slow"/>
    </mc:Fallback>
  </mc:AlternateContent>
</p:sld>
</file>

<file path=ppt/slides/slide20.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55" name="Rectangle 305"/>
          <p:cNvSpPr/>
          <p:nvPr/>
        </p:nvSpPr>
        <p:spPr>
          <a:xfrm>
            <a:off x="0" y="0"/>
            <a:ext cx="12185280" cy="68544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6" name="Rectangle 306"/>
          <p:cNvSpPr/>
          <p:nvPr/>
        </p:nvSpPr>
        <p:spPr>
          <a:xfrm>
            <a:off x="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7" name="Rectangle 307"/>
          <p:cNvSpPr/>
          <p:nvPr/>
        </p:nvSpPr>
        <p:spPr>
          <a:xfrm>
            <a:off x="914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8" name="Rectangle 308"/>
          <p:cNvSpPr/>
          <p:nvPr/>
        </p:nvSpPr>
        <p:spPr>
          <a:xfrm>
            <a:off x="1828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59" name="Rectangle 309"/>
          <p:cNvSpPr/>
          <p:nvPr/>
        </p:nvSpPr>
        <p:spPr>
          <a:xfrm>
            <a:off x="2743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0" name="Rectangle 310"/>
          <p:cNvSpPr/>
          <p:nvPr/>
        </p:nvSpPr>
        <p:spPr>
          <a:xfrm>
            <a:off x="3657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1" name="Rectangle 311"/>
          <p:cNvSpPr/>
          <p:nvPr/>
        </p:nvSpPr>
        <p:spPr>
          <a:xfrm>
            <a:off x="4572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2" name="Rectangle 312"/>
          <p:cNvSpPr/>
          <p:nvPr/>
        </p:nvSpPr>
        <p:spPr>
          <a:xfrm>
            <a:off x="5486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3" name="Rectangle 313"/>
          <p:cNvSpPr/>
          <p:nvPr/>
        </p:nvSpPr>
        <p:spPr>
          <a:xfrm>
            <a:off x="6400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4" name="Rectangle 314"/>
          <p:cNvSpPr/>
          <p:nvPr/>
        </p:nvSpPr>
        <p:spPr>
          <a:xfrm>
            <a:off x="7315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5" name="Rectangle 315"/>
          <p:cNvSpPr/>
          <p:nvPr/>
        </p:nvSpPr>
        <p:spPr>
          <a:xfrm>
            <a:off x="82296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6" name="Rectangle 316"/>
          <p:cNvSpPr/>
          <p:nvPr/>
        </p:nvSpPr>
        <p:spPr>
          <a:xfrm>
            <a:off x="91440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7" name="Rectangle 317"/>
          <p:cNvSpPr/>
          <p:nvPr/>
        </p:nvSpPr>
        <p:spPr>
          <a:xfrm>
            <a:off x="100584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8" name="Rectangle 318"/>
          <p:cNvSpPr/>
          <p:nvPr/>
        </p:nvSpPr>
        <p:spPr>
          <a:xfrm>
            <a:off x="109728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69" name="Rectangle 319"/>
          <p:cNvSpPr/>
          <p:nvPr/>
        </p:nvSpPr>
        <p:spPr>
          <a:xfrm>
            <a:off x="11887200" y="0"/>
            <a:ext cx="14760" cy="68544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0" name="Rectangle 320"/>
          <p:cNvSpPr/>
          <p:nvPr/>
        </p:nvSpPr>
        <p:spPr>
          <a:xfrm>
            <a:off x="0" y="0"/>
            <a:ext cx="316440" cy="68544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1" name="Rounded Rectangle 141"/>
          <p:cNvSpPr/>
          <p:nvPr/>
        </p:nvSpPr>
        <p:spPr>
          <a:xfrm>
            <a:off x="9875520" y="365760"/>
            <a:ext cx="2008080" cy="4993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72" name="TextBox 61"/>
          <p:cNvSpPr/>
          <p:nvPr/>
        </p:nvSpPr>
        <p:spPr>
          <a:xfrm>
            <a:off x="2571840" y="1005840"/>
            <a:ext cx="582624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Unicode Escape Sequences</a:t>
            </a:r>
            <a:endParaRPr b="0" lang="en-US" sz="4000" spc="-1" strike="noStrike">
              <a:solidFill>
                <a:srgbClr val="000000"/>
              </a:solidFill>
              <a:latin typeface="Arial"/>
            </a:endParaRPr>
          </a:p>
        </p:txBody>
      </p:sp>
      <p:sp>
        <p:nvSpPr>
          <p:cNvPr id="1373" name="TextBox 62"/>
          <p:cNvSpPr/>
          <p:nvPr/>
        </p:nvSpPr>
        <p:spPr>
          <a:xfrm>
            <a:off x="2514600" y="1828800"/>
            <a:ext cx="678456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Unicode characters can be written using escape sequences,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even if they are not directly available on the keyboard.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all characters to be safely represented within the code.</a:t>
            </a:r>
            <a:endParaRPr b="0" lang="en-US" sz="1900" spc="-1" strike="noStrike">
              <a:solidFill>
                <a:srgbClr val="000000"/>
              </a:solidFill>
              <a:latin typeface="Arial"/>
            </a:endParaRPr>
          </a:p>
        </p:txBody>
      </p:sp>
      <p:sp>
        <p:nvSpPr>
          <p:cNvPr id="1374" name="Rounded Rectangle 142"/>
          <p:cNvSpPr/>
          <p:nvPr/>
        </p:nvSpPr>
        <p:spPr>
          <a:xfrm>
            <a:off x="98748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5" name="Rounded Rectangle 143"/>
          <p:cNvSpPr/>
          <p:nvPr/>
        </p:nvSpPr>
        <p:spPr>
          <a:xfrm>
            <a:off x="685800" y="2971800"/>
            <a:ext cx="3516840" cy="34264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In Java, Unicode characters are written in the format \uXXXX</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XXXX → hexadecimal values (0–9, A–F)</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Every Unicode character has a unique code point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Examples: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\u0041 → 'A'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\u00E7 → 'ç'</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\u0131 → 'ı'</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\u2665 → ♥</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Java char type uses Unicode (UTF-16)</a:t>
            </a: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This allows support for all world languages</a:t>
            </a:r>
            <a:endParaRPr b="0" lang="en-US" sz="1400" spc="-1" strike="noStrike">
              <a:solidFill>
                <a:srgbClr val="ffffff"/>
              </a:solidFill>
              <a:latin typeface="Arial"/>
            </a:endParaRPr>
          </a:p>
        </p:txBody>
      </p:sp>
      <p:sp>
        <p:nvSpPr>
          <p:cNvPr id="1376" name="Rounded Rectangle 144"/>
          <p:cNvSpPr/>
          <p:nvPr/>
        </p:nvSpPr>
        <p:spPr>
          <a:xfrm>
            <a:off x="450792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7" name="Rounded Rectangle 145"/>
          <p:cNvSpPr/>
          <p:nvPr/>
        </p:nvSpPr>
        <p:spPr>
          <a:xfrm>
            <a:off x="4434840" y="3108960"/>
            <a:ext cx="3288240" cy="2739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 → Unicode Code Point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Escape Sequence (\uXXXX)</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as char in Java</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Example flow:</a:t>
            </a:r>
            <a:endParaRPr b="0" lang="en-US" sz="1800" spc="-1" strike="noStrike">
              <a:solidFill>
                <a:srgbClr val="ffffff"/>
              </a:solidFill>
              <a:latin typeface="Arial"/>
            </a:endParaRPr>
          </a:p>
          <a:p>
            <a:pPr>
              <a:lnSpc>
                <a:spcPct val="100000"/>
              </a:lnSpc>
            </a:pPr>
            <a:r>
              <a:rPr b="1" lang="en-US" sz="1800" spc="-1" strike="noStrike">
                <a:solidFill>
                  <a:schemeClr val="lt1"/>
                </a:solidFill>
                <a:latin typeface="Calibri"/>
                <a:ea typeface="DejaVu Sans"/>
              </a:rPr>
              <a:t>'ç' → U+00E7 → \u00E7 → char → output</a:t>
            </a:r>
            <a:endParaRPr b="0" lang="en-US" sz="1800" spc="-1" strike="noStrike">
              <a:solidFill>
                <a:srgbClr val="ffffff"/>
              </a:solidFill>
              <a:latin typeface="Arial"/>
            </a:endParaRPr>
          </a:p>
        </p:txBody>
      </p:sp>
      <p:sp>
        <p:nvSpPr>
          <p:cNvPr id="1378" name="Rounded Rectangle 146"/>
          <p:cNvSpPr/>
          <p:nvPr/>
        </p:nvSpPr>
        <p:spPr>
          <a:xfrm>
            <a:off x="8028360" y="3182040"/>
            <a:ext cx="3288240" cy="27396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79" name="Rounded Rectangle 147"/>
          <p:cNvSpPr/>
          <p:nvPr/>
        </p:nvSpPr>
        <p:spPr>
          <a:xfrm>
            <a:off x="7955280" y="3108960"/>
            <a:ext cx="3472200" cy="2832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public class UnicodeEscapeExample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a = '\u0041';   // 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c = '\u00E7';   // ç</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dotlessI = '\u0131'; // ı</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char heart = '\u2665'; //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System.out.println(a);</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System.out.println(c);</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System.out.println(dotlessI);</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System.out.println(heart);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380" name="TextBox 63"/>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381" name="Rectangle 321"/>
          <p:cNvSpPr/>
          <p:nvPr/>
        </p:nvSpPr>
        <p:spPr>
          <a:xfrm>
            <a:off x="0" y="0"/>
            <a:ext cx="12185640" cy="68547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2" name="Rectangle 322"/>
          <p:cNvSpPr/>
          <p:nvPr/>
        </p:nvSpPr>
        <p:spPr>
          <a:xfrm>
            <a:off x="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3" name="Rectangle 323"/>
          <p:cNvSpPr/>
          <p:nvPr/>
        </p:nvSpPr>
        <p:spPr>
          <a:xfrm>
            <a:off x="914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4" name="Rectangle 324"/>
          <p:cNvSpPr/>
          <p:nvPr/>
        </p:nvSpPr>
        <p:spPr>
          <a:xfrm>
            <a:off x="1828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5" name="Rectangle 325"/>
          <p:cNvSpPr/>
          <p:nvPr/>
        </p:nvSpPr>
        <p:spPr>
          <a:xfrm>
            <a:off x="2743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6" name="Rectangle 326"/>
          <p:cNvSpPr/>
          <p:nvPr/>
        </p:nvSpPr>
        <p:spPr>
          <a:xfrm>
            <a:off x="3657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7" name="Rectangle 327"/>
          <p:cNvSpPr/>
          <p:nvPr/>
        </p:nvSpPr>
        <p:spPr>
          <a:xfrm>
            <a:off x="4572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8" name="Rectangle 328"/>
          <p:cNvSpPr/>
          <p:nvPr/>
        </p:nvSpPr>
        <p:spPr>
          <a:xfrm>
            <a:off x="5486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89" name="Rectangle 329"/>
          <p:cNvSpPr/>
          <p:nvPr/>
        </p:nvSpPr>
        <p:spPr>
          <a:xfrm>
            <a:off x="6400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0" name="Rectangle 330"/>
          <p:cNvSpPr/>
          <p:nvPr/>
        </p:nvSpPr>
        <p:spPr>
          <a:xfrm>
            <a:off x="7315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1" name="Rectangle 331"/>
          <p:cNvSpPr/>
          <p:nvPr/>
        </p:nvSpPr>
        <p:spPr>
          <a:xfrm>
            <a:off x="82296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2" name="Rectangle 332"/>
          <p:cNvSpPr/>
          <p:nvPr/>
        </p:nvSpPr>
        <p:spPr>
          <a:xfrm>
            <a:off x="91440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3" name="Rectangle 333"/>
          <p:cNvSpPr/>
          <p:nvPr/>
        </p:nvSpPr>
        <p:spPr>
          <a:xfrm>
            <a:off x="100584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4" name="Rectangle 334"/>
          <p:cNvSpPr/>
          <p:nvPr/>
        </p:nvSpPr>
        <p:spPr>
          <a:xfrm>
            <a:off x="109728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5" name="Rectangle 335"/>
          <p:cNvSpPr/>
          <p:nvPr/>
        </p:nvSpPr>
        <p:spPr>
          <a:xfrm>
            <a:off x="11887200" y="0"/>
            <a:ext cx="15120" cy="68547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6" name="Rectangle 336"/>
          <p:cNvSpPr/>
          <p:nvPr/>
        </p:nvSpPr>
        <p:spPr>
          <a:xfrm>
            <a:off x="0" y="0"/>
            <a:ext cx="316800" cy="68547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397" name="Rounded Rectangle 148"/>
          <p:cNvSpPr/>
          <p:nvPr/>
        </p:nvSpPr>
        <p:spPr>
          <a:xfrm>
            <a:off x="9875520" y="365760"/>
            <a:ext cx="2008440" cy="4996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398" name="TextBox 64"/>
          <p:cNvSpPr/>
          <p:nvPr/>
        </p:nvSpPr>
        <p:spPr>
          <a:xfrm>
            <a:off x="954360" y="1005840"/>
            <a:ext cx="906300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and String Structure (Java)</a:t>
            </a:r>
            <a:endParaRPr b="0" lang="en-US" sz="4800" spc="-1" strike="noStrike">
              <a:solidFill>
                <a:srgbClr val="000000"/>
              </a:solidFill>
              <a:latin typeface="Arial"/>
            </a:endParaRPr>
          </a:p>
        </p:txBody>
      </p:sp>
      <p:sp>
        <p:nvSpPr>
          <p:cNvPr id="1399" name="TextBox 65"/>
          <p:cNvSpPr/>
          <p:nvPr/>
        </p:nvSpPr>
        <p:spPr>
          <a:xfrm>
            <a:off x="1874160" y="2194560"/>
            <a:ext cx="72219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texts (Strings) are actually sequences of Unicode characters and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each character is stored using UTF-16 encoding.</a:t>
            </a:r>
            <a:endParaRPr b="0" lang="en-US" sz="1900" spc="-1" strike="noStrike">
              <a:solidFill>
                <a:srgbClr val="000000"/>
              </a:solidFill>
              <a:latin typeface="Arial"/>
            </a:endParaRPr>
          </a:p>
        </p:txBody>
      </p:sp>
      <p:sp>
        <p:nvSpPr>
          <p:cNvPr id="1400" name="Rounded Rectangle 149"/>
          <p:cNvSpPr/>
          <p:nvPr/>
        </p:nvSpPr>
        <p:spPr>
          <a:xfrm>
            <a:off x="98748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1" name="Rounded Rectangle 150"/>
          <p:cNvSpPr/>
          <p:nvPr/>
        </p:nvSpPr>
        <p:spPr>
          <a:xfrm>
            <a:off x="685800" y="3108960"/>
            <a:ext cx="3517200" cy="28328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600" spc="-1" strike="noStrike">
                <a:solidFill>
                  <a:schemeClr val="lt1"/>
                </a:solidFill>
                <a:latin typeface="Calibri"/>
                <a:ea typeface="DejaVu Sans"/>
              </a:rPr>
              <a:t>Basic Information</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String → combination of multiple char values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Java String internally uses Unicode (UTF-16)</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Each character = Unicode code point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length() → returns number of char units, not actual characters</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0" lang="en-US" sz="1600" spc="-1" strike="noStrike">
                <a:solidFill>
                  <a:schemeClr val="lt1"/>
                </a:solidFill>
                <a:latin typeface="Calibri"/>
                <a:ea typeface="DejaVu Sans"/>
              </a:rPr>
              <a:t>Some characters (like emojis) may use 2 chars</a:t>
            </a:r>
            <a:endParaRPr b="0" lang="en-US" sz="1600" spc="-1" strike="noStrike">
              <a:solidFill>
                <a:srgbClr val="ffffff"/>
              </a:solidFill>
              <a:latin typeface="Arial"/>
            </a:endParaRPr>
          </a:p>
        </p:txBody>
      </p:sp>
      <p:sp>
        <p:nvSpPr>
          <p:cNvPr id="1402" name="Rounded Rectangle 151"/>
          <p:cNvSpPr/>
          <p:nvPr/>
        </p:nvSpPr>
        <p:spPr>
          <a:xfrm>
            <a:off x="450792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3" name="Rounded Rectangle 152"/>
          <p:cNvSpPr/>
          <p:nvPr/>
        </p:nvSpPr>
        <p:spPr>
          <a:xfrm>
            <a:off x="4434840" y="2971800"/>
            <a:ext cx="3288600" cy="3655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1" lang="en-US" sz="1800" spc="-1" strike="noStrike">
                <a:solidFill>
                  <a:schemeClr val="lt1"/>
                </a:solidFill>
                <a:latin typeface="Calibri"/>
                <a:ea typeface="DejaVu Sans"/>
              </a:rPr>
              <a:t>(Flow)</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Text (String)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Unicode characters</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UTF-16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char array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Stored in memory</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 </a:t>
            </a:r>
            <a:r>
              <a:rPr b="0" lang="en-US" sz="1800" spc="-1" strike="noStrike">
                <a:solidFill>
                  <a:schemeClr val="lt1"/>
                </a:solidFill>
                <a:latin typeface="Calibri"/>
                <a:ea typeface="DejaVu Sans"/>
              </a:rPr>
              <a:t>Printed to screen</a:t>
            </a:r>
            <a:endParaRPr b="0" lang="en-US" sz="1800" spc="-1" strike="noStrike">
              <a:solidFill>
                <a:srgbClr val="ffffff"/>
              </a:solidFill>
              <a:latin typeface="Arial"/>
            </a:endParaRPr>
          </a:p>
          <a:p>
            <a:pPr>
              <a:lnSpc>
                <a:spcPct val="100000"/>
              </a:lnSpc>
            </a:pP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Example:</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"Hi 😊" → H + i + (2-char emoji) → length = 4</a:t>
            </a:r>
            <a:endParaRPr b="0" lang="en-US" sz="1800" spc="-1" strike="noStrike">
              <a:solidFill>
                <a:srgbClr val="ffffff"/>
              </a:solidFill>
              <a:latin typeface="Arial"/>
            </a:endParaRPr>
          </a:p>
        </p:txBody>
      </p:sp>
      <p:sp>
        <p:nvSpPr>
          <p:cNvPr id="1404" name="Rounded Rectangle 153"/>
          <p:cNvSpPr/>
          <p:nvPr/>
        </p:nvSpPr>
        <p:spPr>
          <a:xfrm>
            <a:off x="8028360" y="3182040"/>
            <a:ext cx="3288600" cy="27399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5" name="Rounded Rectangle 154"/>
          <p:cNvSpPr/>
          <p:nvPr/>
        </p:nvSpPr>
        <p:spPr>
          <a:xfrm>
            <a:off x="7955280" y="2743200"/>
            <a:ext cx="3701160" cy="36554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public class StringUnicodeExample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String text = "Hi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 " + text);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System.out.println("Length: " + text.length());</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for (int i = 0; i &lt; text.length(); i++)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System.out.println(text.charAt(i));</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406" name="TextBox 66"/>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07" name="Rectangle 337"/>
          <p:cNvSpPr/>
          <p:nvPr/>
        </p:nvSpPr>
        <p:spPr>
          <a:xfrm>
            <a:off x="0" y="0"/>
            <a:ext cx="12186360" cy="685548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8" name="Rectangle 338"/>
          <p:cNvSpPr/>
          <p:nvPr/>
        </p:nvSpPr>
        <p:spPr>
          <a:xfrm>
            <a:off x="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09" name="Rectangle 339"/>
          <p:cNvSpPr/>
          <p:nvPr/>
        </p:nvSpPr>
        <p:spPr>
          <a:xfrm>
            <a:off x="914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0" name="Rectangle 340"/>
          <p:cNvSpPr/>
          <p:nvPr/>
        </p:nvSpPr>
        <p:spPr>
          <a:xfrm>
            <a:off x="1828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1" name="Rectangle 341"/>
          <p:cNvSpPr/>
          <p:nvPr/>
        </p:nvSpPr>
        <p:spPr>
          <a:xfrm>
            <a:off x="2743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2" name="Rectangle 342"/>
          <p:cNvSpPr/>
          <p:nvPr/>
        </p:nvSpPr>
        <p:spPr>
          <a:xfrm>
            <a:off x="3657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3" name="Rectangle 343"/>
          <p:cNvSpPr/>
          <p:nvPr/>
        </p:nvSpPr>
        <p:spPr>
          <a:xfrm>
            <a:off x="4572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4" name="Rectangle 344"/>
          <p:cNvSpPr/>
          <p:nvPr/>
        </p:nvSpPr>
        <p:spPr>
          <a:xfrm>
            <a:off x="5486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5" name="Rectangle 345"/>
          <p:cNvSpPr/>
          <p:nvPr/>
        </p:nvSpPr>
        <p:spPr>
          <a:xfrm>
            <a:off x="6400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6" name="Rectangle 346"/>
          <p:cNvSpPr/>
          <p:nvPr/>
        </p:nvSpPr>
        <p:spPr>
          <a:xfrm>
            <a:off x="7315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7" name="Rectangle 347"/>
          <p:cNvSpPr/>
          <p:nvPr/>
        </p:nvSpPr>
        <p:spPr>
          <a:xfrm>
            <a:off x="82296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8" name="Rectangle 348"/>
          <p:cNvSpPr/>
          <p:nvPr/>
        </p:nvSpPr>
        <p:spPr>
          <a:xfrm>
            <a:off x="91440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19" name="Rectangle 349"/>
          <p:cNvSpPr/>
          <p:nvPr/>
        </p:nvSpPr>
        <p:spPr>
          <a:xfrm>
            <a:off x="100584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0" name="Rectangle 350"/>
          <p:cNvSpPr/>
          <p:nvPr/>
        </p:nvSpPr>
        <p:spPr>
          <a:xfrm>
            <a:off x="109728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1" name="Rectangle 351"/>
          <p:cNvSpPr/>
          <p:nvPr/>
        </p:nvSpPr>
        <p:spPr>
          <a:xfrm>
            <a:off x="11887200" y="0"/>
            <a:ext cx="15840" cy="685548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2" name="Rectangle 352"/>
          <p:cNvSpPr/>
          <p:nvPr/>
        </p:nvSpPr>
        <p:spPr>
          <a:xfrm>
            <a:off x="0" y="0"/>
            <a:ext cx="317520" cy="685548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3" name="Rounded Rectangle 155"/>
          <p:cNvSpPr/>
          <p:nvPr/>
        </p:nvSpPr>
        <p:spPr>
          <a:xfrm>
            <a:off x="9875520" y="365760"/>
            <a:ext cx="2009160" cy="50040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24" name="TextBox 67"/>
          <p:cNvSpPr/>
          <p:nvPr/>
        </p:nvSpPr>
        <p:spPr>
          <a:xfrm>
            <a:off x="1267920" y="1005840"/>
            <a:ext cx="8433720" cy="1551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Unicode in Java – Final Overview</a:t>
            </a:r>
            <a:endParaRPr b="0" lang="en-US" sz="4800" spc="-1" strike="noStrike">
              <a:solidFill>
                <a:srgbClr val="000000"/>
              </a:solidFill>
              <a:latin typeface="Arial"/>
            </a:endParaRPr>
          </a:p>
          <a:p>
            <a:pPr>
              <a:lnSpc>
                <a:spcPct val="100000"/>
              </a:lnSpc>
            </a:pPr>
            <a:endParaRPr b="0" lang="en-US" sz="4800" spc="-1" strike="noStrike">
              <a:solidFill>
                <a:srgbClr val="000000"/>
              </a:solidFill>
              <a:latin typeface="Arial"/>
            </a:endParaRPr>
          </a:p>
        </p:txBody>
      </p:sp>
      <p:sp>
        <p:nvSpPr>
          <p:cNvPr id="1425" name="TextBox 68"/>
          <p:cNvSpPr/>
          <p:nvPr/>
        </p:nvSpPr>
        <p:spPr>
          <a:xfrm>
            <a:off x="737280" y="2057400"/>
            <a:ext cx="94975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Unicode enables Java to represent text in a universal and standardized way.</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allows characters from different languages ​​to be processed securely within a single system.</a:t>
            </a:r>
            <a:endParaRPr b="0" lang="en-US" sz="1900" spc="-1" strike="noStrike">
              <a:solidFill>
                <a:srgbClr val="000000"/>
              </a:solidFill>
              <a:latin typeface="Arial"/>
            </a:endParaRPr>
          </a:p>
        </p:txBody>
      </p:sp>
      <p:sp>
        <p:nvSpPr>
          <p:cNvPr id="1426" name="Rounded Rectangle 156"/>
          <p:cNvSpPr/>
          <p:nvPr/>
        </p:nvSpPr>
        <p:spPr>
          <a:xfrm>
            <a:off x="98748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7" name="Rounded Rectangle 157"/>
          <p:cNvSpPr/>
          <p:nvPr/>
        </p:nvSpPr>
        <p:spPr>
          <a:xfrm>
            <a:off x="914400" y="3108960"/>
            <a:ext cx="3289320" cy="2740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Java uses the Unicode standard when processing characters. The `char` data type operates on the UTF-16 principle with its 16-bit structure and directly represents many characters. Thanks to this structure, Java can work not only with English characters but also with symbols from Turkish, Arabic, Chinese, and many other languages. Unicode support is of great importance in multilingual software development.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p:txBody>
      </p:sp>
      <p:sp>
        <p:nvSpPr>
          <p:cNvPr id="1428" name="Rounded Rectangle 158"/>
          <p:cNvSpPr/>
          <p:nvPr/>
        </p:nvSpPr>
        <p:spPr>
          <a:xfrm>
            <a:off x="450792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29" name="Rounded Rectangle 159"/>
          <p:cNvSpPr/>
          <p:nvPr/>
        </p:nvSpPr>
        <p:spPr>
          <a:xfrm>
            <a:off x="4434840" y="3108960"/>
            <a:ext cx="3289320" cy="27406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800" spc="-1" strike="noStrike">
                <a:solidFill>
                  <a:schemeClr val="lt1"/>
                </a:solidFill>
                <a:latin typeface="Calibri"/>
                <a:ea typeface="DejaVu Sans"/>
              </a:rPr>
              <a:t>Character</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Unicode Code Point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UTF Encoding</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a:t>
            </a:r>
            <a:endParaRPr b="0" lang="en-US" sz="1800" spc="-1" strike="noStrike">
              <a:solidFill>
                <a:srgbClr val="ffffff"/>
              </a:solidFill>
              <a:latin typeface="Arial"/>
            </a:endParaRPr>
          </a:p>
          <a:p>
            <a:pPr>
              <a:lnSpc>
                <a:spcPct val="100000"/>
              </a:lnSpc>
            </a:pPr>
            <a:r>
              <a:rPr b="0" lang="en-US" sz="1800" spc="-1" strike="noStrike">
                <a:solidFill>
                  <a:schemeClr val="lt1"/>
                </a:solidFill>
                <a:latin typeface="Calibri"/>
                <a:ea typeface="DejaVu Sans"/>
              </a:rPr>
              <a:t>Stored and Processed in Java</a:t>
            </a:r>
            <a:endParaRPr b="0" lang="en-US" sz="1800" spc="-1" strike="noStrike">
              <a:solidFill>
                <a:srgbClr val="ffffff"/>
              </a:solidFill>
              <a:latin typeface="Arial"/>
            </a:endParaRPr>
          </a:p>
        </p:txBody>
      </p:sp>
      <p:sp>
        <p:nvSpPr>
          <p:cNvPr id="1430" name="Rounded Rectangle 160"/>
          <p:cNvSpPr/>
          <p:nvPr/>
        </p:nvSpPr>
        <p:spPr>
          <a:xfrm>
            <a:off x="8028360" y="3182040"/>
            <a:ext cx="3289320" cy="274068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1" name="Rounded Rectangle 161"/>
          <p:cNvSpPr/>
          <p:nvPr/>
        </p:nvSpPr>
        <p:spPr>
          <a:xfrm>
            <a:off x="7955280" y="3108960"/>
            <a:ext cx="3930480" cy="3290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public class UnicodeSummary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public static void main(String[] args) {</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char letter = 'Ç';</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System.out.println("Character: " +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System.out.println("Unicode Value: " + (int) letter);</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    </a:t>
            </a:r>
            <a:r>
              <a:rPr b="0" lang="en-US" sz="1600" spc="-1" strike="noStrike">
                <a:solidFill>
                  <a:srgbClr val="78ffc8"/>
                </a:solidFill>
                <a:latin typeface="Consolas"/>
                <a:ea typeface="DejaVu Sans"/>
              </a:rPr>
              <a:t>}</a:t>
            </a:r>
            <a:endParaRPr b="0" lang="en-US" sz="1600" spc="-1" strike="noStrike">
              <a:solidFill>
                <a:srgbClr val="ffffff"/>
              </a:solidFill>
              <a:latin typeface="Arial"/>
            </a:endParaRPr>
          </a:p>
          <a:p>
            <a:pPr algn="ctr">
              <a:lnSpc>
                <a:spcPct val="100000"/>
              </a:lnSpc>
            </a:pPr>
            <a:r>
              <a:rPr b="0" lang="en-US" sz="1600" spc="-1" strike="noStrike">
                <a:solidFill>
                  <a:srgbClr val="78ffc8"/>
                </a:solidFill>
                <a:latin typeface="Consolas"/>
                <a:ea typeface="DejaVu Sans"/>
              </a:rPr>
              <a:t>}</a:t>
            </a:r>
            <a:endParaRPr b="0" lang="en-US" sz="1600" spc="-1" strike="noStrike">
              <a:solidFill>
                <a:srgbClr val="ffffff"/>
              </a:solidFill>
              <a:latin typeface="Arial"/>
            </a:endParaRPr>
          </a:p>
        </p:txBody>
      </p:sp>
      <p:sp>
        <p:nvSpPr>
          <p:cNvPr id="1432" name="TextBox 69"/>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3.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33" name="Rectangle 353"/>
          <p:cNvSpPr/>
          <p:nvPr/>
        </p:nvSpPr>
        <p:spPr>
          <a:xfrm>
            <a:off x="0" y="0"/>
            <a:ext cx="12186720" cy="685584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4" name="Rectangle 354"/>
          <p:cNvSpPr/>
          <p:nvPr/>
        </p:nvSpPr>
        <p:spPr>
          <a:xfrm>
            <a:off x="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5" name="Rectangle 355"/>
          <p:cNvSpPr/>
          <p:nvPr/>
        </p:nvSpPr>
        <p:spPr>
          <a:xfrm>
            <a:off x="914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6" name="Rectangle 356"/>
          <p:cNvSpPr/>
          <p:nvPr/>
        </p:nvSpPr>
        <p:spPr>
          <a:xfrm>
            <a:off x="1828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7" name="Rectangle 357"/>
          <p:cNvSpPr/>
          <p:nvPr/>
        </p:nvSpPr>
        <p:spPr>
          <a:xfrm>
            <a:off x="2743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8" name="Rectangle 358"/>
          <p:cNvSpPr/>
          <p:nvPr/>
        </p:nvSpPr>
        <p:spPr>
          <a:xfrm>
            <a:off x="3657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39" name="Rectangle 359"/>
          <p:cNvSpPr/>
          <p:nvPr/>
        </p:nvSpPr>
        <p:spPr>
          <a:xfrm>
            <a:off x="4572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0" name="Rectangle 360"/>
          <p:cNvSpPr/>
          <p:nvPr/>
        </p:nvSpPr>
        <p:spPr>
          <a:xfrm>
            <a:off x="5486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1" name="Rectangle 361"/>
          <p:cNvSpPr/>
          <p:nvPr/>
        </p:nvSpPr>
        <p:spPr>
          <a:xfrm>
            <a:off x="6400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2" name="Rectangle 362"/>
          <p:cNvSpPr/>
          <p:nvPr/>
        </p:nvSpPr>
        <p:spPr>
          <a:xfrm>
            <a:off x="7315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3" name="Rectangle 363"/>
          <p:cNvSpPr/>
          <p:nvPr/>
        </p:nvSpPr>
        <p:spPr>
          <a:xfrm>
            <a:off x="82296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4" name="Rectangle 364"/>
          <p:cNvSpPr/>
          <p:nvPr/>
        </p:nvSpPr>
        <p:spPr>
          <a:xfrm>
            <a:off x="91440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5" name="Rectangle 365"/>
          <p:cNvSpPr/>
          <p:nvPr/>
        </p:nvSpPr>
        <p:spPr>
          <a:xfrm>
            <a:off x="100584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6" name="Rectangle 366"/>
          <p:cNvSpPr/>
          <p:nvPr/>
        </p:nvSpPr>
        <p:spPr>
          <a:xfrm>
            <a:off x="109728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7" name="Rectangle 367"/>
          <p:cNvSpPr/>
          <p:nvPr/>
        </p:nvSpPr>
        <p:spPr>
          <a:xfrm>
            <a:off x="11887200" y="0"/>
            <a:ext cx="16200" cy="685584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8" name="Rectangle 368"/>
          <p:cNvSpPr/>
          <p:nvPr/>
        </p:nvSpPr>
        <p:spPr>
          <a:xfrm>
            <a:off x="0" y="0"/>
            <a:ext cx="317880" cy="685584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49" name="Rounded Rectangle 162"/>
          <p:cNvSpPr/>
          <p:nvPr/>
        </p:nvSpPr>
        <p:spPr>
          <a:xfrm>
            <a:off x="9875520" y="365760"/>
            <a:ext cx="2009520" cy="50076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50" name="TextBox 70"/>
          <p:cNvSpPr/>
          <p:nvPr/>
        </p:nvSpPr>
        <p:spPr>
          <a:xfrm>
            <a:off x="1162440" y="1005840"/>
            <a:ext cx="8645760" cy="6991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000" spc="-1" strike="noStrike">
                <a:solidFill>
                  <a:srgbClr val="f5f5f5"/>
                </a:solidFill>
                <a:latin typeface="Calibri"/>
                <a:ea typeface="DejaVu Sans"/>
              </a:rPr>
              <a:t>User Input (Getting Input from the User)</a:t>
            </a:r>
            <a:endParaRPr b="0" lang="en-US" sz="4000" spc="-1" strike="noStrike">
              <a:solidFill>
                <a:srgbClr val="000000"/>
              </a:solidFill>
              <a:latin typeface="Arial"/>
            </a:endParaRPr>
          </a:p>
        </p:txBody>
      </p:sp>
      <p:sp>
        <p:nvSpPr>
          <p:cNvPr id="1451" name="TextBox 71"/>
          <p:cNvSpPr/>
          <p:nvPr/>
        </p:nvSpPr>
        <p:spPr>
          <a:xfrm>
            <a:off x="984960" y="2057400"/>
            <a:ext cx="900216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 Java, user input is typically handled using the Scanner class.</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class allows us to read data entered from the keyboard and use it within our program.</a:t>
            </a:r>
            <a:endParaRPr b="0" lang="en-US" sz="1900" spc="-1" strike="noStrike">
              <a:solidFill>
                <a:srgbClr val="000000"/>
              </a:solidFill>
              <a:latin typeface="Arial"/>
            </a:endParaRPr>
          </a:p>
        </p:txBody>
      </p:sp>
      <p:sp>
        <p:nvSpPr>
          <p:cNvPr id="1452" name="Rounded Rectangle 163"/>
          <p:cNvSpPr/>
          <p:nvPr/>
        </p:nvSpPr>
        <p:spPr>
          <a:xfrm>
            <a:off x="98748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3" name="Rounded Rectangle 164"/>
          <p:cNvSpPr/>
          <p:nvPr/>
        </p:nvSpPr>
        <p:spPr>
          <a:xfrm>
            <a:off x="685800" y="3108960"/>
            <a:ext cx="3518280" cy="3290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To use Scanner, we need to import it: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import java.util.Scanner;</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1" lang="en-US" sz="1400" spc="-1" strike="noStrike">
                <a:solidFill>
                  <a:schemeClr val="lt1"/>
                </a:solidFill>
                <a:latin typeface="Calibri"/>
                <a:ea typeface="DejaVu Sans"/>
              </a:rPr>
              <a:t>Creating a Scanner Object</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input = new Scanner(System.in);</a:t>
            </a:r>
            <a:endParaRPr b="0" lang="en-US" sz="1400" spc="-1" strike="noStrike">
              <a:solidFill>
                <a:srgbClr val="ffffff"/>
              </a:solidFill>
              <a:latin typeface="Arial"/>
            </a:endParaRPr>
          </a:p>
          <a:p>
            <a:pPr>
              <a:lnSpc>
                <a:spcPct val="100000"/>
              </a:lnSpc>
            </a:pP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How User Input Works in Java</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System.in → Represents keyboard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Scanner → Reads the input</a:t>
            </a:r>
            <a:endParaRPr b="0" lang="en-US" sz="1400" spc="-1" strike="noStrike">
              <a:solidFill>
                <a:srgbClr val="ffffff"/>
              </a:solidFill>
              <a:latin typeface="Arial"/>
            </a:endParaRPr>
          </a:p>
          <a:p>
            <a:pPr marL="216000" indent="-216000">
              <a:lnSpc>
                <a:spcPct val="100000"/>
              </a:lnSpc>
              <a:buClr>
                <a:srgbClr val="ffffff"/>
              </a:buClr>
              <a:buFont typeface="Wingdings" charset="2"/>
              <a:buChar char=""/>
            </a:pPr>
            <a:r>
              <a:rPr b="1" lang="en-US" sz="1400" spc="-1" strike="noStrike">
                <a:solidFill>
                  <a:schemeClr val="lt1"/>
                </a:solidFill>
                <a:latin typeface="Calibri"/>
                <a:ea typeface="DejaVu Sans"/>
              </a:rPr>
              <a:t>Used for different data types (e.g., nextLine(), nextInt())</a:t>
            </a:r>
            <a:endParaRPr b="0" lang="en-US" sz="1400" spc="-1" strike="noStrike">
              <a:solidFill>
                <a:srgbClr val="ffffff"/>
              </a:solidFill>
              <a:latin typeface="Arial"/>
            </a:endParaRPr>
          </a:p>
        </p:txBody>
      </p:sp>
      <p:sp>
        <p:nvSpPr>
          <p:cNvPr id="1454" name="Rounded Rectangle 165"/>
          <p:cNvSpPr/>
          <p:nvPr/>
        </p:nvSpPr>
        <p:spPr>
          <a:xfrm>
            <a:off x="450792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5" name="Rounded Rectangle 166"/>
          <p:cNvSpPr/>
          <p:nvPr/>
        </p:nvSpPr>
        <p:spPr>
          <a:xfrm>
            <a:off x="4434840" y="2971800"/>
            <a:ext cx="3336480" cy="34279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600" spc="-1" strike="noStrike">
                <a:solidFill>
                  <a:schemeClr val="lt1"/>
                </a:solidFill>
                <a:latin typeface="Calibri"/>
                <a:ea typeface="DejaVu Sans"/>
              </a:rPr>
              <a:t>Program starts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object is created</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is prompted for input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User enters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Scanner reads the data</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Data is assigned to variables</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a:t>
            </a: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Program continues execution</a:t>
            </a:r>
            <a:endParaRPr b="0" lang="en-US" sz="1600" spc="-1" strike="noStrike">
              <a:solidFill>
                <a:srgbClr val="ffffff"/>
              </a:solidFill>
              <a:latin typeface="Arial"/>
            </a:endParaRPr>
          </a:p>
        </p:txBody>
      </p:sp>
      <p:sp>
        <p:nvSpPr>
          <p:cNvPr id="1456" name="Rounded Rectangle 167"/>
          <p:cNvSpPr/>
          <p:nvPr/>
        </p:nvSpPr>
        <p:spPr>
          <a:xfrm>
            <a:off x="8028360" y="3182040"/>
            <a:ext cx="3289680" cy="274104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57" name="Rounded Rectangle 168"/>
          <p:cNvSpPr/>
          <p:nvPr/>
        </p:nvSpPr>
        <p:spPr>
          <a:xfrm>
            <a:off x="7955280" y="3108960"/>
            <a:ext cx="3702240" cy="329076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UserInputExample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input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input.nextLine();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input.nextInt();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input.close();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458" name="TextBox 72"/>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4.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59" name="Rectangle 369"/>
          <p:cNvSpPr/>
          <p:nvPr/>
        </p:nvSpPr>
        <p:spPr>
          <a:xfrm>
            <a:off x="0" y="0"/>
            <a:ext cx="12187080" cy="68562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0" name="Rectangle 370"/>
          <p:cNvSpPr/>
          <p:nvPr/>
        </p:nvSpPr>
        <p:spPr>
          <a:xfrm>
            <a:off x="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1" name="Rectangle 371"/>
          <p:cNvSpPr/>
          <p:nvPr/>
        </p:nvSpPr>
        <p:spPr>
          <a:xfrm>
            <a:off x="914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2" name="Rectangle 372"/>
          <p:cNvSpPr/>
          <p:nvPr/>
        </p:nvSpPr>
        <p:spPr>
          <a:xfrm>
            <a:off x="1828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3" name="Rectangle 373"/>
          <p:cNvSpPr/>
          <p:nvPr/>
        </p:nvSpPr>
        <p:spPr>
          <a:xfrm>
            <a:off x="2743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4" name="Rectangle 374"/>
          <p:cNvSpPr/>
          <p:nvPr/>
        </p:nvSpPr>
        <p:spPr>
          <a:xfrm>
            <a:off x="3657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5" name="Rectangle 375"/>
          <p:cNvSpPr/>
          <p:nvPr/>
        </p:nvSpPr>
        <p:spPr>
          <a:xfrm>
            <a:off x="4572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6" name="Rectangle 376"/>
          <p:cNvSpPr/>
          <p:nvPr/>
        </p:nvSpPr>
        <p:spPr>
          <a:xfrm>
            <a:off x="5486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7" name="Rectangle 377"/>
          <p:cNvSpPr/>
          <p:nvPr/>
        </p:nvSpPr>
        <p:spPr>
          <a:xfrm>
            <a:off x="6400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8" name="Rectangle 378"/>
          <p:cNvSpPr/>
          <p:nvPr/>
        </p:nvSpPr>
        <p:spPr>
          <a:xfrm>
            <a:off x="7315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69" name="Rectangle 379"/>
          <p:cNvSpPr/>
          <p:nvPr/>
        </p:nvSpPr>
        <p:spPr>
          <a:xfrm>
            <a:off x="8229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0" name="Rectangle 380"/>
          <p:cNvSpPr/>
          <p:nvPr/>
        </p:nvSpPr>
        <p:spPr>
          <a:xfrm>
            <a:off x="9144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1" name="Rectangle 381"/>
          <p:cNvSpPr/>
          <p:nvPr/>
        </p:nvSpPr>
        <p:spPr>
          <a:xfrm>
            <a:off x="10058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2" name="Rectangle 382"/>
          <p:cNvSpPr/>
          <p:nvPr/>
        </p:nvSpPr>
        <p:spPr>
          <a:xfrm>
            <a:off x="10972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3" name="Rectangle 383"/>
          <p:cNvSpPr/>
          <p:nvPr/>
        </p:nvSpPr>
        <p:spPr>
          <a:xfrm>
            <a:off x="11887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4" name="Rectangle 384"/>
          <p:cNvSpPr/>
          <p:nvPr/>
        </p:nvSpPr>
        <p:spPr>
          <a:xfrm>
            <a:off x="0" y="0"/>
            <a:ext cx="318240" cy="68562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5" name="Rounded Rectangle 169"/>
          <p:cNvSpPr/>
          <p:nvPr/>
        </p:nvSpPr>
        <p:spPr>
          <a:xfrm>
            <a:off x="9875520" y="365760"/>
            <a:ext cx="2009880" cy="5011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476" name="TextBox 73"/>
          <p:cNvSpPr/>
          <p:nvPr/>
        </p:nvSpPr>
        <p:spPr>
          <a:xfrm>
            <a:off x="2031840" y="1005840"/>
            <a:ext cx="690804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Types of User Input in Java</a:t>
            </a:r>
            <a:endParaRPr b="0" lang="en-US" sz="4800" spc="-1" strike="noStrike">
              <a:solidFill>
                <a:srgbClr val="000000"/>
              </a:solidFill>
              <a:latin typeface="Arial"/>
            </a:endParaRPr>
          </a:p>
        </p:txBody>
      </p:sp>
      <p:sp>
        <p:nvSpPr>
          <p:cNvPr id="1477" name="TextBox 74"/>
          <p:cNvSpPr/>
          <p:nvPr/>
        </p:nvSpPr>
        <p:spPr>
          <a:xfrm>
            <a:off x="978840" y="2074680"/>
            <a:ext cx="907884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The Scanner class provides different methods to read different types of data from the user,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such as integers, floats, and strings. Each method is designed for a specific data type</a:t>
            </a:r>
            <a:endParaRPr b="0" lang="en-US" sz="1900" spc="-1" strike="noStrike">
              <a:solidFill>
                <a:srgbClr val="000000"/>
              </a:solidFill>
              <a:latin typeface="Arial"/>
            </a:endParaRPr>
          </a:p>
        </p:txBody>
      </p:sp>
      <p:sp>
        <p:nvSpPr>
          <p:cNvPr id="1478" name="Rounded Rectangle 170"/>
          <p:cNvSpPr/>
          <p:nvPr/>
        </p:nvSpPr>
        <p:spPr>
          <a:xfrm>
            <a:off x="98748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79" name="Rounded Rectangle 171"/>
          <p:cNvSpPr/>
          <p:nvPr/>
        </p:nvSpPr>
        <p:spPr>
          <a:xfrm>
            <a:off x="914400" y="3108960"/>
            <a:ext cx="3290040" cy="2741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nextInt() bir tam sayı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nextFloat() bir ondalıklı sayı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nextLine() bir satırın tamamını okur.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Bu metotlar, Java programlarının kullanıcıdan doğru formatta veri almasını sağlar.</a:t>
            </a:r>
            <a:endParaRPr b="0" lang="en-US" sz="1800" spc="-1" strike="noStrike">
              <a:solidFill>
                <a:srgbClr val="ffffff"/>
              </a:solidFill>
              <a:latin typeface="Arial"/>
            </a:endParaRPr>
          </a:p>
        </p:txBody>
      </p:sp>
      <p:sp>
        <p:nvSpPr>
          <p:cNvPr id="1480" name="Rounded Rectangle 172"/>
          <p:cNvSpPr/>
          <p:nvPr/>
        </p:nvSpPr>
        <p:spPr>
          <a:xfrm>
            <a:off x="450792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1" name="Rounded Rectangle 173"/>
          <p:cNvSpPr/>
          <p:nvPr/>
        </p:nvSpPr>
        <p:spPr>
          <a:xfrm>
            <a:off x="4434840" y="3108960"/>
            <a:ext cx="3290040" cy="3291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object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asks for a specific type of input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data</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Matching Scanner method reads the value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Value is stored in a variable</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 with that data</a:t>
            </a:r>
            <a:endParaRPr b="0" lang="en-US" sz="1400" spc="-1" strike="noStrike">
              <a:solidFill>
                <a:srgbClr val="ffffff"/>
              </a:solidFill>
              <a:latin typeface="Arial"/>
            </a:endParaRPr>
          </a:p>
        </p:txBody>
      </p:sp>
      <p:sp>
        <p:nvSpPr>
          <p:cNvPr id="1482" name="Rounded Rectangle 174"/>
          <p:cNvSpPr/>
          <p:nvPr/>
        </p:nvSpPr>
        <p:spPr>
          <a:xfrm>
            <a:off x="802836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3" name="Rounded Rectangle 175"/>
          <p:cNvSpPr/>
          <p:nvPr/>
        </p:nvSpPr>
        <p:spPr>
          <a:xfrm>
            <a:off x="7955280" y="2971800"/>
            <a:ext cx="3702600" cy="342828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00" spc="-1" strike="noStrike">
                <a:solidFill>
                  <a:srgbClr val="78ffc8"/>
                </a:solidFill>
                <a:latin typeface="Consolas"/>
                <a:ea typeface="DejaVu Sans"/>
              </a:rPr>
              <a:t>import java.util.Scanner;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public class InputTypesExample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public static void main(String[] args)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Scanner sc = new Scanner(System.in);</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an integer: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int number = sc.nextInt();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float: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float decimal = sc.nextFloat();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sc.nextLine(); // clears the buffer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System.out.print("Enter a text: ");</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String text = sc.nextLine();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System.out.println("Integer: " + number);</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System.out.println("Float: " + decimal);</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System.out.println("Text: " + text);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sc.close();</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    </a:t>
            </a:r>
            <a:r>
              <a:rPr b="0" lang="en-US" sz="1000" spc="-1" strike="noStrike">
                <a:solidFill>
                  <a:srgbClr val="78ffc8"/>
                </a:solidFill>
                <a:latin typeface="Consolas"/>
                <a:ea typeface="DejaVu Sans"/>
              </a:rPr>
              <a:t>}</a:t>
            </a:r>
            <a:endParaRPr b="0" lang="en-US" sz="1000" spc="-1" strike="noStrike">
              <a:solidFill>
                <a:srgbClr val="ffffff"/>
              </a:solidFill>
              <a:latin typeface="Arial"/>
            </a:endParaRPr>
          </a:p>
          <a:p>
            <a:pPr algn="ctr">
              <a:lnSpc>
                <a:spcPct val="100000"/>
              </a:lnSpc>
            </a:pPr>
            <a:r>
              <a:rPr b="0" lang="en-US" sz="1000" spc="-1" strike="noStrike">
                <a:solidFill>
                  <a:srgbClr val="78ffc8"/>
                </a:solidFill>
                <a:latin typeface="Consolas"/>
                <a:ea typeface="DejaVu Sans"/>
              </a:rPr>
              <a:t>}</a:t>
            </a:r>
            <a:endParaRPr b="0" lang="en-US" sz="1000" spc="-1" strike="noStrike">
              <a:solidFill>
                <a:srgbClr val="ffffff"/>
              </a:solidFill>
              <a:latin typeface="Arial"/>
            </a:endParaRPr>
          </a:p>
        </p:txBody>
      </p:sp>
      <p:sp>
        <p:nvSpPr>
          <p:cNvPr id="1484" name="TextBox 75"/>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5.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485" name="Rectangle 385"/>
          <p:cNvSpPr/>
          <p:nvPr/>
        </p:nvSpPr>
        <p:spPr>
          <a:xfrm>
            <a:off x="0" y="0"/>
            <a:ext cx="12187080" cy="685620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6" name="Rectangle 386"/>
          <p:cNvSpPr/>
          <p:nvPr/>
        </p:nvSpPr>
        <p:spPr>
          <a:xfrm>
            <a:off x="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7" name="Rectangle 387"/>
          <p:cNvSpPr/>
          <p:nvPr/>
        </p:nvSpPr>
        <p:spPr>
          <a:xfrm>
            <a:off x="914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8" name="Rectangle 388"/>
          <p:cNvSpPr/>
          <p:nvPr/>
        </p:nvSpPr>
        <p:spPr>
          <a:xfrm>
            <a:off x="1828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89" name="Rectangle 389"/>
          <p:cNvSpPr/>
          <p:nvPr/>
        </p:nvSpPr>
        <p:spPr>
          <a:xfrm>
            <a:off x="2743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0" name="Rectangle 390"/>
          <p:cNvSpPr/>
          <p:nvPr/>
        </p:nvSpPr>
        <p:spPr>
          <a:xfrm>
            <a:off x="3657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1" name="Rectangle 391"/>
          <p:cNvSpPr/>
          <p:nvPr/>
        </p:nvSpPr>
        <p:spPr>
          <a:xfrm>
            <a:off x="4572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2" name="Rectangle 392"/>
          <p:cNvSpPr/>
          <p:nvPr/>
        </p:nvSpPr>
        <p:spPr>
          <a:xfrm>
            <a:off x="5486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3" name="Rectangle 393"/>
          <p:cNvSpPr/>
          <p:nvPr/>
        </p:nvSpPr>
        <p:spPr>
          <a:xfrm>
            <a:off x="6400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4" name="Rectangle 394"/>
          <p:cNvSpPr/>
          <p:nvPr/>
        </p:nvSpPr>
        <p:spPr>
          <a:xfrm>
            <a:off x="7315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5" name="Rectangle 395"/>
          <p:cNvSpPr/>
          <p:nvPr/>
        </p:nvSpPr>
        <p:spPr>
          <a:xfrm>
            <a:off x="82296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6" name="Rectangle 396"/>
          <p:cNvSpPr/>
          <p:nvPr/>
        </p:nvSpPr>
        <p:spPr>
          <a:xfrm>
            <a:off x="91440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7" name="Rectangle 397"/>
          <p:cNvSpPr/>
          <p:nvPr/>
        </p:nvSpPr>
        <p:spPr>
          <a:xfrm>
            <a:off x="100584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8" name="Rectangle 398"/>
          <p:cNvSpPr/>
          <p:nvPr/>
        </p:nvSpPr>
        <p:spPr>
          <a:xfrm>
            <a:off x="109728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499" name="Rectangle 399"/>
          <p:cNvSpPr/>
          <p:nvPr/>
        </p:nvSpPr>
        <p:spPr>
          <a:xfrm>
            <a:off x="11887200" y="0"/>
            <a:ext cx="16560" cy="685620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0" name="Rectangle 400"/>
          <p:cNvSpPr/>
          <p:nvPr/>
        </p:nvSpPr>
        <p:spPr>
          <a:xfrm>
            <a:off x="0" y="0"/>
            <a:ext cx="318240" cy="685620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1" name="Rounded Rectangle 176"/>
          <p:cNvSpPr/>
          <p:nvPr/>
        </p:nvSpPr>
        <p:spPr>
          <a:xfrm>
            <a:off x="9875520" y="365760"/>
            <a:ext cx="2009880" cy="50112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02" name="TextBox 76"/>
          <p:cNvSpPr/>
          <p:nvPr/>
        </p:nvSpPr>
        <p:spPr>
          <a:xfrm>
            <a:off x="1600200" y="914400"/>
            <a:ext cx="76060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Example of User Input in Java</a:t>
            </a:r>
            <a:endParaRPr b="0" lang="en-US" sz="4800" spc="-1" strike="noStrike">
              <a:solidFill>
                <a:srgbClr val="000000"/>
              </a:solidFill>
              <a:latin typeface="Arial"/>
            </a:endParaRPr>
          </a:p>
        </p:txBody>
      </p:sp>
      <p:sp>
        <p:nvSpPr>
          <p:cNvPr id="1503" name="TextBox 77"/>
          <p:cNvSpPr/>
          <p:nvPr/>
        </p:nvSpPr>
        <p:spPr>
          <a:xfrm>
            <a:off x="817200" y="1828800"/>
            <a:ext cx="969768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A common example of user input in Java is reading numbers from the keyboard, processing them,</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 </a:t>
            </a:r>
            <a:r>
              <a:rPr b="0" lang="en-US" sz="1900" spc="-1" strike="noStrike">
                <a:solidFill>
                  <a:srgbClr val="aaaaaa"/>
                </a:solidFill>
                <a:latin typeface="Calibri"/>
                <a:ea typeface="DejaVu Sans"/>
              </a:rPr>
              <a:t>and displaying the result.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With Scanner, this can be done in a simple and structured way.</a:t>
            </a:r>
            <a:endParaRPr b="0" lang="en-US" sz="1900" spc="-1" strike="noStrike">
              <a:solidFill>
                <a:srgbClr val="000000"/>
              </a:solidFill>
              <a:latin typeface="Arial"/>
            </a:endParaRPr>
          </a:p>
        </p:txBody>
      </p:sp>
      <p:sp>
        <p:nvSpPr>
          <p:cNvPr id="1504" name="Rounded Rectangle 177"/>
          <p:cNvSpPr/>
          <p:nvPr/>
        </p:nvSpPr>
        <p:spPr>
          <a:xfrm>
            <a:off x="98748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5" name="Rounded Rectangle 178"/>
          <p:cNvSpPr/>
          <p:nvPr/>
        </p:nvSpPr>
        <p:spPr>
          <a:xfrm>
            <a:off x="914400" y="3108960"/>
            <a:ext cx="3290040" cy="27414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First, import java.util.Scanner.</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Then create a Scanner object with System.in.</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Use input methods like nextInt() to read values.</a:t>
            </a:r>
            <a:endParaRPr b="0"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After reading the values, the program can process them, such as calculating a sum.</a:t>
            </a:r>
            <a:endParaRPr b="0" lang="en-US" sz="1800" spc="-1" strike="noStrike">
              <a:solidFill>
                <a:srgbClr val="ffffff"/>
              </a:solidFill>
              <a:latin typeface="Arial"/>
            </a:endParaRPr>
          </a:p>
        </p:txBody>
      </p:sp>
      <p:sp>
        <p:nvSpPr>
          <p:cNvPr id="1506" name="Rounded Rectangle 179"/>
          <p:cNvSpPr/>
          <p:nvPr/>
        </p:nvSpPr>
        <p:spPr>
          <a:xfrm>
            <a:off x="450792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7" name="Rounded Rectangle 180"/>
          <p:cNvSpPr/>
          <p:nvPr/>
        </p:nvSpPr>
        <p:spPr>
          <a:xfrm>
            <a:off x="4434840" y="2971800"/>
            <a:ext cx="3290040" cy="34740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Import Scanner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Create Scanner sc = new Scanner(System.in);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first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first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Ask for second number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Read second number with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Calculate sum</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Display result</a:t>
            </a:r>
            <a:endParaRPr b="0" lang="en-US" sz="1400" spc="-1" strike="noStrike">
              <a:solidFill>
                <a:srgbClr val="ffffff"/>
              </a:solidFill>
              <a:latin typeface="Arial"/>
            </a:endParaRPr>
          </a:p>
        </p:txBody>
      </p:sp>
      <p:sp>
        <p:nvSpPr>
          <p:cNvPr id="1508" name="Rounded Rectangle 181"/>
          <p:cNvSpPr/>
          <p:nvPr/>
        </p:nvSpPr>
        <p:spPr>
          <a:xfrm>
            <a:off x="8028360" y="3182040"/>
            <a:ext cx="3290040" cy="274140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09" name="Rounded Rectangle 182"/>
          <p:cNvSpPr/>
          <p:nvPr/>
        </p:nvSpPr>
        <p:spPr>
          <a:xfrm>
            <a:off x="7955280" y="2786760"/>
            <a:ext cx="3702600" cy="36133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300" spc="-1" strike="noStrike">
                <a:solidFill>
                  <a:srgbClr val="78ffc8"/>
                </a:solidFill>
                <a:latin typeface="Consolas"/>
                <a:ea typeface="DejaVu Sans"/>
              </a:rPr>
              <a:t>import java.util.Scanner;</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public class AddTwoNumbers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public static void main(String[] args)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Scanner sc = new Scanner(System.in);</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first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num1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System.out.print("Enter the second number: ");</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num2 = sc.nextInt();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int sum = num1 + num2;</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System.out.println("The sum of the two numbers is: " + sum);</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sc.close();</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    </a:t>
            </a:r>
            <a:r>
              <a:rPr b="0" lang="en-US" sz="1300" spc="-1" strike="noStrike">
                <a:solidFill>
                  <a:srgbClr val="78ffc8"/>
                </a:solidFill>
                <a:latin typeface="Consolas"/>
                <a:ea typeface="DejaVu Sans"/>
              </a:rPr>
              <a:t>}</a:t>
            </a:r>
            <a:endParaRPr b="0" lang="en-US" sz="1300" spc="-1" strike="noStrike">
              <a:solidFill>
                <a:srgbClr val="ffffff"/>
              </a:solidFill>
              <a:latin typeface="Arial"/>
            </a:endParaRPr>
          </a:p>
          <a:p>
            <a:pPr algn="ctr">
              <a:lnSpc>
                <a:spcPct val="100000"/>
              </a:lnSpc>
            </a:pPr>
            <a:r>
              <a:rPr b="0" lang="en-US" sz="1300" spc="-1" strike="noStrike">
                <a:solidFill>
                  <a:srgbClr val="78ffc8"/>
                </a:solidFill>
                <a:latin typeface="Consolas"/>
                <a:ea typeface="DejaVu Sans"/>
              </a:rPr>
              <a:t>}</a:t>
            </a:r>
            <a:endParaRPr b="0" lang="en-US" sz="1300" spc="-1" strike="noStrike">
              <a:solidFill>
                <a:srgbClr val="ffffff"/>
              </a:solidFill>
              <a:latin typeface="Arial"/>
            </a:endParaRPr>
          </a:p>
        </p:txBody>
      </p:sp>
      <p:sp>
        <p:nvSpPr>
          <p:cNvPr id="1510" name="TextBox 78"/>
          <p:cNvSpPr/>
          <p:nvPr/>
        </p:nvSpPr>
        <p:spPr>
          <a:xfrm>
            <a:off x="4600080" y="6446520"/>
            <a:ext cx="305100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6.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11" name="Rectangle 401"/>
          <p:cNvSpPr/>
          <p:nvPr/>
        </p:nvSpPr>
        <p:spPr>
          <a:xfrm>
            <a:off x="0" y="0"/>
            <a:ext cx="12187440" cy="685656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2" name="Rectangle 402"/>
          <p:cNvSpPr/>
          <p:nvPr/>
        </p:nvSpPr>
        <p:spPr>
          <a:xfrm>
            <a:off x="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3" name="Rectangle 403"/>
          <p:cNvSpPr/>
          <p:nvPr/>
        </p:nvSpPr>
        <p:spPr>
          <a:xfrm>
            <a:off x="914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4" name="Rectangle 404"/>
          <p:cNvSpPr/>
          <p:nvPr/>
        </p:nvSpPr>
        <p:spPr>
          <a:xfrm>
            <a:off x="1828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5" name="Rectangle 405"/>
          <p:cNvSpPr/>
          <p:nvPr/>
        </p:nvSpPr>
        <p:spPr>
          <a:xfrm>
            <a:off x="2743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6" name="Rectangle 406"/>
          <p:cNvSpPr/>
          <p:nvPr/>
        </p:nvSpPr>
        <p:spPr>
          <a:xfrm>
            <a:off x="3657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7" name="Rectangle 407"/>
          <p:cNvSpPr/>
          <p:nvPr/>
        </p:nvSpPr>
        <p:spPr>
          <a:xfrm>
            <a:off x="4572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8" name="Rectangle 408"/>
          <p:cNvSpPr/>
          <p:nvPr/>
        </p:nvSpPr>
        <p:spPr>
          <a:xfrm>
            <a:off x="5486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19" name="Rectangle 409"/>
          <p:cNvSpPr/>
          <p:nvPr/>
        </p:nvSpPr>
        <p:spPr>
          <a:xfrm>
            <a:off x="6400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0" name="Rectangle 410"/>
          <p:cNvSpPr/>
          <p:nvPr/>
        </p:nvSpPr>
        <p:spPr>
          <a:xfrm>
            <a:off x="7315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1" name="Rectangle 411"/>
          <p:cNvSpPr/>
          <p:nvPr/>
        </p:nvSpPr>
        <p:spPr>
          <a:xfrm>
            <a:off x="82296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2" name="Rectangle 412"/>
          <p:cNvSpPr/>
          <p:nvPr/>
        </p:nvSpPr>
        <p:spPr>
          <a:xfrm>
            <a:off x="91440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3" name="Rectangle 413"/>
          <p:cNvSpPr/>
          <p:nvPr/>
        </p:nvSpPr>
        <p:spPr>
          <a:xfrm>
            <a:off x="100584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4" name="Rectangle 414"/>
          <p:cNvSpPr/>
          <p:nvPr/>
        </p:nvSpPr>
        <p:spPr>
          <a:xfrm>
            <a:off x="109728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5" name="Rectangle 415"/>
          <p:cNvSpPr/>
          <p:nvPr/>
        </p:nvSpPr>
        <p:spPr>
          <a:xfrm>
            <a:off x="11887200" y="0"/>
            <a:ext cx="16920" cy="685656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6" name="Rectangle 416"/>
          <p:cNvSpPr/>
          <p:nvPr/>
        </p:nvSpPr>
        <p:spPr>
          <a:xfrm>
            <a:off x="0" y="0"/>
            <a:ext cx="318600" cy="685656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27" name="Rounded Rectangle 183"/>
          <p:cNvSpPr/>
          <p:nvPr/>
        </p:nvSpPr>
        <p:spPr>
          <a:xfrm>
            <a:off x="9875520" y="365760"/>
            <a:ext cx="2010240" cy="50148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28" name="TextBox 79"/>
          <p:cNvSpPr/>
          <p:nvPr/>
        </p:nvSpPr>
        <p:spPr>
          <a:xfrm>
            <a:off x="1697040" y="1005840"/>
            <a:ext cx="7577280" cy="8208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4800" spc="-1" strike="noStrike">
                <a:solidFill>
                  <a:srgbClr val="f5f5f5"/>
                </a:solidFill>
                <a:latin typeface="Calibri"/>
                <a:ea typeface="DejaVu Sans"/>
              </a:rPr>
              <a:t>Common Issues with Scanner</a:t>
            </a:r>
            <a:endParaRPr b="0" lang="en-US" sz="4800" spc="-1" strike="noStrike">
              <a:solidFill>
                <a:srgbClr val="000000"/>
              </a:solidFill>
              <a:latin typeface="Arial"/>
            </a:endParaRPr>
          </a:p>
        </p:txBody>
      </p:sp>
      <p:sp>
        <p:nvSpPr>
          <p:cNvPr id="1529" name="TextBox 80"/>
          <p:cNvSpPr/>
          <p:nvPr/>
        </p:nvSpPr>
        <p:spPr>
          <a:xfrm>
            <a:off x="2522520" y="2074680"/>
            <a:ext cx="5935320" cy="66852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When using Scanner in Java, unexpected issues may occur,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especially when nextInt() and nextLine() are used together.</a:t>
            </a:r>
            <a:endParaRPr b="0" lang="en-US" sz="1900" spc="-1" strike="noStrike">
              <a:solidFill>
                <a:srgbClr val="000000"/>
              </a:solidFill>
              <a:latin typeface="Arial"/>
            </a:endParaRPr>
          </a:p>
        </p:txBody>
      </p:sp>
      <p:sp>
        <p:nvSpPr>
          <p:cNvPr id="1530" name="Rounded Rectangle 184"/>
          <p:cNvSpPr/>
          <p:nvPr/>
        </p:nvSpPr>
        <p:spPr>
          <a:xfrm>
            <a:off x="98748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1" name="Rounded Rectangle 185"/>
          <p:cNvSpPr/>
          <p:nvPr/>
        </p:nvSpPr>
        <p:spPr>
          <a:xfrm>
            <a:off x="685800" y="2971800"/>
            <a:ext cx="3519000" cy="3200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nextInt() only reads the number</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The Enter (newline) character remains in the buffer</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The next nextLine() reads this leftover input directly</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It may return an empty string without waiting for user input</a:t>
            </a:r>
            <a:endParaRPr b="0" lang="en-US" sz="1600" spc="-1" strike="noStrike">
              <a:solidFill>
                <a:srgbClr val="ffffff"/>
              </a:solidFill>
              <a:latin typeface="Arial"/>
            </a:endParaRPr>
          </a:p>
          <a:p>
            <a:pPr marL="216000" indent="-216000">
              <a:lnSpc>
                <a:spcPct val="100000"/>
              </a:lnSpc>
              <a:buClr>
                <a:srgbClr val="ffffff"/>
              </a:buClr>
              <a:buFont typeface="Wingdings" charset="2"/>
              <a:buChar char=""/>
            </a:pPr>
            <a:r>
              <a:rPr b="1" lang="en-US" sz="1600" spc="-1" strike="noStrike">
                <a:solidFill>
                  <a:schemeClr val="lt1"/>
                </a:solidFill>
                <a:latin typeface="Calibri"/>
                <a:ea typeface="DejaVu Sans"/>
              </a:rPr>
              <a:t>This is a very common mistake</a:t>
            </a:r>
            <a:endParaRPr b="0" lang="en-US" sz="1600" spc="-1" strike="noStrike">
              <a:solidFill>
                <a:srgbClr val="ffffff"/>
              </a:solidFill>
              <a:latin typeface="Arial"/>
            </a:endParaRPr>
          </a:p>
          <a:p>
            <a:pPr>
              <a:lnSpc>
                <a:spcPct val="100000"/>
              </a:lnSpc>
            </a:pPr>
            <a:endParaRPr b="0" lang="en-US" sz="1600" spc="-1" strike="noStrike">
              <a:solidFill>
                <a:srgbClr val="ffffff"/>
              </a:solidFill>
              <a:latin typeface="Arial"/>
            </a:endParaRPr>
          </a:p>
          <a:p>
            <a:pPr>
              <a:lnSpc>
                <a:spcPct val="100000"/>
              </a:lnSpc>
            </a:pPr>
            <a:r>
              <a:rPr b="0" lang="en-US" sz="1600" spc="-1" strike="noStrike">
                <a:solidFill>
                  <a:schemeClr val="lt1"/>
                </a:solidFill>
                <a:latin typeface="Calibri"/>
                <a:ea typeface="DejaVu Sans"/>
              </a:rPr>
              <a:t>Solution: Clear the buffer before using nextLine()</a:t>
            </a:r>
            <a:endParaRPr b="0" lang="en-US" sz="1600" spc="-1" strike="noStrike">
              <a:solidFill>
                <a:srgbClr val="ffffff"/>
              </a:solidFill>
              <a:latin typeface="Arial"/>
            </a:endParaRPr>
          </a:p>
        </p:txBody>
      </p:sp>
      <p:sp>
        <p:nvSpPr>
          <p:cNvPr id="1532" name="Rounded Rectangle 186"/>
          <p:cNvSpPr/>
          <p:nvPr/>
        </p:nvSpPr>
        <p:spPr>
          <a:xfrm>
            <a:off x="450792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3" name="Rounded Rectangle 187"/>
          <p:cNvSpPr/>
          <p:nvPr/>
        </p:nvSpPr>
        <p:spPr>
          <a:xfrm>
            <a:off x="4434840" y="2971800"/>
            <a:ext cx="3290400" cy="32000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a number (nextInt())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Enter character remains in buffer</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nextLine() is called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Empty input is read (issue occurs)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If buffer is cleared, problem is solved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 correctly</a:t>
            </a:r>
            <a:endParaRPr b="0" lang="en-US" sz="1400" spc="-1" strike="noStrike">
              <a:solidFill>
                <a:srgbClr val="ffffff"/>
              </a:solidFill>
              <a:latin typeface="Arial"/>
            </a:endParaRPr>
          </a:p>
        </p:txBody>
      </p:sp>
      <p:sp>
        <p:nvSpPr>
          <p:cNvPr id="1534" name="Rounded Rectangle 188"/>
          <p:cNvSpPr/>
          <p:nvPr/>
        </p:nvSpPr>
        <p:spPr>
          <a:xfrm>
            <a:off x="8028360" y="3182040"/>
            <a:ext cx="3290400" cy="274176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endParaRPr b="0" lang="en-US" sz="1800" spc="-1" strike="noStrike">
              <a:solidFill>
                <a:schemeClr val="lt1"/>
              </a:solidFill>
              <a:latin typeface="Calibri"/>
              <a:ea typeface="DejaVu Sans"/>
            </a:endParaRPr>
          </a:p>
        </p:txBody>
      </p:sp>
      <p:sp>
        <p:nvSpPr>
          <p:cNvPr id="1535" name="Rounded Rectangle 189"/>
          <p:cNvSpPr/>
          <p:nvPr/>
        </p:nvSpPr>
        <p:spPr>
          <a:xfrm>
            <a:off x="7955280" y="2743200"/>
            <a:ext cx="3931560" cy="365724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200" spc="-1" strike="noStrike">
                <a:solidFill>
                  <a:srgbClr val="78ffc8"/>
                </a:solidFill>
                <a:latin typeface="Consolas"/>
                <a:ea typeface="DejaVu Sans"/>
              </a:rPr>
              <a:t>import java.util.Scanner;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public class ScannerIssueExample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public static void main(String[] args)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Scanner sc = new Scanner(System.in);</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age: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int age = sc.nextInt();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sc.nextLine(); // clear buffer</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System.out.print("Enter your name: ");</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String name = sc.nextLine();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System.out.println("Hello " + name + ", your age is: " + age);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sc.close();</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    </a:t>
            </a:r>
            <a:r>
              <a:rPr b="0" lang="en-US" sz="1200" spc="-1" strike="noStrike">
                <a:solidFill>
                  <a:srgbClr val="78ffc8"/>
                </a:solidFill>
                <a:latin typeface="Consolas"/>
                <a:ea typeface="DejaVu Sans"/>
              </a:rPr>
              <a:t>}</a:t>
            </a:r>
            <a:endParaRPr b="0" lang="en-US" sz="1200" spc="-1" strike="noStrike">
              <a:solidFill>
                <a:srgbClr val="ffffff"/>
              </a:solidFill>
              <a:latin typeface="Arial"/>
            </a:endParaRPr>
          </a:p>
          <a:p>
            <a:pPr algn="ctr">
              <a:lnSpc>
                <a:spcPct val="100000"/>
              </a:lnSpc>
            </a:pPr>
            <a:r>
              <a:rPr b="0" lang="en-US" sz="1200" spc="-1" strike="noStrike">
                <a:solidFill>
                  <a:srgbClr val="78ffc8"/>
                </a:solidFill>
                <a:latin typeface="Consolas"/>
                <a:ea typeface="DejaVu Sans"/>
              </a:rPr>
              <a:t>}</a:t>
            </a:r>
            <a:endParaRPr b="0" lang="en-US" sz="1200" spc="-1" strike="noStrike">
              <a:solidFill>
                <a:srgbClr val="ffffff"/>
              </a:solidFill>
              <a:latin typeface="Arial"/>
            </a:endParaRPr>
          </a:p>
        </p:txBody>
      </p:sp>
      <p:sp>
        <p:nvSpPr>
          <p:cNvPr id="1536" name="TextBox 81"/>
          <p:cNvSpPr/>
          <p:nvPr/>
        </p:nvSpPr>
        <p:spPr>
          <a:xfrm>
            <a:off x="4600080" y="6446520"/>
            <a:ext cx="305136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slides/slide27.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1537" name="Rectangle 417"/>
          <p:cNvSpPr/>
          <p:nvPr/>
        </p:nvSpPr>
        <p:spPr>
          <a:xfrm>
            <a:off x="0" y="0"/>
            <a:ext cx="12187800" cy="6856920"/>
          </a:xfrm>
          <a:prstGeom prst="rect">
            <a:avLst/>
          </a:prstGeom>
          <a:solidFill>
            <a:srgbClr val="0b0b0d"/>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38" name="Rectangle 418"/>
          <p:cNvSpPr/>
          <p:nvPr/>
        </p:nvSpPr>
        <p:spPr>
          <a:xfrm>
            <a:off x="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39" name="Rectangle 419"/>
          <p:cNvSpPr/>
          <p:nvPr/>
        </p:nvSpPr>
        <p:spPr>
          <a:xfrm>
            <a:off x="914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0" name="Rectangle 420"/>
          <p:cNvSpPr/>
          <p:nvPr/>
        </p:nvSpPr>
        <p:spPr>
          <a:xfrm>
            <a:off x="1828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1" name="Rectangle 421"/>
          <p:cNvSpPr/>
          <p:nvPr/>
        </p:nvSpPr>
        <p:spPr>
          <a:xfrm>
            <a:off x="2743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2" name="Rectangle 422"/>
          <p:cNvSpPr/>
          <p:nvPr/>
        </p:nvSpPr>
        <p:spPr>
          <a:xfrm>
            <a:off x="3657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3" name="Rectangle 423"/>
          <p:cNvSpPr/>
          <p:nvPr/>
        </p:nvSpPr>
        <p:spPr>
          <a:xfrm>
            <a:off x="4572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4" name="Rectangle 424"/>
          <p:cNvSpPr/>
          <p:nvPr/>
        </p:nvSpPr>
        <p:spPr>
          <a:xfrm>
            <a:off x="5486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5" name="Rectangle 425"/>
          <p:cNvSpPr/>
          <p:nvPr/>
        </p:nvSpPr>
        <p:spPr>
          <a:xfrm>
            <a:off x="6400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6" name="Rectangle 426"/>
          <p:cNvSpPr/>
          <p:nvPr/>
        </p:nvSpPr>
        <p:spPr>
          <a:xfrm>
            <a:off x="7315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7" name="Rectangle 427"/>
          <p:cNvSpPr/>
          <p:nvPr/>
        </p:nvSpPr>
        <p:spPr>
          <a:xfrm>
            <a:off x="82296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8" name="Rectangle 428"/>
          <p:cNvSpPr/>
          <p:nvPr/>
        </p:nvSpPr>
        <p:spPr>
          <a:xfrm>
            <a:off x="91440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49" name="Rectangle 429"/>
          <p:cNvSpPr/>
          <p:nvPr/>
        </p:nvSpPr>
        <p:spPr>
          <a:xfrm>
            <a:off x="100584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50" name="Rectangle 430"/>
          <p:cNvSpPr/>
          <p:nvPr/>
        </p:nvSpPr>
        <p:spPr>
          <a:xfrm>
            <a:off x="109728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51" name="Rectangle 431"/>
          <p:cNvSpPr/>
          <p:nvPr/>
        </p:nvSpPr>
        <p:spPr>
          <a:xfrm>
            <a:off x="11887200" y="0"/>
            <a:ext cx="17280" cy="6856920"/>
          </a:xfrm>
          <a:prstGeom prst="rect">
            <a:avLst/>
          </a:prstGeom>
          <a:solidFill>
            <a:srgbClr val="121216"/>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52" name="Rectangle 432"/>
          <p:cNvSpPr/>
          <p:nvPr/>
        </p:nvSpPr>
        <p:spPr>
          <a:xfrm>
            <a:off x="0" y="0"/>
            <a:ext cx="318960" cy="6856920"/>
          </a:xfrm>
          <a:prstGeom prst="rect">
            <a:avLst/>
          </a:prstGeom>
          <a:solidFill>
            <a:srgbClr val="ff8c00"/>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53" name="Rounded Rectangle 190"/>
          <p:cNvSpPr/>
          <p:nvPr/>
        </p:nvSpPr>
        <p:spPr>
          <a:xfrm>
            <a:off x="9875520" y="365760"/>
            <a:ext cx="2010600" cy="501840"/>
          </a:xfrm>
          <a:prstGeom prst="roundRect">
            <a:avLst>
              <a:gd name="adj" fmla="val 16667"/>
            </a:avLst>
          </a:prstGeom>
          <a:solidFill>
            <a:srgbClr val="1e1e24"/>
          </a:solidFill>
          <a:ln>
            <a:solidFill>
              <a:srgbClr val="ff8c00"/>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1" lang="en-US" sz="1400" spc="-1" strike="noStrike">
                <a:solidFill>
                  <a:srgbClr val="ffb45a"/>
                </a:solidFill>
                <a:latin typeface="Calibri"/>
                <a:ea typeface="DejaVu Sans"/>
              </a:rPr>
              <a:t>JAVA CORE</a:t>
            </a:r>
            <a:endParaRPr b="0" lang="en-US" sz="1400" spc="-1" strike="noStrike">
              <a:solidFill>
                <a:srgbClr val="ffffff"/>
              </a:solidFill>
              <a:latin typeface="Arial"/>
            </a:endParaRPr>
          </a:p>
        </p:txBody>
      </p:sp>
      <p:sp>
        <p:nvSpPr>
          <p:cNvPr id="1554" name="TextBox 82"/>
          <p:cNvSpPr/>
          <p:nvPr/>
        </p:nvSpPr>
        <p:spPr>
          <a:xfrm>
            <a:off x="1670040" y="1005840"/>
            <a:ext cx="7630560" cy="63900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1" lang="en-US" sz="3600" spc="-1" strike="noStrike">
                <a:solidFill>
                  <a:srgbClr val="f5f5f5"/>
                </a:solidFill>
                <a:latin typeface="Calibri"/>
                <a:ea typeface="DejaVu Sans"/>
              </a:rPr>
              <a:t>User Input Validation (Input Validation)</a:t>
            </a:r>
            <a:endParaRPr b="0" lang="en-US" sz="3600" spc="-1" strike="noStrike">
              <a:solidFill>
                <a:srgbClr val="000000"/>
              </a:solidFill>
              <a:latin typeface="Arial"/>
            </a:endParaRPr>
          </a:p>
        </p:txBody>
      </p:sp>
      <p:sp>
        <p:nvSpPr>
          <p:cNvPr id="1555" name="TextBox 83"/>
          <p:cNvSpPr/>
          <p:nvPr/>
        </p:nvSpPr>
        <p:spPr>
          <a:xfrm>
            <a:off x="2743200" y="1644840"/>
            <a:ext cx="5586840" cy="957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900" spc="-1" strike="noStrike">
                <a:solidFill>
                  <a:srgbClr val="aaaaaa"/>
                </a:solidFill>
                <a:latin typeface="Calibri"/>
                <a:ea typeface="DejaVu Sans"/>
              </a:rPr>
              <a:t>Input validation is the process of checking whether the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data entered by the user is in the correct format. </a:t>
            </a:r>
            <a:endParaRPr b="0" lang="en-US" sz="1900" spc="-1" strike="noStrike">
              <a:solidFill>
                <a:srgbClr val="000000"/>
              </a:solidFill>
              <a:latin typeface="Arial"/>
            </a:endParaRPr>
          </a:p>
          <a:p>
            <a:pPr>
              <a:lnSpc>
                <a:spcPct val="100000"/>
              </a:lnSpc>
            </a:pPr>
            <a:r>
              <a:rPr b="0" lang="en-US" sz="1900" spc="-1" strike="noStrike">
                <a:solidFill>
                  <a:srgbClr val="aaaaaa"/>
                </a:solidFill>
                <a:latin typeface="Calibri"/>
                <a:ea typeface="DejaVu Sans"/>
              </a:rPr>
              <a:t>This helps prevent invalid inputs and program errors.</a:t>
            </a:r>
            <a:endParaRPr b="0" lang="en-US" sz="1900" spc="-1" strike="noStrike">
              <a:solidFill>
                <a:srgbClr val="000000"/>
              </a:solidFill>
              <a:latin typeface="Arial"/>
            </a:endParaRPr>
          </a:p>
        </p:txBody>
      </p:sp>
      <p:sp>
        <p:nvSpPr>
          <p:cNvPr id="1556" name="Rounded Rectangle 191"/>
          <p:cNvSpPr/>
          <p:nvPr/>
        </p:nvSpPr>
        <p:spPr>
          <a:xfrm>
            <a:off x="98748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57" name="Rounded Rectangle 192"/>
          <p:cNvSpPr/>
          <p:nvPr/>
        </p:nvSpPr>
        <p:spPr>
          <a:xfrm>
            <a:off x="914400" y="3108960"/>
            <a:ext cx="3290760" cy="274212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Users do not always enter correct data</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The program should not crash</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Methods like hasNextInt() are used for validation</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If invalid data is entered, the user is prompted again</a:t>
            </a:r>
            <a:endParaRPr b="1" lang="en-US" sz="1800" spc="-1" strike="noStrike">
              <a:solidFill>
                <a:srgbClr val="ffffff"/>
              </a:solidFill>
              <a:latin typeface="Arial"/>
            </a:endParaRPr>
          </a:p>
          <a:p>
            <a:pPr marL="216000" indent="-216000">
              <a:lnSpc>
                <a:spcPct val="100000"/>
              </a:lnSpc>
              <a:buClr>
                <a:srgbClr val="ffffff"/>
              </a:buClr>
              <a:buFont typeface="Wingdings" charset="2"/>
              <a:buChar char=""/>
            </a:pPr>
            <a:r>
              <a:rPr b="1" lang="en-US" sz="1800" spc="-1" strike="noStrike">
                <a:solidFill>
                  <a:schemeClr val="lt1"/>
                </a:solidFill>
                <a:latin typeface="Calibri"/>
                <a:ea typeface="DejaVu Sans"/>
              </a:rPr>
              <a:t>This improves user experience</a:t>
            </a:r>
            <a:endParaRPr b="1" lang="en-US" sz="1800" spc="-1" strike="noStrike">
              <a:solidFill>
                <a:srgbClr val="ffffff"/>
              </a:solidFill>
              <a:latin typeface="Arial"/>
            </a:endParaRPr>
          </a:p>
        </p:txBody>
      </p:sp>
      <p:sp>
        <p:nvSpPr>
          <p:cNvPr id="1558" name="Rounded Rectangle 193"/>
          <p:cNvSpPr/>
          <p:nvPr/>
        </p:nvSpPr>
        <p:spPr>
          <a:xfrm>
            <a:off x="450792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59" name="Rounded Rectangle 194"/>
          <p:cNvSpPr/>
          <p:nvPr/>
        </p:nvSpPr>
        <p:spPr>
          <a:xfrm>
            <a:off x="4343400" y="2743200"/>
            <a:ext cx="3429000" cy="36576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nSpc>
                <a:spcPct val="100000"/>
              </a:lnSpc>
            </a:pPr>
            <a:r>
              <a:rPr b="0" lang="en-US" sz="1400" spc="-1" strike="noStrike">
                <a:solidFill>
                  <a:schemeClr val="lt1"/>
                </a:solidFill>
                <a:latin typeface="Calibri"/>
                <a:ea typeface="DejaVu Sans"/>
              </a:rPr>
              <a:t>Program starts</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Scanner is created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is asked for input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Input is checked (hasNextInt)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If valid → data is accepted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 </a:t>
            </a:r>
            <a:r>
              <a:rPr b="0" lang="en-US" sz="1400" spc="-1" strike="noStrike">
                <a:solidFill>
                  <a:schemeClr val="lt1"/>
                </a:solidFill>
                <a:latin typeface="Calibri"/>
                <a:ea typeface="DejaVu Sans"/>
              </a:rPr>
              <a:t>If invalid → error message is shown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User enters data again</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Process repeats until valid input is received</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a:t>
            </a:r>
            <a:endParaRPr b="0" lang="en-US" sz="1400" spc="-1" strike="noStrike">
              <a:solidFill>
                <a:srgbClr val="ffffff"/>
              </a:solidFill>
              <a:latin typeface="Arial"/>
            </a:endParaRPr>
          </a:p>
          <a:p>
            <a:pPr>
              <a:lnSpc>
                <a:spcPct val="100000"/>
              </a:lnSpc>
            </a:pPr>
            <a:r>
              <a:rPr b="0" lang="en-US" sz="1400" spc="-1" strike="noStrike">
                <a:solidFill>
                  <a:schemeClr val="lt1"/>
                </a:solidFill>
                <a:latin typeface="Calibri"/>
                <a:ea typeface="DejaVu Sans"/>
              </a:rPr>
              <a:t>Program continues</a:t>
            </a:r>
            <a:endParaRPr b="0" lang="en-US" sz="1400" spc="-1" strike="noStrike">
              <a:solidFill>
                <a:srgbClr val="ffffff"/>
              </a:solidFill>
              <a:latin typeface="Arial"/>
            </a:endParaRPr>
          </a:p>
        </p:txBody>
      </p:sp>
      <p:sp>
        <p:nvSpPr>
          <p:cNvPr id="1560" name="Rounded Rectangle 195"/>
          <p:cNvSpPr/>
          <p:nvPr/>
        </p:nvSpPr>
        <p:spPr>
          <a:xfrm>
            <a:off x="8028360" y="3182040"/>
            <a:ext cx="3290760" cy="2742120"/>
          </a:xfrm>
          <a:prstGeom prst="roundRect">
            <a:avLst>
              <a:gd name="adj" fmla="val 16667"/>
            </a:avLst>
          </a:prstGeom>
          <a:solidFill>
            <a:srgbClr val="08080a"/>
          </a:solidFill>
          <a:ln>
            <a:noFill/>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endParaRPr b="0" lang="en-US" sz="1800" spc="-1" strike="noStrike">
              <a:solidFill>
                <a:schemeClr val="lt1"/>
              </a:solidFill>
              <a:latin typeface="Calibri"/>
              <a:ea typeface="DejaVu Sans"/>
            </a:endParaRPr>
          </a:p>
        </p:txBody>
      </p:sp>
      <p:sp>
        <p:nvSpPr>
          <p:cNvPr id="1561" name="Rounded Rectangle 196"/>
          <p:cNvSpPr/>
          <p:nvPr/>
        </p:nvSpPr>
        <p:spPr>
          <a:xfrm>
            <a:off x="7955280" y="2514600"/>
            <a:ext cx="3931920" cy="3886200"/>
          </a:xfrm>
          <a:prstGeom prst="roundRect">
            <a:avLst>
              <a:gd name="adj" fmla="val 16667"/>
            </a:avLst>
          </a:prstGeom>
          <a:solidFill>
            <a:srgbClr val="16161c"/>
          </a:solidFill>
          <a:ln>
            <a:solidFill>
              <a:srgbClr val="464655"/>
            </a:solidFill>
            <a:round/>
          </a:ln>
          <a:effectLst>
            <a:outerShdw blurRad="39960" dir="5400000" dist="23040" rotWithShape="0">
              <a:srgbClr val="000000">
                <a:alpha val="35000"/>
              </a:srgbClr>
            </a:outerShdw>
          </a:effectLst>
        </p:spPr>
        <p:style>
          <a:lnRef idx="1">
            <a:schemeClr val="accent1"/>
          </a:lnRef>
          <a:fillRef idx="3">
            <a:schemeClr val="accent1"/>
          </a:fillRef>
          <a:effectRef idx="2">
            <a:schemeClr val="accent1"/>
          </a:effectRef>
          <a:fontRef idx="minor"/>
        </p:style>
        <p:txBody>
          <a:bodyPr lIns="90000" rIns="90000" tIns="45000" bIns="45000" anchor="ctr">
            <a:noAutofit/>
          </a:bodyPr>
          <a:p>
            <a:pPr algn="ctr">
              <a:lnSpc>
                <a:spcPct val="100000"/>
              </a:lnSpc>
            </a:pPr>
            <a:r>
              <a:rPr b="0" lang="en-US" sz="1050" spc="-1" strike="noStrike">
                <a:solidFill>
                  <a:srgbClr val="78ffc8"/>
                </a:solidFill>
                <a:latin typeface="Consolas"/>
                <a:ea typeface="DejaVu Sans"/>
              </a:rPr>
              <a:t>import java.util.Scanner;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public class InputValidationExample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public static void main(String[] args)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Scanner sc = new Scanner(System.in);</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int age;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while (true)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System.out.print("Enter your age: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if (sc.hasNextInt())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age = sc.nextInt();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break; // valid input → exit loop</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 else {</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System.out.println("Invalid input! Please enter a number.");</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sc.next(); // clear invalid input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System.out.println("Entered age: " + age);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sc.close();</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    </a:t>
            </a:r>
            <a:r>
              <a:rPr b="0" lang="en-US" sz="1050" spc="-1" strike="noStrike">
                <a:solidFill>
                  <a:srgbClr val="78ffc8"/>
                </a:solidFill>
                <a:latin typeface="Consolas"/>
                <a:ea typeface="DejaVu Sans"/>
              </a:rPr>
              <a:t>}</a:t>
            </a:r>
            <a:endParaRPr b="0" lang="en-US" sz="1050" spc="-1" strike="noStrike">
              <a:solidFill>
                <a:srgbClr val="ffffff"/>
              </a:solidFill>
              <a:latin typeface="Arial"/>
            </a:endParaRPr>
          </a:p>
          <a:p>
            <a:pPr algn="ctr">
              <a:lnSpc>
                <a:spcPct val="100000"/>
              </a:lnSpc>
            </a:pPr>
            <a:r>
              <a:rPr b="0" lang="en-US" sz="1050" spc="-1" strike="noStrike">
                <a:solidFill>
                  <a:srgbClr val="78ffc8"/>
                </a:solidFill>
                <a:latin typeface="Consolas"/>
                <a:ea typeface="DejaVu Sans"/>
              </a:rPr>
              <a:t>}</a:t>
            </a:r>
            <a:endParaRPr b="0" lang="en-US" sz="1050" spc="-1" strike="noStrike">
              <a:solidFill>
                <a:srgbClr val="ffffff"/>
              </a:solidFill>
              <a:latin typeface="Arial"/>
            </a:endParaRPr>
          </a:p>
        </p:txBody>
      </p:sp>
      <p:sp>
        <p:nvSpPr>
          <p:cNvPr id="1562" name="TextBox 84"/>
          <p:cNvSpPr/>
          <p:nvPr/>
        </p:nvSpPr>
        <p:spPr>
          <a:xfrm>
            <a:off x="4600080" y="6446520"/>
            <a:ext cx="3051720" cy="363960"/>
          </a:xfrm>
          <a:prstGeom prst="rect">
            <a:avLst/>
          </a:prstGeom>
          <a:noFill/>
          <a:ln w="0">
            <a:noFill/>
          </a:ln>
        </p:spPr>
        <p:style>
          <a:lnRef idx="0"/>
          <a:fillRef idx="0"/>
          <a:effectRef idx="0"/>
          <a:fontRef idx="minor"/>
        </p:style>
        <p:txBody>
          <a:bodyPr wrap="none" lIns="90000" rIns="90000" tIns="45000" bIns="45000" anchor="t">
            <a:spAutoFit/>
          </a:bodyPr>
          <a:p>
            <a:pPr>
              <a:lnSpc>
                <a:spcPct val="100000"/>
              </a:lnSpc>
            </a:pPr>
            <a:r>
              <a:rPr b="0" lang="en-US" sz="1800" spc="-1" strike="noStrike">
                <a:solidFill>
                  <a:srgbClr val="000000"/>
                </a:solidFill>
                <a:latin typeface="Calibri"/>
                <a:ea typeface="DejaVu Sans"/>
              </a:rPr>
              <a:t>Java • Ultra Premium Template</a:t>
            </a:r>
            <a:endParaRPr b="0" lang="en-US" sz="1800" spc="-1" strike="noStrike">
              <a:solidFill>
                <a:srgbClr val="000000"/>
              </a:solidFill>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1.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2.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3.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4.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5.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6.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7.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8.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19.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0.xml><?xml version="1.0" encoding="utf-8"?>
<a:theme xmlns:a="http://schemas.openxmlformats.org/drawingml/2006/main"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DejaVu Sans"/>
        <a:cs typeface="DejaVu Sans"/>
      </a:majorFont>
      <a:minorFont>
        <a:latin typeface="Arial"/>
        <a:ea typeface="DejaVu Sans"/>
        <a:cs typeface="DejaVu Sans"/>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miter/>
        </a:ln>
        <a:ln w="25400" cap="flat" cmpd="sng" algn="ctr">
          <a:solidFill>
            <a:schemeClr val="phClr"/>
          </a:solidFill>
          <a:prstDash val="solid"/>
          <a:miter/>
        </a:ln>
        <a:ln w="38100" cap="flat" cmpd="sng" algn="ctr">
          <a:solidFill>
            <a:schemeClr val="phClr"/>
          </a:solidFill>
          <a:prstDash val="solid"/>
          <a:miter/>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app.xml><?xml version="1.0" encoding="utf-8"?>
<Properties xmlns="http://schemas.openxmlformats.org/officeDocument/2006/extended-properties" xmlns:vt="http://schemas.openxmlformats.org/officeDocument/2006/docPropsVTypes">
  <Template/>
  <TotalTime>362</TotalTime>
  <Application>LibreOffice/7.4.2.3$Windows_X86_64 LibreOffice_project/382eef1f22670f7f4118c8c2dd222ec7ad009daf</Application>
  <AppVersion>15.0000</AppVersion>
  <Words>0</Words>
  <Paragraphs>0</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
  <dc:description>generated using python-pptx</dc:description>
  <dc:language>en-US</dc:language>
  <cp:lastModifiedBy/>
  <dcterms:modified xsi:type="dcterms:W3CDTF">2026-04-19T00:22:38Z</dcterms:modified>
  <cp:revision>38</cp:revision>
  <dc:subject/>
  <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On-screen Show (4:3)</vt:lpwstr>
  </property>
</Properties>
</file>