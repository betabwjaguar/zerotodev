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E7ED63-6ED3-40A1-9D3C-678411FB5B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DCDF7B-07D3-44FB-ADF7-315D1C7615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4A13E1-1494-41FD-8D75-D6D685F163E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348AB7-4CBD-48FC-84B1-77F707FF5F8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A95B21-9D42-438B-96B7-78CCA39E33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40A7F3-4F8F-4D43-AF7D-D691033EA4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C776B8-9B3B-476C-92A1-FD57D99E5E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E161CE-4984-44BF-94C4-C36B22FAE2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1CD1ED-2992-4589-8488-EE3E0FF171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5E4749-CF83-4F0C-84B3-8CFFB87291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32548D-06E4-401A-BFCE-41AD503BDB3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C23C6D-BEA9-4A9D-8990-37FBC51520B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0F34D7-21FA-47EB-9C1A-80A35D81EFC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2292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8212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8212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468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10720" cy="319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8212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468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10720" cy="319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8212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4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932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8212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716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8960" cy="410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81760" cy="387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50400" cy="410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9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221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50760" cy="4107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81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81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4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81400" cy="328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8140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964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103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324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103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324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103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5256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57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57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57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57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81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57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81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57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81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57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6720" cy="296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672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40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672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76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672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80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7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50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672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80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50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6720" cy="27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4292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12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7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576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4284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960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432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900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864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72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2026-06-02T01:53:18Z</dcterms:modified>
  <cp:revision>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