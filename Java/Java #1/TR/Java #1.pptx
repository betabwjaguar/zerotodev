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D09A9A-1A6B-4884-929D-87E8072CC2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20DF08-1B9D-4E23-A648-7BD8202C09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28D17B-DFF7-4154-88D9-F325934CD8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C6C1E8-BA15-4DE6-886E-6843635E92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2236D5-A8C1-41DF-9BEC-8C1CC4E39C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A901EA-3B0C-4CE3-BDCF-DBC90BB078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853C70-E422-40A6-925C-ECEAB64810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2FF416-4D63-486F-9708-55599BA2F4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E27067-EF04-4E7F-AAAD-7E763A183C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EC2EFF-FFAD-498E-BF98-75714F4CF2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27FBAE-507A-4250-8AE6-F9C65B44C0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907BB1-CBC4-4BDD-9EDA-68DC483F3BC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2E50C6-8797-4FDC-9197-3D3200FE8A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9FF18C9-311C-492E-9FA4-04CB19EA87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E16562-EE57-43A8-8D70-96C3F4BDA9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2F563A-0498-4882-8063-2035335989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659915-5EB9-4300-AE36-63B60395D1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F3B42A-9B78-46AB-9BDF-8937D13B18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3A7D34F-93C3-4716-91B4-0153850E27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E4543D-F8DA-4A75-983A-86EDA7FD09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02AD55-52AA-498B-9732-A7D664D155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D20975A-499A-4A5F-ADEF-A0619643F6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68ABA2-6DE0-4820-A0F4-DC9B1A5A1F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0333C2-4196-491D-AFF8-8F66F63E39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33AEF8C-4799-4227-A291-42B3A71ED6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8A6BD41-3C5C-44E0-B87B-6FC9FE489F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FD59658-4DA8-487B-9CE8-17C8026368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DBA5A6-06B3-4C7D-9458-195F8BC56C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7B75C9-73C2-40BF-B749-C301E579C8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4B7276-852F-49A0-8A82-F0DC39DC19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1476571-D655-4B1D-A708-F10EBB0C26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0F0E0F-3DC6-46A9-ACF3-B603DDA347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C9138DD-D4EE-4C3E-AC5A-53C23FD14B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CDA48D9-3D47-49CA-9363-5484EBA690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C2378E-18D7-4190-8DC0-594B8EAC349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B535A88-E000-495F-87E4-BD583A411D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68F2506-3A3C-43F6-8294-B105075722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933A5DE-EECF-4D23-BF55-7B083819EA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F5C182-5FF4-4846-A8DE-F42634CE25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01A2AEB-02C6-43CD-9338-F6C755C49C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E85F6D1-1C13-412B-BD18-878AA0FA63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CB8B7EA-D48F-4D58-B0D1-E40A2E9481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C7B82B3-1D7D-47D2-B2B6-1ACF307A50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0CAC89-696B-4898-8102-8D6D607B34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5E72BC1-C2A8-4FEE-9308-350A9689BF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37BF38-D2A0-45BC-B934-89BF6D5D58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A63DB7-6CE6-4BA6-9F40-D857CE9643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CCCD81D-F24B-4BB6-A3ED-683C4392B67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CDC27D-3AB1-41E4-8581-8BEE89A859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5A694FD-5BDC-41F1-844F-5A05E447AD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840004-75BC-450F-B5F3-F421A2CDF5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42B6589-572C-4642-A568-80F62ADABD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2BED85-6958-4FAE-AB93-6641AC391D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16553C-0698-48F2-9583-C8DA65A4BE8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31ECC2A-2271-4486-AF66-51BD570EE5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F6E8935-FA1E-4690-A2C3-F086C3D11F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F86F6BF-02A4-4FB9-9861-835008803D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E04F10-8B58-4780-979E-635858AE39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4B67DF-90ED-4DF8-BD94-47712C3D15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E90497E-141A-4DA2-99C2-8C278B3C56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CB146C2-B780-4950-B099-70B08BCAB7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480D4A7-A23E-479D-AF68-E35853622F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42C887B-43BA-49F4-A355-2EBEDA3910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9E646B5-5590-4AA2-BA0F-6DD1C6C5DF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B049819-2683-4DDB-8EDF-58007387F8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F953360-FE6F-4DEA-9B5B-C4A301BD38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20F4929-EC7B-434F-BCB8-70B7A284DA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96B19E-DC2D-4D23-8250-FED7E5B717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D0ECDC3-7C23-4D25-99ED-DCCE3B389C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4593F04-1A65-4E52-BB8D-20194371ED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4D3C99-AF38-4434-8E56-3D07E24AE58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621F52-D95C-409C-A179-7BBEAA9376B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71CC30-F7C4-4C86-A437-DDB38E18A8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4A2386C-BA45-4454-A9E4-6993A65513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6C6506E-D100-46A1-9FC2-675046D27D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84049B-FF17-42A2-BA2E-F8510215E8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8AD997A-655F-485F-85BC-986F793C7D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E023C4B-93DF-4D58-89D4-51DE06B2DB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8377546-C927-418D-94DC-6384726330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B6B4453-D770-46E5-80E5-7F11CF6F0E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95C982-D450-462A-9399-501F6F5A68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F1B3104-3380-46ED-B604-17DA9EA213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C67DE61-F970-4AD5-82D1-DB1A7CDFD3A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E3586D4-1EEA-4280-9BF3-2BA460E2900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A1FFF2A-6715-4457-88AE-2DB5893BE9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0E3A2B-C977-4737-B094-1352509E38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8E39315-EE59-4C57-848A-89F3052F91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3397513-4866-4967-A26A-42A544C37B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1493007-5187-4075-A4CC-9C49AA9E36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C3F5199-3879-4D20-A3C0-2033F76EB8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93E7D70-9715-43DA-91DB-A5DBB3DAD2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24CF103-710A-413F-BDA4-BA3CE02DEC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EEC3615-97CC-444C-B41A-B55DEC166D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9F0E2A0-82D3-4FDD-8CEC-E13FE62CBD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37B9AE-AF17-41B0-981B-E35CD462C4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65154F-E016-45BF-A075-9AF428178EB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92BA28A-BE58-49E1-977A-C937F46D1E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F85124A-BF3D-449A-A145-154E6E6016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AE45D73-D6CD-445B-B6F3-73132DC251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1AA1C38-4BAB-4794-B945-78B1D71E81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BE33B4B-8837-4A68-825F-C3F147CAFF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3A64195-0B42-404B-95E0-358349B48D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2E93D7-3E27-443F-ADD2-2A7EC0D0CE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638589E-4E2C-4E71-8E58-5541555AE7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B2CB534-6B34-4285-AC1F-3E7EFC58A8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A8F23E8-026D-4E54-8297-65F6DFE9A8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6B6CB67-0576-4A65-8BBB-D3A348825B3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670418-F451-4B9A-87AD-EE37A75381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0379FCB-C990-477F-B883-998C22ADFE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E25D0AF-6CBF-4ADF-AF7C-C5645C186D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49198BF-66CB-4203-A6AC-25470D2433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D038573-132B-484C-876C-68BB357089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9DCCD38-119F-423C-B313-DC757C710F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C8C1AAC-B3C7-4D72-B58C-65D45AA153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A01034B-C1DF-491B-9811-49E958D8BD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65376EB-821C-446A-BDC7-D67999F89A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FC60277-5E8C-4F4E-8E7E-5EEB06974B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F024349-E729-40BA-8E07-023501DBE0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493F11A-F155-438E-94DE-B240C79E97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7746E9-5E87-4596-918A-F034943359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5776527-1F53-467C-A9B4-BBA1B60829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7CAF5C0-95A8-4E00-95B6-F04E9F93B8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9B9C18E-672E-47FC-BE23-196C520E7D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8D2D9D4-9DEB-4837-92B4-77D52DE86A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290FC88-4588-4EA6-B230-773B935F84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87FB456-821C-408D-B1D2-335560808C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D45B93A-3E8C-4196-AF9E-C2853626BD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93F97B1-C908-40EF-ACAB-EAA579ABC4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A430F5A-9262-4F54-BFAD-3E7949CEAE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B0E3FA0-564A-4D73-B793-E386747EB6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4E86B8F-26D0-467B-93F5-F05E62EE51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91CC6BA-7DA8-4608-83E5-6301FD68504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791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3964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87D3E0-741B-42BA-BBED-7686D3FF58C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3964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132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180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CB9600-89CA-4400-9BE1-1217B5BBEC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180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20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F52548-2F19-49F1-9805-A15F69F7EDA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41C3E8-117D-4CAC-9E7B-5A1DE665FB7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441AC1-E4CC-444C-BAB5-C80428BAD2A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363019-5CF3-4ED4-A78C-5D0E5ED921F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F6C441-8E78-48AD-A144-91AB49D91BF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7DC44D-A4FD-4809-8DCA-46FD18A7942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BFE4E5-2E38-40FB-8CAC-BF3A91E5850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7A8A00-1DE3-437A-A267-E6FD12964E2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442320" y="7005240"/>
            <a:ext cx="31820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722304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44F490-3AE0-4F5A-ABBC-6157D5D2A05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50292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1800" y="1800"/>
            <a:ext cx="1341972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1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10047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20124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0200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40276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"/>
          <p:cNvSpPr/>
          <p:nvPr/>
        </p:nvSpPr>
        <p:spPr>
          <a:xfrm>
            <a:off x="50353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8"/>
          <p:cNvSpPr/>
          <p:nvPr/>
        </p:nvSpPr>
        <p:spPr>
          <a:xfrm>
            <a:off x="60429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9"/>
          <p:cNvSpPr/>
          <p:nvPr/>
        </p:nvSpPr>
        <p:spPr>
          <a:xfrm>
            <a:off x="70506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0"/>
          <p:cNvSpPr/>
          <p:nvPr/>
        </p:nvSpPr>
        <p:spPr>
          <a:xfrm>
            <a:off x="80582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1"/>
          <p:cNvSpPr/>
          <p:nvPr/>
        </p:nvSpPr>
        <p:spPr>
          <a:xfrm>
            <a:off x="90658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2"/>
          <p:cNvSpPr/>
          <p:nvPr/>
        </p:nvSpPr>
        <p:spPr>
          <a:xfrm>
            <a:off x="100735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11080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4"/>
          <p:cNvSpPr/>
          <p:nvPr/>
        </p:nvSpPr>
        <p:spPr>
          <a:xfrm>
            <a:off x="120884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"/>
          <p:cNvSpPr/>
          <p:nvPr/>
        </p:nvSpPr>
        <p:spPr>
          <a:xfrm>
            <a:off x="130960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"/>
          <p:cNvSpPr/>
          <p:nvPr/>
        </p:nvSpPr>
        <p:spPr>
          <a:xfrm>
            <a:off x="1800" y="1800"/>
            <a:ext cx="34128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7"/>
          <p:cNvSpPr/>
          <p:nvPr/>
        </p:nvSpPr>
        <p:spPr>
          <a:xfrm>
            <a:off x="10880640" y="401400"/>
            <a:ext cx="2205000" cy="542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20"/>
          <p:cNvSpPr/>
          <p:nvPr/>
        </p:nvSpPr>
        <p:spPr>
          <a:xfrm>
            <a:off x="108612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1019520" y="342684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22"/>
          <p:cNvSpPr/>
          <p:nvPr/>
        </p:nvSpPr>
        <p:spPr>
          <a:xfrm>
            <a:off x="496620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23"/>
          <p:cNvSpPr/>
          <p:nvPr/>
        </p:nvSpPr>
        <p:spPr>
          <a:xfrm>
            <a:off x="4884480" y="342684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Rounded Rectangle 24"/>
          <p:cNvSpPr/>
          <p:nvPr/>
        </p:nvSpPr>
        <p:spPr>
          <a:xfrm>
            <a:off x="884556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25"/>
          <p:cNvSpPr/>
          <p:nvPr/>
        </p:nvSpPr>
        <p:spPr>
          <a:xfrm>
            <a:off x="8763840" y="342684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Rectangle 32"/>
          <p:cNvSpPr/>
          <p:nvPr/>
        </p:nvSpPr>
        <p:spPr>
          <a:xfrm>
            <a:off x="1800" y="1800"/>
            <a:ext cx="1341972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33"/>
          <p:cNvSpPr/>
          <p:nvPr/>
        </p:nvSpPr>
        <p:spPr>
          <a:xfrm>
            <a:off x="1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34"/>
          <p:cNvSpPr/>
          <p:nvPr/>
        </p:nvSpPr>
        <p:spPr>
          <a:xfrm>
            <a:off x="10047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35"/>
          <p:cNvSpPr/>
          <p:nvPr/>
        </p:nvSpPr>
        <p:spPr>
          <a:xfrm>
            <a:off x="20124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36"/>
          <p:cNvSpPr/>
          <p:nvPr/>
        </p:nvSpPr>
        <p:spPr>
          <a:xfrm>
            <a:off x="30200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37"/>
          <p:cNvSpPr/>
          <p:nvPr/>
        </p:nvSpPr>
        <p:spPr>
          <a:xfrm>
            <a:off x="40276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38"/>
          <p:cNvSpPr/>
          <p:nvPr/>
        </p:nvSpPr>
        <p:spPr>
          <a:xfrm>
            <a:off x="50353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39"/>
          <p:cNvSpPr/>
          <p:nvPr/>
        </p:nvSpPr>
        <p:spPr>
          <a:xfrm>
            <a:off x="60429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40"/>
          <p:cNvSpPr/>
          <p:nvPr/>
        </p:nvSpPr>
        <p:spPr>
          <a:xfrm>
            <a:off x="70506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41"/>
          <p:cNvSpPr/>
          <p:nvPr/>
        </p:nvSpPr>
        <p:spPr>
          <a:xfrm>
            <a:off x="80582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42"/>
          <p:cNvSpPr/>
          <p:nvPr/>
        </p:nvSpPr>
        <p:spPr>
          <a:xfrm>
            <a:off x="90658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43"/>
          <p:cNvSpPr/>
          <p:nvPr/>
        </p:nvSpPr>
        <p:spPr>
          <a:xfrm>
            <a:off x="100735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44"/>
          <p:cNvSpPr/>
          <p:nvPr/>
        </p:nvSpPr>
        <p:spPr>
          <a:xfrm>
            <a:off x="11080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45"/>
          <p:cNvSpPr/>
          <p:nvPr/>
        </p:nvSpPr>
        <p:spPr>
          <a:xfrm>
            <a:off x="120884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46"/>
          <p:cNvSpPr/>
          <p:nvPr/>
        </p:nvSpPr>
        <p:spPr>
          <a:xfrm>
            <a:off x="130960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47"/>
          <p:cNvSpPr/>
          <p:nvPr/>
        </p:nvSpPr>
        <p:spPr>
          <a:xfrm>
            <a:off x="1800" y="1800"/>
            <a:ext cx="34128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8"/>
          <p:cNvSpPr/>
          <p:nvPr/>
        </p:nvSpPr>
        <p:spPr>
          <a:xfrm>
            <a:off x="10880640" y="401400"/>
            <a:ext cx="2205000" cy="542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ounded Rectangle 9"/>
          <p:cNvSpPr/>
          <p:nvPr/>
        </p:nvSpPr>
        <p:spPr>
          <a:xfrm>
            <a:off x="108612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10"/>
          <p:cNvSpPr/>
          <p:nvPr/>
        </p:nvSpPr>
        <p:spPr>
          <a:xfrm>
            <a:off x="100584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Rounded Rectangle 11"/>
          <p:cNvSpPr/>
          <p:nvPr/>
        </p:nvSpPr>
        <p:spPr>
          <a:xfrm>
            <a:off x="496620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"/>
          <p:cNvSpPr/>
          <p:nvPr/>
        </p:nvSpPr>
        <p:spPr>
          <a:xfrm>
            <a:off x="488448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Rounded Rectangle 13"/>
          <p:cNvSpPr/>
          <p:nvPr/>
        </p:nvSpPr>
        <p:spPr>
          <a:xfrm>
            <a:off x="884556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ounded Rectangle 14"/>
          <p:cNvSpPr/>
          <p:nvPr/>
        </p:nvSpPr>
        <p:spPr>
          <a:xfrm>
            <a:off x="8763840" y="342684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7"/>
          <p:cNvSpPr/>
          <p:nvPr/>
        </p:nvSpPr>
        <p:spPr>
          <a:xfrm>
            <a:off x="1800" y="1800"/>
            <a:ext cx="1341972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8"/>
          <p:cNvSpPr/>
          <p:nvPr/>
        </p:nvSpPr>
        <p:spPr>
          <a:xfrm>
            <a:off x="1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9"/>
          <p:cNvSpPr/>
          <p:nvPr/>
        </p:nvSpPr>
        <p:spPr>
          <a:xfrm>
            <a:off x="10047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0"/>
          <p:cNvSpPr/>
          <p:nvPr/>
        </p:nvSpPr>
        <p:spPr>
          <a:xfrm>
            <a:off x="20124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1"/>
          <p:cNvSpPr/>
          <p:nvPr/>
        </p:nvSpPr>
        <p:spPr>
          <a:xfrm>
            <a:off x="30200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2"/>
          <p:cNvSpPr/>
          <p:nvPr/>
        </p:nvSpPr>
        <p:spPr>
          <a:xfrm>
            <a:off x="40276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3"/>
          <p:cNvSpPr/>
          <p:nvPr/>
        </p:nvSpPr>
        <p:spPr>
          <a:xfrm>
            <a:off x="50353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4"/>
          <p:cNvSpPr/>
          <p:nvPr/>
        </p:nvSpPr>
        <p:spPr>
          <a:xfrm>
            <a:off x="60429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5"/>
          <p:cNvSpPr/>
          <p:nvPr/>
        </p:nvSpPr>
        <p:spPr>
          <a:xfrm>
            <a:off x="70506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6"/>
          <p:cNvSpPr/>
          <p:nvPr/>
        </p:nvSpPr>
        <p:spPr>
          <a:xfrm>
            <a:off x="80582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"/>
          <p:cNvSpPr/>
          <p:nvPr/>
        </p:nvSpPr>
        <p:spPr>
          <a:xfrm>
            <a:off x="90658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8"/>
          <p:cNvSpPr/>
          <p:nvPr/>
        </p:nvSpPr>
        <p:spPr>
          <a:xfrm>
            <a:off x="100735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"/>
          <p:cNvSpPr/>
          <p:nvPr/>
        </p:nvSpPr>
        <p:spPr>
          <a:xfrm>
            <a:off x="11080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30"/>
          <p:cNvSpPr/>
          <p:nvPr/>
        </p:nvSpPr>
        <p:spPr>
          <a:xfrm>
            <a:off x="120884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31"/>
          <p:cNvSpPr/>
          <p:nvPr/>
        </p:nvSpPr>
        <p:spPr>
          <a:xfrm>
            <a:off x="130960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48"/>
          <p:cNvSpPr/>
          <p:nvPr/>
        </p:nvSpPr>
        <p:spPr>
          <a:xfrm>
            <a:off x="1800" y="1800"/>
            <a:ext cx="34128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5"/>
          <p:cNvSpPr/>
          <p:nvPr/>
        </p:nvSpPr>
        <p:spPr>
          <a:xfrm>
            <a:off x="10880640" y="401400"/>
            <a:ext cx="2205000" cy="542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16"/>
          <p:cNvSpPr/>
          <p:nvPr/>
        </p:nvSpPr>
        <p:spPr>
          <a:xfrm>
            <a:off x="108612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18"/>
          <p:cNvSpPr/>
          <p:nvPr/>
        </p:nvSpPr>
        <p:spPr>
          <a:xfrm>
            <a:off x="1005840" y="342684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ounded Rectangle 19"/>
          <p:cNvSpPr/>
          <p:nvPr/>
        </p:nvSpPr>
        <p:spPr>
          <a:xfrm>
            <a:off x="496620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26"/>
          <p:cNvSpPr/>
          <p:nvPr/>
        </p:nvSpPr>
        <p:spPr>
          <a:xfrm>
            <a:off x="4884480" y="342540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Rounded Rectangle 27"/>
          <p:cNvSpPr/>
          <p:nvPr/>
        </p:nvSpPr>
        <p:spPr>
          <a:xfrm>
            <a:off x="884556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ounded Rectangle 28"/>
          <p:cNvSpPr/>
          <p:nvPr/>
        </p:nvSpPr>
        <p:spPr>
          <a:xfrm>
            <a:off x="876384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49"/>
          <p:cNvSpPr/>
          <p:nvPr/>
        </p:nvSpPr>
        <p:spPr>
          <a:xfrm>
            <a:off x="1800" y="1800"/>
            <a:ext cx="1341972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50"/>
          <p:cNvSpPr/>
          <p:nvPr/>
        </p:nvSpPr>
        <p:spPr>
          <a:xfrm>
            <a:off x="1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51"/>
          <p:cNvSpPr/>
          <p:nvPr/>
        </p:nvSpPr>
        <p:spPr>
          <a:xfrm>
            <a:off x="10047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52"/>
          <p:cNvSpPr/>
          <p:nvPr/>
        </p:nvSpPr>
        <p:spPr>
          <a:xfrm>
            <a:off x="20124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53"/>
          <p:cNvSpPr/>
          <p:nvPr/>
        </p:nvSpPr>
        <p:spPr>
          <a:xfrm>
            <a:off x="30200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54"/>
          <p:cNvSpPr/>
          <p:nvPr/>
        </p:nvSpPr>
        <p:spPr>
          <a:xfrm>
            <a:off x="40276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55"/>
          <p:cNvSpPr/>
          <p:nvPr/>
        </p:nvSpPr>
        <p:spPr>
          <a:xfrm>
            <a:off x="50353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56"/>
          <p:cNvSpPr/>
          <p:nvPr/>
        </p:nvSpPr>
        <p:spPr>
          <a:xfrm>
            <a:off x="604296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57"/>
          <p:cNvSpPr/>
          <p:nvPr/>
        </p:nvSpPr>
        <p:spPr>
          <a:xfrm>
            <a:off x="70506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58"/>
          <p:cNvSpPr/>
          <p:nvPr/>
        </p:nvSpPr>
        <p:spPr>
          <a:xfrm>
            <a:off x="80582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59"/>
          <p:cNvSpPr/>
          <p:nvPr/>
        </p:nvSpPr>
        <p:spPr>
          <a:xfrm>
            <a:off x="90658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60"/>
          <p:cNvSpPr/>
          <p:nvPr/>
        </p:nvSpPr>
        <p:spPr>
          <a:xfrm>
            <a:off x="1007352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61"/>
          <p:cNvSpPr/>
          <p:nvPr/>
        </p:nvSpPr>
        <p:spPr>
          <a:xfrm>
            <a:off x="1108080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62"/>
          <p:cNvSpPr/>
          <p:nvPr/>
        </p:nvSpPr>
        <p:spPr>
          <a:xfrm>
            <a:off x="1208844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63"/>
          <p:cNvSpPr/>
          <p:nvPr/>
        </p:nvSpPr>
        <p:spPr>
          <a:xfrm>
            <a:off x="13096080" y="1800"/>
            <a:ext cx="936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64"/>
          <p:cNvSpPr/>
          <p:nvPr/>
        </p:nvSpPr>
        <p:spPr>
          <a:xfrm>
            <a:off x="1800" y="1800"/>
            <a:ext cx="34128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29"/>
          <p:cNvSpPr/>
          <p:nvPr/>
        </p:nvSpPr>
        <p:spPr>
          <a:xfrm>
            <a:off x="10880640" y="401400"/>
            <a:ext cx="2205000" cy="542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ounded Rectangle 30"/>
          <p:cNvSpPr/>
          <p:nvPr/>
        </p:nvSpPr>
        <p:spPr>
          <a:xfrm>
            <a:off x="108612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31"/>
          <p:cNvSpPr/>
          <p:nvPr/>
        </p:nvSpPr>
        <p:spPr>
          <a:xfrm>
            <a:off x="100584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32"/>
          <p:cNvSpPr/>
          <p:nvPr/>
        </p:nvSpPr>
        <p:spPr>
          <a:xfrm>
            <a:off x="496620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33"/>
          <p:cNvSpPr/>
          <p:nvPr/>
        </p:nvSpPr>
        <p:spPr>
          <a:xfrm>
            <a:off x="488448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34"/>
          <p:cNvSpPr/>
          <p:nvPr/>
        </p:nvSpPr>
        <p:spPr>
          <a:xfrm>
            <a:off x="8845560" y="3507120"/>
            <a:ext cx="361584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35"/>
          <p:cNvSpPr/>
          <p:nvPr/>
        </p:nvSpPr>
        <p:spPr>
          <a:xfrm>
            <a:off x="8763840" y="3426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65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66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67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68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69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70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71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72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73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74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75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76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77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78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79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80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36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37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38"/>
          <p:cNvSpPr/>
          <p:nvPr/>
        </p:nvSpPr>
        <p:spPr>
          <a:xfrm>
            <a:off x="679320" y="3274920"/>
            <a:ext cx="4023720" cy="316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Rounded Rectangle 39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40"/>
          <p:cNvSpPr/>
          <p:nvPr/>
        </p:nvSpPr>
        <p:spPr>
          <a:xfrm>
            <a:off x="488448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Rounded Rectangle 41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42"/>
          <p:cNvSpPr/>
          <p:nvPr/>
        </p:nvSpPr>
        <p:spPr>
          <a:xfrm>
            <a:off x="8763840" y="3426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81"/>
          <p:cNvSpPr/>
          <p:nvPr/>
        </p:nvSpPr>
        <p:spPr>
          <a:xfrm>
            <a:off x="1800" y="1800"/>
            <a:ext cx="1342008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82"/>
          <p:cNvSpPr/>
          <p:nvPr/>
        </p:nvSpPr>
        <p:spPr>
          <a:xfrm>
            <a:off x="1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83"/>
          <p:cNvSpPr/>
          <p:nvPr/>
        </p:nvSpPr>
        <p:spPr>
          <a:xfrm>
            <a:off x="10047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84"/>
          <p:cNvSpPr/>
          <p:nvPr/>
        </p:nvSpPr>
        <p:spPr>
          <a:xfrm>
            <a:off x="20124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85"/>
          <p:cNvSpPr/>
          <p:nvPr/>
        </p:nvSpPr>
        <p:spPr>
          <a:xfrm>
            <a:off x="30200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86"/>
          <p:cNvSpPr/>
          <p:nvPr/>
        </p:nvSpPr>
        <p:spPr>
          <a:xfrm>
            <a:off x="40276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87"/>
          <p:cNvSpPr/>
          <p:nvPr/>
        </p:nvSpPr>
        <p:spPr>
          <a:xfrm>
            <a:off x="50353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88"/>
          <p:cNvSpPr/>
          <p:nvPr/>
        </p:nvSpPr>
        <p:spPr>
          <a:xfrm>
            <a:off x="604296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89"/>
          <p:cNvSpPr/>
          <p:nvPr/>
        </p:nvSpPr>
        <p:spPr>
          <a:xfrm>
            <a:off x="70506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90"/>
          <p:cNvSpPr/>
          <p:nvPr/>
        </p:nvSpPr>
        <p:spPr>
          <a:xfrm>
            <a:off x="80582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1"/>
          <p:cNvSpPr/>
          <p:nvPr/>
        </p:nvSpPr>
        <p:spPr>
          <a:xfrm>
            <a:off x="90658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2"/>
          <p:cNvSpPr/>
          <p:nvPr/>
        </p:nvSpPr>
        <p:spPr>
          <a:xfrm>
            <a:off x="1007352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3"/>
          <p:cNvSpPr/>
          <p:nvPr/>
        </p:nvSpPr>
        <p:spPr>
          <a:xfrm>
            <a:off x="1108080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94"/>
          <p:cNvSpPr/>
          <p:nvPr/>
        </p:nvSpPr>
        <p:spPr>
          <a:xfrm>
            <a:off x="1208844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95"/>
          <p:cNvSpPr/>
          <p:nvPr/>
        </p:nvSpPr>
        <p:spPr>
          <a:xfrm>
            <a:off x="13096080" y="1800"/>
            <a:ext cx="972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96"/>
          <p:cNvSpPr/>
          <p:nvPr/>
        </p:nvSpPr>
        <p:spPr>
          <a:xfrm>
            <a:off x="1800" y="1800"/>
            <a:ext cx="34164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"/>
          <p:cNvSpPr/>
          <p:nvPr/>
        </p:nvSpPr>
        <p:spPr>
          <a:xfrm>
            <a:off x="10880640" y="401400"/>
            <a:ext cx="2205360" cy="542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ounded Rectangle 43"/>
          <p:cNvSpPr/>
          <p:nvPr/>
        </p:nvSpPr>
        <p:spPr>
          <a:xfrm>
            <a:off x="108612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44"/>
          <p:cNvSpPr/>
          <p:nvPr/>
        </p:nvSpPr>
        <p:spPr>
          <a:xfrm>
            <a:off x="1005840" y="342540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Rounded Rectangle 45"/>
          <p:cNvSpPr/>
          <p:nvPr/>
        </p:nvSpPr>
        <p:spPr>
          <a:xfrm>
            <a:off x="496620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6"/>
          <p:cNvSpPr/>
          <p:nvPr/>
        </p:nvSpPr>
        <p:spPr>
          <a:xfrm>
            <a:off x="8845560" y="3507120"/>
            <a:ext cx="361620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47"/>
          <p:cNvSpPr/>
          <p:nvPr/>
        </p:nvSpPr>
        <p:spPr>
          <a:xfrm>
            <a:off x="8763840" y="342684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48"/>
          <p:cNvSpPr/>
          <p:nvPr/>
        </p:nvSpPr>
        <p:spPr>
          <a:xfrm>
            <a:off x="4938840" y="345096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Rectangle 97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98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99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00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01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02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03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04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05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06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07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08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09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10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11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12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49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50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51"/>
          <p:cNvSpPr/>
          <p:nvPr/>
        </p:nvSpPr>
        <p:spPr>
          <a:xfrm>
            <a:off x="1005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Rounded Rectangle 52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53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54"/>
          <p:cNvSpPr/>
          <p:nvPr/>
        </p:nvSpPr>
        <p:spPr>
          <a:xfrm>
            <a:off x="8763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55"/>
          <p:cNvSpPr/>
          <p:nvPr/>
        </p:nvSpPr>
        <p:spPr>
          <a:xfrm>
            <a:off x="4938840" y="345060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113"/>
          <p:cNvSpPr/>
          <p:nvPr/>
        </p:nvSpPr>
        <p:spPr>
          <a:xfrm>
            <a:off x="1800" y="1800"/>
            <a:ext cx="1342044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14"/>
          <p:cNvSpPr/>
          <p:nvPr/>
        </p:nvSpPr>
        <p:spPr>
          <a:xfrm>
            <a:off x="1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15"/>
          <p:cNvSpPr/>
          <p:nvPr/>
        </p:nvSpPr>
        <p:spPr>
          <a:xfrm>
            <a:off x="10047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16"/>
          <p:cNvSpPr/>
          <p:nvPr/>
        </p:nvSpPr>
        <p:spPr>
          <a:xfrm>
            <a:off x="20124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17"/>
          <p:cNvSpPr/>
          <p:nvPr/>
        </p:nvSpPr>
        <p:spPr>
          <a:xfrm>
            <a:off x="30200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18"/>
          <p:cNvSpPr/>
          <p:nvPr/>
        </p:nvSpPr>
        <p:spPr>
          <a:xfrm>
            <a:off x="40276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19"/>
          <p:cNvSpPr/>
          <p:nvPr/>
        </p:nvSpPr>
        <p:spPr>
          <a:xfrm>
            <a:off x="50353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20"/>
          <p:cNvSpPr/>
          <p:nvPr/>
        </p:nvSpPr>
        <p:spPr>
          <a:xfrm>
            <a:off x="604296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21"/>
          <p:cNvSpPr/>
          <p:nvPr/>
        </p:nvSpPr>
        <p:spPr>
          <a:xfrm>
            <a:off x="70506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22"/>
          <p:cNvSpPr/>
          <p:nvPr/>
        </p:nvSpPr>
        <p:spPr>
          <a:xfrm>
            <a:off x="80582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23"/>
          <p:cNvSpPr/>
          <p:nvPr/>
        </p:nvSpPr>
        <p:spPr>
          <a:xfrm>
            <a:off x="90658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24"/>
          <p:cNvSpPr/>
          <p:nvPr/>
        </p:nvSpPr>
        <p:spPr>
          <a:xfrm>
            <a:off x="1007352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25"/>
          <p:cNvSpPr/>
          <p:nvPr/>
        </p:nvSpPr>
        <p:spPr>
          <a:xfrm>
            <a:off x="1108080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26"/>
          <p:cNvSpPr/>
          <p:nvPr/>
        </p:nvSpPr>
        <p:spPr>
          <a:xfrm>
            <a:off x="1208844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27"/>
          <p:cNvSpPr/>
          <p:nvPr/>
        </p:nvSpPr>
        <p:spPr>
          <a:xfrm>
            <a:off x="13096080" y="1800"/>
            <a:ext cx="1008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28"/>
          <p:cNvSpPr/>
          <p:nvPr/>
        </p:nvSpPr>
        <p:spPr>
          <a:xfrm>
            <a:off x="1800" y="1800"/>
            <a:ext cx="34200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56"/>
          <p:cNvSpPr/>
          <p:nvPr/>
        </p:nvSpPr>
        <p:spPr>
          <a:xfrm>
            <a:off x="10880640" y="401400"/>
            <a:ext cx="220572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57"/>
          <p:cNvSpPr/>
          <p:nvPr/>
        </p:nvSpPr>
        <p:spPr>
          <a:xfrm>
            <a:off x="108612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58"/>
          <p:cNvSpPr/>
          <p:nvPr/>
        </p:nvSpPr>
        <p:spPr>
          <a:xfrm>
            <a:off x="1005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Rounded Rectangle 59"/>
          <p:cNvSpPr/>
          <p:nvPr/>
        </p:nvSpPr>
        <p:spPr>
          <a:xfrm>
            <a:off x="496620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60"/>
          <p:cNvSpPr/>
          <p:nvPr/>
        </p:nvSpPr>
        <p:spPr>
          <a:xfrm>
            <a:off x="8845560" y="3507120"/>
            <a:ext cx="361656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61"/>
          <p:cNvSpPr/>
          <p:nvPr/>
        </p:nvSpPr>
        <p:spPr>
          <a:xfrm>
            <a:off x="8763840" y="3426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62"/>
          <p:cNvSpPr/>
          <p:nvPr/>
        </p:nvSpPr>
        <p:spPr>
          <a:xfrm>
            <a:off x="4938840" y="345204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Rectangle 129"/>
          <p:cNvSpPr/>
          <p:nvPr/>
        </p:nvSpPr>
        <p:spPr>
          <a:xfrm>
            <a:off x="16920" y="1800"/>
            <a:ext cx="13426200" cy="7549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30"/>
          <p:cNvSpPr/>
          <p:nvPr/>
        </p:nvSpPr>
        <p:spPr>
          <a:xfrm>
            <a:off x="144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31"/>
          <p:cNvSpPr/>
          <p:nvPr/>
        </p:nvSpPr>
        <p:spPr>
          <a:xfrm>
            <a:off x="100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32"/>
          <p:cNvSpPr/>
          <p:nvPr/>
        </p:nvSpPr>
        <p:spPr>
          <a:xfrm>
            <a:off x="201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33"/>
          <p:cNvSpPr/>
          <p:nvPr/>
        </p:nvSpPr>
        <p:spPr>
          <a:xfrm>
            <a:off x="302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34"/>
          <p:cNvSpPr/>
          <p:nvPr/>
        </p:nvSpPr>
        <p:spPr>
          <a:xfrm>
            <a:off x="402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35"/>
          <p:cNvSpPr/>
          <p:nvPr/>
        </p:nvSpPr>
        <p:spPr>
          <a:xfrm>
            <a:off x="503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36"/>
          <p:cNvSpPr/>
          <p:nvPr/>
        </p:nvSpPr>
        <p:spPr>
          <a:xfrm>
            <a:off x="604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37"/>
          <p:cNvSpPr/>
          <p:nvPr/>
        </p:nvSpPr>
        <p:spPr>
          <a:xfrm>
            <a:off x="705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38"/>
          <p:cNvSpPr/>
          <p:nvPr/>
        </p:nvSpPr>
        <p:spPr>
          <a:xfrm>
            <a:off x="806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39"/>
          <p:cNvSpPr/>
          <p:nvPr/>
        </p:nvSpPr>
        <p:spPr>
          <a:xfrm>
            <a:off x="906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40"/>
          <p:cNvSpPr/>
          <p:nvPr/>
        </p:nvSpPr>
        <p:spPr>
          <a:xfrm>
            <a:off x="1007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41"/>
          <p:cNvSpPr/>
          <p:nvPr/>
        </p:nvSpPr>
        <p:spPr>
          <a:xfrm>
            <a:off x="1108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42"/>
          <p:cNvSpPr/>
          <p:nvPr/>
        </p:nvSpPr>
        <p:spPr>
          <a:xfrm>
            <a:off x="1209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43"/>
          <p:cNvSpPr/>
          <p:nvPr/>
        </p:nvSpPr>
        <p:spPr>
          <a:xfrm>
            <a:off x="1310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44"/>
          <p:cNvSpPr/>
          <p:nvPr/>
        </p:nvSpPr>
        <p:spPr>
          <a:xfrm>
            <a:off x="1440" y="1800"/>
            <a:ext cx="342360" cy="7549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63"/>
          <p:cNvSpPr/>
          <p:nvPr/>
        </p:nvSpPr>
        <p:spPr>
          <a:xfrm>
            <a:off x="10884960" y="401400"/>
            <a:ext cx="220680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ounded Rectangle 64"/>
          <p:cNvSpPr/>
          <p:nvPr/>
        </p:nvSpPr>
        <p:spPr>
          <a:xfrm>
            <a:off x="108684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65"/>
          <p:cNvSpPr/>
          <p:nvPr/>
        </p:nvSpPr>
        <p:spPr>
          <a:xfrm>
            <a:off x="1006560" y="3425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Rounded Rectangle 66"/>
          <p:cNvSpPr/>
          <p:nvPr/>
        </p:nvSpPr>
        <p:spPr>
          <a:xfrm>
            <a:off x="49683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67"/>
          <p:cNvSpPr/>
          <p:nvPr/>
        </p:nvSpPr>
        <p:spPr>
          <a:xfrm>
            <a:off x="88491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68"/>
          <p:cNvSpPr/>
          <p:nvPr/>
        </p:nvSpPr>
        <p:spPr>
          <a:xfrm>
            <a:off x="8767440" y="3425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69"/>
          <p:cNvSpPr/>
          <p:nvPr/>
        </p:nvSpPr>
        <p:spPr>
          <a:xfrm>
            <a:off x="4941000" y="345096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45"/>
          <p:cNvSpPr/>
          <p:nvPr/>
        </p:nvSpPr>
        <p:spPr>
          <a:xfrm>
            <a:off x="16920" y="1800"/>
            <a:ext cx="13426200" cy="7549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46"/>
          <p:cNvSpPr/>
          <p:nvPr/>
        </p:nvSpPr>
        <p:spPr>
          <a:xfrm>
            <a:off x="144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47"/>
          <p:cNvSpPr/>
          <p:nvPr/>
        </p:nvSpPr>
        <p:spPr>
          <a:xfrm>
            <a:off x="100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48"/>
          <p:cNvSpPr/>
          <p:nvPr/>
        </p:nvSpPr>
        <p:spPr>
          <a:xfrm>
            <a:off x="201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49"/>
          <p:cNvSpPr/>
          <p:nvPr/>
        </p:nvSpPr>
        <p:spPr>
          <a:xfrm>
            <a:off x="302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50"/>
          <p:cNvSpPr/>
          <p:nvPr/>
        </p:nvSpPr>
        <p:spPr>
          <a:xfrm>
            <a:off x="402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51"/>
          <p:cNvSpPr/>
          <p:nvPr/>
        </p:nvSpPr>
        <p:spPr>
          <a:xfrm>
            <a:off x="503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52"/>
          <p:cNvSpPr/>
          <p:nvPr/>
        </p:nvSpPr>
        <p:spPr>
          <a:xfrm>
            <a:off x="604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53"/>
          <p:cNvSpPr/>
          <p:nvPr/>
        </p:nvSpPr>
        <p:spPr>
          <a:xfrm>
            <a:off x="705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54"/>
          <p:cNvSpPr/>
          <p:nvPr/>
        </p:nvSpPr>
        <p:spPr>
          <a:xfrm>
            <a:off x="806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55"/>
          <p:cNvSpPr/>
          <p:nvPr/>
        </p:nvSpPr>
        <p:spPr>
          <a:xfrm>
            <a:off x="906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56"/>
          <p:cNvSpPr/>
          <p:nvPr/>
        </p:nvSpPr>
        <p:spPr>
          <a:xfrm>
            <a:off x="1007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57"/>
          <p:cNvSpPr/>
          <p:nvPr/>
        </p:nvSpPr>
        <p:spPr>
          <a:xfrm>
            <a:off x="1108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58"/>
          <p:cNvSpPr/>
          <p:nvPr/>
        </p:nvSpPr>
        <p:spPr>
          <a:xfrm>
            <a:off x="1209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59"/>
          <p:cNvSpPr/>
          <p:nvPr/>
        </p:nvSpPr>
        <p:spPr>
          <a:xfrm>
            <a:off x="1310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60"/>
          <p:cNvSpPr/>
          <p:nvPr/>
        </p:nvSpPr>
        <p:spPr>
          <a:xfrm>
            <a:off x="1440" y="1800"/>
            <a:ext cx="342360" cy="7549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70"/>
          <p:cNvSpPr/>
          <p:nvPr/>
        </p:nvSpPr>
        <p:spPr>
          <a:xfrm>
            <a:off x="10884960" y="401400"/>
            <a:ext cx="220680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Rounded Rectangle 71"/>
          <p:cNvSpPr/>
          <p:nvPr/>
        </p:nvSpPr>
        <p:spPr>
          <a:xfrm>
            <a:off x="108684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72"/>
          <p:cNvSpPr/>
          <p:nvPr/>
        </p:nvSpPr>
        <p:spPr>
          <a:xfrm>
            <a:off x="1006560" y="342432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Rounded Rectangle 73"/>
          <p:cNvSpPr/>
          <p:nvPr/>
        </p:nvSpPr>
        <p:spPr>
          <a:xfrm>
            <a:off x="49683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74"/>
          <p:cNvSpPr/>
          <p:nvPr/>
        </p:nvSpPr>
        <p:spPr>
          <a:xfrm>
            <a:off x="88491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75"/>
          <p:cNvSpPr/>
          <p:nvPr/>
        </p:nvSpPr>
        <p:spPr>
          <a:xfrm>
            <a:off x="8767440" y="3425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76"/>
          <p:cNvSpPr/>
          <p:nvPr/>
        </p:nvSpPr>
        <p:spPr>
          <a:xfrm>
            <a:off x="4941000" y="345096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Rectangle 161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6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6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6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6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6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6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6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6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7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7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7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7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7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7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7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77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78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79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Rounded Rectangle 80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81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82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83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Rectangle 17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7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7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8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8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8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8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8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8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8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8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8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8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9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9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9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84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ounded Rectangle 85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86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Rounded Rectangle 87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88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89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ounded Rectangle 90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Rectangle 19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9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9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9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9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9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9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0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0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0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0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0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0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0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0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0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91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2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93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Rounded Rectangle 94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95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96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ounded Rectangle 97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Rectangle 20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1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1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1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1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1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1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1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1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1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1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2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2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2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2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2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98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ounded Rectangle 99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00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Rounded Rectangle 101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102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03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ounded Rectangle 104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Rectangle 22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2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2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2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2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3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3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3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3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3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3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3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3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3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3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4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05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46"/>
          <p:cNvSpPr/>
          <p:nvPr/>
        </p:nvSpPr>
        <p:spPr>
          <a:xfrm>
            <a:off x="3957120" y="1107360"/>
            <a:ext cx="4198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Rounded Rectangle 106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07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ounded Rectangle 108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09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10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ounded Rectangle 111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Rectangle 24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4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4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4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4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4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4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4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4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5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5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5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5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5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5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5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12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49"/>
          <p:cNvSpPr/>
          <p:nvPr/>
        </p:nvSpPr>
        <p:spPr>
          <a:xfrm>
            <a:off x="1362960" y="1107360"/>
            <a:ext cx="93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50"/>
          <p:cNvSpPr/>
          <p:nvPr/>
        </p:nvSpPr>
        <p:spPr>
          <a:xfrm>
            <a:off x="4168080" y="2266200"/>
            <a:ext cx="440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Rounded Rectangle 113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ounded Rectangle 114"/>
          <p:cNvSpPr/>
          <p:nvPr/>
        </p:nvSpPr>
        <p:spPr>
          <a:xfrm>
            <a:off x="10209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Rounded Rectangle 115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116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117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ounded Rectangle 118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25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5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5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6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6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6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6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6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6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26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26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6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6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7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7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7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19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Box 52"/>
          <p:cNvSpPr/>
          <p:nvPr/>
        </p:nvSpPr>
        <p:spPr>
          <a:xfrm>
            <a:off x="2818440" y="1107360"/>
            <a:ext cx="6478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53"/>
          <p:cNvSpPr/>
          <p:nvPr/>
        </p:nvSpPr>
        <p:spPr>
          <a:xfrm>
            <a:off x="2823120" y="2266200"/>
            <a:ext cx="7092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Rounded Rectangle 12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ounded Rectangle 121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Rounded Rectangle 12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12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124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ounded Rectangle 125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27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7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7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7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7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7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7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8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8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28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28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28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28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8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8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8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26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56"/>
          <p:cNvSpPr/>
          <p:nvPr/>
        </p:nvSpPr>
        <p:spPr>
          <a:xfrm>
            <a:off x="3605040" y="2266200"/>
            <a:ext cx="552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ounded Rectangle 127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128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Rounded Rectangle 129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130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ounded Rectangle 131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132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28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9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9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9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9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9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9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9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9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9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9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30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30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30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30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30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ounded Rectangle 133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Box 58"/>
          <p:cNvSpPr/>
          <p:nvPr/>
        </p:nvSpPr>
        <p:spPr>
          <a:xfrm>
            <a:off x="4195440" y="1107360"/>
            <a:ext cx="3723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Rounded Rectangle 134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ounded Rectangle 135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Rounded Rectangle 136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137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ounded Rectangle 138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39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Rectangle 30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30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30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30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30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31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31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31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31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31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31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31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31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31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31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32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ounded Rectangle 140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62"/>
          <p:cNvSpPr/>
          <p:nvPr/>
        </p:nvSpPr>
        <p:spPr>
          <a:xfrm>
            <a:off x="945720" y="2266200"/>
            <a:ext cx="108475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141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ounded Rectangle 142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Rounded Rectangle 143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14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ounded Rectangle 145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ounded Rectangle 146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Rectangle 32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32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32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32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32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32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32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32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32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33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33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33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33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33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33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33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ounded Rectangle 14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65"/>
          <p:cNvSpPr/>
          <p:nvPr/>
        </p:nvSpPr>
        <p:spPr>
          <a:xfrm>
            <a:off x="2014560" y="2266200"/>
            <a:ext cx="8709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148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ounded Rectangle 149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Rounded Rectangle 150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151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ounded Rectangle 152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ounded Rectangle 153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Rectangle 337"/>
          <p:cNvSpPr/>
          <p:nvPr/>
        </p:nvSpPr>
        <p:spPr>
          <a:xfrm>
            <a:off x="17280" y="1800"/>
            <a:ext cx="1342368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338"/>
          <p:cNvSpPr/>
          <p:nvPr/>
        </p:nvSpPr>
        <p:spPr>
          <a:xfrm>
            <a:off x="180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339"/>
          <p:cNvSpPr/>
          <p:nvPr/>
        </p:nvSpPr>
        <p:spPr>
          <a:xfrm>
            <a:off x="100512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340"/>
          <p:cNvSpPr/>
          <p:nvPr/>
        </p:nvSpPr>
        <p:spPr>
          <a:xfrm>
            <a:off x="201276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341"/>
          <p:cNvSpPr/>
          <p:nvPr/>
        </p:nvSpPr>
        <p:spPr>
          <a:xfrm>
            <a:off x="302040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342"/>
          <p:cNvSpPr/>
          <p:nvPr/>
        </p:nvSpPr>
        <p:spPr>
          <a:xfrm>
            <a:off x="402804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343"/>
          <p:cNvSpPr/>
          <p:nvPr/>
        </p:nvSpPr>
        <p:spPr>
          <a:xfrm>
            <a:off x="503568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344"/>
          <p:cNvSpPr/>
          <p:nvPr/>
        </p:nvSpPr>
        <p:spPr>
          <a:xfrm>
            <a:off x="604332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345"/>
          <p:cNvSpPr/>
          <p:nvPr/>
        </p:nvSpPr>
        <p:spPr>
          <a:xfrm>
            <a:off x="705096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346"/>
          <p:cNvSpPr/>
          <p:nvPr/>
        </p:nvSpPr>
        <p:spPr>
          <a:xfrm>
            <a:off x="805860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347"/>
          <p:cNvSpPr/>
          <p:nvPr/>
        </p:nvSpPr>
        <p:spPr>
          <a:xfrm>
            <a:off x="906624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348"/>
          <p:cNvSpPr/>
          <p:nvPr/>
        </p:nvSpPr>
        <p:spPr>
          <a:xfrm>
            <a:off x="1007424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349"/>
          <p:cNvSpPr/>
          <p:nvPr/>
        </p:nvSpPr>
        <p:spPr>
          <a:xfrm>
            <a:off x="1108188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350"/>
          <p:cNvSpPr/>
          <p:nvPr/>
        </p:nvSpPr>
        <p:spPr>
          <a:xfrm>
            <a:off x="1208952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351"/>
          <p:cNvSpPr/>
          <p:nvPr/>
        </p:nvSpPr>
        <p:spPr>
          <a:xfrm>
            <a:off x="13097160" y="1800"/>
            <a:ext cx="1224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352"/>
          <p:cNvSpPr/>
          <p:nvPr/>
        </p:nvSpPr>
        <p:spPr>
          <a:xfrm>
            <a:off x="1800" y="1800"/>
            <a:ext cx="34416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ounded Rectangle 154"/>
          <p:cNvSpPr/>
          <p:nvPr/>
        </p:nvSpPr>
        <p:spPr>
          <a:xfrm>
            <a:off x="1088136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68"/>
          <p:cNvSpPr/>
          <p:nvPr/>
        </p:nvSpPr>
        <p:spPr>
          <a:xfrm>
            <a:off x="2557440" y="2266920"/>
            <a:ext cx="762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ounded Rectangle 155"/>
          <p:cNvSpPr/>
          <p:nvPr/>
        </p:nvSpPr>
        <p:spPr>
          <a:xfrm>
            <a:off x="1086480" y="350748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ounded Rectangle 156"/>
          <p:cNvSpPr/>
          <p:nvPr/>
        </p:nvSpPr>
        <p:spPr>
          <a:xfrm>
            <a:off x="1020600" y="2972880"/>
            <a:ext cx="3619440" cy="346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Rounded Rectangle 157"/>
          <p:cNvSpPr/>
          <p:nvPr/>
        </p:nvSpPr>
        <p:spPr>
          <a:xfrm>
            <a:off x="4966560" y="350748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158"/>
          <p:cNvSpPr/>
          <p:nvPr/>
        </p:nvSpPr>
        <p:spPr>
          <a:xfrm>
            <a:off x="8846280" y="350748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ounded Rectangle 159"/>
          <p:cNvSpPr/>
          <p:nvPr/>
        </p:nvSpPr>
        <p:spPr>
          <a:xfrm>
            <a:off x="8764560" y="342648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ounded Rectangle 160"/>
          <p:cNvSpPr/>
          <p:nvPr/>
        </p:nvSpPr>
        <p:spPr>
          <a:xfrm>
            <a:off x="4939200" y="345240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Rectangle 353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354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355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356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57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358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59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360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361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362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363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364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365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366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367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368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61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Box 70"/>
          <p:cNvSpPr/>
          <p:nvPr/>
        </p:nvSpPr>
        <p:spPr>
          <a:xfrm>
            <a:off x="2409480" y="1107360"/>
            <a:ext cx="7295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Diğer Önemli Özellikleri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71"/>
          <p:cNvSpPr/>
          <p:nvPr/>
        </p:nvSpPr>
        <p:spPr>
          <a:xfrm>
            <a:off x="923400" y="2266200"/>
            <a:ext cx="1089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geliştiricilerin temiz, kararlı ve sürdürülebilir programlar yazmasına yardımcı olan birçok benzersiz özellik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162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ounded Rectangle 163"/>
          <p:cNvSpPr/>
          <p:nvPr/>
        </p:nvSpPr>
        <p:spPr>
          <a:xfrm>
            <a:off x="1020960" y="2743200"/>
            <a:ext cx="3619800" cy="422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Basit ve Öğrenmesi Kolay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açık ve okunabilir bir sözdizimine sahiptir.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Pointer (işaretçi) gibi karmaşık yapılar kaldırıldığı için, özellikle yeni başlayanlar için öğrenmesi daha kolaydır..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Denetimi (Strongly Typed)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değişkenin tanımlı bir veri tipi vardır.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hatalar çalışma zamanında değil, derleme zamanında tespit edilir.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bellek yönetimini Garbage Collection kullanarak otomatik olarak yapar.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Geliştiricilerin belleği manuel olarak serbest bırakmasına gerek yoktur.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Çoklu İş Parçacığı Desteği (Multithreading)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çoklu iş parçacığı desteği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programlar aynı anda birden fazla görevi yerine getirebilir.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Java; koleksiyonlar, dosya işlemleri, ağ programlama ve daha fazlası için geniş bir yerleşik kütüphane seti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Rounded Rectangle 164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165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ounded Rectangle 166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kolay ve güçlüdür");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ounded Rectangle 167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Basit Sözdizimi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Öğrenmesi Kolay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Otomatik Bellek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Çoklu İş Parçacığı Desteği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Zengin Standart Kütüphane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Temiz ve Sürdürülebilir Java Programları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36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37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37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37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37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37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37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37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37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37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37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38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38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38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38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38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ounded Rectangle 168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TextBox 73"/>
          <p:cNvSpPr/>
          <p:nvPr/>
        </p:nvSpPr>
        <p:spPr>
          <a:xfrm>
            <a:off x="2998440" y="1107360"/>
            <a:ext cx="61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Üst Düzey Bir Karşılaştırma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74"/>
          <p:cNvSpPr/>
          <p:nvPr/>
        </p:nvSpPr>
        <p:spPr>
          <a:xfrm>
            <a:off x="1414440" y="2266200"/>
            <a:ext cx="991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farkları,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modelleri ve geliştirici deneyimleri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ounded Rectangle 169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ounded Rectangle 170"/>
          <p:cNvSpPr/>
          <p:nvPr/>
        </p:nvSpPr>
        <p:spPr>
          <a:xfrm>
            <a:off x="1018440" y="3053160"/>
            <a:ext cx="3619800" cy="3803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 üzerinde çalışır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sağlar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taşınabilirlik ve sürdürülebilirliğe odaklanır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Kurumsal uygulamalar, web ve bulut sistemlerinde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yerel (native) makine koduna derlenir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gerektirir (pointer’lar, bellek ayırma)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ve düşük seviye kontrol sunar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yazılımları, 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Rounded Rectangle 171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172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ounded Rectangle 173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karmaşıklığı gizler"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174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→ Bytecode → JVM → Herhangi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Kaynak Kodu → Yerel (Native) Kod → Belirli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Rectangle 38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38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38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38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38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39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39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39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39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39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39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39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39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39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39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40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ounded Rectangle 175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Box 76"/>
          <p:cNvSpPr/>
          <p:nvPr/>
        </p:nvSpPr>
        <p:spPr>
          <a:xfrm>
            <a:off x="1464120" y="1107360"/>
            <a:ext cx="9185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77"/>
          <p:cNvSpPr/>
          <p:nvPr/>
        </p:nvSpPr>
        <p:spPr>
          <a:xfrm>
            <a:off x="3937320" y="2266200"/>
            <a:ext cx="4863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Rounded Rectangle 176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ounded Rectangle 177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(Garbage Collection)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çalışma (pointer yok, JVM güvenlik kontrolleri)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okunması daha kolay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 ve framework ekosistemi</a:t>
            </a:r>
            <a:br>
              <a:rPr sz="1100"/>
            </a:b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Büyük, uzun ömürlü ve kurumsal sistemler için idealdir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Dezavantajlar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Bazı durumlarda yerel (native) C++’a göre biraz daha yavaştır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Donanım ve bellek üzerinde daha az kontrol sunar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ek yükü (başlangıç süresi, bellek kullanımı)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Rounded Rectangle 178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179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ounded Rectangle 180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güvenlik ve taşınabilirliğe odaklanır");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181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Türü?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her yerde çalışır)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(Düşük seviyeli kontrol)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Güvenlik ve sürdürülebilirlik gerekli mi?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Rectangle 401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402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403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404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405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406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407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408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409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410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411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412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413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414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415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416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ounded Rectangle 182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Box 79"/>
          <p:cNvSpPr/>
          <p:nvPr/>
        </p:nvSpPr>
        <p:spPr>
          <a:xfrm>
            <a:off x="1464120" y="1107360"/>
            <a:ext cx="9185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80"/>
          <p:cNvSpPr/>
          <p:nvPr/>
        </p:nvSpPr>
        <p:spPr>
          <a:xfrm>
            <a:off x="3937320" y="2266200"/>
            <a:ext cx="4863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ounded Rectangle 183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ounded Rectangle 184"/>
          <p:cNvSpPr/>
          <p:nvPr/>
        </p:nvSpPr>
        <p:spPr>
          <a:xfrm>
            <a:off x="1020960" y="3506040"/>
            <a:ext cx="3619800" cy="289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Avantajlar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Çok yüksek performans (yerel / native çalışma)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Bellek ve donanım üzerinde tam kontrol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Sanal makine ek yükü yoktur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seviyesinde ve performans kritik yazılımlar için idealdir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(bellek sızıntısı riski)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Daha karmaşık sözdizimi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bakımı daha zordur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(runtime) hatası ihtimali daha yüksektir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Rounded Rectangle 185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186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ounded Rectangle 187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performans ve kontrol odaklıdır";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188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Uygulama Gereksinimi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Düşük seviyeli bellek kontrolü gerekli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Sistem / Oyun / Gömülü Sistem mi?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Rectangle 41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41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41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42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42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42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42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42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42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42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42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42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42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43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43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43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ounded Rectangle 189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TextBox 82"/>
          <p:cNvSpPr/>
          <p:nvPr/>
        </p:nvSpPr>
        <p:spPr>
          <a:xfrm>
            <a:off x="2115720" y="1107360"/>
            <a:ext cx="788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mı C++ mı Ne Zaman Seçilmeli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83"/>
          <p:cNvSpPr/>
          <p:nvPr/>
        </p:nvSpPr>
        <p:spPr>
          <a:xfrm>
            <a:off x="975960" y="2266200"/>
            <a:ext cx="10786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Doğru programlama dilini seçmek; performans ihtiyaçlarına, taşınabilirliğe ve uzun vadeli sürdürülebilirliğe bağlıdır.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ounded Rectangle 19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ounded Rectangle 191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Programlama dilleri farklı amaçlar için tasarlanır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taşınabilirlik, güvenlik ve sürdürülebilirliği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C++, performans ve düşük seviyeli kontrolü önceliklendirir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seçim, popülerliğe değil problem alanına bağlıdır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iyi dil” yoktur — iş için doğru araç vardır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Rounded Rectangle 19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193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ounded Rectangle 194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Güvenlik ve taşınabilirliğe odaklanır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System.out.println("Ölçeklenebilir ve sürdürülebilir sistemler için Java’yı seçin");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Rounded Rectangle 195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Ana hedefin nedir?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ve uzun vadeli bakım mı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ve donanım kontrolü mü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Güvenlik, ölçeklenebilirlik ve kurumsal destek mi gerekiyor?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EVET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Rectangle 433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ectangle 43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ectangle 43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43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43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43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43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44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44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44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44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44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44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44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44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44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ounded Rectangle 196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TextBox 85"/>
          <p:cNvSpPr/>
          <p:nvPr/>
        </p:nvSpPr>
        <p:spPr>
          <a:xfrm>
            <a:off x="1622520" y="1107360"/>
            <a:ext cx="8871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Soyutlama Seviyesi: Java ve C++ Ne Saklar, Ne Açığa Çıkarır?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TextBox 86"/>
          <p:cNvSpPr/>
          <p:nvPr/>
        </p:nvSpPr>
        <p:spPr>
          <a:xfrm>
            <a:off x="4900680" y="2266200"/>
            <a:ext cx="2936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Aynı sistem, farklı bakış açıları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Rounded Rectangle 197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ounded Rectangle 198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Soyutlama (Abstraction) Nedir?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Soyutlama, karmaşıklığın gizlenmesidir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 ne yaptığını yazar, nasıl yapıldığını değil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Ama her dil aynı seviyede soyutlama sunmaz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Buradaki kritik fark: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sistemi saklar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C++ sistemi açığa çıkarı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Rounded Rectangle 19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ounded Rectangle 200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ounded Rectangle 201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JAVA İÇİN: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new int[5];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C++ İÇİN: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int* numbers = new int[5];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// bellek sorumluluğu geliştiricide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Box 8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Rounded Rectangle 202"/>
          <p:cNvSpPr/>
          <p:nvPr/>
        </p:nvSpPr>
        <p:spPr>
          <a:xfrm>
            <a:off x="4968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Geliştirici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JVM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Donanım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"/>
          <p:cNvSpPr/>
          <p:nvPr/>
        </p:nvSpPr>
        <p:spPr>
          <a:xfrm>
            <a:off x="6668280" y="3657600"/>
            <a:ext cx="110376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Geliştirici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Donanım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Rectangle 44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ectangle 45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45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45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45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45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45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45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45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45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45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46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46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46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46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46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ounded Rectangle 20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TextBox 88"/>
          <p:cNvSpPr/>
          <p:nvPr/>
        </p:nvSpPr>
        <p:spPr>
          <a:xfrm>
            <a:off x="449280" y="1107360"/>
            <a:ext cx="112183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Java’yı Anlamak = Doğru Soyutlama ile Düşünmek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TextBox 89"/>
          <p:cNvSpPr/>
          <p:nvPr/>
        </p:nvSpPr>
        <p:spPr>
          <a:xfrm>
            <a:off x="4470120" y="2266200"/>
            <a:ext cx="379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Dil öğrenmek değil, yaklaşım kazanmak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Rounded Rectangle 20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ounded Rectangle 205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Bölümde Ne Kazandık?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neden var olduğunu gördük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ne çözmeye çalıştığını anladık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Dilin arkasındaki tasarım felsefesini öğrendik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bir “kod dili” değil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düşünme biçimidir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Rounded Rectangle 20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ounded Rectangle 20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ounded Rectangle 20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System.out.println("Java, karmaşıklığı azaltmak için vardır.");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TextBox 9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Rounded Rectangle 209"/>
          <p:cNvSpPr/>
          <p:nvPr/>
        </p:nvSpPr>
        <p:spPr>
          <a:xfrm>
            <a:off x="4968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Problem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Soyutlama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Sınıf &amp; Nesne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Güvenli Çalışma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Sürdürülebilir Sistem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2026-01-23T15:35:46Z</dcterms:modified>
  <cp:revision>128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