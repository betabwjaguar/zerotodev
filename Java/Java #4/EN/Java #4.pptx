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ED9521-6386-462F-B1DA-14FDA57EDF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5A3E67-8B61-44B7-96E7-40C1E8B2AC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562046-27D0-490E-B56C-547A8A8983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C53432-7435-4C71-B90E-68DD3354D0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3FACDE-7A26-44FD-ADB2-4518CECCF5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244911-3099-4394-8458-00E9944CC6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AAF3AB-2827-4B0B-ACCB-BD9488DB5F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626BF9-43C5-48B3-B473-9FFB0CFA67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C83C79-ADBE-484A-9768-FCE1DF3C84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B8E21E-CC6D-4173-AE28-4C246C1BF8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D5BA76-84C1-4977-AF4C-E1AB494C29C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43CE2C-F1C3-46B8-A1E3-66A5DE439D3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226D4F-D883-49A8-BA0A-87AC2AB031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580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0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360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360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6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220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04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184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46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32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0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36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42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428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252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612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612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54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7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7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7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86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76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86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768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51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86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2026-05-20T23:23:47Z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