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224ACC-67A9-47F9-8037-FBC130BE75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317658-4E9F-4C4F-B42D-9755235759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3058E4-88C5-4C23-9278-652BCB1D97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FC67CD-68AC-4F6A-8659-08FFE63BDEE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E59157-7320-4158-992B-63F4F29B82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70DB8C-FDA6-4D42-AC0D-66F4262BDF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04D17F-6083-4BCA-B275-7C67A220D1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822391-53C9-4C52-9440-1ABD0EBAC5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9E0486-20AC-4D6C-B9AE-6A14374A3E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E570C1-8457-4719-91BB-5F9D90D215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DCF49F-DE4A-4D0F-BD32-8C54960AC17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7872D0-3650-4831-8578-8CBE64DBF57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4AC5C8-E78C-4240-BB80-31A1419AE5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048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90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96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5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90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96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224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50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688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968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4720" cy="274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2026-05-02T16:48:18Z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