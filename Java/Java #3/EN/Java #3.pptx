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</p:sld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98AFFB-8C07-4209-84D2-7CE18D90B1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31D689-8C50-4E87-A3F9-092B142D6A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A17EF7-9098-4393-8EC0-C30F7C269D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5008BA-F7B6-4442-93C0-89BBAA52831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5E960B-F2C6-42A8-BEDB-8B62D2BEDE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9728B6-9775-4EF0-8744-A00D45BA8C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0EFB77-5BEC-4BAF-9C72-71EAF4D96B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8F9363-D2CB-4BBC-81FD-963FF0C90A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8B08D4-307D-44C0-B305-624C2ED421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CB2F1D-457E-4DB4-A64E-D25EAE713B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97B9D9-9300-43EA-B77F-99A67A1FE6D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D2B8F8-3B64-4FBA-BD16-8920113507E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BDFB08-9EB4-42E9-98DC-AF3AF2CFD1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F3EA56-E6D2-4D06-AC13-9998E11AFD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F89AD8-31B6-4D04-8989-F59460E761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8B522D-A104-4E52-A89F-E9DF237170E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7EEDF2-4FE2-483E-A757-30050F65D7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88922A-64AB-4529-8103-1B74CF506F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C7E2B9-3317-4301-978A-8762E70843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705CE5-5A99-487A-820B-93C49D1C2A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2BD647-869D-4BF8-A659-B426D2F681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CAA41C-5414-4DB9-AE34-341D54B273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3B3751-FA3E-4773-9F23-B7998A74ED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5A330A-7809-45CB-BAE7-51D39D696A9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4EBA58-A1BC-4D2B-9166-37447262A7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FC8BEB-E594-4568-8194-70993BAD8E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73F1D55-BE88-4E11-9FED-9B0B84B582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467101E-CB4B-4C1F-B7C1-11A05D313C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FBA4471-01BB-4C44-80C5-B96E1ED0C4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9A38A7-8D1A-43DC-9AAA-CCE44FD0A55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C4F7C4-EACD-45C4-AC1E-FA7A9AFA55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E4E8416-D534-41C1-B2B3-5EA22DEDBF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7592BF7-FEA3-4DBB-918E-2D95CD8CE8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FF10FC-F4E3-4691-BE73-ADE3EB060F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5B5FA5E-5E58-4191-B300-9ABCAFD8C8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1B80BC-6D1C-4ACC-B852-2DB48AC3DD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BD1F604-6959-4A85-B7FF-F074F93370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70F2B58-0373-4A81-8986-FCAE7075A6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5633BB-3034-4878-BDA6-828645E822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C772425-A1A7-4D7E-BC73-70DB4E6293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D9059B6-9C64-43F0-9E53-3716BE8105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CE1FBF-7F18-4042-AEED-72AE56F668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5C66581-5467-4E81-88B2-C94E9830C6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3C9574E-72A1-4066-A13F-2D98268619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0BC6220-1562-46A0-9895-631A0434C9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B42C77-288B-4427-BD8E-228BD81098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BA9F144-4B48-4978-82D8-E5A81BFEAD3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1D13260-F064-4EC7-A919-0A3A6A4CC26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278836-F0A4-47CB-B5EB-D504E6D592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FBC189-9143-4829-8102-95E886773D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380A1E7-E083-4554-ACE9-AAD58ADA91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A5D10AE-6B61-45A6-8C9C-9CBF1A62EE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2E7F01E-AFF7-42F5-8FB8-1998DDC5EB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97EF53-C565-44E6-B1BD-1DC7623F17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3775A3-C52A-479A-9A9F-40B7DF3DD3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56A744F-3BD0-4327-8E7B-13EF4D0299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C40FBCB-86CE-43AC-BB9D-9FE3FDC28C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1634FA9-B3B2-483A-B8C7-8CB9BBD674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4801539-DD74-4801-98F2-A82E74AAC0C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04EF369-7926-474D-85C3-3A0D5527107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6E81DE0-8BBC-4D5E-A4A3-D4529E3D4C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F0E0080-E92E-4A1B-A444-4EDD2395C4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45FC9A2-9CF3-4FBE-A965-6302E47A9F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235858-ED58-4F3B-AC62-4C7AEE7A82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380185E-D6BA-48F5-8F0C-4963FC5458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824EAC6-93E6-4996-BD9A-3098290627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7857B1-8333-4221-ABA7-687A06CB58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B87B316-266E-4EDA-BBF8-FAACBF64A3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E9B205C-64D6-4B89-A3F0-A0347B7D40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1D61B92-F58B-48E2-B6C6-F536170618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E899674-8014-4388-8883-756FB907250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708CE0B-7BEE-4671-B07C-2001C44D03B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ED21E12-94E6-49F4-BA31-92A0580C1E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AFE2629-BDCD-41BF-8094-3D71E188F2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F08C5B3-0489-40B7-8FED-7E9D0DCA16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F92DA81-A5EB-4E39-B105-F099952BD1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6695AF1-AF83-4710-B88B-12F1DD70C3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7590591-6A1C-4957-BBF2-CE504D574A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04D2BF3-C0C0-4CE5-822A-A998F22A99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6FB0FA9-5CBD-4111-B849-E1089A334D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0FC9D08-28E1-4273-8C75-8C572C5997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6372DA-70B7-4CBC-A426-E141068559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64FDAB-9603-43BA-B7AC-7DD47E96EC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2C4384-6FE4-4AE9-BCB6-BA271353F30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6FC62EE-FA93-4188-BBB2-5FDE93FDA7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88EA32-BDC5-46FA-BA06-2884E35228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D05E87B-4AB0-48DD-B69F-D8367760D0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053EF8-72BD-400C-ADBE-FE63502C1D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8B9341-847A-462D-936D-9E0472E9AB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78DE33A-7FF4-4119-B7DD-6FC1123938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60228C-A38B-4F01-8C78-7FD6E7C73C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0F3F7B9-C419-488E-8931-46B82B10B2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DB61AE3-D772-4D83-A16B-4E7EC2E9FF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9CB2B1F-2995-45BC-AFB8-67AEA5D7B3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357C3C9-F23A-4209-832A-3DB836D3C6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985F4D9-2A85-47CB-B064-E8A577463F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3561B1-6AE5-4256-8F8E-E52EE25439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AC89D38-3505-47D8-8AE5-E82BBC78E9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CBCF64D-116A-40D6-8D1F-32C8BD185D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7D3538B-517B-4BA4-91CD-56ABC0329A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24BBA7C-C088-4ED5-98E0-ACBE56E335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E12B505-8FAE-421C-9843-4747BC85C1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CC956B9-750D-446C-A3A6-3A7A4D7419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628893C-036C-4862-886D-A03BF60A1C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795CEF2-6D7C-488E-8E28-90DE4A7A7A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7F9275A-9E31-4A09-B170-708793F6D7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BDCF57-99B7-4D7C-ADAE-CEF96F61651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7DE337D-58B8-4968-86F9-8CF31C1CBF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B8A3282-A132-4FCA-955F-19BAC577D2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3447F1D-5905-4F14-B623-7496824F27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73DE06A-6EF7-4727-8351-CFD2D182AF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3CCDB36-06F1-4021-AF03-88DA8476C5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58259A5-B30D-4B92-9EF8-810004763A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1909D7B-4FEB-40BD-9241-5BFB441604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2A23C34-6B19-4651-B48E-E9879E08D3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F664A7E-D001-4C1F-8ABA-8BEB9CB4F6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C9D3053-11BA-464B-80A8-B9BF5880DE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9A05DBD-58BB-4D6E-BD02-884E988C33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BD0236F-CDA6-4DB0-B5AA-4720FA1386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C3DCD49-5C49-4D47-B7FF-B235DE7BE3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E4A2F95-645D-4BF2-9E42-2496A681EB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EBF6901-519A-4904-BD86-5294F0E99B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24E8B92-9A37-4AF9-8E08-908919258D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BEC7614-9BFA-49F2-967E-E0932B121A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CC6A82E-1F6D-4337-86B1-D25055FD8C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74392B0-FF4D-4872-B035-7549F80F17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31EC6D8-7020-4755-B471-5A11796B9E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2AC673F-F7CD-4953-B4ED-A9BB2A0859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1302C4C-921C-49AB-9DB6-A9AA716778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A3253B4-7DD6-4E06-8089-D3B69E9DF0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11256EE-EB8B-4643-8CFA-B842D223E14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6979AF2-6B84-4166-86D0-FF2068C3630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984EB51-8CD8-4C21-8857-993B8CF704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DE57FFA-F849-4196-ADB3-4E6EBA8A23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C70AB6E-186F-43C0-B41C-F8509D477A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E1999C1-0AA7-49B5-914F-4C3B1895A0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5A4DD04-0BAD-4D2E-BDCF-B6FE13D86D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EB632AC-11C4-473C-A7F1-188B788080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93CFF66-7025-437C-B6CC-B6E416C8BA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EAEDB81-761E-43C3-A117-80A1B5D206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2F5590E-919F-4631-9B29-C90BEEBFF6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8689C05-1E30-43F0-A30E-C21BD745E9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8FD735F-0D1D-484D-A301-53D8EAB0C3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DDC7988-CF97-43A1-B8BB-9F57EDBC17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FE27CA2-E60F-4AEC-A7D3-380E85C1E2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C402CCD-27F7-4B55-826D-855101C03B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8E65989-BE72-41D1-91F6-FE1EA22570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729C37D-D607-473A-B77D-88218D1F11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722E73A-6722-410F-AC6D-B0499B6568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DDF2E53-9C47-4AF3-8EC2-B81374599E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306C017-18CD-45DF-9981-81A47D99E7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76B67EC-E761-4A63-BB0A-F77799326B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91F9B06-F020-4BD2-87A4-CB329A4334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731DFF0-049D-4873-878A-A8602A49B2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FBA4CA6-CA9C-460A-B5B3-E308BBA1B28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56BE550-65B9-463C-B500-0C16C71CA34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84C160A-FA9D-450C-B3F6-D51AC04F24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D9052BA-24AE-413D-80FA-7E26DC12DC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BE205B2-2C46-4598-B6B3-33FCF23BD1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8B9F7A7-9383-462A-A644-71C96E6469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F86D41E-4092-4BF7-B399-80DB665B11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D1A0C5B-63F3-43FE-8BA2-FDA6BF8E73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1BD100F-D703-4B35-81FD-88E35EF87C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EDAFE1E-F4D8-4B25-8CC8-D9218DA93C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BA601F2-7954-4604-AF40-EB2014C829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74AF138-0609-4F47-B20E-0409DD891B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4A91703-F078-4E68-AC33-910509FF6F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E4409A4-30E4-4CF4-9CF7-420CFC45437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07CB658-E540-48D3-95BA-5CC0D27E06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34CEE10-9B5D-4446-886D-D650A2EDCC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C3127BE-221E-44C8-BB63-51B2DA083F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A183898-CACC-43EC-8B7B-1A13C0F0B7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0B1A40C-4DD4-44A3-B206-4750786163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B178CBE-7358-485A-8078-C51E2D852D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3B66678-6153-4099-A958-9DC1437249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601C872-19C7-4F4F-8B6F-2F6BA5C5FA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7E566A6-FCDD-4B51-B5D5-846BB76E7A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0E9DF5B-444B-44B7-9B67-F602AA486B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FD1E3CD-530F-46BA-B521-B90059B324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622A668-20E7-4EA1-B468-2CF22E11BA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60AD9DBC-A5CD-427F-AFA2-9D0CD16510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AC4DC64-62F0-4F09-B34D-D5D5DE55B2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7AA7F1F-D9C4-4386-9EF1-E599B8CB15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46D96D6-2732-4BA0-9169-8DBE5E4BD0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0A466D9-1783-45A0-83F7-595F955C86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64622B70-C7EE-4FD3-900D-D875E0F75E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DFFDC6E-3C67-44E3-B027-CCC6742054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4684FEB-32EC-4893-BF3D-21A0A1DE34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9741157-89E7-48EB-A9EC-2B0E6966E2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77C041B-9764-40BB-A10B-613AF92705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2B30D83-79AC-41FC-B460-398949A8830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6E10519-339F-42D1-83C2-F7F31EC4168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65BE31-F48F-425A-BC9B-E01176B598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5D2838-819C-4F24-9448-4E89916F630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BE34EF-FEA5-40FD-A67F-5370070B38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0EFE4A-6BC2-41ED-A452-8407FDF82E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59DC9D-6167-4852-B8AD-AC470BA4BC0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EAD80A-50EF-4E21-A5F0-8099AF61259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059E14-8BA8-4992-B5D9-ED0F644360A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0E22CC-DD8C-483D-9CC3-F45CF6F73C4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433A2B-34B9-47C1-8AE6-AF7B8E8E0D5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D8152A-C07C-4806-ADF9-198178E6C06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A004FF-DB79-4CAF-8A71-A5EFB3396EF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C4194-D93A-4034-8ADA-BA7AA898054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1A969A-C7D3-422A-BC12-8AE9480E1D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0E3F8B-6550-40C2-AB1C-812D076BD73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FE1FDA-2998-4D50-95CC-98543254A9E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702B1D-E588-4947-9CFF-44CFDB2597E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Rectangle 1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4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5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6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7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8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9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0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1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2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3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4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5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6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ounded Rectangle 17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Rounded Rectangle 2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21"/>
          <p:cNvSpPr/>
          <p:nvPr/>
        </p:nvSpPr>
        <p:spPr>
          <a:xfrm>
            <a:off x="914400" y="3108960"/>
            <a:ext cx="328428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2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23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Rounded Rectangle 2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ounded Rectangle 25"/>
          <p:cNvSpPr/>
          <p:nvPr/>
        </p:nvSpPr>
        <p:spPr>
          <a:xfrm>
            <a:off x="7955280" y="3108960"/>
            <a:ext cx="346824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Rectangle 3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3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4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5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6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9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40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41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42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43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44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45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46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47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ounded Rectangle 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Rounded Rectangle 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0"/>
          <p:cNvSpPr/>
          <p:nvPr/>
        </p:nvSpPr>
        <p:spPr>
          <a:xfrm>
            <a:off x="826200" y="2925720"/>
            <a:ext cx="3387960" cy="369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2"/>
          <p:cNvSpPr/>
          <p:nvPr/>
        </p:nvSpPr>
        <p:spPr>
          <a:xfrm>
            <a:off x="4434840" y="3108960"/>
            <a:ext cx="32842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Rounded Rectangle 1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ounded Rectangle 14"/>
          <p:cNvSpPr/>
          <p:nvPr/>
        </p:nvSpPr>
        <p:spPr>
          <a:xfrm>
            <a:off x="7955280" y="3108960"/>
            <a:ext cx="346824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Rectangle 16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6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6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6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6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6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6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6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6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6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7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7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7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7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7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7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ounded Rectangle 71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Rounded Rectangle 72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73"/>
          <p:cNvSpPr/>
          <p:nvPr/>
        </p:nvSpPr>
        <p:spPr>
          <a:xfrm>
            <a:off x="685800" y="2971800"/>
            <a:ext cx="351504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74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75"/>
          <p:cNvSpPr/>
          <p:nvPr/>
        </p:nvSpPr>
        <p:spPr>
          <a:xfrm>
            <a:off x="443484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Rounded Rectangle 76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ounded Rectangle 77"/>
          <p:cNvSpPr/>
          <p:nvPr/>
        </p:nvSpPr>
        <p:spPr>
          <a:xfrm>
            <a:off x="7955280" y="2971800"/>
            <a:ext cx="369900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Rectangle 144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145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46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47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48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49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50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51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52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53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54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55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56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57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58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59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ounded Rectangle 64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ounded Rectangle 65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66"/>
          <p:cNvSpPr/>
          <p:nvPr/>
        </p:nvSpPr>
        <p:spPr>
          <a:xfrm>
            <a:off x="685800" y="3108960"/>
            <a:ext cx="35146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67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68"/>
          <p:cNvSpPr/>
          <p:nvPr/>
        </p:nvSpPr>
        <p:spPr>
          <a:xfrm>
            <a:off x="443484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Rounded Rectangle 69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ounded Rectangle 70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Rectangle 48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9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50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51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52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53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54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55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56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57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58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59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60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61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62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63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ounded Rectangle 1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Rounded Rectangle 1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8"/>
          <p:cNvSpPr/>
          <p:nvPr/>
        </p:nvSpPr>
        <p:spPr>
          <a:xfrm>
            <a:off x="685800" y="2743200"/>
            <a:ext cx="35128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26"/>
          <p:cNvSpPr/>
          <p:nvPr/>
        </p:nvSpPr>
        <p:spPr>
          <a:xfrm>
            <a:off x="4343400" y="2743200"/>
            <a:ext cx="3375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Rounded Rectangle 27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ounded Rectangle 28"/>
          <p:cNvSpPr/>
          <p:nvPr/>
        </p:nvSpPr>
        <p:spPr>
          <a:xfrm>
            <a:off x="7955280" y="2971800"/>
            <a:ext cx="369684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ectangle 80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81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82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83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84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85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86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87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88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89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90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91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92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93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94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95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ounded Rectangle 36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Rounded Rectangle 37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38"/>
          <p:cNvSpPr/>
          <p:nvPr/>
        </p:nvSpPr>
        <p:spPr>
          <a:xfrm>
            <a:off x="685800" y="3108960"/>
            <a:ext cx="351324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3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40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Rounded Rectangle 41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ounded Rectangle 42"/>
          <p:cNvSpPr/>
          <p:nvPr/>
        </p:nvSpPr>
        <p:spPr>
          <a:xfrm>
            <a:off x="7955280" y="3108960"/>
            <a:ext cx="369720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Rectangle 64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65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66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67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68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69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70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71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72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73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74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75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76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77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78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79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ounded Rectangle 29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Rounded Rectangle 3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31"/>
          <p:cNvSpPr/>
          <p:nvPr/>
        </p:nvSpPr>
        <p:spPr>
          <a:xfrm>
            <a:off x="457200" y="2971800"/>
            <a:ext cx="374184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3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33"/>
          <p:cNvSpPr/>
          <p:nvPr/>
        </p:nvSpPr>
        <p:spPr>
          <a:xfrm>
            <a:off x="4343400" y="2971800"/>
            <a:ext cx="342288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Rounded Rectangle 3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ounded Rectangle 35"/>
          <p:cNvSpPr/>
          <p:nvPr/>
        </p:nvSpPr>
        <p:spPr>
          <a:xfrm>
            <a:off x="7955280" y="3108960"/>
            <a:ext cx="369720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Rectangle 96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97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98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99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00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01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02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03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04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105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106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107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108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109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110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111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ounded Rectangle 4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Rounded Rectangle 4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ounded Rectangle 45"/>
          <p:cNvSpPr/>
          <p:nvPr/>
        </p:nvSpPr>
        <p:spPr>
          <a:xfrm>
            <a:off x="475560" y="2514600"/>
            <a:ext cx="372384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Rounded Rectangle 4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ounded Rectangle 47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Rounded Rectangle 4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ounded Rectangle 49"/>
          <p:cNvSpPr/>
          <p:nvPr/>
        </p:nvSpPr>
        <p:spPr>
          <a:xfrm>
            <a:off x="7955280" y="2514600"/>
            <a:ext cx="3697560" cy="3403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Rectangle 11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11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11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11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11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11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11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11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12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12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12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12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2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12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2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2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ounded Rectangle 5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Rounded Rectangle 5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ounded Rectangle 52"/>
          <p:cNvSpPr/>
          <p:nvPr/>
        </p:nvSpPr>
        <p:spPr>
          <a:xfrm>
            <a:off x="685800" y="2971800"/>
            <a:ext cx="351360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Rounded Rectangle 5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ounded Rectangle 54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Rounded Rectangle 5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ounded Rectangle 56"/>
          <p:cNvSpPr/>
          <p:nvPr/>
        </p:nvSpPr>
        <p:spPr>
          <a:xfrm>
            <a:off x="7955280" y="2971800"/>
            <a:ext cx="346896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Rectangle 128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129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130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131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132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133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134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135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136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137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138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39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40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41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42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43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ounded Rectangle 5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Rounded Rectangle 58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ounded Rectangle 59"/>
          <p:cNvSpPr/>
          <p:nvPr/>
        </p:nvSpPr>
        <p:spPr>
          <a:xfrm>
            <a:off x="685800" y="3108960"/>
            <a:ext cx="351432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Rounded Rectangle 60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ounded Rectangle 61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Rounded Rectangle 62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ounded Rectangle 63"/>
          <p:cNvSpPr/>
          <p:nvPr/>
        </p:nvSpPr>
        <p:spPr>
          <a:xfrm>
            <a:off x="7955280" y="3108960"/>
            <a:ext cx="346968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Rectangle 17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17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17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17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18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18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18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18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18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18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18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18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18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18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19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19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ounded Rectangle 7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Rounded Rectangle 7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ounded Rectangle 80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Rounded Rectangle 8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ounded Rectangle 8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Rounded Rectangle 8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ounded Rectangle 84"/>
          <p:cNvSpPr/>
          <p:nvPr/>
        </p:nvSpPr>
        <p:spPr>
          <a:xfrm>
            <a:off x="7955280" y="2971800"/>
            <a:ext cx="369900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Rectangle 19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19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19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19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19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19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19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19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0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0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0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0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0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20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20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20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ounded Rectangle 8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ounded Rectangle 8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ounded Rectangle 87"/>
          <p:cNvSpPr/>
          <p:nvPr/>
        </p:nvSpPr>
        <p:spPr>
          <a:xfrm>
            <a:off x="595440" y="2743200"/>
            <a:ext cx="351540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Rounded Rectangle 88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ounded Rectangle 89"/>
          <p:cNvSpPr/>
          <p:nvPr/>
        </p:nvSpPr>
        <p:spPr>
          <a:xfrm>
            <a:off x="4343400" y="2880360"/>
            <a:ext cx="3653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Rounded Rectangle 90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ounded Rectangle 91"/>
          <p:cNvSpPr/>
          <p:nvPr/>
        </p:nvSpPr>
        <p:spPr>
          <a:xfrm>
            <a:off x="8229600" y="2972880"/>
            <a:ext cx="365364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Rectangle 20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0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1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1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1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1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1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21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21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21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21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21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22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22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22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22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ounded Rectangle 92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ounded Rectangle 93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ounded Rectangle 94"/>
          <p:cNvSpPr/>
          <p:nvPr/>
        </p:nvSpPr>
        <p:spPr>
          <a:xfrm>
            <a:off x="457200" y="2743200"/>
            <a:ext cx="37443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Rounded Rectangle 95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ounded Rectangle 96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Rounded Rectangle 9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ounded Rectangle 98"/>
          <p:cNvSpPr/>
          <p:nvPr/>
        </p:nvSpPr>
        <p:spPr>
          <a:xfrm>
            <a:off x="7955280" y="2514600"/>
            <a:ext cx="392832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Rectangle 22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2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2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2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2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2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3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23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23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23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23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23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23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23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23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23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ounded Rectangle 9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Rounded Rectangle 10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ounded Rectangle 101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Rounded Rectangle 10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ounded Rectangle 10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Rounded Rectangle 10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ounded Rectangle 105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Rectangle 24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4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4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4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24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24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24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24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24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24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25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25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25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25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25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25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ounded Rectangle 10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TextBox 47"/>
          <p:cNvSpPr/>
          <p:nvPr/>
        </p:nvSpPr>
        <p:spPr>
          <a:xfrm>
            <a:off x="2286000" y="1826640"/>
            <a:ext cx="6431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Rounded Rectangle 10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ounded Rectangle 10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Rounded Rectangle 10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ounded Rectangle 110"/>
          <p:cNvSpPr/>
          <p:nvPr/>
        </p:nvSpPr>
        <p:spPr>
          <a:xfrm>
            <a:off x="4343400" y="3108960"/>
            <a:ext cx="33793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Rounded Rectangle 11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ounded Rectangle 112"/>
          <p:cNvSpPr/>
          <p:nvPr/>
        </p:nvSpPr>
        <p:spPr>
          <a:xfrm>
            <a:off x="7955280" y="2971800"/>
            <a:ext cx="392904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Rectangle 256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257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258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259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260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261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262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263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264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265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266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267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268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269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270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271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ounded Rectangle 11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Rounded Rectangle 11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ounded Rectangle 115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Rounded Rectangle 11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ounded Rectangle 117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Rounded Rectangle 11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ounded Rectangle 119"/>
          <p:cNvSpPr/>
          <p:nvPr/>
        </p:nvSpPr>
        <p:spPr>
          <a:xfrm>
            <a:off x="7955280" y="2971800"/>
            <a:ext cx="3701160" cy="287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Rectangle 27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27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ectangle 27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ectangle 27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ectangle 27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ectangle 27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27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27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28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28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28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28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28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28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28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28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ounded Rectangle 12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Box 52"/>
          <p:cNvSpPr/>
          <p:nvPr/>
        </p:nvSpPr>
        <p:spPr>
          <a:xfrm>
            <a:off x="1514160" y="1005840"/>
            <a:ext cx="7943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53"/>
          <p:cNvSpPr/>
          <p:nvPr/>
        </p:nvSpPr>
        <p:spPr>
          <a:xfrm>
            <a:off x="1787760" y="2074680"/>
            <a:ext cx="758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is a universal character encoding standard that allows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represent text from multiple languages consistently across platforms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Rounded Rectangle 12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ounded Rectangle 122"/>
          <p:cNvSpPr/>
          <p:nvPr/>
        </p:nvSpPr>
        <p:spPr>
          <a:xfrm>
            <a:off x="91440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a global character set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has a unique code point (e.g.,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Replaced older encodings like ASCII and ISO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almost all world languages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uses Unicode internally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Rounded Rectangle 12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ounded Rectangle 124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(UTF-16) → Stored in Java →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Rounded Rectangle 12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ounded Rectangle 126"/>
          <p:cNvSpPr/>
          <p:nvPr/>
        </p:nvSpPr>
        <p:spPr>
          <a:xfrm>
            <a:off x="7955280" y="3108960"/>
            <a:ext cx="37018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Unicode for 'A'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8" name="" descr=""/>
          <p:cNvPicPr/>
          <p:nvPr/>
        </p:nvPicPr>
        <p:blipFill>
          <a:blip r:embed="rId1"/>
          <a:stretch/>
        </p:blipFill>
        <p:spPr>
          <a:xfrm>
            <a:off x="4589280" y="5029200"/>
            <a:ext cx="2650320" cy="50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Rectangle 28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0" name="Rectangle 28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ectangle 29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ectangle 29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ectangle 29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29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29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29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29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29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29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29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30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30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30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30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ounded Rectangle 12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6" name="TextBox 55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TextBox 56"/>
          <p:cNvSpPr/>
          <p:nvPr/>
        </p:nvSpPr>
        <p:spPr>
          <a:xfrm>
            <a:off x="2163600" y="1846080"/>
            <a:ext cx="66434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Rounded Rectangle 12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ounded Rectangle 129"/>
          <p:cNvSpPr/>
          <p:nvPr/>
        </p:nvSpPr>
        <p:spPr>
          <a:xfrm>
            <a:off x="685800" y="3108960"/>
            <a:ext cx="35182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→ Code Point (U+XXXX format)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universal → same meaning everywhere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systems (UTF-8, UTF-16, UTF-32) define how these are stored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Rounded Rectangle 13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ounded Rectangle 131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→ Binary → Display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Rounded Rectangle 13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133"/>
          <p:cNvSpPr/>
          <p:nvPr/>
        </p:nvSpPr>
        <p:spPr>
          <a:xfrm>
            <a:off x="7955280" y="2514600"/>
            <a:ext cx="393084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System.out.println("Character: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Code Point: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usage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Rectangle 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6" name="Rectangle 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ectangle 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ectangle 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ectangle 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30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ounded Rectangle 134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TextBox 58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59"/>
          <p:cNvSpPr/>
          <p:nvPr/>
        </p:nvSpPr>
        <p:spPr>
          <a:xfrm>
            <a:off x="2163600" y="1846080"/>
            <a:ext cx="66434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Rounded Rectangle 135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ounded Rectangle 136"/>
          <p:cNvSpPr/>
          <p:nvPr/>
        </p:nvSpPr>
        <p:spPr>
          <a:xfrm>
            <a:off x="528480" y="2851200"/>
            <a:ext cx="3814200" cy="3319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6" name="Rounded Rectangle 137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ounded Rectangle 138"/>
          <p:cNvSpPr/>
          <p:nvPr/>
        </p:nvSpPr>
        <p:spPr>
          <a:xfrm>
            <a:off x="4482000" y="309960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Unicode Code Point (U+XXXX)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Choose Encoding (UTF-8 / UTF-16)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Convert to Binary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Display on Screen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Rounded Rectangle 139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140"/>
          <p:cNvSpPr/>
          <p:nvPr/>
        </p:nvSpPr>
        <p:spPr>
          <a:xfrm>
            <a:off x="7955280" y="2286000"/>
            <a:ext cx="3930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1" name="" descr=""/>
          <p:cNvPicPr/>
          <p:nvPr/>
        </p:nvPicPr>
        <p:blipFill>
          <a:blip r:embed="rId1"/>
          <a:stretch/>
        </p:blipFill>
        <p:spPr>
          <a:xfrm>
            <a:off x="585720" y="3429000"/>
            <a:ext cx="3729600" cy="2117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Rectangle 30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ectangle 30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ectangle 30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ectangle 30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30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31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31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31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31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31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31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31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31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31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31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32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ounded Rectangle 14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" name="TextBox 61"/>
          <p:cNvSpPr/>
          <p:nvPr/>
        </p:nvSpPr>
        <p:spPr>
          <a:xfrm>
            <a:off x="2571840" y="1005840"/>
            <a:ext cx="58273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Escape Sequences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62"/>
          <p:cNvSpPr/>
          <p:nvPr/>
        </p:nvSpPr>
        <p:spPr>
          <a:xfrm>
            <a:off x="2514600" y="1828800"/>
            <a:ext cx="6785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Unicode characters can be written using escape sequences,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even if they are not directly available on the keyboard.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allows all characters to be safely represented within the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Rounded Rectangle 14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ounded Rectangle 143"/>
          <p:cNvSpPr/>
          <p:nvPr/>
        </p:nvSpPr>
        <p:spPr>
          <a:xfrm>
            <a:off x="685800" y="2971800"/>
            <a:ext cx="35186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Unicode characters are written in the format \uXXXX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values (0–9, A–F)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Unicode character has a unique code point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type uses Unicode (UTF-16)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allows support for all world languages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Rounded Rectangle 14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4" name="Rounded Rectangle 145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Stored as char in Java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Rounded Rectangle 14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ounded Rectangle 147"/>
          <p:cNvSpPr/>
          <p:nvPr/>
        </p:nvSpPr>
        <p:spPr>
          <a:xfrm>
            <a:off x="7955280" y="3108960"/>
            <a:ext cx="347400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Rectangle 32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ectangle 32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0" name="Rectangle 32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ectangle 32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32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32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32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32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32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33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33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33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33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33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33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33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ounded Rectangle 14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TextBox 64"/>
          <p:cNvSpPr/>
          <p:nvPr/>
        </p:nvSpPr>
        <p:spPr>
          <a:xfrm>
            <a:off x="954360" y="1005840"/>
            <a:ext cx="9063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and String Structure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TextBox 65"/>
          <p:cNvSpPr/>
          <p:nvPr/>
        </p:nvSpPr>
        <p:spPr>
          <a:xfrm>
            <a:off x="1874160" y="2194560"/>
            <a:ext cx="722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texts (Strings) are actually sequences of Unicode characters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character is stored using UTF-16 encoding.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ounded Rectangle 14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ounded Rectangle 150"/>
          <p:cNvSpPr/>
          <p:nvPr/>
        </p:nvSpPr>
        <p:spPr>
          <a:xfrm>
            <a:off x="685800" y="3108960"/>
            <a:ext cx="351900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Basic Information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combination of multiple char values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String internally uses Unicode (UTF-16)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= Unicode code point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returns number of char units, not actual characters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Some characters (like emojis) may use 2 chars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Rounded Rectangle 15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ounded Rectangle 152"/>
          <p:cNvSpPr/>
          <p:nvPr/>
        </p:nvSpPr>
        <p:spPr>
          <a:xfrm>
            <a:off x="4434840" y="2971800"/>
            <a:ext cx="32904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characters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encoding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array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Stored in memory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(2-char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Rounded Rectangle 15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ounded Rectangle 154"/>
          <p:cNvSpPr/>
          <p:nvPr/>
        </p:nvSpPr>
        <p:spPr>
          <a:xfrm>
            <a:off x="7955280" y="2743200"/>
            <a:ext cx="37029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TextBox 6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2026-04-08T22:30:27Z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