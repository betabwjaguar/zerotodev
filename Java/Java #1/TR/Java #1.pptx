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0D299F-F693-4197-B653-CFCA1AB214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DB1381-6E4F-4869-AAB0-7347F566CE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8686E4-D718-4359-9D3C-4EA2A503AD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BD2B66-C9D7-4B8F-A184-5744214798F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2EEEC4-EA11-49A3-98E6-3408A2CA01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9AC63D-92ED-4AAE-A3F6-CBA0F0B757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661526-DA70-4D7B-974A-42042430EF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9AB6EF-5C1C-4026-BAFC-F168CE4F08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EF4BE0-E308-42FD-8C82-1C0D925CE0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934D33-61EF-4A28-8144-DE0CBD5583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E61F96-5999-425F-BE34-CDAFD4A570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A99DA4-77E9-4403-97AA-CF76E524997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972051-0696-4D85-BD5F-4C035D272C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A594C8F-206F-4FC3-B9EA-9FC9760BE4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AD07EA-FA1E-42B2-8E33-1546323E96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75114C-E9A2-467E-B672-5D4A71C9CC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16C6E0-5052-4BF4-8038-5A322D9DDD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F392CE-801E-403E-AEEA-918D0D8FD6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8AE81E-B2B0-4CCF-9738-123A4E644F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2FD9AEB-B259-41FE-9A5B-A136FA5712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F620E3-FD0C-43B8-B695-8A5BF5DA44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B02697-FED4-4986-B04A-18E0CCDE94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8654D8C-1E9A-4436-85E0-E3BA1264ABF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EEE288-FB37-411A-91E1-C3A6EF2967D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8DE041A-BDC3-4AF5-A4B5-44192B9D80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75BE8A0-4AB0-4319-8E5D-FCE986D489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7C7DE6D-5E88-46B3-BB0B-A53DB7525E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CF6FFDA-23C6-4907-BB43-65656ADE1D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340941C-7C46-4C6F-9D58-FB59A8AB85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E6FB99-4932-4DB4-8D42-96B216D2389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584F08-2E6E-402C-8806-E9890E6483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276D519-FC41-436F-B214-38EABABDB2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BC0E5C-9764-45DC-9E91-0E0017728A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84AD18D-B9B6-478A-B2AF-D9CDF760A8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1C597B8-1EB7-4630-B5F6-D3E896BEEF1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1409183-A22A-4899-9492-1D3039F3DFF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C147384-B49F-4F13-A876-0025215DFD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55BD84-BE98-4F05-91AF-2523ED3BB5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B30D95-F47D-4018-B116-FA2A76EEE4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AFB63C4-BA21-4544-9785-09A696108E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5568CA9-C398-4038-B559-0413C3CEDE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394D2CF-204A-45A5-8E23-1865048706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5AA87B9-D7D0-4768-B5A3-1185042409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E705679-D205-413B-BA6A-DD5EAEC63D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A28FBF-1B45-4AFD-9C58-3449989EDD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84B3110-4109-4164-8B66-235650BF02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181D1C-3FA0-4EEB-AF3B-88F80B7714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3693822-3BD3-4283-960A-006AB592F3F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A8EBB18-160A-419D-B8A3-E5A0CB7C8E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24AB001-F5F3-4110-BA1A-616BB8A471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4E195F3-3C0E-4353-B423-E7001D6A01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77F8162-8CB2-4112-BD86-F803BAECA7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E452E14-0120-49CE-99B7-E0822F221C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316F4A-C476-43F4-8B97-79684934FE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F0B9F1D-C98D-4A6C-A853-AAD4A25BC0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8ECBBB2-1673-45D0-B029-6E38A04D75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73E086-6F60-4566-8A3D-8DB2281CFE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0C090D9-540A-48FB-91F1-B8EB44AAA2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7604BE9-A76A-4A32-829E-9D71A76989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9475C8-D92F-482D-B68F-C7A1B7C502A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204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25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DDDA11-7A9E-4DEE-A105-78EF0A64A6E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25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30C50A-6CC9-4166-9BBD-9A5733AB15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55028A-2C7A-43B8-934B-99E8418E7C2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528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27797D-7C5C-4F68-9233-71F70E53883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528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1433A6-B376-44D6-8776-E5BD8317B88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101952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88448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876384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1005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88448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876384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7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8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9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20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21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22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23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24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25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26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27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28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29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30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31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48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100584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884480" y="342540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763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49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50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51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52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53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54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55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56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7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58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59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60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61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62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63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64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1005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88448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8763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65"/>
          <p:cNvSpPr/>
          <p:nvPr/>
        </p:nvSpPr>
        <p:spPr>
          <a:xfrm>
            <a:off x="1800" y="1800"/>
            <a:ext cx="1342296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6"/>
          <p:cNvSpPr/>
          <p:nvPr/>
        </p:nvSpPr>
        <p:spPr>
          <a:xfrm>
            <a:off x="1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7"/>
          <p:cNvSpPr/>
          <p:nvPr/>
        </p:nvSpPr>
        <p:spPr>
          <a:xfrm>
            <a:off x="10047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8"/>
          <p:cNvSpPr/>
          <p:nvPr/>
        </p:nvSpPr>
        <p:spPr>
          <a:xfrm>
            <a:off x="20124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9"/>
          <p:cNvSpPr/>
          <p:nvPr/>
        </p:nvSpPr>
        <p:spPr>
          <a:xfrm>
            <a:off x="30200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70"/>
          <p:cNvSpPr/>
          <p:nvPr/>
        </p:nvSpPr>
        <p:spPr>
          <a:xfrm>
            <a:off x="40276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71"/>
          <p:cNvSpPr/>
          <p:nvPr/>
        </p:nvSpPr>
        <p:spPr>
          <a:xfrm>
            <a:off x="50353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72"/>
          <p:cNvSpPr/>
          <p:nvPr/>
        </p:nvSpPr>
        <p:spPr>
          <a:xfrm>
            <a:off x="60429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73"/>
          <p:cNvSpPr/>
          <p:nvPr/>
        </p:nvSpPr>
        <p:spPr>
          <a:xfrm>
            <a:off x="70506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74"/>
          <p:cNvSpPr/>
          <p:nvPr/>
        </p:nvSpPr>
        <p:spPr>
          <a:xfrm>
            <a:off x="80582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75"/>
          <p:cNvSpPr/>
          <p:nvPr/>
        </p:nvSpPr>
        <p:spPr>
          <a:xfrm>
            <a:off x="90658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76"/>
          <p:cNvSpPr/>
          <p:nvPr/>
        </p:nvSpPr>
        <p:spPr>
          <a:xfrm>
            <a:off x="100735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77"/>
          <p:cNvSpPr/>
          <p:nvPr/>
        </p:nvSpPr>
        <p:spPr>
          <a:xfrm>
            <a:off x="11080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78"/>
          <p:cNvSpPr/>
          <p:nvPr/>
        </p:nvSpPr>
        <p:spPr>
          <a:xfrm>
            <a:off x="120884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79"/>
          <p:cNvSpPr/>
          <p:nvPr/>
        </p:nvSpPr>
        <p:spPr>
          <a:xfrm>
            <a:off x="130960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80"/>
          <p:cNvSpPr/>
          <p:nvPr/>
        </p:nvSpPr>
        <p:spPr>
          <a:xfrm>
            <a:off x="1800" y="1800"/>
            <a:ext cx="34452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10880640" y="401400"/>
            <a:ext cx="220824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108612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679320" y="3274920"/>
            <a:ext cx="4026600" cy="3167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96620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884480" y="342684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84556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8763840" y="3426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81"/>
          <p:cNvSpPr/>
          <p:nvPr/>
        </p:nvSpPr>
        <p:spPr>
          <a:xfrm>
            <a:off x="1800" y="1800"/>
            <a:ext cx="1342296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82"/>
          <p:cNvSpPr/>
          <p:nvPr/>
        </p:nvSpPr>
        <p:spPr>
          <a:xfrm>
            <a:off x="1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83"/>
          <p:cNvSpPr/>
          <p:nvPr/>
        </p:nvSpPr>
        <p:spPr>
          <a:xfrm>
            <a:off x="10047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84"/>
          <p:cNvSpPr/>
          <p:nvPr/>
        </p:nvSpPr>
        <p:spPr>
          <a:xfrm>
            <a:off x="20124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85"/>
          <p:cNvSpPr/>
          <p:nvPr/>
        </p:nvSpPr>
        <p:spPr>
          <a:xfrm>
            <a:off x="30200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86"/>
          <p:cNvSpPr/>
          <p:nvPr/>
        </p:nvSpPr>
        <p:spPr>
          <a:xfrm>
            <a:off x="40276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87"/>
          <p:cNvSpPr/>
          <p:nvPr/>
        </p:nvSpPr>
        <p:spPr>
          <a:xfrm>
            <a:off x="50353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88"/>
          <p:cNvSpPr/>
          <p:nvPr/>
        </p:nvSpPr>
        <p:spPr>
          <a:xfrm>
            <a:off x="60429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89"/>
          <p:cNvSpPr/>
          <p:nvPr/>
        </p:nvSpPr>
        <p:spPr>
          <a:xfrm>
            <a:off x="70506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90"/>
          <p:cNvSpPr/>
          <p:nvPr/>
        </p:nvSpPr>
        <p:spPr>
          <a:xfrm>
            <a:off x="80582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91"/>
          <p:cNvSpPr/>
          <p:nvPr/>
        </p:nvSpPr>
        <p:spPr>
          <a:xfrm>
            <a:off x="90658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92"/>
          <p:cNvSpPr/>
          <p:nvPr/>
        </p:nvSpPr>
        <p:spPr>
          <a:xfrm>
            <a:off x="100735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93"/>
          <p:cNvSpPr/>
          <p:nvPr/>
        </p:nvSpPr>
        <p:spPr>
          <a:xfrm>
            <a:off x="11080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94"/>
          <p:cNvSpPr/>
          <p:nvPr/>
        </p:nvSpPr>
        <p:spPr>
          <a:xfrm>
            <a:off x="120884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95"/>
          <p:cNvSpPr/>
          <p:nvPr/>
        </p:nvSpPr>
        <p:spPr>
          <a:xfrm>
            <a:off x="130960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1800" y="1800"/>
            <a:ext cx="34452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1"/>
          <p:cNvSpPr/>
          <p:nvPr/>
        </p:nvSpPr>
        <p:spPr>
          <a:xfrm>
            <a:off x="10880640" y="401400"/>
            <a:ext cx="220824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3"/>
          <p:cNvSpPr/>
          <p:nvPr/>
        </p:nvSpPr>
        <p:spPr>
          <a:xfrm>
            <a:off x="108612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4"/>
          <p:cNvSpPr/>
          <p:nvPr/>
        </p:nvSpPr>
        <p:spPr>
          <a:xfrm>
            <a:off x="1005840" y="342540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5"/>
          <p:cNvSpPr/>
          <p:nvPr/>
        </p:nvSpPr>
        <p:spPr>
          <a:xfrm>
            <a:off x="496620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6"/>
          <p:cNvSpPr/>
          <p:nvPr/>
        </p:nvSpPr>
        <p:spPr>
          <a:xfrm>
            <a:off x="884556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47"/>
          <p:cNvSpPr/>
          <p:nvPr/>
        </p:nvSpPr>
        <p:spPr>
          <a:xfrm>
            <a:off x="8763840" y="342684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ounded Rectangle 48"/>
          <p:cNvSpPr/>
          <p:nvPr/>
        </p:nvSpPr>
        <p:spPr>
          <a:xfrm>
            <a:off x="4938840" y="345096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1800" y="1800"/>
            <a:ext cx="1342332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1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10047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20124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30200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40276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50353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60429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70506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80582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90658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100735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1080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20884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30960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1800" y="1800"/>
            <a:ext cx="34488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49"/>
          <p:cNvSpPr/>
          <p:nvPr/>
        </p:nvSpPr>
        <p:spPr>
          <a:xfrm>
            <a:off x="1088064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0"/>
          <p:cNvSpPr/>
          <p:nvPr/>
        </p:nvSpPr>
        <p:spPr>
          <a:xfrm>
            <a:off x="108612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1"/>
          <p:cNvSpPr/>
          <p:nvPr/>
        </p:nvSpPr>
        <p:spPr>
          <a:xfrm>
            <a:off x="1005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2"/>
          <p:cNvSpPr/>
          <p:nvPr/>
        </p:nvSpPr>
        <p:spPr>
          <a:xfrm>
            <a:off x="496620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3"/>
          <p:cNvSpPr/>
          <p:nvPr/>
        </p:nvSpPr>
        <p:spPr>
          <a:xfrm>
            <a:off x="884556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54"/>
          <p:cNvSpPr/>
          <p:nvPr/>
        </p:nvSpPr>
        <p:spPr>
          <a:xfrm>
            <a:off x="8763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ounded Rectangle 55"/>
          <p:cNvSpPr/>
          <p:nvPr/>
        </p:nvSpPr>
        <p:spPr>
          <a:xfrm>
            <a:off x="4938840" y="345060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1800" y="1800"/>
            <a:ext cx="1342332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1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10047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20124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30200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40276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50353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60429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70506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80582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90658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100735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1080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20884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30960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1800" y="1800"/>
            <a:ext cx="34488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6"/>
          <p:cNvSpPr/>
          <p:nvPr/>
        </p:nvSpPr>
        <p:spPr>
          <a:xfrm>
            <a:off x="1088064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7"/>
          <p:cNvSpPr/>
          <p:nvPr/>
        </p:nvSpPr>
        <p:spPr>
          <a:xfrm>
            <a:off x="108612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8"/>
          <p:cNvSpPr/>
          <p:nvPr/>
        </p:nvSpPr>
        <p:spPr>
          <a:xfrm>
            <a:off x="1005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59"/>
          <p:cNvSpPr/>
          <p:nvPr/>
        </p:nvSpPr>
        <p:spPr>
          <a:xfrm>
            <a:off x="496620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0"/>
          <p:cNvSpPr/>
          <p:nvPr/>
        </p:nvSpPr>
        <p:spPr>
          <a:xfrm>
            <a:off x="884556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61"/>
          <p:cNvSpPr/>
          <p:nvPr/>
        </p:nvSpPr>
        <p:spPr>
          <a:xfrm>
            <a:off x="8763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ounded Rectangle 62"/>
          <p:cNvSpPr/>
          <p:nvPr/>
        </p:nvSpPr>
        <p:spPr>
          <a:xfrm>
            <a:off x="4938840" y="345204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2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3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3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3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3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3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3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3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3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3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3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4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4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4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4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4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63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ounded Rectangle 64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65"/>
          <p:cNvSpPr/>
          <p:nvPr/>
        </p:nvSpPr>
        <p:spPr>
          <a:xfrm>
            <a:off x="100656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ounded Rectangle 66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67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68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Rounded Rectangle 69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ectangle 145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4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4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4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15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15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5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5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5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5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5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6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70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71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72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Rounded Rectangle 73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74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75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ounded Rectangle 76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61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6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6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6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6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6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6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6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7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7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7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7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7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7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7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77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Rounded Rectangle 78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79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Rounded Rectangle 80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ounded Rectangle 81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82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Rounded Rectangle 83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Rectangle 177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7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7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8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8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8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8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8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8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8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8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8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8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9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9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92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84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38"/>
          <p:cNvSpPr/>
          <p:nvPr/>
        </p:nvSpPr>
        <p:spPr>
          <a:xfrm>
            <a:off x="4586400" y="2266200"/>
            <a:ext cx="356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Rounded Rectangle 85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86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Rounded Rectangle 87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ounded Rectangle 88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89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Rounded Rectangle 90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93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94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95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96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97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98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99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00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01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02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03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04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05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06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07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0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91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41"/>
          <p:cNvSpPr/>
          <p:nvPr/>
        </p:nvSpPr>
        <p:spPr>
          <a:xfrm>
            <a:off x="5367240" y="2266200"/>
            <a:ext cx="2004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Rounded Rectangle 92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93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Rounded Rectangle 94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ounded Rectangle 95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96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Rounded Rectangle 97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Rectangle 209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21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21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21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21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1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1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1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1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1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1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2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2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2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2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2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98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44"/>
          <p:cNvSpPr/>
          <p:nvPr/>
        </p:nvSpPr>
        <p:spPr>
          <a:xfrm>
            <a:off x="5367240" y="2266200"/>
            <a:ext cx="2004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Rounded Rectangle 99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00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Rounded Rectangle 101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ounded Rectangle 102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03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Rounded Rectangle 104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225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226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227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228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229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230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231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232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233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234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235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236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237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238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239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240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05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46"/>
          <p:cNvSpPr/>
          <p:nvPr/>
        </p:nvSpPr>
        <p:spPr>
          <a:xfrm>
            <a:off x="3957120" y="1107360"/>
            <a:ext cx="4199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Rounded Rectangle 106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07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Rounded Rectangle 108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ounded Rectangle 109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10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ounded Rectangle 111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Rectangle 241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242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243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244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245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246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247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248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249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250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251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52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53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54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55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56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12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49"/>
          <p:cNvSpPr/>
          <p:nvPr/>
        </p:nvSpPr>
        <p:spPr>
          <a:xfrm>
            <a:off x="1362960" y="1107360"/>
            <a:ext cx="9390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50"/>
          <p:cNvSpPr/>
          <p:nvPr/>
        </p:nvSpPr>
        <p:spPr>
          <a:xfrm>
            <a:off x="4168080" y="2266200"/>
            <a:ext cx="440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ounded Rectangle 113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14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Rounded Rectangle 115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ounded Rectangle 116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17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Rounded Rectangle 118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2026-01-06T23:02:54Z</dcterms:modified>
  <cp:revision>97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