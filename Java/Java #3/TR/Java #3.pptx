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</p:sld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D7040B-8CEA-4665-A070-8B21CC2070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6EE9A8-2441-432F-84FB-9D19D60D09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5EA8F4-C430-4225-B639-B5014076BE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8EE9C0-A1BC-46DE-943B-F10E31A77B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B7BEC4-ED1D-41C9-B8A6-359252457F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7D714B-5842-4FC8-A288-D9AADEC4A9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F067E3-689D-4A8D-B344-F81450F3AA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FF4205-5B4E-4A3D-8423-8D0F633540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1AB2EA-6D2F-41CD-9310-1EA195F95C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ADA8FC-0487-465A-8F8D-32335BD301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05D22F-8DDA-4109-8875-8993BC312B0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A7E67C-EE9F-4301-9E37-6A78D9C29A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B656FC-525F-4477-8DE6-E6858ECBE4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282D8F-0006-42C7-9367-431F1B8C55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2056F2-3F6D-4809-82A8-505565CC91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39548F-86D7-4879-81DA-B566542CA9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0E44FED-0A4E-4412-8A47-E920A9C12C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BAF0D4-ECF1-4C75-B2AE-AEA0674105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E24F38C-BD5F-4B6A-9118-11F3804E47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BE3A9C-61D1-4846-9486-E4CE88607D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F02536F-9335-4613-9C63-55F431EB34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660D22-40C2-46AC-BF25-353BC1EFF9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44E829-AE0C-46C0-9DC3-9C62B9C5D1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CB1413-277E-4628-8ADE-468BB7CFC7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E8A944-394E-4FEE-A6D9-4D5665CF68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C35144-AFAA-45DA-B387-F9012936A7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66A5D37-266D-4F4C-9B88-12B79FE1E5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A04C1E-EDC3-42B0-9433-C3A9607149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08AFF5-4C9C-479A-A940-B4D88CF6C3F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711B611-18F1-4DE6-9C8B-4C4B76ACD3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C6D4766-37E2-4F33-8D48-BA8D8A30A8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B64E4D2-4637-40F8-8C24-D26C626B56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74678C-5122-4AB0-A797-DE3585C99F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035E10-C71D-44AC-97A4-9DFE74E1D8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3DC4405-8A7E-4AB3-BAB6-4F4C36C40F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408178-7A71-4647-86BB-E595F69281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5889E3-0B68-4B5E-B321-F920F4C9C8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BABB55-82FC-4706-B8B9-B4EAE1E4CF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1A6042D-8A54-4154-A812-75133E4280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6B7A6E-1A7E-4EE7-9113-5477EF0902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D896C46-F1C3-4E42-9507-D386DE50BA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BEF129D-3868-4F2A-BD08-2EF7607A98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E21A528-5FAD-433C-B63F-65C7AA2CFB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7D77F5D-9095-4A46-BF83-7F90DDF7A2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6DE76DC-DD74-40A5-9024-C96FC27CEF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131E498-5F90-494A-AFBC-884C680433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B12C04C-D364-4E73-A051-273691093B9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053AEF1-BDA2-45D4-A9A7-551A3784A50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C89C49-4FAD-4F64-82ED-C5A2B71823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BEEFB11-BC69-4845-9372-C4227D9203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E88BD4D-B120-4206-A23A-3B60E49C47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1969061-9108-424E-93E8-91D5680454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2CBA15E-9A32-4FA4-9A2C-F6C33119B6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3C98DF0-2B6D-443F-990B-3057402DBD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662A5F-0EFE-4BDC-B47D-2A4EC8C6C9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D3B590A-6215-4F56-B031-CEF399AED2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39A3B76-2BAA-41AA-9901-ECBA8B56E8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F4A3B58-EC79-428F-85F0-6B449FFC22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492306A-8036-4AEA-B276-EC2DDC746D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4FE1803-4155-4672-811D-1402081FCC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7AE5861-4F85-4520-8862-89FE1E9582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8E13D19-4B87-4991-87EF-02936463CC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215BEE-2DC9-4524-8859-18E26AD458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F17015E-E289-4C5A-8BD9-62772CEFDC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4EAC094-FEC1-44DF-835C-0177C4C056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9CD825-D7B2-43CA-BBF9-D1755D79D4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E1DC2CB-775D-4613-9DF4-D9AE1C3F90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573DA19-17C3-4417-AD8C-92B3118179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2962626-C8A8-4E20-B286-4C0005553B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5E07D77-CC00-44FA-9DEA-063EA6D158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876F254-8C70-4A70-8DE5-25468B60DE2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856337-1750-413A-B929-8D6809FC475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840160-FC3B-47F9-B788-807C1FF8A4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5A2E774-591D-4BD3-A352-CC5C27E813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E29F0BD-5A54-4BE7-966A-C36C79A54E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753B9B4-8DCD-40E4-98D5-980F4D10A5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7DD6C89-ACBD-4957-8DDB-012A1105A6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5637F8-63A3-4DFD-A3DB-0B3599684E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7723253-CAEC-42F3-8A57-A8CAB2551D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66E220D-4265-4C6F-B317-B6C9A7FBD2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F61264D-DCEC-40D0-809D-8BC95E33F3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4A07FD7-B564-4FAA-9CF9-7754B46D77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427A1AE-9B40-46E0-BD65-C3448020284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83DD4E7-DE9D-4232-B72C-779BF634CB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F181681-EF2D-4455-949F-051D4D2BB0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A70E040-314F-41D0-B0B8-151D5F43FF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1AFF26-1440-4E03-8D00-45EA67F956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5BB2B2A-E560-430D-996D-312D57EB48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42936D0-AFF7-4A74-974F-A00932B819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FC6A765-B901-4C62-ACFE-B327C3B4E8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C569C1-0955-4C75-858E-E2BCD82688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8E89CB9-F753-457B-87CF-B8209B8E85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AF6C26C-20C2-4511-AFA2-757EF5E5B6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AF863E4-8DDF-4EDB-99D6-5C2A2B3C96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56FECB4-C8C0-4365-8ECD-DB9C40310D8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B9644F0-99AB-4388-8078-50AF944B03E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602F60C-441F-4946-B145-32A7B12EA4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8C7D991-BDEB-46E2-B8A3-C672E74C81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34FD560-EDAD-4EF5-B173-79300DB7AE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7DFB5D0-01EC-4EB9-BA50-0DBAA28FAF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90202AC-D18F-4C00-8137-EDC492D670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9209F95-75B5-485E-98F3-E954D2736C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0254E49-787F-4F8F-9E45-8194E2D753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9BD4B45-4407-4B6A-98AB-2C644CDC25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021BF01-8CFC-4C57-B2CF-C8EC86DCE2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0D08542-C235-487B-9DAF-AB26655DBE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4046C3-E2EC-4822-AF13-9AB1C6288E1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D6C5847-0419-4849-80F2-D5B4D848E0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6552BC2-0B66-432C-BEAC-3CED5032F30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680295E-F702-4E60-A105-4BF4E0F188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A75741D-B206-4910-9A89-8D23DF8C21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D930ED1-C027-4AA1-A096-1ED00E48B0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185BA4A-612D-454E-895A-F07FF81553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223FB1B-30D5-4BAE-BEBE-D898C49958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50F023F-50A4-4037-BBF0-1CC9B8D370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AA7D9D0-E913-4ACC-A775-41761194B9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8D4B6EE-BFAE-4F78-B1EF-60FBA71D37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D2A44CA-09DF-4BA9-9DB1-52EC0C1070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CB08FE-A73B-45B8-B096-6229E10CD4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16E8BE8-508F-48C9-B1DD-1077F2C8C06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27EC007-9FBF-4354-81FA-73C109DF89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800E5E5-5942-4EE5-B659-42FF13D7E7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8D54A96-56F4-4833-8982-EDC8047AE9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30FDC5E-2E1D-40E1-80A0-6676CBA7EF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96AF3C9-9021-4FAD-A933-AB21AD2414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6543C40-3BE0-4EB4-9629-70D34ED5A6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60BE94D-B311-410C-8E1D-7098A74D92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ABE4182-0481-4CF7-9FE0-B6EE74B54E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9782F74-3CCB-4A29-A671-D719E92CF2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397E44B-8A3D-43CF-B66C-467A577EA4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A43FD43-4341-4FF6-BF93-B245C3983E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962A2DB-BBD5-4732-A591-B34CFD9F77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5AD3E20-F235-42FE-B87A-03F6BF3A54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58D8DDD-F735-4BFE-9B8B-617AB2F84E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E1C7C54-5A66-4519-8E14-0674944C0C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E19F18B-9CE7-4F52-88D7-B16B36CDBD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0C2413C-22AC-499F-9529-8D79001858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FD18438-A00B-4DC4-9B47-AE23DE9FEF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EC04C3E-7755-4433-AAC2-1D308D146F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62276F0-B5EA-456F-8336-9433ACC1EC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5CBE989-4093-46E0-B4BF-D80D16356E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835C7C4-019B-4D0A-8B28-0FF74ACE16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BBA2E17-583E-4FE5-BF73-DDA940CBDF9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53829F3-B4A0-4FE4-B718-3F427FC163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14E167B-6151-4001-9C80-B95E72BDA3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5167070-C864-47A9-8B7E-88CD2D8228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54EFAAB-49B1-4113-8E68-2BEC6B1BFB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32F7832-B234-4E52-A9B5-39127927D4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D2134E6-CBE3-4D3B-BB1E-18B024BEA9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CC2D697-CD11-42A4-98D9-B3CE557359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B0248BE-1B39-4C79-AC19-3146AE6EC5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669D632-13E1-4DBB-86D3-3DCDD82D41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C72AFD7-F730-4642-95ED-50645FDBC5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4A3419B-E607-4BF4-8FC7-CBDA57C2D0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4B36B61-E0E5-4C15-99A0-79DB2325468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7EC743B-91DC-42D3-A6CA-54FD3D08DD5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1267A42-83F2-4A91-8258-E5814302BB2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80BAD7D-04F3-43F8-9465-BE27D4DFAD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34333E3-2429-4338-9AB7-F5345FFF94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CA0F9F3-FD6D-4785-8E5B-014A072265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1734B3F-6B20-49D0-A2AA-08EAE65139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CFFDA54-7D53-4D98-B318-9621F1E109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3E58FCD-644F-469B-AEA6-C6B7104419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8FF2420-6F2E-42F4-A415-D6C55236CB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3A91DEB-D62B-4F1C-8CBD-CFFA81D08A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E96BDDB-0873-4EEF-A026-7FEBC1190A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19B3E2D-3D15-4AA0-AB9D-74E5ACED287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87010AC-F436-4053-900D-64A6B1B17C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DAE2D76-F79E-4652-83B5-E4A683A8E6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E96D840-8850-40CA-BED6-17BFAC635A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79FADCF-3E87-43CF-8C22-1D8EC96579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F40D9F8-8169-4DA2-B670-D1CF8316EF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3E789B2-D627-4F92-B5DB-4E2D58C798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958DF0C-E20F-4903-BABC-2DF0778028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EA91F41-453E-4236-83F7-26EAFB60E8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018FABE-78A6-4205-94E8-FB074A34BA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7EDF499-2766-4955-B846-F9E87D270E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D3DE871-3BAC-4650-BA9A-9C5C25448B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8BA26D7-5253-40F4-92EB-B71E1D65B5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545B554-DF3F-4180-82D4-D72F5167881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678A0B-278C-49EA-B294-F6AAEA8FDC9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7AECE1-A161-4C8B-A5D9-3651C4912E8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8DC909-2BCE-4E2A-88F1-D9A7329A84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540060-69CA-4E1C-80B2-8CCBAACCB74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CE2E9B-2C3C-4BB1-AF17-DC3AFC31832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1B74CC-C9B0-428D-B9B4-8B406E18BD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A7D049-375B-4746-B91D-B2751BE7609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B2F86D-38A9-4976-AB8B-4E908419C3B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7C5D5E-CC1A-41BB-9FB7-4D587F9B598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91172F-45E9-43F8-BCE1-F9AC3625774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E1E31E-858D-4521-B6DC-86BABCAF5BF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E9C0BD-D469-4362-B07F-ABD32AA400F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5B48E4-06B3-4BA0-BF81-1E4A0A91A39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2AA783-957B-4D85-B470-23E6CA30403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DEF0D8-F45B-429C-8BFB-B4682A3B659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Rectangle 32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3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4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6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7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8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9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40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41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42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43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44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45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46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47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ounded Rectangle 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0"/>
          <p:cNvSpPr/>
          <p:nvPr/>
        </p:nvSpPr>
        <p:spPr>
          <a:xfrm>
            <a:off x="914400" y="3108960"/>
            <a:ext cx="328356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2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Rounded Rectangle 1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14"/>
          <p:cNvSpPr/>
          <p:nvPr/>
        </p:nvSpPr>
        <p:spPr>
          <a:xfrm>
            <a:off x="7955280" y="3108960"/>
            <a:ext cx="346752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Rectangle 16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7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8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9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0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1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2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3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4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5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6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7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8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9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0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1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ounded Rectangle 15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16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"/>
          <p:cNvSpPr/>
          <p:nvPr/>
        </p:nvSpPr>
        <p:spPr>
          <a:xfrm>
            <a:off x="931680" y="2925720"/>
            <a:ext cx="3176280" cy="369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8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9"/>
          <p:cNvSpPr/>
          <p:nvPr/>
        </p:nvSpPr>
        <p:spPr>
          <a:xfrm>
            <a:off x="4434840" y="3108960"/>
            <a:ext cx="328356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Rounded Rectangle 20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21"/>
          <p:cNvSpPr/>
          <p:nvPr/>
        </p:nvSpPr>
        <p:spPr>
          <a:xfrm>
            <a:off x="7955280" y="2971800"/>
            <a:ext cx="369648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Rectangle 16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16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6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6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6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6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6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6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6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6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7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7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7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7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7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7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ounded Rectangle 71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ounded Rectangle 72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73"/>
          <p:cNvSpPr/>
          <p:nvPr/>
        </p:nvSpPr>
        <p:spPr>
          <a:xfrm>
            <a:off x="685800" y="3108960"/>
            <a:ext cx="35150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74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75"/>
          <p:cNvSpPr/>
          <p:nvPr/>
        </p:nvSpPr>
        <p:spPr>
          <a:xfrm>
            <a:off x="443484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Rounded Rectangle 76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77"/>
          <p:cNvSpPr/>
          <p:nvPr/>
        </p:nvSpPr>
        <p:spPr>
          <a:xfrm>
            <a:off x="7955280" y="2971800"/>
            <a:ext cx="369900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Rectangle 144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145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146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147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148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49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50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51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52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53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54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55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56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57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58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59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ounded Rectangle 64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Rounded Rectangle 65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66"/>
          <p:cNvSpPr/>
          <p:nvPr/>
        </p:nvSpPr>
        <p:spPr>
          <a:xfrm>
            <a:off x="685800" y="3108960"/>
            <a:ext cx="351432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67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68"/>
          <p:cNvSpPr/>
          <p:nvPr/>
        </p:nvSpPr>
        <p:spPr>
          <a:xfrm>
            <a:off x="4434840" y="3108960"/>
            <a:ext cx="32857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Rounded Rectangle 69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70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Rectangle 48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9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50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51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52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53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54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55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56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57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58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59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60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61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62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63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ounded Rectangle 22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ounded Rectangle 23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24"/>
          <p:cNvSpPr/>
          <p:nvPr/>
        </p:nvSpPr>
        <p:spPr>
          <a:xfrm>
            <a:off x="685800" y="2743200"/>
            <a:ext cx="35121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25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26"/>
          <p:cNvSpPr/>
          <p:nvPr/>
        </p:nvSpPr>
        <p:spPr>
          <a:xfrm>
            <a:off x="4343400" y="2743200"/>
            <a:ext cx="3375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Rounded Rectangle 27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28"/>
          <p:cNvSpPr/>
          <p:nvPr/>
        </p:nvSpPr>
        <p:spPr>
          <a:xfrm>
            <a:off x="7955280" y="2971800"/>
            <a:ext cx="369612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Rectangle 80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64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65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66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67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68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69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70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71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72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73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74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75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76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77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7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ounded Rectangle 29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Rounded Rectangle 3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31"/>
          <p:cNvSpPr/>
          <p:nvPr/>
        </p:nvSpPr>
        <p:spPr>
          <a:xfrm>
            <a:off x="685800" y="2971800"/>
            <a:ext cx="351288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3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33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Rounded Rectangle 3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35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Rectangle 7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81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82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83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84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85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86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87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88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89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90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91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92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93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94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95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ounded Rectangle 36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Rounded Rectangle 37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38"/>
          <p:cNvSpPr/>
          <p:nvPr/>
        </p:nvSpPr>
        <p:spPr>
          <a:xfrm>
            <a:off x="457200" y="2971800"/>
            <a:ext cx="37414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3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40"/>
          <p:cNvSpPr/>
          <p:nvPr/>
        </p:nvSpPr>
        <p:spPr>
          <a:xfrm>
            <a:off x="4343400" y="2971800"/>
            <a:ext cx="342252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41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42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Rectangle 96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97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98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99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00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01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02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03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04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05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06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07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108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109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110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111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ounded Rectangle 43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Rounded Rectangle 44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45"/>
          <p:cNvSpPr/>
          <p:nvPr/>
        </p:nvSpPr>
        <p:spPr>
          <a:xfrm>
            <a:off x="475560" y="2514600"/>
            <a:ext cx="372312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Rounded Rectangle 46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47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Rounded Rectangle 48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49"/>
          <p:cNvSpPr/>
          <p:nvPr/>
        </p:nvSpPr>
        <p:spPr>
          <a:xfrm>
            <a:off x="7955280" y="2304000"/>
            <a:ext cx="3925800" cy="361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Rectangle 11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13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14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15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116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117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118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119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120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121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122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123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124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125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126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27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ounded Rectangle 50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Rounded Rectangle 51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ounded Rectangle 52"/>
          <p:cNvSpPr/>
          <p:nvPr/>
        </p:nvSpPr>
        <p:spPr>
          <a:xfrm>
            <a:off x="685800" y="2971800"/>
            <a:ext cx="35128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Rounded Rectangle 53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54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Rounded Rectangle 55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56"/>
          <p:cNvSpPr/>
          <p:nvPr/>
        </p:nvSpPr>
        <p:spPr>
          <a:xfrm>
            <a:off x="7955280" y="2971800"/>
            <a:ext cx="3468240" cy="296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ctangle 128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129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130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131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132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133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134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135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136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137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138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139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140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141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42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43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ounded Rectangle 5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Rounded Rectangle 58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ounded Rectangle 59"/>
          <p:cNvSpPr/>
          <p:nvPr/>
        </p:nvSpPr>
        <p:spPr>
          <a:xfrm>
            <a:off x="685800" y="3108960"/>
            <a:ext cx="351396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" name="Rounded Rectangle 60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61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Rounded Rectangle 62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63"/>
          <p:cNvSpPr/>
          <p:nvPr/>
        </p:nvSpPr>
        <p:spPr>
          <a:xfrm>
            <a:off x="7955280" y="2743200"/>
            <a:ext cx="346932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Rectangle 17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17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17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17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18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18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18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18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18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18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18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18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18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18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19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19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ounded Rectangle 7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Rounded Rectangle 7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ounded Rectangle 80"/>
          <p:cNvSpPr/>
          <p:nvPr/>
        </p:nvSpPr>
        <p:spPr>
          <a:xfrm>
            <a:off x="685800" y="2971800"/>
            <a:ext cx="351504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Rounded Rectangle 8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ounded Rectangle 8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Rounded Rectangle 8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ounded Rectangle 84"/>
          <p:cNvSpPr/>
          <p:nvPr/>
        </p:nvSpPr>
        <p:spPr>
          <a:xfrm>
            <a:off x="7955280" y="2971800"/>
            <a:ext cx="369900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Rectangle 19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19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19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19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19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19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19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19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0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0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0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0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0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0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0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0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ounded Rectangle 8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Rounded Rectangle 8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ounded Rectangle 87"/>
          <p:cNvSpPr/>
          <p:nvPr/>
        </p:nvSpPr>
        <p:spPr>
          <a:xfrm>
            <a:off x="595440" y="274320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0" name="Rounded Rectangle 88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ounded Rectangle 89"/>
          <p:cNvSpPr/>
          <p:nvPr/>
        </p:nvSpPr>
        <p:spPr>
          <a:xfrm>
            <a:off x="4343400" y="2880360"/>
            <a:ext cx="3654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Rounded Rectangle 90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ounded Rectangle 91"/>
          <p:cNvSpPr/>
          <p:nvPr/>
        </p:nvSpPr>
        <p:spPr>
          <a:xfrm>
            <a:off x="8229600" y="2972880"/>
            <a:ext cx="365400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Rectangle 20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0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1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1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1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1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1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1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1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1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21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21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22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22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22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22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ounded Rectangle 92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Rounded Rectangle 93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ounded Rectangle 94"/>
          <p:cNvSpPr/>
          <p:nvPr/>
        </p:nvSpPr>
        <p:spPr>
          <a:xfrm>
            <a:off x="457200" y="2743200"/>
            <a:ext cx="37447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Rounded Rectangle 95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ounded Rectangle 96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Rounded Rectangle 9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ounded Rectangle 98"/>
          <p:cNvSpPr/>
          <p:nvPr/>
        </p:nvSpPr>
        <p:spPr>
          <a:xfrm>
            <a:off x="7955280" y="2514600"/>
            <a:ext cx="392868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Rectangle 22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2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2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2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2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2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3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3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3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3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23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23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23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23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23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23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ounded Rectangle 9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Rounded Rectangle 10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ounded Rectangle 101"/>
          <p:cNvSpPr/>
          <p:nvPr/>
        </p:nvSpPr>
        <p:spPr>
          <a:xfrm>
            <a:off x="91440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Rounded Rectangle 10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ounded Rectangle 10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Rounded Rectangle 10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ounded Rectangle 105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Rectangle 24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4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4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4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4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4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4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24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24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24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25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25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25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25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25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25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ounded Rectangle 10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ounded Rectangle 10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ounded Rectangle 10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Rounded Rectangle 10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10"/>
          <p:cNvSpPr/>
          <p:nvPr/>
        </p:nvSpPr>
        <p:spPr>
          <a:xfrm>
            <a:off x="4343400" y="3108960"/>
            <a:ext cx="33796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Rounded Rectangle 11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ounded Rectangle 112"/>
          <p:cNvSpPr/>
          <p:nvPr/>
        </p:nvSpPr>
        <p:spPr>
          <a:xfrm>
            <a:off x="7955280" y="2971800"/>
            <a:ext cx="392940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25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25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25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25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26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26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26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26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26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26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26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26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26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26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27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27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ounded Rectangle 11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ounded Rectangle 11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ounded Rectangle 115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" name="Rounded Rectangle 11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ounded Rectangle 11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Rounded Rectangle 11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ounded Rectangle 119"/>
          <p:cNvSpPr/>
          <p:nvPr/>
        </p:nvSpPr>
        <p:spPr>
          <a:xfrm>
            <a:off x="7955280" y="2971800"/>
            <a:ext cx="392976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Rectangle 27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27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27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ectangle 27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27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ectangle 27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ectangle 27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27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28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28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28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28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28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28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28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28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ounded Rectangle 12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Rounded Rectangle 12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ounded Rectangle 122"/>
          <p:cNvSpPr/>
          <p:nvPr/>
        </p:nvSpPr>
        <p:spPr>
          <a:xfrm>
            <a:off x="914400" y="3108960"/>
            <a:ext cx="32889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Rounded Rectangle 12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ounded Rectangle 124"/>
          <p:cNvSpPr/>
          <p:nvPr/>
        </p:nvSpPr>
        <p:spPr>
          <a:xfrm>
            <a:off x="4343400" y="3108960"/>
            <a:ext cx="3427200" cy="283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Rounded Rectangle 12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ounded Rectangle 126"/>
          <p:cNvSpPr/>
          <p:nvPr/>
        </p:nvSpPr>
        <p:spPr>
          <a:xfrm>
            <a:off x="7955280" y="3108960"/>
            <a:ext cx="37015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5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3760" cy="68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Rectangle 28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ectangle 28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ectangle 29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ectangle 29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0" name="Rectangle 29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ectangle 29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29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29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29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29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29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29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30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30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30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30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ounded Rectangle 12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ounded Rectangle 12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ounded Rectangle 129"/>
          <p:cNvSpPr/>
          <p:nvPr/>
        </p:nvSpPr>
        <p:spPr>
          <a:xfrm>
            <a:off x="685800" y="3108960"/>
            <a:ext cx="35179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Rounded Rectangle 13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ounded Rectangle 13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9" name="Rounded Rectangle 13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ounded Rectangle 133"/>
          <p:cNvSpPr/>
          <p:nvPr/>
        </p:nvSpPr>
        <p:spPr>
          <a:xfrm>
            <a:off x="7955280" y="2514600"/>
            <a:ext cx="39304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1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Rectangle 30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30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ectangle 30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ectangle 30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6" name="Rectangle 30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ectangle 30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31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31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31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31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31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31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31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31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31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31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ounded Rectangle 13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Rounded Rectangle 13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ounded Rectangle 136"/>
          <p:cNvSpPr/>
          <p:nvPr/>
        </p:nvSpPr>
        <p:spPr>
          <a:xfrm>
            <a:off x="685800" y="3108960"/>
            <a:ext cx="35179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3" name="Rounded Rectangle 13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ounded Rectangle 138"/>
          <p:cNvSpPr/>
          <p:nvPr/>
        </p:nvSpPr>
        <p:spPr>
          <a:xfrm>
            <a:off x="4343400" y="2836080"/>
            <a:ext cx="3380760" cy="310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" name="Rounded Rectangle 13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ounded Rectangle 140"/>
          <p:cNvSpPr/>
          <p:nvPr/>
        </p:nvSpPr>
        <p:spPr>
          <a:xfrm>
            <a:off x="7955280" y="2514600"/>
            <a:ext cx="39304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8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6280" cy="23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2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32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ounded Rectangle 14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Box 61"/>
          <p:cNvSpPr/>
          <p:nvPr/>
        </p:nvSpPr>
        <p:spPr>
          <a:xfrm>
            <a:off x="1040400" y="1005840"/>
            <a:ext cx="8890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TextBox 62"/>
          <p:cNvSpPr/>
          <p:nvPr/>
        </p:nvSpPr>
        <p:spPr>
          <a:xfrm>
            <a:off x="874440" y="2057400"/>
            <a:ext cx="9222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Rounded Rectangle 14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ounded Rectangle 143"/>
          <p:cNvSpPr/>
          <p:nvPr/>
        </p:nvSpPr>
        <p:spPr>
          <a:xfrm>
            <a:off x="685800" y="2971800"/>
            <a:ext cx="35186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Rounded Rectangle 14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ounded Rectangle 145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Rounded Rectangle 14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ounded Rectangle 147"/>
          <p:cNvSpPr/>
          <p:nvPr/>
        </p:nvSpPr>
        <p:spPr>
          <a:xfrm>
            <a:off x="7955280" y="3108960"/>
            <a:ext cx="347400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Rectangle 32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ectangle 32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ectangle 32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8" name="Rectangle 32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ectangle 32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0" name="Rectangle 32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ectangle 32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32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32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33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33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33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33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33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33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33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ounded Rectangle 14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TextBox 65"/>
          <p:cNvSpPr/>
          <p:nvPr/>
        </p:nvSpPr>
        <p:spPr>
          <a:xfrm>
            <a:off x="2683440" y="2194560"/>
            <a:ext cx="5604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Rounded Rectangle 14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ounded Rectangle 150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Rounded Rectangle 15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ounded Rectangle 152"/>
          <p:cNvSpPr/>
          <p:nvPr/>
        </p:nvSpPr>
        <p:spPr>
          <a:xfrm>
            <a:off x="4434840" y="2971800"/>
            <a:ext cx="32904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Rounded Rectangle 15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ounded Rectangle 154"/>
          <p:cNvSpPr/>
          <p:nvPr/>
        </p:nvSpPr>
        <p:spPr>
          <a:xfrm>
            <a:off x="7955280" y="2743200"/>
            <a:ext cx="37029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TextBox 6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2026-04-08T22:24:37Z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