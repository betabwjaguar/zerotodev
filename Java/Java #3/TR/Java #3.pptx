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444777-8573-4B51-88FD-BE4B39FB7C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B2F1B6-E351-45E6-952C-C8C334F2AB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8C3EF8-78CF-49C2-A1EF-B99EA5560B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C72445-9FCB-4344-9092-4307C8C63D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C95384-BB4F-43B6-8C67-2712842C32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5CEB7A-9725-42F3-9AC2-CC831E443E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FA6A83-878B-4B15-BF27-C3DA1CFF1E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1D7F95-4B28-4400-B115-41E38453C6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283B1F-D460-4443-A34C-C70F33DE37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09360B-EEF5-4310-9B45-840BB78E85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28D8F1-F7ED-4C8C-9C01-25C9C1A92A8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5871BD-4CFF-40E2-9908-225A1CBE95A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855D15-B6CF-45CA-9D7E-1AC875771C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BEF405-085D-4F26-A671-5EDB34EF6E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DE3EB2-C842-48F9-A8E4-39510251CF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AADB1D-0723-4079-9BB0-A4FC50A1EC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82A04BA-149D-4DE7-8099-40E8984A5C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094DB8-82AB-432B-A62F-2EBBBF8F0D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6613785-2CF3-4ED9-A90F-83B83A8B47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D11334-E6FB-478A-B2E0-2519D93E86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F10233-99B7-4037-A54E-D5B9829DE8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9B9208-BDCF-4D3C-A5DF-E97EFED038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889BEE-0796-4DD8-B42B-B0E09C7127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6831D4-68E5-4B4C-8C05-438CF727A1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146B3B2-36F8-499D-88A6-C65A92D78C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BCE502D-4DE1-4D86-9AB3-0674C3233AF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D68B4B-227D-418E-8F96-4AC476D257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B61FD4-E49E-4F89-B433-146F4D7037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13E250-A0C9-45D3-9664-B8849DCC61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241A149-2BCD-4731-8FCD-D85BFBD7C6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E64C53-1240-49D0-9140-8F68285EAB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310CB3-C26A-4E05-937E-55F37624B5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D49F272-83CE-4872-97B6-EBB86A0319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656DFB-2A4C-4412-B3EC-3277E656D3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B88055D-9A27-4A03-B038-D2D1A8F653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429AFBC-F592-43CB-90B1-E8E81BFA989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96B0A6-1088-4607-BE5A-A31C0D538D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504010-5B82-4CE8-AA67-F1D062F9B7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89C228-E8C7-497A-A98A-A43116E837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4A44380-BA36-4EB9-BEE5-753BC0D25D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F24DA66-85E6-48CF-A985-EC77403211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58EA9E-9577-4EDF-B5CA-4F029765D5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F05592-E4C1-4859-AC14-CC9F15737B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2F82171-D9C9-4942-A564-D6D9F40C49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D1FBD74-6A0E-465F-B295-B32A792A0B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228DB8F-F9C3-4CBD-B624-B395272B23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60670D-FA15-49C4-925F-90BB9E9BE1B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4DC5302-4082-406D-8564-B15013F4506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3C5A1F3-BAC6-4CEA-BB24-E83C649B51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CF7A5AA-CB31-400D-8F93-67D72DD314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25D14CC-482B-417C-9AC5-84ECF04A28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3C39532-A704-433A-BAA1-F08E81632A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30B61E-4A4A-4F33-8B88-8C035ABC27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219F8C-7C63-46A9-A47E-87DAA24D1A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2CCABF-D173-49C0-9BB8-BE43F65223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21EFABB-2F6C-4577-8D59-7B84816CE9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31FA437-C7A3-4BCE-A9A9-93AA32C070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0EC8933-BE91-431A-B5E1-D2C22C23AD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42ED668-9A58-48B0-8293-C53705F14AE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86F07F1-113B-415A-AE9E-E6D49387506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8F8CFFB-24F4-41A7-B3AC-646749BF49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95B53ED-B2BC-40ED-B4EA-A8FCB1E165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866BDAD-1D90-461C-9DC2-15B784B8D2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1DA4658-F557-494F-8406-0F51B9A861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D4BE57A-954E-4435-BB91-BFF3EE8414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CA3FBAB-53EA-46BE-9657-AD3A70A14E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1D5119F-A18A-4C43-AC11-0BBE87CE09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C7270D-E45C-4168-84B3-AC84F3DA4B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24BF64B-C45B-4666-A5E1-851A9AF90B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CD58C7B-9436-403C-A455-D983D10728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08E6DE-77AA-457C-ADFB-0A0EE660B2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936D862-2187-408A-93F7-75AE3593024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87EBEA5-9F9D-45D4-AC4D-CC533A6F4D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66AB6FC-6D95-4E68-87D7-D9F8DBB0CF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B5E26A-B4C3-47B6-A1FA-E6FA3AB065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9C43208-BA30-4E8B-877A-45ADCE39D7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1D4F02F-4093-4935-B3E7-9911FE1E0E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4B6E187-218E-4D76-AE24-438B50B62D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182EC24-C3EF-4350-AF00-378B09D491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BCC835F-C6AE-4F19-95C9-21782097D4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78AAB68-BE38-49A8-8875-4D152D4FB3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9A421B-83A5-4B9A-8CBB-0557974678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123BB3E-C801-4692-ACEF-F12D8CAB5CB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FDCBFF3-B939-4F78-B2D5-F51C70FC77D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E4DE9B9-343E-4465-8951-F5AC7F9051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79B2902-BA50-4399-ACFB-143F764970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8C2030D-CC30-41E4-9AB7-22ED5E102B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655791A-8A65-4397-A18E-1DA7EB13D5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C1C1F6C-F193-4FE3-A7D2-8B03CE686A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7B5A9AC-3D3F-4865-9955-84AD83ECE7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C24E850-5AAC-4C86-829B-9D72A18DD1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65EEDD8-1FAD-4CBD-91CB-A87180D409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7129A3B-B8B9-4F96-89B2-825358E5FF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736C363-9173-496F-92F6-AA32B53E57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465F042-BEAE-4866-A8C0-CACB96CC87D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E1381CD-5E4B-4FD3-8AF3-22BBA732DC1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A98010F-9944-41EF-81B1-4651198CD2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1836AFC-0703-48CE-AE19-98312E4CC3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3230651-3089-497D-A89F-F55E28651E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F10F9D3-F284-46C3-AF71-55DD6A8119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C7C5A5F-EBAF-4790-A269-C829D01F34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A059F76-12B3-4C00-97E8-99415115E7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9490346-B387-443F-9E56-578E0142D3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FCF1AA5-984F-4B8C-AD64-CF2FA7733FC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F6A315A-4818-4148-8FE7-0D0CF5FDF3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F24B2BF-5242-4137-B671-1039236D54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8F57855-91DC-4392-B40F-6F5ACD5FEE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E882E90-7186-4971-A778-5DA83F02A7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29B7235-F9A9-4CEC-B398-B66D12CFAE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EBF4999-D2A6-47E7-9179-7296491709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C6C7ECF-43EF-45E4-8A73-89A23974F4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3ACF090-4AB8-4AF7-A45D-0D2C4B8EC8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C5D6FAD-47C8-4AD0-B8DE-1878A0CCB5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CD79F87-A027-46D8-901C-574302AA25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195D47F-9956-4CEA-AD83-4F712AC550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C688FED-E3F5-4B8A-A814-C724511A75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CE2317F-12E2-4B89-8AD0-4FAFECABB6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55891CA-1BDB-4B0E-8D09-76488591B2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7B20612-57B7-48F1-855F-4A17BE0378B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5EC96E5-33F6-494C-AC0E-789A0F186A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8D0B464-70C9-45B6-B589-865D05528C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8FAF9AD-5A4C-4454-BE93-EC455E514F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483A071-DB5A-4184-BDA3-DA1BE9A197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3053D15-B5F4-4DC5-B056-BC24449F82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D53C5EB-B92E-4B98-9F1A-3FF2F66802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F9BE8A6-A255-4D87-A049-FD0456233D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B47F68C-D528-4FB3-8385-9AB5F8C405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14FDEF5-7463-4C7E-98B4-1BBB15E761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6D565E3-85AA-43C1-A5A1-7C01B8F6BA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9178BBB-AF5A-4A1E-8175-5AE4D7797C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0086B3B-7FC9-4413-90FD-48172E5852B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771F0A0-00C1-4330-8421-7992B626DA6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7B8D5D-0207-4676-BA65-C2B50397E33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6B1A05-7493-479F-AFA6-1EC2C3B7EC3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EC72E0-2BE0-4ED6-BF29-F4A0617C3B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30C142-9925-4415-889F-85FEFCE9E2C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7B5493-29C5-4171-8A93-EE1B90D82BA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91AB7F-1757-4E0A-A5B5-73C12520995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84B71A-41E9-4FF1-9B5A-3E1E7966439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6BD802-34EA-4D08-8D6E-012C4462EA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B654EB-833F-40A0-B094-B280FD7E0C5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C8D558-E41E-4A17-9591-FD564F071BD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185FC8-7C70-461F-9C9E-0BA65DDDD48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3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3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3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3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3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3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3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3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4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4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4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4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4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4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4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4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Rounded Rectangle 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0"/>
          <p:cNvSpPr/>
          <p:nvPr/>
        </p:nvSpPr>
        <p:spPr>
          <a:xfrm>
            <a:off x="914400" y="3108960"/>
            <a:ext cx="328572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Rounded Rectangle 1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ounded Rectangle 12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Rounded Rectangle 1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4"/>
          <p:cNvSpPr/>
          <p:nvPr/>
        </p:nvSpPr>
        <p:spPr>
          <a:xfrm>
            <a:off x="7955280" y="3108960"/>
            <a:ext cx="346968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6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7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8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9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0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1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2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23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24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5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6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8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9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30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31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ounded Rectangle 1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7"/>
          <p:cNvSpPr/>
          <p:nvPr/>
        </p:nvSpPr>
        <p:spPr>
          <a:xfrm>
            <a:off x="931680" y="2925720"/>
            <a:ext cx="3178440" cy="369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Rounded Rectangle 18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ounded Rectangle 19"/>
          <p:cNvSpPr/>
          <p:nvPr/>
        </p:nvSpPr>
        <p:spPr>
          <a:xfrm>
            <a:off x="4434840" y="3108960"/>
            <a:ext cx="32857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Rounded Rectangle 20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21"/>
          <p:cNvSpPr/>
          <p:nvPr/>
        </p:nvSpPr>
        <p:spPr>
          <a:xfrm>
            <a:off x="7955280" y="2971800"/>
            <a:ext cx="369864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Rectangle 160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61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62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63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64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65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66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67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68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9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70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71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72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73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74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75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71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Rounded Rectangle 72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73"/>
          <p:cNvSpPr/>
          <p:nvPr/>
        </p:nvSpPr>
        <p:spPr>
          <a:xfrm>
            <a:off x="685800" y="3108960"/>
            <a:ext cx="35172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Rounded Rectangle 74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ounded Rectangle 75"/>
          <p:cNvSpPr/>
          <p:nvPr/>
        </p:nvSpPr>
        <p:spPr>
          <a:xfrm>
            <a:off x="443484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Rounded Rectangle 76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7"/>
          <p:cNvSpPr/>
          <p:nvPr/>
        </p:nvSpPr>
        <p:spPr>
          <a:xfrm>
            <a:off x="7955280" y="2971800"/>
            <a:ext cx="370116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4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4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4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4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4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5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5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5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5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6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Rounded Rectangle 6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66"/>
          <p:cNvSpPr/>
          <p:nvPr/>
        </p:nvSpPr>
        <p:spPr>
          <a:xfrm>
            <a:off x="685800" y="3108960"/>
            <a:ext cx="35164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Rounded Rectangle 6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ounded Rectangle 68"/>
          <p:cNvSpPr/>
          <p:nvPr/>
        </p:nvSpPr>
        <p:spPr>
          <a:xfrm>
            <a:off x="443484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Rounded Rectangle 6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70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Rectangle 48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49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50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51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52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53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54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55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56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57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58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59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60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61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62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63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22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ounded Rectangle 23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24"/>
          <p:cNvSpPr/>
          <p:nvPr/>
        </p:nvSpPr>
        <p:spPr>
          <a:xfrm>
            <a:off x="685800" y="2743200"/>
            <a:ext cx="35143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Rounded Rectangle 25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ounded Rectangle 26"/>
          <p:cNvSpPr/>
          <p:nvPr/>
        </p:nvSpPr>
        <p:spPr>
          <a:xfrm>
            <a:off x="4343400" y="2743200"/>
            <a:ext cx="3377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Rounded Rectangle 2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28"/>
          <p:cNvSpPr/>
          <p:nvPr/>
        </p:nvSpPr>
        <p:spPr>
          <a:xfrm>
            <a:off x="7955280" y="2971800"/>
            <a:ext cx="369828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Rectangle 8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6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6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6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6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6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6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7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7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7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7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7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7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7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7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7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2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Rounded Rectangle 3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31"/>
          <p:cNvSpPr/>
          <p:nvPr/>
        </p:nvSpPr>
        <p:spPr>
          <a:xfrm>
            <a:off x="685800" y="2971800"/>
            <a:ext cx="351504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Rounded Rectangle 3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ounded Rectangle 3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Rounded Rectangle 3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35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Rectangle 7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8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8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8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8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8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8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8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8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8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9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9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9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9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9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9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3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Rounded Rectangle 3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38"/>
          <p:cNvSpPr/>
          <p:nvPr/>
        </p:nvSpPr>
        <p:spPr>
          <a:xfrm>
            <a:off x="457200" y="2971800"/>
            <a:ext cx="37436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Rounded Rectangle 3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ounded Rectangle 40"/>
          <p:cNvSpPr/>
          <p:nvPr/>
        </p:nvSpPr>
        <p:spPr>
          <a:xfrm>
            <a:off x="4343400" y="2971800"/>
            <a:ext cx="34246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Rounded Rectangle 4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42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Rectangle 9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9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9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9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0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0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0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0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0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0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0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0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0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0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1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1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4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Rounded Rectangle 4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45"/>
          <p:cNvSpPr/>
          <p:nvPr/>
        </p:nvSpPr>
        <p:spPr>
          <a:xfrm>
            <a:off x="475560" y="2514600"/>
            <a:ext cx="372528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Rounded Rectangle 4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ounded Rectangle 47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Rounded Rectangle 4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49"/>
          <p:cNvSpPr/>
          <p:nvPr/>
        </p:nvSpPr>
        <p:spPr>
          <a:xfrm>
            <a:off x="7955280" y="2304000"/>
            <a:ext cx="3927960" cy="361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Rectangle 11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1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1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1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1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1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1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11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12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12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12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12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2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2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2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2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5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Rounded Rectangle 5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ounded Rectangle 52"/>
          <p:cNvSpPr/>
          <p:nvPr/>
        </p:nvSpPr>
        <p:spPr>
          <a:xfrm>
            <a:off x="685800" y="2971800"/>
            <a:ext cx="35150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Rounded Rectangle 5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ounded Rectangle 54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Rounded Rectangle 5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56"/>
          <p:cNvSpPr/>
          <p:nvPr/>
        </p:nvSpPr>
        <p:spPr>
          <a:xfrm>
            <a:off x="7955280" y="2971800"/>
            <a:ext cx="347040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Rectangle 12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2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3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3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3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3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13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13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13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13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13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13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14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14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14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4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ounded Rectangle 59"/>
          <p:cNvSpPr/>
          <p:nvPr/>
        </p:nvSpPr>
        <p:spPr>
          <a:xfrm>
            <a:off x="685800" y="3108960"/>
            <a:ext cx="35161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ounded Rectangle 61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63"/>
          <p:cNvSpPr/>
          <p:nvPr/>
        </p:nvSpPr>
        <p:spPr>
          <a:xfrm>
            <a:off x="7955280" y="2743200"/>
            <a:ext cx="34714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176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77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78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79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80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81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182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183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184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185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186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87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88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89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90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91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ounded Rectangle 7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Rounded Rectangle 7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ounded Rectangle 80"/>
          <p:cNvSpPr/>
          <p:nvPr/>
        </p:nvSpPr>
        <p:spPr>
          <a:xfrm>
            <a:off x="685800" y="2971800"/>
            <a:ext cx="35172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Rounded Rectangle 8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ounded Rectangle 82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Rounded Rectangle 8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84"/>
          <p:cNvSpPr/>
          <p:nvPr/>
        </p:nvSpPr>
        <p:spPr>
          <a:xfrm>
            <a:off x="7955280" y="2971800"/>
            <a:ext cx="370116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ectangle 19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19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19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19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19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19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19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9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0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0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0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0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0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0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0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0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ounded Rectangle 8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Rounded Rectangle 8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ounded Rectangle 87"/>
          <p:cNvSpPr/>
          <p:nvPr/>
        </p:nvSpPr>
        <p:spPr>
          <a:xfrm>
            <a:off x="595440" y="274320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Rounded Rectangle 8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ounded Rectangle 89"/>
          <p:cNvSpPr/>
          <p:nvPr/>
        </p:nvSpPr>
        <p:spPr>
          <a:xfrm>
            <a:off x="4343400" y="2880360"/>
            <a:ext cx="3656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Rounded Rectangle 9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91"/>
          <p:cNvSpPr/>
          <p:nvPr/>
        </p:nvSpPr>
        <p:spPr>
          <a:xfrm>
            <a:off x="8229600" y="2972880"/>
            <a:ext cx="365616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Rectangle 20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0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1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1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1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1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1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1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21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21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21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21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22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2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2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2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ounded Rectangle 92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Box 40"/>
          <p:cNvSpPr/>
          <p:nvPr/>
        </p:nvSpPr>
        <p:spPr>
          <a:xfrm>
            <a:off x="1417320" y="685800"/>
            <a:ext cx="82648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41"/>
          <p:cNvSpPr/>
          <p:nvPr/>
        </p:nvSpPr>
        <p:spPr>
          <a:xfrm>
            <a:off x="2008800" y="1371600"/>
            <a:ext cx="7134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Rounded Rectangle 93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ounded Rectangle 94"/>
          <p:cNvSpPr/>
          <p:nvPr/>
        </p:nvSpPr>
        <p:spPr>
          <a:xfrm>
            <a:off x="457200" y="2743200"/>
            <a:ext cx="37468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Rounded Rectangle 95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ounded Rectangle 96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Rounded Rectangle 9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98"/>
          <p:cNvSpPr/>
          <p:nvPr/>
        </p:nvSpPr>
        <p:spPr>
          <a:xfrm>
            <a:off x="7955280" y="2514600"/>
            <a:ext cx="393084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22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2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2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2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2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2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23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23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23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23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23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23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23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3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3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3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ounded Rectangle 9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Box 43"/>
          <p:cNvSpPr/>
          <p:nvPr/>
        </p:nvSpPr>
        <p:spPr>
          <a:xfrm>
            <a:off x="915480" y="1005840"/>
            <a:ext cx="914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44"/>
          <p:cNvSpPr/>
          <p:nvPr/>
        </p:nvSpPr>
        <p:spPr>
          <a:xfrm>
            <a:off x="2181960" y="2057400"/>
            <a:ext cx="6607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ounded Rectangle 10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ounded Rectangle 101"/>
          <p:cNvSpPr/>
          <p:nvPr/>
        </p:nvSpPr>
        <p:spPr>
          <a:xfrm>
            <a:off x="91440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Rounded Rectangle 10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ounded Rectangle 10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Rounded Rectangle 10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105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ectangle 24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4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4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4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4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4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24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24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24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24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25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25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25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25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25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5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ounded Rectangle 10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Rounded Rectangle 10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ounded Rectangle 10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Rounded Rectangle 10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ounded Rectangle 110"/>
          <p:cNvSpPr/>
          <p:nvPr/>
        </p:nvSpPr>
        <p:spPr>
          <a:xfrm>
            <a:off x="4343400" y="3108960"/>
            <a:ext cx="338184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Rounded Rectangle 11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ounded Rectangle 112"/>
          <p:cNvSpPr/>
          <p:nvPr/>
        </p:nvSpPr>
        <p:spPr>
          <a:xfrm>
            <a:off x="7955280" y="2971800"/>
            <a:ext cx="39315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Box 48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Rectangle 25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5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5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5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6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6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26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6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6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6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6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6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6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6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7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7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ounded Rectangle 11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TextBox 49"/>
          <p:cNvSpPr/>
          <p:nvPr/>
        </p:nvSpPr>
        <p:spPr>
          <a:xfrm>
            <a:off x="1611720" y="1005840"/>
            <a:ext cx="774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Rounded Rectangle 11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ounded Rectangle 115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Rounded Rectangle 11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ounded Rectangle 117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Rounded Rectangle 11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ounded Rectangle 119"/>
          <p:cNvSpPr/>
          <p:nvPr/>
        </p:nvSpPr>
        <p:spPr>
          <a:xfrm>
            <a:off x="7955280" y="2971800"/>
            <a:ext cx="393192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Box 51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2026-03-23T22:14:47Z</dcterms:modified>
  <cp:revision>26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