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629C701-B00C-4DCB-BB1D-1543740781D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82FA720-1FD9-4C57-9BFB-9BDA214560F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6AF6A8D-231B-4139-BC97-AD77F1C95CA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2053E97-7459-4E4F-816C-E152A667E70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2E786D7-05EA-472F-AE14-EECFAC2B1E1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EC86901-79F3-45CA-8C76-A94EA32CB2A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39FDB95-A9C0-4D43-8953-CF0B704806A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B7F32D8-2E19-4B17-92C0-E5EC687041E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5635452-61CC-49B4-92F0-BA7D96EF9BD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A964133-01CA-4543-B67D-4296C113F45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5C64549-3694-47FA-93A4-C1DF53D801D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9939FAD-74F7-4C39-9101-CF0DEF8C3B8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1025779-ED93-4024-B660-58B9161CC40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976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17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18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19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20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21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22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23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24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25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26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27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28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9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0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31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2219760" y="914400"/>
            <a:ext cx="653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612000" y="1828800"/>
            <a:ext cx="10263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896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2971800"/>
            <a:ext cx="328896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70152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33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34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35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36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37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38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39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40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41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42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43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44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45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46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47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304280" y="1828800"/>
            <a:ext cx="8878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685800" y="2971800"/>
            <a:ext cx="3517560" cy="319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2971800"/>
            <a:ext cx="328896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70152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845800" y="914400"/>
            <a:ext cx="5277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726200" y="1828800"/>
            <a:ext cx="803484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685800" y="2971800"/>
            <a:ext cx="3517560" cy="319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2971800"/>
            <a:ext cx="328896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930840" cy="3885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2278800" y="1828800"/>
            <a:ext cx="69300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743200"/>
            <a:ext cx="3746160" cy="3885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896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74000" cy="2742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146240" y="914400"/>
            <a:ext cx="8677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Period and Duration in Java (Calculating Time Differences)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668520" y="1600200"/>
            <a:ext cx="1035360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to measure the time difference between two dates or two times, and to add or subtract specific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durations to/from dates, the Period class is used for date-based measurements, and the Duration class is used for time-based measurements.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5800" cy="4113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date-based differences (years, months, days). It is generally used with LocalDate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time-based differences (hours, minutes, seconds, nanoseconds). It is generally used with LocalTime or LocalDateTime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between() method is used to find the difference between two date/time points.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can be used with plus() and minus() methods to add or subtract time from an existing date.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Using these APIs instead of manual mathematical calculations prevents errors when handling complex situations like Daylight Saving Time (DST).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8600" cy="388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Start and end times (Date/Time objects) are created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appropriate class (Period or Duration) is selected based on the requirement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difference between the two times is calculated by calling the between()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details of the difference are retrieved using relevant methods (e.g., getDays(), toHours())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 is printed to the screen or used in different business logic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286000"/>
            <a:ext cx="3657240" cy="4114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EXAMPLE (Date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e.g., April 28,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Difference: " + period.getYears() + " years,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months,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days");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EXAMPLE (Time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System.out.println("Elapsed Time: " + duration.toHours() + " hours,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minutes");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466280" y="914400"/>
            <a:ext cx="8037360" cy="5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The Ultimate Java Date &amp; Time Ecosystem (Summary)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767600" y="1694880"/>
            <a:ext cx="79520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java.time package (introduced in Java 8) is a paradigm shift in Java. It offers an immutable,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thread-safe, and domain-driven approach to modeling human time,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machine time, and the complex geographical rules that connect them.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6200" cy="3885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Human Timeline (Ignorant of Geography)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represent time exactly as you see it on a wall clock or a paper calendar. They don't know where in the world they are.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Earth's Grid (Geographical Reality)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and ZonedDateTime anchor the human timeline to a specific coordinate on Earth. They automatically absorb the chaos of Daylight Saving Time (DST) and UTC offsets.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Measurement (Space between moments)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Time is not just points; it's distances. Period measures calendar distances (years, months, days), while Duration measures clock distances (hours, minutes, seconds).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4: 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Translation Layer (The Bridge)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acts as the universal translator between raw string text (Parsing) and human-readable UI outputs (Formatting).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9000" cy="3657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What kind of time do you need to model?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Does geography matter? (Global Events, Flights)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YES ─&gt; Bind with ZoneId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Is it just a local daily concept? (Birthdays, Alarms)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Date Only?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Time Only?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Both?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Action Phase: What do you want to do with it?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Calculate a Countdown/Distance?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Calendar-based? ─&gt; Use Period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Clock-based? ─&gt; Use Duration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Send to UI or Database?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Map with DateTimeFormatter (Format / Parse)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7600" cy="4114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TimeMastery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Human Timeline (Local)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localMeeting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Earth's Grid (Zoned)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nyZone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nyMeeting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.of(localMeeting, 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Translation Layer (Formatting)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fmt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.ofPattern("MMM dd,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System.out.println("Meeting: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nyMeeting.format(fmt));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Measurement (Duration/Distance)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(nyMeeting.isAfter(now))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gap = Duration.between(now, nyMeeting);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System.out.println(gap.toDays() + " days left!");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System.out.println("Already passed.");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2026-05-05T00:54:54Z</dcterms:modified>
  <cp:revision>12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