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</p:sld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3C6EDA-D4D3-4622-8315-C6957D7B61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575DB6-4545-40B7-8EFD-527A345E30A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29954F-FF45-4764-882E-66769D9696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AC05F7-B9E7-4751-A96B-9236C4E642C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9D9C9E-CA8E-41CA-97D3-EF3E178D0C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EF13FB-0CF3-44D8-9576-59EC2A188A1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944D34-F221-47EE-8D4C-26239DD857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16FE23-8757-4E31-9103-EB73FAC5F9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2A5A85-8EEF-41E4-B821-6E19C6A935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BDBC7A-42FF-49D7-9EDE-49458E1490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C984E0-D9EB-4399-9AD5-CAAE12910CC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3A9948-E278-4684-B5C1-37B66E45971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697FE3B-A000-4345-94B3-DBAD0FD8D6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C3E3666-CC71-4035-A2D9-AC2F1157E3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C9C002-9518-42A7-9FA1-7EFAE9F5DD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7A454E0-8A2E-413F-B263-B51FA852A7A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84F88C-1246-417E-BABD-7F3C8D1927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BEE5627-F0D2-45A6-B5FA-FD949D4CDE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D8D9F1-8697-42D2-94FE-A4184BB357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C307B52-CD41-4892-ACFD-70CC56B340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30D049B-8480-45FA-A902-0F9FA3CD3FA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4441A9C-E67A-4FEA-850E-F3330CFF28F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6677907-9155-4AEB-B674-7225B2BBEA6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F36B4C7-0539-47A5-8793-72ECA4D70C3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DB3B5FE-3AA6-44D3-90B3-DA6805EF82E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0AD3D76-E136-477B-8494-334CA237EF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276B231-6178-46B8-88F3-593A2FFED55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C676C99-7E9A-4AAD-BB50-58EC5F8AE4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409F0C5-7C05-49DE-9429-478C0AB07A3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B50E684-FF93-4459-B1EE-860864CBC4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05E0B8D-C73E-4FCF-9F20-E1D8CACD8EE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6A11449-9882-478C-9A97-31D6F78CFA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D35CDD4-7759-40EF-A2CF-0D5C95DADC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93F497A-F880-4E31-8FAB-7C0EE9295A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94EAB56-CB96-45BD-AB82-84F671E2C97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66F94A3-5BB2-4847-A169-9B116FDBA7A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3C7671B-1C41-4FE5-8787-3C7CCB9415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BE81386-CADD-4BEB-8700-44F5C723E6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AF4B5A-D88D-44BD-97F0-653EDAF868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4AD2C4F-69E6-4A92-85ED-767F528DEF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031F2D0-2982-498D-BCF1-74C1728F672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387E0A7-353D-44B4-9C35-FE71A43E4C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EF54512-1956-4515-8451-D5C86C6B96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F479932-593C-422A-8E08-5371B02AD0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96EEF38-358A-44BE-BB47-0A520A581D3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910CA37-244B-42FD-93AD-C72FE076D8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30113CF-5AEB-4FBE-AB45-095DC604F75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387ADDE-7FF5-4D9D-8D33-DF029F55C34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26583B3-1782-44B3-91AC-B15D35A7FE9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71C2876-7F90-4FD6-9385-CCD552103B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40EAD9E-7BDF-4213-A956-3FC1CF47ED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DF096FC-BA73-47CA-8770-08579C0CEF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B91FCB2-BFFE-4A00-B27E-7428B8F4E5E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CA3535B-4BE6-475E-93B9-533B3C25A6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1109F16-B53F-4B4B-A5EA-7AA11E94BE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EF82EB6-6CB3-4DFD-8384-24DCF82F9C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F9ECE3B-86DA-49AF-9F25-C5AF2FB196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9136F8E-E7FF-420F-B0D5-77A7DE475AF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D41ADB7-181E-4D1F-93ED-7C0A714B428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07EC2E5-F32E-4C80-BEBE-6D2ADFEE8DB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BBA8D04-395A-40A3-9667-26BD8766E07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50C7BE6-DAE3-4C57-B84A-1F763B0090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A457B99-A65E-4FAC-9EEF-60DE44E557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441BE44-325A-44B5-9A9D-EFF564535FA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3C29FB4-E072-4B56-8085-6D9A7F0603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9F689D1-AA1D-4D6C-B0DE-9805BBF2F4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B3D6B67-C9F2-4C7F-BF05-B5875F546D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5D9C9DB-2FBB-4D32-8269-691BBEDBB8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E6EDAFB-19F0-46D1-ABA3-E040B3EDD4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672EFC1-140E-4A53-AAD2-8FB4FEDAF2C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838BB28-0663-481A-A520-6B2F519230B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4D8CE5E-2FE9-4422-9EDF-CD4F76F5435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D85FB78-C45C-4827-9517-DABE2C05B66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1C5E2F5-6B1C-47BE-9B5D-1A69908022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2356F63-C524-43F2-9C2A-4F0AAFCECC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638E4C9-86F1-49D5-B557-5F31EBD4BD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884A4C7-01B2-4A24-8834-82F1CBD54F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5E89ECB-9D3F-43BB-BFF8-B07B663C47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D5794B2-B9CD-4D9B-BE8C-64EC8BB85F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145AC39-537B-47C8-8293-EB84745883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885DA81-10F5-493E-9A63-854DEFECCD7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549F627-3715-4BC3-B8CC-F44D6A394E4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2AAB10A-6FAD-435C-901B-63809DE21DB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7EDC62E-105A-48B4-97D5-9963CB17985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BAEFB57-9B68-47D6-B7E4-0C4FB0A49A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C6310A7-3712-41A5-A669-3DD4049A9F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3AFFB7F-12B3-4EBC-B098-5BDF3E46E7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7C15F8B-7A0D-4111-AE62-BB06DB5D2F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FED07CA-CD00-4096-B90E-E4881DED4E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C708CCE-6E9E-408B-925D-B43AC45C175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3D36395-25F0-4768-A3E8-50CCE074C1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5DBB38E-B7E8-4654-BE80-3446A43D11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9ABCE93-5730-47C4-8F89-6DA2152753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6927F9A-6B0A-47EB-85FB-DEE5A68C2C0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B1170DD-CAEE-4BC0-873A-5142F7305A4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A2B6DD0-30EC-49DA-A440-5933B8310FE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50171FC-9732-42AC-B3EF-4AF060BDA5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6646121-2B00-4B98-A5FA-2335E4D7A9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A23C070-778A-4AAF-9A0A-96BAD67B9A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0DA8FB1-0584-4B06-B865-6057AADD82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CE87E6A-BE9D-48EA-8973-F8E63F9C09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280A2EA-50E6-4533-B18A-B0515883FC6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CADC085-8502-4F05-B0A2-AB45EA597F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2908F58-8E6D-4796-8794-F202197464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13E8B7F-8FFB-4E83-A518-573A51349C1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24214E8-F811-43DF-911E-9D3F7E4215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42B61C3-19CE-4EAF-A01F-01C5B0CF897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3335153-9E00-4F52-B89F-9998A128E89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F0321EF-5D4E-436D-ADD6-35CA2B790DE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98D413C-2E40-4477-B5DA-A8C72604E3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38D1BDE-460E-4835-9364-7F4EF8129D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81B6EA6-81F1-4563-98FA-E5051452A1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BFDE54E-0CD5-4EB0-B162-4A3FCD13E46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B5A21F5-9F25-4ED1-AF6F-F798FD7E47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0A622E5-F781-4F48-9CCC-8ED14395C8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0D438D2-8F9F-409E-A8F4-1105AEB4F1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EB4AA20-29AD-47EB-89E9-006FA3FA38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D66E41B-A652-4E3E-92C1-82CD93E113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510FFF8-7272-4364-AEFC-263DB8A28F6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C1F8394-F77C-493E-83F6-C242E9F0743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750CBA0-72BF-4C29-9D36-CB5652A066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C297ADF-9E19-49C0-9858-FD7871FAB3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9466AA9-3274-480A-8505-6F0D158B86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E36461E-252A-461D-84C7-280B41A4B9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56BCC9B-886B-49A3-A4C8-BAE9CCA42F6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C9AA13B-48CF-4F27-90E5-32DED29B2E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F1C13A8-B6C3-4F6C-9EE2-32BE6E56C3B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7A1D404-2380-4F3F-B59B-A0D24E46F3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882048E-59E6-458F-A578-3F1E37BB11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9D8A824-C4DE-402F-A33A-39724EE025B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5C24311-2C15-4D71-A80F-015ADA1A1F8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2415991-C3EE-4C2F-A328-F30F7C86F89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197F697-C4F0-4EAE-93D6-D17ACB2693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0DFBE93-1FA3-40A2-8B03-15AFF76947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41ED0C0-51DC-4482-ABF9-4F6E2C5E2F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996EC03-5C32-4B8F-8904-3E53B5F0C5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CA17917-6730-4563-8501-438225A410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D164A26-4921-4B52-BEF9-ED0672C847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B18873A-03FD-48CD-8B06-F32041B12F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2692214-FDA6-4638-BD80-D28CCFC145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5E63699-E135-4C1A-B6F7-33245DA923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CAD78C0-700E-40E3-A325-B5778805A0E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AFA9649-4725-456A-BCAE-E246DBDF96F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6A04E8D-CA2B-4ED5-9086-CAF4E9BA1A8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6188BD1-18A4-449C-A2E6-84D801FCEC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913D826-37CC-410E-A67A-E431330364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7AEABEC-9F80-45B9-8196-6E739AD372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59CD57A-8095-4C76-B5A3-0E1A102C6EA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C054B09-852F-4E16-900B-6FB09F7259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C6B9672-2FC0-47C3-A76F-9B3AD3CDCA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1007D50-945C-4F5F-9AF2-E2716FDEAE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E075C67-F477-44BA-91D0-81A6A37134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AC06C44-1499-4817-BDE6-163C067C2C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7E6CD4A-0FB8-4FEF-80E9-3F7C8DCBD2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B31CC40-D6F3-4778-A578-B0DF7615A16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BD1460D-F97E-4604-BE80-2A972D0A0BA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5B8A16-678D-42C2-B34F-F3ED16F33B4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BFD7AB-0114-4C42-A388-F478C590D01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B933AD-8B50-4614-8340-87A71E98B26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9087D3-804C-4D0B-918B-3AC87615EF5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B6BCC2-334E-4579-BBBE-204A31B2A31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6DDDEA-8102-4F85-9A93-692D268C3D3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D728C9-7F14-4C13-9603-34795EAF8DF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43446F-FCA3-4E2F-ABC3-C374401F9B2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590D73-602F-4B74-A4DD-18A028339AA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011982-9B5C-47DA-9F58-2DB88FC8904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8406CE-1A03-4CE4-BD2A-6708C18ACCE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C8E8E1-4850-46F6-8ED4-84293299229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91749D-84C8-4574-8E65-87BE98A115E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32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4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5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6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7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8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9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40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41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42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43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44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45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46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47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8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Rounded Rectangle 9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0"/>
          <p:cNvSpPr/>
          <p:nvPr/>
        </p:nvSpPr>
        <p:spPr>
          <a:xfrm>
            <a:off x="914400" y="3108960"/>
            <a:ext cx="328500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Rounded Rectangle 11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ounded Rectangle 12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Rounded Rectangle 13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"/>
          <p:cNvSpPr/>
          <p:nvPr/>
        </p:nvSpPr>
        <p:spPr>
          <a:xfrm>
            <a:off x="7955280" y="3108960"/>
            <a:ext cx="346896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Rectangle 16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7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8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9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20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21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22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23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24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25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26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7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8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9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0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1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5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Rounded Rectangle 16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7"/>
          <p:cNvSpPr/>
          <p:nvPr/>
        </p:nvSpPr>
        <p:spPr>
          <a:xfrm>
            <a:off x="931680" y="2925720"/>
            <a:ext cx="3177720" cy="369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Rounded Rectangle 18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ounded Rectangle 19"/>
          <p:cNvSpPr/>
          <p:nvPr/>
        </p:nvSpPr>
        <p:spPr>
          <a:xfrm>
            <a:off x="4434840" y="3108960"/>
            <a:ext cx="328500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Rounded Rectangle 20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21"/>
          <p:cNvSpPr/>
          <p:nvPr/>
        </p:nvSpPr>
        <p:spPr>
          <a:xfrm>
            <a:off x="7955280" y="2971800"/>
            <a:ext cx="369792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Rectangle 160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61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62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63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64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65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66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67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68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69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70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71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72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73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74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75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71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Rounded Rectangle 72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73"/>
          <p:cNvSpPr/>
          <p:nvPr/>
        </p:nvSpPr>
        <p:spPr>
          <a:xfrm>
            <a:off x="685800" y="3108960"/>
            <a:ext cx="35164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Rounded Rectangle 74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ounded Rectangle 75"/>
          <p:cNvSpPr/>
          <p:nvPr/>
        </p:nvSpPr>
        <p:spPr>
          <a:xfrm>
            <a:off x="4434840" y="3108960"/>
            <a:ext cx="32878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4" name="Rounded Rectangle 76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77"/>
          <p:cNvSpPr/>
          <p:nvPr/>
        </p:nvSpPr>
        <p:spPr>
          <a:xfrm>
            <a:off x="7955280" y="2971800"/>
            <a:ext cx="370044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Rectangle 144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145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146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147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148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149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150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151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152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53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54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55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56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57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58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59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ounded Rectangle 64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Rounded Rectangle 65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66"/>
          <p:cNvSpPr/>
          <p:nvPr/>
        </p:nvSpPr>
        <p:spPr>
          <a:xfrm>
            <a:off x="685800" y="3108960"/>
            <a:ext cx="351576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Rounded Rectangle 67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ounded Rectangle 68"/>
          <p:cNvSpPr/>
          <p:nvPr/>
        </p:nvSpPr>
        <p:spPr>
          <a:xfrm>
            <a:off x="4434840" y="3108960"/>
            <a:ext cx="32871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Rounded Rectangle 69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70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Rectangle 48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49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50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51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52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53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54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55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56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57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58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59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60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61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62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63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ounded Rectangle 22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Rounded Rectangle 23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24"/>
          <p:cNvSpPr/>
          <p:nvPr/>
        </p:nvSpPr>
        <p:spPr>
          <a:xfrm>
            <a:off x="685800" y="2743200"/>
            <a:ext cx="35136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Rounded Rectangle 25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ounded Rectangle 26"/>
          <p:cNvSpPr/>
          <p:nvPr/>
        </p:nvSpPr>
        <p:spPr>
          <a:xfrm>
            <a:off x="4343400" y="2743200"/>
            <a:ext cx="33764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Rounded Rectangle 27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28"/>
          <p:cNvSpPr/>
          <p:nvPr/>
        </p:nvSpPr>
        <p:spPr>
          <a:xfrm>
            <a:off x="7955280" y="2971800"/>
            <a:ext cx="369756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Rectangle 80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64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65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66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67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68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69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70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71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72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73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74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75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76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77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78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ounded Rectangle 29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Rounded Rectangle 3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31"/>
          <p:cNvSpPr/>
          <p:nvPr/>
        </p:nvSpPr>
        <p:spPr>
          <a:xfrm>
            <a:off x="685800" y="2971800"/>
            <a:ext cx="351432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Rounded Rectangle 3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ounded Rectangle 33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Rounded Rectangle 3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35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Rectangle 79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81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82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83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84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85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86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87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88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89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90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91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92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93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94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95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ounded Rectangle 36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Rounded Rectangle 37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38"/>
          <p:cNvSpPr/>
          <p:nvPr/>
        </p:nvSpPr>
        <p:spPr>
          <a:xfrm>
            <a:off x="457200" y="2971800"/>
            <a:ext cx="374292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Rounded Rectangle 3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ounded Rectangle 40"/>
          <p:cNvSpPr/>
          <p:nvPr/>
        </p:nvSpPr>
        <p:spPr>
          <a:xfrm>
            <a:off x="4343400" y="2971800"/>
            <a:ext cx="342396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Rounded Rectangle 41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42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Rectangle 96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97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98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99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100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101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102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103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104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105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106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107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108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109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110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11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ounded Rectangle 43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Rounded Rectangle 44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45"/>
          <p:cNvSpPr/>
          <p:nvPr/>
        </p:nvSpPr>
        <p:spPr>
          <a:xfrm>
            <a:off x="475560" y="2514600"/>
            <a:ext cx="372456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Rounded Rectangle 46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ounded Rectangle 47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4" name="Rounded Rectangle 48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49"/>
          <p:cNvSpPr/>
          <p:nvPr/>
        </p:nvSpPr>
        <p:spPr>
          <a:xfrm>
            <a:off x="7955280" y="2304000"/>
            <a:ext cx="3927240" cy="361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Rectangle 112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113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114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115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116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117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118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119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120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121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122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123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124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125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126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127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ounded Rectangle 50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Rounded Rectangle 51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52"/>
          <p:cNvSpPr/>
          <p:nvPr/>
        </p:nvSpPr>
        <p:spPr>
          <a:xfrm>
            <a:off x="685800" y="2971800"/>
            <a:ext cx="35143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Rounded Rectangle 53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ounded Rectangle 54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Rounded Rectangle 55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56"/>
          <p:cNvSpPr/>
          <p:nvPr/>
        </p:nvSpPr>
        <p:spPr>
          <a:xfrm>
            <a:off x="7955280" y="2971800"/>
            <a:ext cx="3469680" cy="296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Rectangle 128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129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130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131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132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133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134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135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136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137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138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139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140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141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142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143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ounded Rectangle 5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Rounded Rectangle 58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ounded Rectangle 59"/>
          <p:cNvSpPr/>
          <p:nvPr/>
        </p:nvSpPr>
        <p:spPr>
          <a:xfrm>
            <a:off x="685800" y="3108960"/>
            <a:ext cx="351540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Rounded Rectangle 60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ounded Rectangle 61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Rounded Rectangle 62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63"/>
          <p:cNvSpPr/>
          <p:nvPr/>
        </p:nvSpPr>
        <p:spPr>
          <a:xfrm>
            <a:off x="7955280" y="2743200"/>
            <a:ext cx="347076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Rectangle 176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177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178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179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180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181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182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183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184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185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186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187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188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189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190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191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ounded Rectangle 7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Rounded Rectangle 7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ounded Rectangle 80"/>
          <p:cNvSpPr/>
          <p:nvPr/>
        </p:nvSpPr>
        <p:spPr>
          <a:xfrm>
            <a:off x="685800" y="2971800"/>
            <a:ext cx="351648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Rounded Rectangle 8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ounded Rectangle 82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Rounded Rectangle 8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ounded Rectangle 84"/>
          <p:cNvSpPr/>
          <p:nvPr/>
        </p:nvSpPr>
        <p:spPr>
          <a:xfrm>
            <a:off x="7955280" y="2971800"/>
            <a:ext cx="370044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Rectangle 192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193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194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195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196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197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198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199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200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201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202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203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204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205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206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07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ounded Rectangle 85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Rounded Rectangle 86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ounded Rectangle 87"/>
          <p:cNvSpPr/>
          <p:nvPr/>
        </p:nvSpPr>
        <p:spPr>
          <a:xfrm>
            <a:off x="595440" y="2743200"/>
            <a:ext cx="351720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Rounded Rectangle 88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ounded Rectangle 89"/>
          <p:cNvSpPr/>
          <p:nvPr/>
        </p:nvSpPr>
        <p:spPr>
          <a:xfrm>
            <a:off x="4343400" y="2880360"/>
            <a:ext cx="3655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Rounded Rectangle 90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ounded Rectangle 91"/>
          <p:cNvSpPr/>
          <p:nvPr/>
        </p:nvSpPr>
        <p:spPr>
          <a:xfrm>
            <a:off x="8229600" y="2972880"/>
            <a:ext cx="365544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Rectangle 208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20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21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21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21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21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21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21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21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21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21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21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22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2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2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2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ounded Rectangle 92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Rounded Rectangle 93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ounded Rectangle 94"/>
          <p:cNvSpPr/>
          <p:nvPr/>
        </p:nvSpPr>
        <p:spPr>
          <a:xfrm>
            <a:off x="457200" y="2743200"/>
            <a:ext cx="374616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2" name="Rounded Rectangle 95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ounded Rectangle 96"/>
          <p:cNvSpPr/>
          <p:nvPr/>
        </p:nvSpPr>
        <p:spPr>
          <a:xfrm>
            <a:off x="4434840" y="2971800"/>
            <a:ext cx="32889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4" name="Rounded Rectangle 9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ounded Rectangle 98"/>
          <p:cNvSpPr/>
          <p:nvPr/>
        </p:nvSpPr>
        <p:spPr>
          <a:xfrm>
            <a:off x="7955280" y="2514600"/>
            <a:ext cx="393012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Rectangle 224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225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226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227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228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229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230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231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232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233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234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235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236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237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238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239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ounded Rectangle 99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Rounded Rectangle 10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ounded Rectangle 101"/>
          <p:cNvSpPr/>
          <p:nvPr/>
        </p:nvSpPr>
        <p:spPr>
          <a:xfrm>
            <a:off x="914400" y="3108960"/>
            <a:ext cx="32893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8" name="Rounded Rectangle 10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ounded Rectangle 10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0" name="Rounded Rectangle 10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ounded Rectangle 105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Rectangle 240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241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242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243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244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245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246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247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248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249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250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251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252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253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254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255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ounded Rectangle 10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0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Rounded Rectangle 10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ounded Rectangle 108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4" name="Rounded Rectangle 10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ounded Rectangle 110"/>
          <p:cNvSpPr/>
          <p:nvPr/>
        </p:nvSpPr>
        <p:spPr>
          <a:xfrm>
            <a:off x="4343400" y="3108960"/>
            <a:ext cx="338112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" name="Rounded Rectangle 11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ounded Rectangle 112"/>
          <p:cNvSpPr/>
          <p:nvPr/>
        </p:nvSpPr>
        <p:spPr>
          <a:xfrm>
            <a:off x="7955280" y="2971800"/>
            <a:ext cx="393084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Rectangle 256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257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258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259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260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261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262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263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264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265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266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267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268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269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270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271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ounded Rectangle 11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6" name="TextBox 49"/>
          <p:cNvSpPr/>
          <p:nvPr/>
        </p:nvSpPr>
        <p:spPr>
          <a:xfrm>
            <a:off x="1611720" y="1005840"/>
            <a:ext cx="774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Rounded Rectangle 11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ounded Rectangle 115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" name="Rounded Rectangle 11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ounded Rectangle 117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2" name="Rounded Rectangle 11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ounded Rectangle 119"/>
          <p:cNvSpPr/>
          <p:nvPr/>
        </p:nvSpPr>
        <p:spPr>
          <a:xfrm>
            <a:off x="7955280" y="2971800"/>
            <a:ext cx="393120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Rectangle 27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273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274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275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276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277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278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279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280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ectangle 281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ectangle 282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ectangle 283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ectangle 284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285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286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287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ounded Rectangle 120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TextBox 52"/>
          <p:cNvSpPr/>
          <p:nvPr/>
        </p:nvSpPr>
        <p:spPr>
          <a:xfrm>
            <a:off x="2517120" y="1005840"/>
            <a:ext cx="5936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TextBox 53"/>
          <p:cNvSpPr/>
          <p:nvPr/>
        </p:nvSpPr>
        <p:spPr>
          <a:xfrm>
            <a:off x="848160" y="2074680"/>
            <a:ext cx="9463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Rounded Rectangle 121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ounded Rectangle 122"/>
          <p:cNvSpPr/>
          <p:nvPr/>
        </p:nvSpPr>
        <p:spPr>
          <a:xfrm>
            <a:off x="914400" y="3108960"/>
            <a:ext cx="32904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6" name="Rounded Rectangle 123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ounded Rectangle 124"/>
          <p:cNvSpPr/>
          <p:nvPr/>
        </p:nvSpPr>
        <p:spPr>
          <a:xfrm>
            <a:off x="4343400" y="3108960"/>
            <a:ext cx="3428640" cy="283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Rounded Rectangle 125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ounded Rectangle 126"/>
          <p:cNvSpPr/>
          <p:nvPr/>
        </p:nvSpPr>
        <p:spPr>
          <a:xfrm>
            <a:off x="7955280" y="3108960"/>
            <a:ext cx="370296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TextBox 54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1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5200" cy="685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Rectangle 288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28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29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29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29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29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29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29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ectangle 29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ectangle 29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ectangle 29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ectangle 29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30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30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30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30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ounded Rectangle 12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TextBox 56"/>
          <p:cNvSpPr/>
          <p:nvPr/>
        </p:nvSpPr>
        <p:spPr>
          <a:xfrm>
            <a:off x="2654280" y="1846080"/>
            <a:ext cx="5662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Rounded Rectangle 128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ounded Rectangle 129"/>
          <p:cNvSpPr/>
          <p:nvPr/>
        </p:nvSpPr>
        <p:spPr>
          <a:xfrm>
            <a:off x="685800" y="3108960"/>
            <a:ext cx="35193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" name="Rounded Rectangle 130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ounded Rectangle 131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5" name="Rounded Rectangle 132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ounded Rectangle 133"/>
          <p:cNvSpPr/>
          <p:nvPr/>
        </p:nvSpPr>
        <p:spPr>
          <a:xfrm>
            <a:off x="7955280" y="2514600"/>
            <a:ext cx="393192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TextBox 57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2026-03-31T23:53:40Z</dcterms:modified>
  <cp:revision>30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