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71F493-A494-4579-BC10-F60F6F56A63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29B645-0E8C-414E-9815-058DA1A9C6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3DC4AF-BFD5-41D7-9368-58F99F05A1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5344044-E3D6-4673-B6F7-ACB71053DFA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1DC76F-4263-4A02-8E2D-38148D5EA88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55502B-F33D-42D9-BD23-8A1A19DA8C5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7690C15-786D-43D5-9E25-C22AD807728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B038D2-1595-4542-910E-CE07F749B2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C69DDA-DC78-4398-A3D8-D299F3D830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F8F649-ABAC-4456-AC69-3FBBC10CCD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B2A62C-2D15-421D-96F0-B1208AE5178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794471-BDBF-4796-8151-BE0B8FE1B0C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8F96C6-0FD7-44B7-8F69-A738BDF4DEC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796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716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716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972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576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716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972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576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716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904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436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716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220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400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680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54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440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72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58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68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68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93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1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644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644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468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8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54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6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828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4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54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6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828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3132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36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54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68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760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2026-05-11T01:05:40Z</dcterms:modified>
  <cp:revision>22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