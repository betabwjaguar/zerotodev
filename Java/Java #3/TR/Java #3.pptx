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A08712-CC39-486D-AA44-6ECD405BFD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F1E909-5024-44B6-BE11-E3C80C0CA1A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60BEDD-2F7A-4EB8-83F8-3DDC89ADC2B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3A1AE0-673D-4F8D-A6AA-D3EEA2331D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E47B07-65B8-4E8F-AC34-64045FA2C24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0BCBB9-E73D-48C7-B602-D98105324A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2DD64F0-C53B-4CED-A75E-9234BDE79D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B4729D-4F07-4807-B5F2-51B72E8F03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972D80-7C61-4D63-A87F-2ACEF806932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9D5967-2E3C-4D5E-8088-74A3119D2FC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5D54E7-13D5-4004-8F61-C41B958695F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574CB9-F2FA-43E3-9257-D155A78035A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D5F257F-2413-4CDD-B187-055B377132C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00EE8E-DC28-4F14-B51F-855BE407CE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9695A50-C9AF-46B9-80B2-8DCB100B62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B202D15-EAC1-46AA-A135-9C764FC6FEA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19E97B6-C7EF-492A-A96C-98550987E69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ACF2798-C521-4F18-8BE9-71CC858BCD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B41FF53-4F13-4C0B-9024-290730C977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67A51AF-70F2-4774-9ECF-8056DC6363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8EE876E-6F34-46EE-A767-9580748151D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92F3DDA-4D34-458A-BA07-E13F9FFDF7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83D1EA5-B265-4204-A3A1-2D705E4117A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66DE23B-0BC9-4028-AB0F-DBD987AE37F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4CD0711-F957-49BD-96F1-54111DFA860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208EE9A-55C5-4319-A8C0-C4E6AF3B89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C9A90CB-09C6-4C4D-A4E0-2386B667429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4F5BCEE-3B26-4CB3-B4F8-A0241469813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DAD2714-545B-47A3-90C7-8F203E87E5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A24F8A0-8724-42A4-B6AB-6F5E10DD56F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D5F6705-5A5A-449E-BF62-78C2C3A213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00DAA7A-0F87-45A6-BF3E-9C78ED8447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02DDE13-8C20-41BC-B01B-59625E6719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8B633EA-F6B7-4937-BF84-A26E3F81A5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F40E1F9-6B5D-4716-AE32-AC24459DD8E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477B780-D266-433D-A4E7-19C95CE9DFF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EB3AB93-71B1-4703-90AD-1F7BDE523D9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829AD98-2F66-4613-8F81-0647153AA6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809B384-C186-4241-8960-0BAC0F0BE5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030037B-E47C-4B23-9825-F1575EE59F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543F90B-CCFD-489A-A354-DBB3D7965E3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B5A9288-EFF2-416B-B025-BB5293ABE4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48BF6E8-0008-4C48-82F5-D2FD0D9CD5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88C45B4-0FEE-4ED0-B799-7DF4A91E65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A7084EC-E562-4308-A22F-F7437E8831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C08790E-36E2-4505-9CAD-1D922346631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B4D83FA-5E32-4CB3-8683-6AC4A74E673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FBEEA6C-CA77-4ACC-8529-A05384EA790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DFEDA52-15E1-4572-A86E-24C52168A26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88482CE-1D4C-4AAB-A29B-F0C2D2DBB6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07AEB22-F67E-4599-8E7C-1FCA001260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F31BC94-23A6-422B-8E15-65C69B7C98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DC06B45-C4A2-46AC-AB53-71CB7D2D7C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15414BA-A716-4D35-85FC-D03914A064B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1322FD0-9088-4363-9732-162F14EEBD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2141701-2A46-4E55-A0BD-A50D069B16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8D19BD5-6D2B-4189-82D4-E25E94A4D2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73B6576-9773-43D3-BED0-B6D606C46F1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7FC909D-7139-4552-A548-8F473A6FF53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56C35EB-042B-4C44-86EB-7C722135758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6F0BC9E-4E69-4E29-A17D-897C7FFAF2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79A8537-3B3A-4CDB-A922-8D4B1F7C48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F4EF9BB-670E-4936-94BC-CCE97406C8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7EAD17E-C51A-4615-94D0-D08411B882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5D793BD-1B5B-4498-B620-E198CDAC5A8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7982DF4-A289-4BE3-9126-645A81F525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6ABE37C-09F2-46AD-B9D6-E06524C594C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0D4E732-3359-4397-A125-947CF9604B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D150519-AFDE-4C6F-8D1A-65ED6EBE76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59CDEE9-18CE-4A54-9827-5498774000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82CD8C2-6BC2-4C3F-B2FA-0182C1BFE06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FA81F2C-B537-4526-B770-A1166A00BFB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67357B6-3E8F-4853-BC55-E56210BFEA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CDF3B63-C184-47AF-A140-BC6F2A4A03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D43CA40-652C-4D4C-8732-6BAB93BD27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E013106-D4D2-41F8-AA5F-D113A6C1AD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D951CDF-35CD-4392-8309-41CBDC05718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DB58719-DC13-4845-B15C-BDD165398A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8046274-53A1-455A-ACDE-32783E69BD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BD78D08-7967-4737-8D3C-01180FBB56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FA43610-E609-4608-BC92-418F8FFD52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E751C07-F5CF-4B54-8841-9EE9BA9652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48949D3-0720-4DC4-B9FA-7C24ED05F5C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77FB49E-A60D-4385-8EB1-4D37F49875E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670D3AE-94AF-431C-A825-A1ED272BDC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E2BF7D6-1316-4EB5-983E-C6B92E6B85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CC2DEA6-50A4-4697-A172-D1FC03EB6C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F830912-2CCA-488A-8C58-28273646C89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3C2DE74-32AA-46D6-A80B-BC24F4D7B4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8909613-ACBB-4DC1-8570-D6A8DAFBD9C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4752861-F13F-4FF7-AB52-21819120A36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6D06B24-6B2B-4E9D-833D-B2B51A894A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D08C727-FFC2-400F-84B2-0EF09F1761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CA48143-143D-4081-A0E6-B3EAEE4ED9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2D7D82A-2D28-4BD7-A03B-FB9304D8E27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53F060F-6977-4D03-B837-D373FB50732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3FC294D-2F23-4D36-B60F-07831C3306A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8A9BC24-B04D-4B0D-B688-C45DA10FF9C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E7573FD-14A4-4AE6-A000-4E4114EA5D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B86162C-D6B3-4AE0-A524-C1EA2A32D8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19AE7A6-8B6D-41A3-8C43-055AA9C980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6F54D97-7668-4F68-AA20-8B7B5A9D2C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418112C-EEE5-4E8A-8B97-F92FAEBCD0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A7845DF-B330-4A58-99EE-0A4FCA9E16E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4447B4B-B4A2-418E-BF0C-348C810988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2DA3BCE-79F2-456A-BADC-7C31CD6622B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650F39E-ADD3-4BB3-8BDE-83F5F198A60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51F3FDE-5824-4988-B2D0-F2062098DDD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B3A3784-B672-47BD-A1E0-6A4A1EC5B0B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45C01AC-7640-412D-9919-97CA0E7378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55991C8-ABE3-48F9-92ED-458B16AC1F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5851CD2-2250-49DD-91E6-2374224E322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C0FFB2E-3B7B-45D2-9FB0-A4C6681402C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CFAA77E-56B5-492B-88B8-DF44EF977F6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7D748DC-FC70-42E4-88E5-FEEAAA73AA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A4816E5-5EC5-4627-A62D-3FB65308D8A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6BE147A-5FFF-41E2-BD00-83E64622681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666B428-C608-41AD-8CB4-4620047CA7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5413E49-B338-4966-AA8B-9A038AE2295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CB82D37-0074-4348-BFEA-2D0C621B9CE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EF8B15-E255-46EC-8FB2-EE19DF764CC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15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4C5000-3DE9-41ED-B9F4-B56307CB66E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000309-FE9F-411D-A5D2-FE255B1C9F5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5B747B-208C-4B31-BA34-E82089123E9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B9C488-4181-4742-A1A0-C5808BE895B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232DF8-2C32-44FB-84B9-36ABD68A22D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AAFE63-AE32-488A-81FA-E602AF2AAA8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8C50AE-2FE0-4952-B723-D6E80961476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7C506C-063B-4E4C-A3AC-3777EB70C54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32E255-499D-44FC-B8FB-E25B2CB308E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3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33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34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35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36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37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38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39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40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41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42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43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44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45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46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47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"/>
          <p:cNvSpPr/>
          <p:nvPr/>
        </p:nvSpPr>
        <p:spPr>
          <a:xfrm>
            <a:off x="914400" y="3108960"/>
            <a:ext cx="328608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2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4"/>
          <p:cNvSpPr/>
          <p:nvPr/>
        </p:nvSpPr>
        <p:spPr>
          <a:xfrm>
            <a:off x="7955280" y="3108960"/>
            <a:ext cx="347004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16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7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8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9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0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1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2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3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6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7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8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9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30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31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5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6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7"/>
          <p:cNvSpPr/>
          <p:nvPr/>
        </p:nvSpPr>
        <p:spPr>
          <a:xfrm>
            <a:off x="931680" y="2925720"/>
            <a:ext cx="3178800" cy="369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8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9"/>
          <p:cNvSpPr/>
          <p:nvPr/>
        </p:nvSpPr>
        <p:spPr>
          <a:xfrm>
            <a:off x="4434840" y="3108960"/>
            <a:ext cx="328608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20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21"/>
          <p:cNvSpPr/>
          <p:nvPr/>
        </p:nvSpPr>
        <p:spPr>
          <a:xfrm>
            <a:off x="7955280" y="2971800"/>
            <a:ext cx="369900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160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61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62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63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64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65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66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67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68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69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70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71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72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73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74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75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71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72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73"/>
          <p:cNvSpPr/>
          <p:nvPr/>
        </p:nvSpPr>
        <p:spPr>
          <a:xfrm>
            <a:off x="685800" y="3108960"/>
            <a:ext cx="35175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74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75"/>
          <p:cNvSpPr/>
          <p:nvPr/>
        </p:nvSpPr>
        <p:spPr>
          <a:xfrm>
            <a:off x="4434840" y="3108960"/>
            <a:ext cx="32889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76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77"/>
          <p:cNvSpPr/>
          <p:nvPr/>
        </p:nvSpPr>
        <p:spPr>
          <a:xfrm>
            <a:off x="7955280" y="2971800"/>
            <a:ext cx="370152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144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45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46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47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48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49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50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51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52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53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54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5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56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57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58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59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64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65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66"/>
          <p:cNvSpPr/>
          <p:nvPr/>
        </p:nvSpPr>
        <p:spPr>
          <a:xfrm>
            <a:off x="685800" y="3108960"/>
            <a:ext cx="351684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67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68"/>
          <p:cNvSpPr/>
          <p:nvPr/>
        </p:nvSpPr>
        <p:spPr>
          <a:xfrm>
            <a:off x="4434840" y="3108960"/>
            <a:ext cx="32882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69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70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48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49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50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51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52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53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54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55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56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57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58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59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60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61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62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63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22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23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24"/>
          <p:cNvSpPr/>
          <p:nvPr/>
        </p:nvSpPr>
        <p:spPr>
          <a:xfrm>
            <a:off x="685800" y="2743200"/>
            <a:ext cx="35146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25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26"/>
          <p:cNvSpPr/>
          <p:nvPr/>
        </p:nvSpPr>
        <p:spPr>
          <a:xfrm>
            <a:off x="4343400" y="2743200"/>
            <a:ext cx="33775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27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28"/>
          <p:cNvSpPr/>
          <p:nvPr/>
        </p:nvSpPr>
        <p:spPr>
          <a:xfrm>
            <a:off x="7955280" y="2971800"/>
            <a:ext cx="369864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80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64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65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66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67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68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69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70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71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72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73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74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75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76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77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78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29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3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31"/>
          <p:cNvSpPr/>
          <p:nvPr/>
        </p:nvSpPr>
        <p:spPr>
          <a:xfrm>
            <a:off x="685800" y="2971800"/>
            <a:ext cx="351540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3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3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3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35"/>
          <p:cNvSpPr/>
          <p:nvPr/>
        </p:nvSpPr>
        <p:spPr>
          <a:xfrm>
            <a:off x="7955280" y="3108960"/>
            <a:ext cx="369936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79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81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82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83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84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85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86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87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88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89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90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91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92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93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94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95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36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37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38"/>
          <p:cNvSpPr/>
          <p:nvPr/>
        </p:nvSpPr>
        <p:spPr>
          <a:xfrm>
            <a:off x="457200" y="2971800"/>
            <a:ext cx="374400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3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40"/>
          <p:cNvSpPr/>
          <p:nvPr/>
        </p:nvSpPr>
        <p:spPr>
          <a:xfrm>
            <a:off x="4343400" y="2971800"/>
            <a:ext cx="342504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41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42"/>
          <p:cNvSpPr/>
          <p:nvPr/>
        </p:nvSpPr>
        <p:spPr>
          <a:xfrm>
            <a:off x="7955280" y="3108960"/>
            <a:ext cx="369936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96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97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98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99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00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01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02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03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04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05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06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07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08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09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10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11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43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44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45"/>
          <p:cNvSpPr/>
          <p:nvPr/>
        </p:nvSpPr>
        <p:spPr>
          <a:xfrm>
            <a:off x="475560" y="2514600"/>
            <a:ext cx="372564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46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47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48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49"/>
          <p:cNvSpPr/>
          <p:nvPr/>
        </p:nvSpPr>
        <p:spPr>
          <a:xfrm>
            <a:off x="7955280" y="2304000"/>
            <a:ext cx="3928320" cy="361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11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11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1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1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1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1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1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1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2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2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2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2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2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2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2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2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50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51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52"/>
          <p:cNvSpPr/>
          <p:nvPr/>
        </p:nvSpPr>
        <p:spPr>
          <a:xfrm>
            <a:off x="685800" y="2971800"/>
            <a:ext cx="35154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53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54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55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56"/>
          <p:cNvSpPr/>
          <p:nvPr/>
        </p:nvSpPr>
        <p:spPr>
          <a:xfrm>
            <a:off x="7955280" y="2971800"/>
            <a:ext cx="3470760" cy="296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128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129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30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131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132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133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34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35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136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137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138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139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140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141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142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43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5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58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59"/>
          <p:cNvSpPr/>
          <p:nvPr/>
        </p:nvSpPr>
        <p:spPr>
          <a:xfrm>
            <a:off x="685800" y="3108960"/>
            <a:ext cx="351648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60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61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62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63"/>
          <p:cNvSpPr/>
          <p:nvPr/>
        </p:nvSpPr>
        <p:spPr>
          <a:xfrm>
            <a:off x="7955280" y="2743200"/>
            <a:ext cx="347184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176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177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178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179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180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181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182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183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84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85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186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87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88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89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90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91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7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7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80"/>
          <p:cNvSpPr/>
          <p:nvPr/>
        </p:nvSpPr>
        <p:spPr>
          <a:xfrm>
            <a:off x="685800" y="2971800"/>
            <a:ext cx="351756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8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82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8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84"/>
          <p:cNvSpPr/>
          <p:nvPr/>
        </p:nvSpPr>
        <p:spPr>
          <a:xfrm>
            <a:off x="7955280" y="2971800"/>
            <a:ext cx="370152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19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19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19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19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19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19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9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9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20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20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20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20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20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0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0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0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8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37"/>
          <p:cNvSpPr/>
          <p:nvPr/>
        </p:nvSpPr>
        <p:spPr>
          <a:xfrm>
            <a:off x="1504080" y="900360"/>
            <a:ext cx="79614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38"/>
          <p:cNvSpPr/>
          <p:nvPr/>
        </p:nvSpPr>
        <p:spPr>
          <a:xfrm>
            <a:off x="2681280" y="1600200"/>
            <a:ext cx="565416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8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87"/>
          <p:cNvSpPr/>
          <p:nvPr/>
        </p:nvSpPr>
        <p:spPr>
          <a:xfrm>
            <a:off x="595440" y="2743200"/>
            <a:ext cx="351828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88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89"/>
          <p:cNvSpPr/>
          <p:nvPr/>
        </p:nvSpPr>
        <p:spPr>
          <a:xfrm>
            <a:off x="4343400" y="2880360"/>
            <a:ext cx="36565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90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91"/>
          <p:cNvSpPr/>
          <p:nvPr/>
        </p:nvSpPr>
        <p:spPr>
          <a:xfrm>
            <a:off x="8229600" y="2972880"/>
            <a:ext cx="365652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20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20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21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21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21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21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21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21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21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21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21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21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2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2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2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2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92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40"/>
          <p:cNvSpPr/>
          <p:nvPr/>
        </p:nvSpPr>
        <p:spPr>
          <a:xfrm>
            <a:off x="1417320" y="685800"/>
            <a:ext cx="82652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41"/>
          <p:cNvSpPr/>
          <p:nvPr/>
        </p:nvSpPr>
        <p:spPr>
          <a:xfrm>
            <a:off x="2008800" y="1371600"/>
            <a:ext cx="7134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93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94"/>
          <p:cNvSpPr/>
          <p:nvPr/>
        </p:nvSpPr>
        <p:spPr>
          <a:xfrm>
            <a:off x="457200" y="2743200"/>
            <a:ext cx="374724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95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96"/>
          <p:cNvSpPr/>
          <p:nvPr/>
        </p:nvSpPr>
        <p:spPr>
          <a:xfrm>
            <a:off x="4434840" y="2971800"/>
            <a:ext cx="32900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9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98"/>
          <p:cNvSpPr/>
          <p:nvPr/>
        </p:nvSpPr>
        <p:spPr>
          <a:xfrm>
            <a:off x="7955280" y="2514600"/>
            <a:ext cx="393120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224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225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226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227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228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229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30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31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32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33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234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35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36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37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38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39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99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43"/>
          <p:cNvSpPr/>
          <p:nvPr/>
        </p:nvSpPr>
        <p:spPr>
          <a:xfrm>
            <a:off x="915480" y="1005840"/>
            <a:ext cx="9140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44"/>
          <p:cNvSpPr/>
          <p:nvPr/>
        </p:nvSpPr>
        <p:spPr>
          <a:xfrm>
            <a:off x="2181960" y="2057400"/>
            <a:ext cx="66074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0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01"/>
          <p:cNvSpPr/>
          <p:nvPr/>
        </p:nvSpPr>
        <p:spPr>
          <a:xfrm>
            <a:off x="91440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10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10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10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105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45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Rectangle 240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241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242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243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244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245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46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47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48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49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250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251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52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53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54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55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ounded Rectangle 106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47"/>
          <p:cNvSpPr/>
          <p:nvPr/>
        </p:nvSpPr>
        <p:spPr>
          <a:xfrm>
            <a:off x="957240" y="1826640"/>
            <a:ext cx="909036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Rounded Rectangle 107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ounded Rectangle 108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Rounded Rectangle 10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ounded Rectangle 110"/>
          <p:cNvSpPr/>
          <p:nvPr/>
        </p:nvSpPr>
        <p:spPr>
          <a:xfrm>
            <a:off x="4343400" y="3108960"/>
            <a:ext cx="338220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Rounded Rectangle 111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112"/>
          <p:cNvSpPr/>
          <p:nvPr/>
        </p:nvSpPr>
        <p:spPr>
          <a:xfrm>
            <a:off x="7955280" y="2971800"/>
            <a:ext cx="393192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48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2026-03-18T19:02:21Z</dcterms:modified>
  <cp:revision>24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