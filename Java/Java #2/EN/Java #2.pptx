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A8CC0A-E412-474D-B022-7575A97539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FC5530-4C1B-4639-B032-6B734B09A52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74992E-7640-4612-8C96-87EA919F50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530B4A-7048-46FC-924D-FD7E4E06EB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8BFB775-AD9E-4AFE-8119-EA4A575F05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903BC7-1E42-44E0-A166-BD10871D1E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FFA670-7AE0-44EC-A7F4-F91F59F02E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4EE2975-CE9B-4F57-B1C6-B5F349BD5C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A951B2-5C77-45B2-8716-38276734EF1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E22A53-EB41-41AE-ACF7-C0E496A0F16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5C2A46-6512-4229-B3BB-12A647C195D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5E1C70-0482-4995-9094-D57853156C0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D2B0E96-1542-4981-870F-07A2C7881C7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E5EED53-03A9-43F5-949B-EFF3FAA68F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4657F02-4CB3-48F2-A656-3CB3833A4A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CE8A480-CB46-4F95-909D-0EEDD607C99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11DB13-3DD4-40DD-9D92-BB5D1134D79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0B26C93-C1BB-4C28-9C6F-AC8177F1D5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F83FEA3-899F-44A1-81F4-651F4A647E8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D3D5F5D-7D0B-40CB-8C55-236B419994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112F5A6-2747-432D-96EC-BC087F7A74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B3751E4-5358-4975-B2F6-E47763905C7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DDEB9B-DCA1-4B01-9928-BA07C3E50A5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7488D41-AB89-47B1-B7C6-5B56E4D7561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0A6C6D9-5BCA-4262-8FC4-E27080E693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4B19B95-4093-4794-81BE-B9F15BEAB2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3800CDD-5AA5-4317-9F63-E346C797F3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599DE2E-FBD7-4069-AA15-965C9B407D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2668940-9600-4329-8141-B4C26D673CB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593125F-3B36-48BD-BE1B-E65E6AE904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AB00611-1268-43E6-A917-B2035786B22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3DF04CE-6B88-4F64-9045-B9F4ECCBC6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52A1FE3-1E6E-432B-91EB-E0C19ABF59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0A90EF7-5703-48D0-99B8-58AD28DD04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8673A61-D109-4E27-BBD6-DC3A1A587AC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1F8BE33-CE4C-4865-948D-04362759E25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8F6342E-7F06-48A0-9A07-1BA6C4EC2F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21D4630-BF4E-4390-A9B7-AAC3FC28CF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BFAFE9B-CD04-4324-BA58-F23DD2B293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F3D8E0C-D053-4129-A9B8-0E1BB2F70F1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A77D188-7487-4787-8CD7-92F8BF0AF8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8FEBDDD-2B06-4ECA-B86F-71F871151EC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C97947D-5AE7-4C8E-9D7F-4286D961BF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F0D5371-9F74-4DED-A9D6-9F19C7A26A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9C17C4C-BEDA-4780-91EA-198C09141E2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4FD62A4-F5A4-412F-967C-C81D45724C3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866CBE2-5A49-4704-AC97-46B13F6C5AE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B841414-7DBE-4D40-8159-60D8C97B2B5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EB81ED8-4E20-474A-9E69-A0571A06D2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792499C-9CD6-49C6-96F1-FA8A8B8A662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34FAC6B-94F7-424C-8B91-18179BC039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0E09AD7-AC9D-43E7-8850-1E2D78CC2A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47C5D86-42A7-40AD-84A6-40CE824DF65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8FA616A-9C3B-43E1-8A39-88ADD16865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4C0704B-1F53-48C1-8D1D-A31A048E8A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94ACC00-1036-4786-87AE-A58FA0D815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D07F224-43A9-4F8A-9596-5520206161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E5470B3-E095-4BAE-804B-C04E67EA5C8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17D83F5-2EA0-499E-9454-38080C93478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D1261E1-031A-4C52-B3A5-2613A8A0409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F501E2-9F25-473E-98A1-A0D0E5BBCA2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C49F46-0008-45F9-8135-064BE01AC08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418595-422C-455D-ACA2-17893CF2AF3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34F01E-4870-4591-8487-511351D323E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832C8E-BC78-4A0E-973B-0D531C0DF1B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1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1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1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2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ounded Rectangle 21"/>
          <p:cNvSpPr/>
          <p:nvPr/>
        </p:nvSpPr>
        <p:spPr>
          <a:xfrm>
            <a:off x="685800" y="2521440"/>
            <a:ext cx="3427560" cy="332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Rounded Rectangle 2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2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ounded Rectangle 2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ounded Rectangle 25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32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33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34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35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36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37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38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39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40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41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42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43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4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45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46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47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ounded Rectangle 10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Rounded Rectangle 1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12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ounded Rectangle 1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ounded Rectangle 14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48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49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50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51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52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53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54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55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56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57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58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59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60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61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62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63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1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1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ounded Rectangle 18"/>
          <p:cNvSpPr/>
          <p:nvPr/>
        </p:nvSpPr>
        <p:spPr>
          <a:xfrm>
            <a:off x="475560" y="2743200"/>
            <a:ext cx="3728520" cy="310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Rounded Rectangle 1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26"/>
          <p:cNvSpPr/>
          <p:nvPr/>
        </p:nvSpPr>
        <p:spPr>
          <a:xfrm>
            <a:off x="4343400" y="2918520"/>
            <a:ext cx="3518280" cy="293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2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ounded Rectangle 28"/>
          <p:cNvSpPr/>
          <p:nvPr/>
        </p:nvSpPr>
        <p:spPr>
          <a:xfrm>
            <a:off x="8023680" y="2743200"/>
            <a:ext cx="383976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Rectangle 64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65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66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67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68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69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70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71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72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73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74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75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6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77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78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79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2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3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ounded Rectangle 31"/>
          <p:cNvSpPr/>
          <p:nvPr/>
        </p:nvSpPr>
        <p:spPr>
          <a:xfrm>
            <a:off x="685800" y="3108960"/>
            <a:ext cx="35186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Rounded Rectangle 3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3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3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35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Rectangle 80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81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82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83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84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85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86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87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88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89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90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91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92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93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94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95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36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14"/>
          <p:cNvSpPr/>
          <p:nvPr/>
        </p:nvSpPr>
        <p:spPr>
          <a:xfrm>
            <a:off x="591840" y="2194560"/>
            <a:ext cx="97884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37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ounded Rectangle 38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Rounded Rectangle 3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40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ounded Rectangle 41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42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Box 15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Rectangle 1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9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20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21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22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23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24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25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26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27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28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29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30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31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96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43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Box 16"/>
          <p:cNvSpPr/>
          <p:nvPr/>
        </p:nvSpPr>
        <p:spPr>
          <a:xfrm>
            <a:off x="911880" y="1005840"/>
            <a:ext cx="9148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Box 17"/>
          <p:cNvSpPr/>
          <p:nvPr/>
        </p:nvSpPr>
        <p:spPr>
          <a:xfrm>
            <a:off x="-310680" y="2194560"/>
            <a:ext cx="1160028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44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ounded Rectangle 45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Rounded Rectangle 46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47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Rounded Rectangle 48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49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TextBox 20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2026-02-10T16:41:37Z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