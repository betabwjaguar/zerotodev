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0EFABC-0826-4893-8ADF-6A205CAFC26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927B76-89B3-4EE8-8583-43214D61D7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51B0C6-5285-4CF8-8362-B2EBF3ADFE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EDD068-3647-4EC8-B4C8-1EF37BF8AF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A47A07-CF44-4234-A241-C6E8A9E86E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E237FB-9519-4072-8372-6A38246507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DA99CA-0CD1-49F3-B706-8345AA6CC6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24AF62-22CB-4606-A5EE-97CE73AF42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EF8DCD-904E-4B88-BBE4-9A9721EA2D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330070-C7F5-400A-905E-9C9E07B21E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5EA6E4-79FA-4C2A-BA40-49ED1E9D689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612F98-EC78-4DA0-B989-65B295A1D1E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D85CAB-8752-44FA-A45B-B50C1DDC77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6F4FC6B-CA3E-493D-A239-EEA8501E9B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0FA3BF-ABFB-4113-B9F5-AC2D1DD24A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82AF6E-4FBC-4D6B-9280-B13122D97BD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1B671B-C0B0-4714-9ADA-2C38B6625D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D6E7C9D-0872-40CD-8204-4A41EAB8C8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842D4F-4EE1-49FF-8BD8-2CB5AC03A5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AFB4F79-870A-4FC9-AA17-3FF2B11F27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A7C072-96D9-47DF-B2A6-C388CD6754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01EF672-9348-494B-A8A8-3C33F5EC58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FB6DA3-56D4-410B-ADB6-C6C6EA978BD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49CA3D7-C3DD-457F-965A-4EE50101C4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AE9631-FF82-4463-9864-868A0967326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65BC38-0C4B-46E5-9B82-EB2D1C582B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F47CAAC-FF14-4700-B1EA-08B3AD5FDF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4DF6592-8C8D-4132-A7D1-21AEF6FC8C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DF6F165-2E68-4D07-BC2D-1551C72FB41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5D1CB66-5EDC-4868-8BFE-992A201873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5BF4386-513A-4D5E-9BBD-A83AE73353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EE28798-AF4F-4C04-986C-594B9130D7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34EED23-7939-4CA5-895A-BD031E8529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1876836-7FB9-4D99-A103-BA5B7C60DE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79C17BD-8FE7-4BBD-A2D6-3A5709A9D94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A5E983-CA28-4CCE-91FD-1728A97F5D5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41C8D1B-07E1-424B-B9EF-4BE98A76FA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3FC1441-6C8B-400A-9CD7-82550AEFBC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9185ED7-25FC-4F6B-B029-73F87C1594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6C2F98E-2237-48F7-819A-9BA338C389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426226-A900-4533-9DE5-3C27765666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276816-3741-4875-AB79-575E5F3EAD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11104B4-7F50-4687-8E5B-41C1F48C8A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6E4EB41-7198-4B41-92AF-F17CFBCAAA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EBE2139-D094-4092-B269-22E200597E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2BB5FC0-9BEB-4657-8EA2-97909A2E37B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79FE56-55E8-4B5C-989D-46E9FD5AB85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B1147DD-B349-4759-AEFF-66144A0BA9F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3BCCEC-0A9A-41DE-9EB4-964537EE259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4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4AAFFF-A937-4048-AF1C-31AC497717B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2B9E9E-EC43-41FA-A5E0-B810B7184D5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E0874C-BE12-4C14-9D83-B6A243EFF5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2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21"/>
          <p:cNvSpPr/>
          <p:nvPr/>
        </p:nvSpPr>
        <p:spPr>
          <a:xfrm>
            <a:off x="685800" y="2521440"/>
            <a:ext cx="3427920" cy="332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Rounded Rectangle 2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ounded Rectangle 2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Rounded Rectangle 2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ounded Rectangle 25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3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3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3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3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3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3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3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3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4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4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4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4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4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4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4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4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ounded Rectangle 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10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ounded Rectangle 1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ounded Rectangle 12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Rounded Rectangle 1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ounded Rectangle 14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4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4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5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5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5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5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5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5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5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5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5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6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6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6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6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1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Rounded Rectangle 1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18"/>
          <p:cNvSpPr/>
          <p:nvPr/>
        </p:nvSpPr>
        <p:spPr>
          <a:xfrm>
            <a:off x="475560" y="2743200"/>
            <a:ext cx="3728880" cy="310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ounded Rectangle 1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ounded Rectangle 26"/>
          <p:cNvSpPr/>
          <p:nvPr/>
        </p:nvSpPr>
        <p:spPr>
          <a:xfrm>
            <a:off x="4343400" y="2918520"/>
            <a:ext cx="3518640" cy="293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Rounded Rectangle 2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ounded Rectangle 28"/>
          <p:cNvSpPr/>
          <p:nvPr/>
        </p:nvSpPr>
        <p:spPr>
          <a:xfrm>
            <a:off x="8023680" y="2743200"/>
            <a:ext cx="384012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6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6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6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6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6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6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7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7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7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7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7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7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7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7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7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2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ounded Rectangle 3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31"/>
          <p:cNvSpPr/>
          <p:nvPr/>
        </p:nvSpPr>
        <p:spPr>
          <a:xfrm>
            <a:off x="685800" y="3108960"/>
            <a:ext cx="35190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Rounded Rectangle 3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ounded Rectangle 3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Rounded Rectangle 3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35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1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2026-02-07T21:22:24Z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