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_rels/slideMaster1.xml.rels" ContentType="application/vnd.openxmlformats-package.relationships+xml"/>
  <Override PartName="/ppt/slideMasters/_rels/slideMaster2.xml.rels" ContentType="application/vnd.openxmlformats-package.relationships+xml"/>
  <Override PartName="/ppt/slideMasters/_rels/slideMaster3.xml.rels" ContentType="application/vnd.openxmlformats-package.relationships+xml"/>
  <Override PartName="/ppt/slideMasters/_rels/slideMaster4.xml.rels" ContentType="application/vnd.openxmlformats-package.relationship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slideLayouts/slideLayout31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_rels/slideLayout31.xml.rels" ContentType="application/vnd.openxmlformats-package.relationships+xml"/>
  <Override PartName="/ppt/slideLayouts/_rels/slideLayout1.xml.rels" ContentType="application/vnd.openxmlformats-package.relationships+xml"/>
  <Override PartName="/ppt/slideLayouts/_rels/slideLayout32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33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34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35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36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37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38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39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12.xml.rels" ContentType="application/vnd.openxmlformats-package.relationships+xml"/>
  <Override PartName="/ppt/slideLayouts/_rels/slideLayout13.xml.rels" ContentType="application/vnd.openxmlformats-package.relationships+xml"/>
  <Override PartName="/ppt/slideLayouts/_rels/slideLayout14.xml.rels" ContentType="application/vnd.openxmlformats-package.relationships+xml"/>
  <Override PartName="/ppt/slideLayouts/_rels/slideLayout15.xml.rels" ContentType="application/vnd.openxmlformats-package.relationships+xml"/>
  <Override PartName="/ppt/slideLayouts/_rels/slideLayout16.xml.rels" ContentType="application/vnd.openxmlformats-package.relationships+xml"/>
  <Override PartName="/ppt/slideLayouts/_rels/slideLayout17.xml.rels" ContentType="application/vnd.openxmlformats-package.relationships+xml"/>
  <Override PartName="/ppt/slideLayouts/_rels/slideLayout18.xml.rels" ContentType="application/vnd.openxmlformats-package.relationships+xml"/>
  <Override PartName="/ppt/slideLayouts/_rels/slideLayout19.xml.rels" ContentType="application/vnd.openxmlformats-package.relationships+xml"/>
  <Override PartName="/ppt/slideLayouts/_rels/slideLayout20.xml.rels" ContentType="application/vnd.openxmlformats-package.relationships+xml"/>
  <Override PartName="/ppt/slideLayouts/_rels/slideLayout21.xml.rels" ContentType="application/vnd.openxmlformats-package.relationships+xml"/>
  <Override PartName="/ppt/slideLayouts/_rels/slideLayout22.xml.rels" ContentType="application/vnd.openxmlformats-package.relationships+xml"/>
  <Override PartName="/ppt/slideLayouts/_rels/slideLayout23.xml.rels" ContentType="application/vnd.openxmlformats-package.relationships+xml"/>
  <Override PartName="/ppt/slideLayouts/_rels/slideLayout24.xml.rels" ContentType="application/vnd.openxmlformats-package.relationships+xml"/>
  <Override PartName="/ppt/slideLayouts/_rels/slideLayout25.xml.rels" ContentType="application/vnd.openxmlformats-package.relationships+xml"/>
  <Override PartName="/ppt/slideLayouts/_rels/slideLayout26.xml.rels" ContentType="application/vnd.openxmlformats-package.relationships+xml"/>
  <Override PartName="/ppt/slideLayouts/_rels/slideLayout27.xml.rels" ContentType="application/vnd.openxmlformats-package.relationships+xml"/>
  <Override PartName="/ppt/slideLayouts/_rels/slideLayout28.xml.rels" ContentType="application/vnd.openxmlformats-package.relationships+xml"/>
  <Override PartName="/ppt/slideLayouts/_rels/slideLayout29.xml.rels" ContentType="application/vnd.openxmlformats-package.relationships+xml"/>
  <Override PartName="/ppt/slideLayouts/_rels/slideLayout30.xml.rels" ContentType="application/vnd.openxmlformats-package.relationships+xml"/>
  <Override PartName="/ppt/slideLayouts/_rels/slideLayout40.xml.rels" ContentType="application/vnd.openxmlformats-package.relationships+xml"/>
  <Override PartName="/ppt/slideLayouts/_rels/slideLayout41.xml.rels" ContentType="application/vnd.openxmlformats-package.relationships+xml"/>
  <Override PartName="/ppt/slideLayouts/_rels/slideLayout42.xml.rels" ContentType="application/vnd.openxmlformats-package.relationships+xml"/>
  <Override PartName="/ppt/slideLayouts/_rels/slideLayout43.xml.rels" ContentType="application/vnd.openxmlformats-package.relationships+xml"/>
  <Override PartName="/ppt/slideLayouts/_rels/slideLayout44.xml.rels" ContentType="application/vnd.openxmlformats-package.relationships+xml"/>
  <Override PartName="/ppt/slideLayouts/_rels/slideLayout45.xml.rels" ContentType="application/vnd.openxmlformats-package.relationships+xml"/>
  <Override PartName="/ppt/slideLayouts/_rels/slideLayout46.xml.rels" ContentType="application/vnd.openxmlformats-package.relationships+xml"/>
  <Override PartName="/ppt/slideLayouts/_rels/slideLayout47.xml.rels" ContentType="application/vnd.openxmlformats-package.relationships+xml"/>
  <Override PartName="/ppt/slideLayouts/_rels/slideLayout48.xml.rels" ContentType="application/vnd.openxmlformats-package.relationships+xml"/>
  <Override PartName="/ppt/_rels/presentation.xml.rels" ContentType="application/vnd.openxmlformats-package.relationshi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_rels/slide1.xml.rels" ContentType="application/vnd.openxmlformats-package.relationships+xml"/>
  <Override PartName="/ppt/slides/_rels/slide2.xml.rels" ContentType="application/vnd.openxmlformats-package.relationships+xml"/>
  <Override PartName="/ppt/slides/_rels/slide3.xml.rels" ContentType="application/vnd.openxmlformats-package.relationships+xml"/>
  <Override PartName="/ppt/slides/_rels/slide4.xml.rels" ContentType="application/vnd.openxmlformats-package.relationships+xml"/>
  <Override PartName="/ppt/slides/_rels/slide5.xml.rels" ContentType="application/vnd.openxmlformats-package.relationships+xml"/>
  <Override PartName="/ppt/slides/_rels/slide6.xml.rels" ContentType="application/vnd.openxmlformats-package.relationships+xml"/>
  <Override PartName="/ppt/slides/_rels/slide7.xml.rels" ContentType="application/vnd.openxmlformats-package.relationships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61" r:id="rId3"/>
    <p:sldMasterId id="2147483674" r:id="rId4"/>
    <p:sldMasterId id="2147483687" r:id="rId5"/>
  </p:sld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</p:sldIdLst>
  <p:sldSz cx="9144000" cy="6858000"/>
  <p:notesSz cx="7772400" cy="100584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2.xml"/><Relationship Id="rId4" Type="http://schemas.openxmlformats.org/officeDocument/2006/relationships/slideMaster" Target="slideMasters/slideMaster3.xml"/><Relationship Id="rId5" Type="http://schemas.openxmlformats.org/officeDocument/2006/relationships/slideMaster" Target="slideMasters/slideMaster4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2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2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2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2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3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3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26AEF12F-981A-46E9-A324-87C9E4374D3F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F4963DE0-32D2-479C-AF9A-2E702094ACF1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66E91CD9-C5D1-4AC2-910E-88F2ED442364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5F213A54-310A-4543-ADE4-C56EF5903E1D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426D0E24-AF14-4600-B869-51D788294AF7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EF148AB7-B635-48E3-A0E8-DD506AEEBF21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6DF02DB2-5F2F-4B59-98FA-1B1F75B0EDC3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0933356F-F581-4C6B-A176-C91D0B622E04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5585197C-1903-45F3-8022-F3D6619B2290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251F816E-153B-400F-8C32-5A5A137A8121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936ABBCF-C40C-4D93-8F88-397C458ADF38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3E837765-98A5-4C15-B6D4-66E376FA46A4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1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1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1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1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1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1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2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2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2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2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0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2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3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4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5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8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2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09B7127F-880D-4062-8E5D-397253687FF1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5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07702006-0AE9-4805-B392-85A9359E3A9F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7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2EBC6203-6296-4659-9688-924FCF0D4674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9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0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A3E0A3F3-AEE7-4397-9917-37642343B152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13B735EC-D6BB-45F1-85C0-1CCAB24C1BDB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F6958E4D-4D31-479E-AC16-3C80E95C63F1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4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5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6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BBC97CE6-AC7D-4CDA-AD74-841A4E81B9DD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8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9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0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753E067B-81AC-421F-A30E-1AEB791D900D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2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3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4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A1B373B2-EC71-4A5A-A43A-F6456C18646A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6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7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3E9CAEEB-7BE5-46D1-9DC7-D11189C595CC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9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0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1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2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1724961A-C419-4C37-9C3A-B61DF29777AE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4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5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6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7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8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9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0F7DD967-A3A3-4AB9-A926-C22CD154A7A2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5CA4FF52-99F3-421E-9022-9B85448401BA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6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D0822938-4DB6-4C31-AA74-C72C87E788A9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8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5C99C051-193E-4135-B84B-CF09FF3F540D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1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795ECFFE-E8DB-4E53-833D-F88DE0E5B3DA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25996C6C-A068-468D-A86B-6FAE6409F4FC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DB806164-0EDD-4412-83BB-F6D8BF11E2D9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6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7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3BBF89BD-11B2-49AA-877A-E2156592A0FD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9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0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1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4D54F922-12CE-4073-ACCC-3D084F846ED9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3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4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5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0254EDC2-E8D0-485E-A05C-B08119D3ECAD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7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8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4274B792-0575-4204-B3C3-6CB663BC52A8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1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2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3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DD04FD39-CC2A-4BCA-8C0D-BFC56B493FEA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6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7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8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9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0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B47CB2A2-82D7-48AD-806D-E16608255E81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
</Relationships>
</file>

<file path=ppt/slideMasters/_rels/slideMaster2.xml.rels><?xml version="1.0" encoding="UTF-8"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3" Type="http://schemas.openxmlformats.org/officeDocument/2006/relationships/slideLayout" Target="../slideLayouts/slideLayout14.xml"/><Relationship Id="rId4" Type="http://schemas.openxmlformats.org/officeDocument/2006/relationships/slideLayout" Target="../slideLayouts/slideLayout15.xml"/><Relationship Id="rId5" Type="http://schemas.openxmlformats.org/officeDocument/2006/relationships/slideLayout" Target="../slideLayouts/slideLayout16.xml"/><Relationship Id="rId6" Type="http://schemas.openxmlformats.org/officeDocument/2006/relationships/slideLayout" Target="../slideLayouts/slideLayout17.xml"/><Relationship Id="rId7" Type="http://schemas.openxmlformats.org/officeDocument/2006/relationships/slideLayout" Target="../slideLayouts/slideLayout18.xml"/><Relationship Id="rId8" Type="http://schemas.openxmlformats.org/officeDocument/2006/relationships/slideLayout" Target="../slideLayouts/slideLayout19.xml"/><Relationship Id="rId9" Type="http://schemas.openxmlformats.org/officeDocument/2006/relationships/slideLayout" Target="../slideLayouts/slideLayout20.xml"/><Relationship Id="rId10" Type="http://schemas.openxmlformats.org/officeDocument/2006/relationships/slideLayout" Target="../slideLayouts/slideLayout21.xml"/><Relationship Id="rId11" Type="http://schemas.openxmlformats.org/officeDocument/2006/relationships/slideLayout" Target="../slideLayouts/slideLayout22.xml"/><Relationship Id="rId12" Type="http://schemas.openxmlformats.org/officeDocument/2006/relationships/slideLayout" Target="../slideLayouts/slideLayout23.xml"/><Relationship Id="rId13" Type="http://schemas.openxmlformats.org/officeDocument/2006/relationships/slideLayout" Target="../slideLayouts/slideLayout24.xml"/>
</Relationships>
</file>

<file path=ppt/slideMasters/_rels/slideMaster3.xml.rels><?xml version="1.0" encoding="UTF-8"?>
<Relationships xmlns="http://schemas.openxmlformats.org/package/2006/relationships"><Relationship Id="rId1" Type="http://schemas.openxmlformats.org/officeDocument/2006/relationships/theme" Target="../theme/theme3.xml"/><Relationship Id="rId2" Type="http://schemas.openxmlformats.org/officeDocument/2006/relationships/slideLayout" Target="../slideLayouts/slideLayout25.xml"/><Relationship Id="rId3" Type="http://schemas.openxmlformats.org/officeDocument/2006/relationships/slideLayout" Target="../slideLayouts/slideLayout26.xml"/><Relationship Id="rId4" Type="http://schemas.openxmlformats.org/officeDocument/2006/relationships/slideLayout" Target="../slideLayouts/slideLayout27.xml"/><Relationship Id="rId5" Type="http://schemas.openxmlformats.org/officeDocument/2006/relationships/slideLayout" Target="../slideLayouts/slideLayout28.xml"/><Relationship Id="rId6" Type="http://schemas.openxmlformats.org/officeDocument/2006/relationships/slideLayout" Target="../slideLayouts/slideLayout29.xml"/><Relationship Id="rId7" Type="http://schemas.openxmlformats.org/officeDocument/2006/relationships/slideLayout" Target="../slideLayouts/slideLayout30.xml"/><Relationship Id="rId8" Type="http://schemas.openxmlformats.org/officeDocument/2006/relationships/slideLayout" Target="../slideLayouts/slideLayout31.xml"/><Relationship Id="rId9" Type="http://schemas.openxmlformats.org/officeDocument/2006/relationships/slideLayout" Target="../slideLayouts/slideLayout32.xml"/><Relationship Id="rId10" Type="http://schemas.openxmlformats.org/officeDocument/2006/relationships/slideLayout" Target="../slideLayouts/slideLayout33.xml"/><Relationship Id="rId11" Type="http://schemas.openxmlformats.org/officeDocument/2006/relationships/slideLayout" Target="../slideLayouts/slideLayout34.xml"/><Relationship Id="rId12" Type="http://schemas.openxmlformats.org/officeDocument/2006/relationships/slideLayout" Target="../slideLayouts/slideLayout35.xml"/><Relationship Id="rId13" Type="http://schemas.openxmlformats.org/officeDocument/2006/relationships/slideLayout" Target="../slideLayouts/slideLayout36.xml"/>
</Relationships>
</file>

<file path=ppt/slideMasters/_rels/slideMaster4.xml.rels><?xml version="1.0" encoding="UTF-8"?>
<Relationships xmlns="http://schemas.openxmlformats.org/package/2006/relationships"><Relationship Id="rId1" Type="http://schemas.openxmlformats.org/officeDocument/2006/relationships/theme" Target="../theme/theme4.xml"/><Relationship Id="rId2" Type="http://schemas.openxmlformats.org/officeDocument/2006/relationships/slideLayout" Target="../slideLayouts/slideLayout37.xml"/><Relationship Id="rId3" Type="http://schemas.openxmlformats.org/officeDocument/2006/relationships/slideLayout" Target="../slideLayouts/slideLayout38.xml"/><Relationship Id="rId4" Type="http://schemas.openxmlformats.org/officeDocument/2006/relationships/slideLayout" Target="../slideLayouts/slideLayout39.xml"/><Relationship Id="rId5" Type="http://schemas.openxmlformats.org/officeDocument/2006/relationships/slideLayout" Target="../slideLayouts/slideLayout40.xml"/><Relationship Id="rId6" Type="http://schemas.openxmlformats.org/officeDocument/2006/relationships/slideLayout" Target="../slideLayouts/slideLayout41.xml"/><Relationship Id="rId7" Type="http://schemas.openxmlformats.org/officeDocument/2006/relationships/slideLayout" Target="../slideLayouts/slideLayout42.xml"/><Relationship Id="rId8" Type="http://schemas.openxmlformats.org/officeDocument/2006/relationships/slideLayout" Target="../slideLayouts/slideLayout43.xml"/><Relationship Id="rId9" Type="http://schemas.openxmlformats.org/officeDocument/2006/relationships/slideLayout" Target="../slideLayouts/slideLayout44.xml"/><Relationship Id="rId10" Type="http://schemas.openxmlformats.org/officeDocument/2006/relationships/slideLayout" Target="../slideLayouts/slideLayout45.xml"/><Relationship Id="rId11" Type="http://schemas.openxmlformats.org/officeDocument/2006/relationships/slideLayout" Target="../slideLayouts/slideLayout46.xml"/><Relationship Id="rId12" Type="http://schemas.openxmlformats.org/officeDocument/2006/relationships/slideLayout" Target="../slideLayouts/slideLayout47.xml"/><Relationship Id="rId13" Type="http://schemas.openxmlformats.org/officeDocument/2006/relationships/slideLayout" Target="../slideLayouts/slideLayout48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ftr" idx="1"/>
          </p:nvPr>
        </p:nvSpPr>
        <p:spPr>
          <a:xfrm>
            <a:off x="3124080" y="6356520"/>
            <a:ext cx="2892960" cy="3625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sldNum" idx="2"/>
          </p:nvPr>
        </p:nvSpPr>
        <p:spPr>
          <a:xfrm>
            <a:off x="6553080" y="6356520"/>
            <a:ext cx="2131200" cy="3625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EA487D4D-8FC8-4C3C-B666-4AC78973E9DB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" name="PlaceHolder 3"/>
          <p:cNvSpPr>
            <a:spLocks noGrp="1"/>
          </p:cNvSpPr>
          <p:nvPr>
            <p:ph type="dt" idx="3"/>
          </p:nvPr>
        </p:nvSpPr>
        <p:spPr>
          <a:xfrm>
            <a:off x="457200" y="6356520"/>
            <a:ext cx="2131200" cy="3625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" name="PlaceHolder 4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</p:sldMaster>
</file>

<file path=ppt/slideMasters/slideMaster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" name="PlaceHolder 2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</p:sldLayoutIdLst>
</p:sldMaster>
</file>

<file path=ppt/slideMasters/slideMaster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PlaceHolder 1"/>
          <p:cNvSpPr>
            <a:spLocks noGrp="1"/>
          </p:cNvSpPr>
          <p:nvPr>
            <p:ph type="ftr" idx="4"/>
          </p:nvPr>
        </p:nvSpPr>
        <p:spPr>
          <a:xfrm>
            <a:off x="3124080" y="6356520"/>
            <a:ext cx="2893680" cy="3632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0" name="PlaceHolder 2"/>
          <p:cNvSpPr>
            <a:spLocks noGrp="1"/>
          </p:cNvSpPr>
          <p:nvPr>
            <p:ph type="sldNum" idx="5"/>
          </p:nvPr>
        </p:nvSpPr>
        <p:spPr>
          <a:xfrm>
            <a:off x="6553080" y="6356520"/>
            <a:ext cx="2131920" cy="3632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D6C588A2-3C40-44BB-8C56-92129942E96F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1" name="PlaceHolder 3"/>
          <p:cNvSpPr>
            <a:spLocks noGrp="1"/>
          </p:cNvSpPr>
          <p:nvPr>
            <p:ph type="dt" idx="6"/>
          </p:nvPr>
        </p:nvSpPr>
        <p:spPr>
          <a:xfrm>
            <a:off x="457200" y="6356520"/>
            <a:ext cx="2131920" cy="3632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2" name="PlaceHolder 4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3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75" r:id="rId2"/>
    <p:sldLayoutId id="2147483676" r:id="rId3"/>
    <p:sldLayoutId id="2147483677" r:id="rId4"/>
    <p:sldLayoutId id="2147483678" r:id="rId5"/>
    <p:sldLayoutId id="2147483679" r:id="rId6"/>
    <p:sldLayoutId id="2147483680" r:id="rId7"/>
    <p:sldLayoutId id="2147483681" r:id="rId8"/>
    <p:sldLayoutId id="2147483682" r:id="rId9"/>
    <p:sldLayoutId id="2147483683" r:id="rId10"/>
    <p:sldLayoutId id="2147483684" r:id="rId11"/>
    <p:sldLayoutId id="2147483685" r:id="rId12"/>
    <p:sldLayoutId id="2147483686" r:id="rId13"/>
  </p:sldLayoutIdLst>
</p:sldMaster>
</file>

<file path=ppt/slideMasters/slideMaster4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PlaceHolder 1"/>
          <p:cNvSpPr>
            <a:spLocks noGrp="1"/>
          </p:cNvSpPr>
          <p:nvPr>
            <p:ph type="ftr" idx="7"/>
          </p:nvPr>
        </p:nvSpPr>
        <p:spPr>
          <a:xfrm>
            <a:off x="3124080" y="6356520"/>
            <a:ext cx="2893680" cy="3632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1" name="PlaceHolder 2"/>
          <p:cNvSpPr>
            <a:spLocks noGrp="1"/>
          </p:cNvSpPr>
          <p:nvPr>
            <p:ph type="sldNum" idx="8"/>
          </p:nvPr>
        </p:nvSpPr>
        <p:spPr>
          <a:xfrm>
            <a:off x="6553080" y="6356520"/>
            <a:ext cx="2131920" cy="3632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525F7A22-AC8D-4D6F-997A-909A8152EDAF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2" name="PlaceHolder 3"/>
          <p:cNvSpPr>
            <a:spLocks noGrp="1"/>
          </p:cNvSpPr>
          <p:nvPr>
            <p:ph type="dt" idx="9"/>
          </p:nvPr>
        </p:nvSpPr>
        <p:spPr>
          <a:xfrm>
            <a:off x="457200" y="6356520"/>
            <a:ext cx="2131920" cy="3632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3" name="PlaceHolder 4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4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88" r:id="rId2"/>
    <p:sldLayoutId id="2147483689" r:id="rId3"/>
    <p:sldLayoutId id="2147483690" r:id="rId4"/>
    <p:sldLayoutId id="2147483691" r:id="rId5"/>
    <p:sldLayoutId id="2147483692" r:id="rId6"/>
    <p:sldLayoutId id="2147483693" r:id="rId7"/>
    <p:sldLayoutId id="2147483694" r:id="rId8"/>
    <p:sldLayoutId id="2147483695" r:id="rId9"/>
    <p:sldLayoutId id="2147483696" r:id="rId10"/>
    <p:sldLayoutId id="2147483697" r:id="rId11"/>
    <p:sldLayoutId id="2147483698" r:id="rId12"/>
    <p:sldLayoutId id="2147483699" r:id="rId1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5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5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7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7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Rectangle 32"/>
          <p:cNvSpPr/>
          <p:nvPr/>
        </p:nvSpPr>
        <p:spPr>
          <a:xfrm>
            <a:off x="0" y="0"/>
            <a:ext cx="12186360" cy="685548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62" name="Rectangle 33"/>
          <p:cNvSpPr/>
          <p:nvPr/>
        </p:nvSpPr>
        <p:spPr>
          <a:xfrm>
            <a:off x="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63" name="Rectangle 34"/>
          <p:cNvSpPr/>
          <p:nvPr/>
        </p:nvSpPr>
        <p:spPr>
          <a:xfrm>
            <a:off x="9144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64" name="Rectangle 35"/>
          <p:cNvSpPr/>
          <p:nvPr/>
        </p:nvSpPr>
        <p:spPr>
          <a:xfrm>
            <a:off x="18288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65" name="Rectangle 36"/>
          <p:cNvSpPr/>
          <p:nvPr/>
        </p:nvSpPr>
        <p:spPr>
          <a:xfrm>
            <a:off x="27432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66" name="Rectangle 37"/>
          <p:cNvSpPr/>
          <p:nvPr/>
        </p:nvSpPr>
        <p:spPr>
          <a:xfrm>
            <a:off x="36576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67" name="Rectangle 38"/>
          <p:cNvSpPr/>
          <p:nvPr/>
        </p:nvSpPr>
        <p:spPr>
          <a:xfrm>
            <a:off x="45720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68" name="Rectangle 39"/>
          <p:cNvSpPr/>
          <p:nvPr/>
        </p:nvSpPr>
        <p:spPr>
          <a:xfrm>
            <a:off x="54864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69" name="Rectangle 40"/>
          <p:cNvSpPr/>
          <p:nvPr/>
        </p:nvSpPr>
        <p:spPr>
          <a:xfrm>
            <a:off x="64008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70" name="Rectangle 41"/>
          <p:cNvSpPr/>
          <p:nvPr/>
        </p:nvSpPr>
        <p:spPr>
          <a:xfrm>
            <a:off x="73152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71" name="Rectangle 42"/>
          <p:cNvSpPr/>
          <p:nvPr/>
        </p:nvSpPr>
        <p:spPr>
          <a:xfrm>
            <a:off x="82296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72" name="Rectangle 43"/>
          <p:cNvSpPr/>
          <p:nvPr/>
        </p:nvSpPr>
        <p:spPr>
          <a:xfrm>
            <a:off x="91440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73" name="Rectangle 44"/>
          <p:cNvSpPr/>
          <p:nvPr/>
        </p:nvSpPr>
        <p:spPr>
          <a:xfrm>
            <a:off x="100584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74" name="Rectangle 45"/>
          <p:cNvSpPr/>
          <p:nvPr/>
        </p:nvSpPr>
        <p:spPr>
          <a:xfrm>
            <a:off x="109728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75" name="Rectangle 46"/>
          <p:cNvSpPr/>
          <p:nvPr/>
        </p:nvSpPr>
        <p:spPr>
          <a:xfrm>
            <a:off x="118872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76" name="Rectangle 47"/>
          <p:cNvSpPr/>
          <p:nvPr/>
        </p:nvSpPr>
        <p:spPr>
          <a:xfrm>
            <a:off x="0" y="0"/>
            <a:ext cx="317520" cy="685548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77" name="Rounded Rectangle 8"/>
          <p:cNvSpPr/>
          <p:nvPr/>
        </p:nvSpPr>
        <p:spPr>
          <a:xfrm>
            <a:off x="9875520" y="365760"/>
            <a:ext cx="2009160" cy="50040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8" name="TextBox 4"/>
          <p:cNvSpPr/>
          <p:nvPr/>
        </p:nvSpPr>
        <p:spPr>
          <a:xfrm>
            <a:off x="2913480" y="1005840"/>
            <a:ext cx="514476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JAVA DEĞİŞKENLERİ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9" name="TextBox 5"/>
          <p:cNvSpPr/>
          <p:nvPr/>
        </p:nvSpPr>
        <p:spPr>
          <a:xfrm>
            <a:off x="1237680" y="2057400"/>
            <a:ext cx="9968400" cy="66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Değişkenler, bir programda verileri saklamak için kullanılan isimlendirilmiş bellek konumlarıdır.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Java'da her değişken, hangi tür veriyi saklayabileceğini belirleyen belirli bir veri tipine sahip olmalıdır.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0" name="Rounded Rectangle 9"/>
          <p:cNvSpPr/>
          <p:nvPr/>
        </p:nvSpPr>
        <p:spPr>
          <a:xfrm>
            <a:off x="987480" y="3182040"/>
            <a:ext cx="3289320" cy="27406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81" name="Rounded Rectangle 10"/>
          <p:cNvSpPr/>
          <p:nvPr/>
        </p:nvSpPr>
        <p:spPr>
          <a:xfrm>
            <a:off x="914400" y="3108960"/>
            <a:ext cx="3289320" cy="32904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Değişken Tanımı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Bir değişken, veriyi saklamak için kullanılan isimlendirilmiş bir bellek konumudur.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Veri Tipi Gerekliliği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Java'da her değişken belirli bir veri tipi ile tanımlanmalıdır.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Bellek Tahsisi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Veri tipi, değişkenin hangi tür değeri tutacağını ve bellekte ne kadar yer kaplayacağını belirler.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Veri Tipi Örnekleri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Örneğin, int tam sayıları saklar, double ondalık sayıları saklar ve String metin verilerini saklar.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Program Esnekliği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Değişkenler, programların çalışma sırasında veri saklamasına ve değiştirmesine olanak tanır.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2" name="Rounded Rectangle 11"/>
          <p:cNvSpPr/>
          <p:nvPr/>
        </p:nvSpPr>
        <p:spPr>
          <a:xfrm>
            <a:off x="4507920" y="3182040"/>
            <a:ext cx="3289320" cy="27406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83" name="Rounded Rectangle 12"/>
          <p:cNvSpPr/>
          <p:nvPr/>
        </p:nvSpPr>
        <p:spPr>
          <a:xfrm>
            <a:off x="4434840" y="3108960"/>
            <a:ext cx="3289320" cy="27406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Program Başlar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Değişken Tanımla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(veri tipi + isim)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Değer Ata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Değişkeni Kullan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(yazdır / hesapla)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4" name="Rounded Rectangle 13"/>
          <p:cNvSpPr/>
          <p:nvPr/>
        </p:nvSpPr>
        <p:spPr>
          <a:xfrm>
            <a:off x="8028360" y="3182040"/>
            <a:ext cx="3289320" cy="27406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85" name="Rounded Rectangle 14"/>
          <p:cNvSpPr/>
          <p:nvPr/>
        </p:nvSpPr>
        <p:spPr>
          <a:xfrm>
            <a:off x="7955280" y="3108960"/>
            <a:ext cx="3473280" cy="32904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DegiskenOrnegi {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int yas = 21;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double fiyat = 49.99;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String isim = "Java";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  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System.out.println(yas);       System.out.println(fiyat);        System.out.println(isim);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6" name="TextBox 6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Rectangle 16"/>
          <p:cNvSpPr/>
          <p:nvPr/>
        </p:nvSpPr>
        <p:spPr>
          <a:xfrm>
            <a:off x="0" y="0"/>
            <a:ext cx="12186360" cy="685548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88" name="Rectangle 17"/>
          <p:cNvSpPr/>
          <p:nvPr/>
        </p:nvSpPr>
        <p:spPr>
          <a:xfrm>
            <a:off x="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89" name="Rectangle 18"/>
          <p:cNvSpPr/>
          <p:nvPr/>
        </p:nvSpPr>
        <p:spPr>
          <a:xfrm>
            <a:off x="9144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90" name="Rectangle 19"/>
          <p:cNvSpPr/>
          <p:nvPr/>
        </p:nvSpPr>
        <p:spPr>
          <a:xfrm>
            <a:off x="18288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91" name="Rectangle 20"/>
          <p:cNvSpPr/>
          <p:nvPr/>
        </p:nvSpPr>
        <p:spPr>
          <a:xfrm>
            <a:off x="27432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92" name="Rectangle 21"/>
          <p:cNvSpPr/>
          <p:nvPr/>
        </p:nvSpPr>
        <p:spPr>
          <a:xfrm>
            <a:off x="36576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93" name="Rectangle 22"/>
          <p:cNvSpPr/>
          <p:nvPr/>
        </p:nvSpPr>
        <p:spPr>
          <a:xfrm>
            <a:off x="45720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94" name="Rectangle 23"/>
          <p:cNvSpPr/>
          <p:nvPr/>
        </p:nvSpPr>
        <p:spPr>
          <a:xfrm>
            <a:off x="54864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95" name="Rectangle 24"/>
          <p:cNvSpPr/>
          <p:nvPr/>
        </p:nvSpPr>
        <p:spPr>
          <a:xfrm>
            <a:off x="64008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96" name="Rectangle 25"/>
          <p:cNvSpPr/>
          <p:nvPr/>
        </p:nvSpPr>
        <p:spPr>
          <a:xfrm>
            <a:off x="73152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97" name="Rectangle 26"/>
          <p:cNvSpPr/>
          <p:nvPr/>
        </p:nvSpPr>
        <p:spPr>
          <a:xfrm>
            <a:off x="82296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98" name="Rectangle 27"/>
          <p:cNvSpPr/>
          <p:nvPr/>
        </p:nvSpPr>
        <p:spPr>
          <a:xfrm>
            <a:off x="91440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99" name="Rectangle 28"/>
          <p:cNvSpPr/>
          <p:nvPr/>
        </p:nvSpPr>
        <p:spPr>
          <a:xfrm>
            <a:off x="100584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00" name="Rectangle 29"/>
          <p:cNvSpPr/>
          <p:nvPr/>
        </p:nvSpPr>
        <p:spPr>
          <a:xfrm>
            <a:off x="109728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01" name="Rectangle 30"/>
          <p:cNvSpPr/>
          <p:nvPr/>
        </p:nvSpPr>
        <p:spPr>
          <a:xfrm>
            <a:off x="118872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02" name="Rectangle 31"/>
          <p:cNvSpPr/>
          <p:nvPr/>
        </p:nvSpPr>
        <p:spPr>
          <a:xfrm>
            <a:off x="0" y="0"/>
            <a:ext cx="317520" cy="685548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03" name="Rounded Rectangle 15"/>
          <p:cNvSpPr/>
          <p:nvPr/>
        </p:nvSpPr>
        <p:spPr>
          <a:xfrm>
            <a:off x="9875520" y="365760"/>
            <a:ext cx="2009160" cy="50040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4" name="TextBox 7"/>
          <p:cNvSpPr/>
          <p:nvPr/>
        </p:nvSpPr>
        <p:spPr>
          <a:xfrm>
            <a:off x="2323800" y="1005840"/>
            <a:ext cx="632448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JAVA DEĞİŞKEN TÜRLERİ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5" name="TextBox 8"/>
          <p:cNvSpPr/>
          <p:nvPr/>
        </p:nvSpPr>
        <p:spPr>
          <a:xfrm>
            <a:off x="655560" y="2057400"/>
            <a:ext cx="11132640" cy="37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Java değişkenleri, nerede tanımlandıklarına ve bir sınıf veya metot içinde nasıl kullanıldıklarına göre sınıflandırılır.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6" name="Rounded Rectangle 16"/>
          <p:cNvSpPr/>
          <p:nvPr/>
        </p:nvSpPr>
        <p:spPr>
          <a:xfrm>
            <a:off x="987480" y="3182040"/>
            <a:ext cx="3289320" cy="27406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07" name="Rounded Rectangle 17"/>
          <p:cNvSpPr/>
          <p:nvPr/>
        </p:nvSpPr>
        <p:spPr>
          <a:xfrm>
            <a:off x="931680" y="2925720"/>
            <a:ext cx="3182040" cy="37026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Yerel Değişkenler (Local Variables)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Yerel değişkenler bir metot, yapıcı metot (constructor) veya kod bloğu içinde tanımlanır.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Sadece oluşturuldukları metot veya blok içerisinde erişilebilirler.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Nesne Değişkenleri (Instance Variables)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Nesne değişkenleri bir sınıf içinde fakat metotların dışında tanımlanır.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Sınıfın oluşturulan her nesnesi bu değişkenlerin kendi kopyasına sahip olur.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Statik Değişkenler (Static Variables)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Statik değişkenler static anahtar kelimesi kullanılarak tanımlanır.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Bu değişkenler sınıfa aittir ve o sınıftan oluşturulan tüm nesneler tarafından ortak olarak kullanılır.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8" name="Rounded Rectangle 18"/>
          <p:cNvSpPr/>
          <p:nvPr/>
        </p:nvSpPr>
        <p:spPr>
          <a:xfrm>
            <a:off x="4507920" y="3182040"/>
            <a:ext cx="3289320" cy="27406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09" name="Rounded Rectangle 19"/>
          <p:cNvSpPr/>
          <p:nvPr/>
        </p:nvSpPr>
        <p:spPr>
          <a:xfrm>
            <a:off x="4434840" y="3108960"/>
            <a:ext cx="3289320" cy="30618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Sınıf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│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├──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Statik Değişken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│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├──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Nesne Değişkeni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│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└──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Metot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│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└──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Yerel Değişken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0" name="Rounded Rectangle 20"/>
          <p:cNvSpPr/>
          <p:nvPr/>
        </p:nvSpPr>
        <p:spPr>
          <a:xfrm>
            <a:off x="8028360" y="3182040"/>
            <a:ext cx="3289320" cy="27406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11" name="Rounded Rectangle 21"/>
          <p:cNvSpPr/>
          <p:nvPr/>
        </p:nvSpPr>
        <p:spPr>
          <a:xfrm>
            <a:off x="7955280" y="2971800"/>
            <a:ext cx="3702240" cy="34275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DegiskenTurleri {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int nesneDegiskeni = 10;        // nesne değişkeni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static int statikDegisken = 20; // statik değişken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void degiskenleriGoster() {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int yerelDegisken = 30;     // yerel değişken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System.out.println(yerelDegisken);        System.out.println(nesneDegiskeni);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System.out.println(statikDegisken);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2" name="TextBox 9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3" name="Rectangle 48"/>
          <p:cNvSpPr/>
          <p:nvPr/>
        </p:nvSpPr>
        <p:spPr>
          <a:xfrm>
            <a:off x="0" y="0"/>
            <a:ext cx="12186360" cy="685548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14" name="Rectangle 49"/>
          <p:cNvSpPr/>
          <p:nvPr/>
        </p:nvSpPr>
        <p:spPr>
          <a:xfrm>
            <a:off x="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15" name="Rectangle 50"/>
          <p:cNvSpPr/>
          <p:nvPr/>
        </p:nvSpPr>
        <p:spPr>
          <a:xfrm>
            <a:off x="9144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16" name="Rectangle 51"/>
          <p:cNvSpPr/>
          <p:nvPr/>
        </p:nvSpPr>
        <p:spPr>
          <a:xfrm>
            <a:off x="18288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17" name="Rectangle 52"/>
          <p:cNvSpPr/>
          <p:nvPr/>
        </p:nvSpPr>
        <p:spPr>
          <a:xfrm>
            <a:off x="27432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18" name="Rectangle 53"/>
          <p:cNvSpPr/>
          <p:nvPr/>
        </p:nvSpPr>
        <p:spPr>
          <a:xfrm>
            <a:off x="36576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19" name="Rectangle 54"/>
          <p:cNvSpPr/>
          <p:nvPr/>
        </p:nvSpPr>
        <p:spPr>
          <a:xfrm>
            <a:off x="45720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20" name="Rectangle 55"/>
          <p:cNvSpPr/>
          <p:nvPr/>
        </p:nvSpPr>
        <p:spPr>
          <a:xfrm>
            <a:off x="54864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21" name="Rectangle 56"/>
          <p:cNvSpPr/>
          <p:nvPr/>
        </p:nvSpPr>
        <p:spPr>
          <a:xfrm>
            <a:off x="64008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22" name="Rectangle 57"/>
          <p:cNvSpPr/>
          <p:nvPr/>
        </p:nvSpPr>
        <p:spPr>
          <a:xfrm>
            <a:off x="73152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23" name="Rectangle 58"/>
          <p:cNvSpPr/>
          <p:nvPr/>
        </p:nvSpPr>
        <p:spPr>
          <a:xfrm>
            <a:off x="82296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24" name="Rectangle 59"/>
          <p:cNvSpPr/>
          <p:nvPr/>
        </p:nvSpPr>
        <p:spPr>
          <a:xfrm>
            <a:off x="91440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25" name="Rectangle 60"/>
          <p:cNvSpPr/>
          <p:nvPr/>
        </p:nvSpPr>
        <p:spPr>
          <a:xfrm>
            <a:off x="100584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26" name="Rectangle 61"/>
          <p:cNvSpPr/>
          <p:nvPr/>
        </p:nvSpPr>
        <p:spPr>
          <a:xfrm>
            <a:off x="109728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27" name="Rectangle 62"/>
          <p:cNvSpPr/>
          <p:nvPr/>
        </p:nvSpPr>
        <p:spPr>
          <a:xfrm>
            <a:off x="118872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28" name="Rectangle 63"/>
          <p:cNvSpPr/>
          <p:nvPr/>
        </p:nvSpPr>
        <p:spPr>
          <a:xfrm>
            <a:off x="0" y="0"/>
            <a:ext cx="317520" cy="685548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29" name="Rounded Rectangle 22"/>
          <p:cNvSpPr/>
          <p:nvPr/>
        </p:nvSpPr>
        <p:spPr>
          <a:xfrm>
            <a:off x="9875520" y="365760"/>
            <a:ext cx="2009160" cy="50040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0" name="TextBox 10"/>
          <p:cNvSpPr/>
          <p:nvPr/>
        </p:nvSpPr>
        <p:spPr>
          <a:xfrm>
            <a:off x="1357920" y="1005840"/>
            <a:ext cx="8255520" cy="699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000" spc="-1" strike="noStrike">
                <a:solidFill>
                  <a:srgbClr val="f5f5f5"/>
                </a:solidFill>
                <a:latin typeface="Calibri"/>
                <a:ea typeface="DejaVu Sans"/>
              </a:rPr>
              <a:t>JAVA İLKESEL (PRIMITIVE) VERİ TİPLERİ</a:t>
            </a:r>
            <a:endParaRPr b="0" lang="en-US" sz="4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1" name="TextBox 11"/>
          <p:cNvSpPr/>
          <p:nvPr/>
        </p:nvSpPr>
        <p:spPr>
          <a:xfrm>
            <a:off x="1810800" y="1846080"/>
            <a:ext cx="7408440" cy="66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İlkel veri tipleri, Java’da sayılar, karakterler ve mantıksal değerler gibi basit 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verileri saklamak için kullanılan temel veri tipleridir.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2" name="Rounded Rectangle 23"/>
          <p:cNvSpPr/>
          <p:nvPr/>
        </p:nvSpPr>
        <p:spPr>
          <a:xfrm>
            <a:off x="987480" y="3182040"/>
            <a:ext cx="3289320" cy="27406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33" name="Rounded Rectangle 24"/>
          <p:cNvSpPr/>
          <p:nvPr/>
        </p:nvSpPr>
        <p:spPr>
          <a:xfrm>
            <a:off x="685800" y="2743200"/>
            <a:ext cx="3517920" cy="36565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Sayısal Veri Tipleri (Numeric Types)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Java, farklı türde sayıları saklamak için byte, short, int, long, float ve double gibi sayısal veri tipleri sağlar.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Karakter Veri Tipi (Character Type)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char veri tipi, Unicode sistemine göre tek bir karakter saklamak için kullanılır.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Mantıksal Veri Tipi (Boolean Type)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boolean veri tipi mantıksal değerleri temsil eder ve yalnızca true veya false değerlerini alabilir.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Bellek Verimliliği (Memory Efficiency)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İlkel veri tipleri doğrudan bellekte saklanır ve referans veri tiplerine göre daha hızlı ve daha verimli çalışırlar.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4" name="Rounded Rectangle 25"/>
          <p:cNvSpPr/>
          <p:nvPr/>
        </p:nvSpPr>
        <p:spPr>
          <a:xfrm>
            <a:off x="4507920" y="3182040"/>
            <a:ext cx="3289320" cy="27406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35" name="Rounded Rectangle 26"/>
          <p:cNvSpPr/>
          <p:nvPr/>
        </p:nvSpPr>
        <p:spPr>
          <a:xfrm>
            <a:off x="4343400" y="2743200"/>
            <a:ext cx="3380760" cy="36561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İlkel Veri Tipleri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    │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    ├──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Sayısal Tipler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    │       ├─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byte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    │       ├─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short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    │       ├─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int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    │       ├─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long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    │       ├─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float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    │       └─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double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    │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    ├──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Karakter Tipi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    │       └─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char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    │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    └──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Mantıksal Tip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   └─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boolean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6" name="Rounded Rectangle 27"/>
          <p:cNvSpPr/>
          <p:nvPr/>
        </p:nvSpPr>
        <p:spPr>
          <a:xfrm>
            <a:off x="8028360" y="3182040"/>
            <a:ext cx="3289320" cy="27406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37" name="Rounded Rectangle 28"/>
          <p:cNvSpPr/>
          <p:nvPr/>
        </p:nvSpPr>
        <p:spPr>
          <a:xfrm>
            <a:off x="7955280" y="2971800"/>
            <a:ext cx="3701880" cy="31989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IlkelVeriOrnegi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int yas = 25;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double fiyat = 19.99;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char not = 'A';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ogrenciMi = true;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System.out.println(yas);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System.out.println(fiyat);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System.out.println(not);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System.out.println(ogrenciMi);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8" name="TextBox 12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9" name="Rectangle 80"/>
          <p:cNvSpPr/>
          <p:nvPr/>
        </p:nvSpPr>
        <p:spPr>
          <a:xfrm>
            <a:off x="0" y="0"/>
            <a:ext cx="12187080" cy="685620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40" name="Rectangle 64"/>
          <p:cNvSpPr/>
          <p:nvPr/>
        </p:nvSpPr>
        <p:spPr>
          <a:xfrm>
            <a:off x="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41" name="Rectangle 65"/>
          <p:cNvSpPr/>
          <p:nvPr/>
        </p:nvSpPr>
        <p:spPr>
          <a:xfrm>
            <a:off x="9144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42" name="Rectangle 66"/>
          <p:cNvSpPr/>
          <p:nvPr/>
        </p:nvSpPr>
        <p:spPr>
          <a:xfrm>
            <a:off x="18288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43" name="Rectangle 67"/>
          <p:cNvSpPr/>
          <p:nvPr/>
        </p:nvSpPr>
        <p:spPr>
          <a:xfrm>
            <a:off x="27432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44" name="Rectangle 68"/>
          <p:cNvSpPr/>
          <p:nvPr/>
        </p:nvSpPr>
        <p:spPr>
          <a:xfrm>
            <a:off x="36576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45" name="Rectangle 69"/>
          <p:cNvSpPr/>
          <p:nvPr/>
        </p:nvSpPr>
        <p:spPr>
          <a:xfrm>
            <a:off x="45720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46" name="Rectangle 70"/>
          <p:cNvSpPr/>
          <p:nvPr/>
        </p:nvSpPr>
        <p:spPr>
          <a:xfrm>
            <a:off x="54864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47" name="Rectangle 71"/>
          <p:cNvSpPr/>
          <p:nvPr/>
        </p:nvSpPr>
        <p:spPr>
          <a:xfrm>
            <a:off x="64008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48" name="Rectangle 72"/>
          <p:cNvSpPr/>
          <p:nvPr/>
        </p:nvSpPr>
        <p:spPr>
          <a:xfrm>
            <a:off x="73152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49" name="Rectangle 73"/>
          <p:cNvSpPr/>
          <p:nvPr/>
        </p:nvSpPr>
        <p:spPr>
          <a:xfrm>
            <a:off x="82296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0" name="Rectangle 74"/>
          <p:cNvSpPr/>
          <p:nvPr/>
        </p:nvSpPr>
        <p:spPr>
          <a:xfrm>
            <a:off x="91440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1" name="Rectangle 75"/>
          <p:cNvSpPr/>
          <p:nvPr/>
        </p:nvSpPr>
        <p:spPr>
          <a:xfrm>
            <a:off x="100584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2" name="Rectangle 76"/>
          <p:cNvSpPr/>
          <p:nvPr/>
        </p:nvSpPr>
        <p:spPr>
          <a:xfrm>
            <a:off x="109728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3" name="Rectangle 77"/>
          <p:cNvSpPr/>
          <p:nvPr/>
        </p:nvSpPr>
        <p:spPr>
          <a:xfrm>
            <a:off x="118872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4" name="Rectangle 78"/>
          <p:cNvSpPr/>
          <p:nvPr/>
        </p:nvSpPr>
        <p:spPr>
          <a:xfrm>
            <a:off x="0" y="0"/>
            <a:ext cx="318240" cy="685620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5" name="Rounded Rectangle 29"/>
          <p:cNvSpPr/>
          <p:nvPr/>
        </p:nvSpPr>
        <p:spPr>
          <a:xfrm>
            <a:off x="9875520" y="365760"/>
            <a:ext cx="2009880" cy="50112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6" name="TextBox 13"/>
          <p:cNvSpPr/>
          <p:nvPr/>
        </p:nvSpPr>
        <p:spPr>
          <a:xfrm>
            <a:off x="2441520" y="1005840"/>
            <a:ext cx="608724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REFERANS VERİ TİPLERİ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7" name="TextBox 14"/>
          <p:cNvSpPr/>
          <p:nvPr/>
        </p:nvSpPr>
        <p:spPr>
          <a:xfrm>
            <a:off x="2802600" y="2074680"/>
            <a:ext cx="5366520" cy="66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Referans veri tipleri, gerçek değerleri değil nesnelere 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ait referansları (bellek adreslerini) saklar.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8" name="Rounded Rectangle 30"/>
          <p:cNvSpPr/>
          <p:nvPr/>
        </p:nvSpPr>
        <p:spPr>
          <a:xfrm>
            <a:off x="987480" y="3182040"/>
            <a:ext cx="3290040" cy="27414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9" name="Rounded Rectangle 31"/>
          <p:cNvSpPr/>
          <p:nvPr/>
        </p:nvSpPr>
        <p:spPr>
          <a:xfrm>
            <a:off x="685800" y="2971800"/>
            <a:ext cx="3518640" cy="36568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Nesne Tabanlı Tipler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Referans tipleri, sınıflardan oluşturulan nesneleri temsil eder.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Bellek Referansı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Gerçek verinin kendisi yerine nesnenin bellekteki adresi saklanır.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Yaygın Örnekler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Örnekler arasında String, diziler (arrays), sınıflar (classes) ve nesneler (objects) bulunur.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Esnek Yapı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Referans tipleri, karmaşık veri yapılarının ve birden fazla değerin saklanmasına olanak tanır.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60" name="Rounded Rectangle 32"/>
          <p:cNvSpPr/>
          <p:nvPr/>
        </p:nvSpPr>
        <p:spPr>
          <a:xfrm>
            <a:off x="4507920" y="3182040"/>
            <a:ext cx="3290040" cy="27414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61" name="Rounded Rectangle 33"/>
          <p:cNvSpPr/>
          <p:nvPr/>
        </p:nvSpPr>
        <p:spPr>
          <a:xfrm>
            <a:off x="4434840" y="3108960"/>
            <a:ext cx="3290040" cy="27414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2200" spc="-1" strike="noStrike">
                <a:solidFill>
                  <a:schemeClr val="lt1"/>
                </a:solidFill>
                <a:latin typeface="Calibri"/>
                <a:ea typeface="DejaVu Sans"/>
              </a:rPr>
              <a:t>Referans Tipleri</a:t>
            </a:r>
            <a:endParaRPr b="0" lang="en-US" sz="2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2200" spc="-1" strike="noStrike">
                <a:solidFill>
                  <a:schemeClr val="lt1"/>
                </a:solidFill>
                <a:latin typeface="Calibri"/>
                <a:ea typeface="DejaVu Sans"/>
              </a:rPr>
              <a:t>      │</a:t>
            </a:r>
            <a:endParaRPr b="0" lang="en-US" sz="2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2200" spc="-1" strike="noStrike">
                <a:solidFill>
                  <a:schemeClr val="lt1"/>
                </a:solidFill>
                <a:latin typeface="Calibri"/>
                <a:ea typeface="DejaVu Sans"/>
              </a:rPr>
              <a:t>      ├── </a:t>
            </a:r>
            <a:r>
              <a:rPr b="0" lang="en-US" sz="2200" spc="-1" strike="noStrike">
                <a:solidFill>
                  <a:schemeClr val="lt1"/>
                </a:solidFill>
                <a:latin typeface="Calibri"/>
                <a:ea typeface="DejaVu Sans"/>
              </a:rPr>
              <a:t>String</a:t>
            </a:r>
            <a:endParaRPr b="0" lang="en-US" sz="2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2200" spc="-1" strike="noStrike">
                <a:solidFill>
                  <a:schemeClr val="lt1"/>
                </a:solidFill>
                <a:latin typeface="Calibri"/>
                <a:ea typeface="DejaVu Sans"/>
              </a:rPr>
              <a:t>      ├── </a:t>
            </a:r>
            <a:r>
              <a:rPr b="0" lang="en-US" sz="2200" spc="-1" strike="noStrike">
                <a:solidFill>
                  <a:schemeClr val="lt1"/>
                </a:solidFill>
                <a:latin typeface="Calibri"/>
                <a:ea typeface="DejaVu Sans"/>
              </a:rPr>
              <a:t>Diziler (Arrays)</a:t>
            </a:r>
            <a:endParaRPr b="0" lang="en-US" sz="2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2200" spc="-1" strike="noStrike">
                <a:solidFill>
                  <a:schemeClr val="lt1"/>
                </a:solidFill>
                <a:latin typeface="Calibri"/>
                <a:ea typeface="DejaVu Sans"/>
              </a:rPr>
              <a:t>      ├── </a:t>
            </a:r>
            <a:r>
              <a:rPr b="0" lang="en-US" sz="2200" spc="-1" strike="noStrike">
                <a:solidFill>
                  <a:schemeClr val="lt1"/>
                </a:solidFill>
                <a:latin typeface="Calibri"/>
                <a:ea typeface="DejaVu Sans"/>
              </a:rPr>
              <a:t>Sınıflar (Classes)</a:t>
            </a:r>
            <a:endParaRPr b="0" lang="en-US" sz="2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2200" spc="-1" strike="noStrike">
                <a:solidFill>
                  <a:schemeClr val="lt1"/>
                </a:solidFill>
                <a:latin typeface="Calibri"/>
                <a:ea typeface="DejaVu Sans"/>
              </a:rPr>
              <a:t>      └── </a:t>
            </a:r>
            <a:r>
              <a:rPr b="0" lang="en-US" sz="2200" spc="-1" strike="noStrike">
                <a:solidFill>
                  <a:schemeClr val="lt1"/>
                </a:solidFill>
                <a:latin typeface="Calibri"/>
                <a:ea typeface="DejaVu Sans"/>
              </a:rPr>
              <a:t>Nesneler (Objects)</a:t>
            </a:r>
            <a:endParaRPr b="0" lang="en-US" sz="2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62" name="Rounded Rectangle 34"/>
          <p:cNvSpPr/>
          <p:nvPr/>
        </p:nvSpPr>
        <p:spPr>
          <a:xfrm>
            <a:off x="8028360" y="3182040"/>
            <a:ext cx="3290040" cy="27414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63" name="Rounded Rectangle 35"/>
          <p:cNvSpPr/>
          <p:nvPr/>
        </p:nvSpPr>
        <p:spPr>
          <a:xfrm>
            <a:off x="7955280" y="3108960"/>
            <a:ext cx="3702600" cy="30625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ReferansOrnegi {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String isim = "Java";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int[] sayilar = {10, 20, 30};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System.out.println(isim);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System.out.println(sayilar[0]);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64" name="TextBox 15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5" name="Rectangle 79"/>
          <p:cNvSpPr/>
          <p:nvPr/>
        </p:nvSpPr>
        <p:spPr>
          <a:xfrm>
            <a:off x="0" y="0"/>
            <a:ext cx="12187080" cy="685620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66" name="Rectangle 81"/>
          <p:cNvSpPr/>
          <p:nvPr/>
        </p:nvSpPr>
        <p:spPr>
          <a:xfrm>
            <a:off x="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67" name="Rectangle 82"/>
          <p:cNvSpPr/>
          <p:nvPr/>
        </p:nvSpPr>
        <p:spPr>
          <a:xfrm>
            <a:off x="9144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68" name="Rectangle 83"/>
          <p:cNvSpPr/>
          <p:nvPr/>
        </p:nvSpPr>
        <p:spPr>
          <a:xfrm>
            <a:off x="18288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69" name="Rectangle 84"/>
          <p:cNvSpPr/>
          <p:nvPr/>
        </p:nvSpPr>
        <p:spPr>
          <a:xfrm>
            <a:off x="27432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70" name="Rectangle 85"/>
          <p:cNvSpPr/>
          <p:nvPr/>
        </p:nvSpPr>
        <p:spPr>
          <a:xfrm>
            <a:off x="36576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71" name="Rectangle 86"/>
          <p:cNvSpPr/>
          <p:nvPr/>
        </p:nvSpPr>
        <p:spPr>
          <a:xfrm>
            <a:off x="45720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72" name="Rectangle 87"/>
          <p:cNvSpPr/>
          <p:nvPr/>
        </p:nvSpPr>
        <p:spPr>
          <a:xfrm>
            <a:off x="54864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73" name="Rectangle 88"/>
          <p:cNvSpPr/>
          <p:nvPr/>
        </p:nvSpPr>
        <p:spPr>
          <a:xfrm>
            <a:off x="64008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74" name="Rectangle 89"/>
          <p:cNvSpPr/>
          <p:nvPr/>
        </p:nvSpPr>
        <p:spPr>
          <a:xfrm>
            <a:off x="73152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75" name="Rectangle 90"/>
          <p:cNvSpPr/>
          <p:nvPr/>
        </p:nvSpPr>
        <p:spPr>
          <a:xfrm>
            <a:off x="82296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76" name="Rectangle 91"/>
          <p:cNvSpPr/>
          <p:nvPr/>
        </p:nvSpPr>
        <p:spPr>
          <a:xfrm>
            <a:off x="91440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77" name="Rectangle 92"/>
          <p:cNvSpPr/>
          <p:nvPr/>
        </p:nvSpPr>
        <p:spPr>
          <a:xfrm>
            <a:off x="100584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78" name="Rectangle 93"/>
          <p:cNvSpPr/>
          <p:nvPr/>
        </p:nvSpPr>
        <p:spPr>
          <a:xfrm>
            <a:off x="109728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79" name="Rectangle 94"/>
          <p:cNvSpPr/>
          <p:nvPr/>
        </p:nvSpPr>
        <p:spPr>
          <a:xfrm>
            <a:off x="118872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80" name="Rectangle 95"/>
          <p:cNvSpPr/>
          <p:nvPr/>
        </p:nvSpPr>
        <p:spPr>
          <a:xfrm>
            <a:off x="0" y="0"/>
            <a:ext cx="318240" cy="685620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81" name="Rounded Rectangle 36"/>
          <p:cNvSpPr/>
          <p:nvPr/>
        </p:nvSpPr>
        <p:spPr>
          <a:xfrm>
            <a:off x="9875520" y="365760"/>
            <a:ext cx="2009880" cy="50112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82" name="TextBox 16"/>
          <p:cNvSpPr/>
          <p:nvPr/>
        </p:nvSpPr>
        <p:spPr>
          <a:xfrm>
            <a:off x="1422000" y="1005840"/>
            <a:ext cx="812664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5f5f5"/>
                </a:solidFill>
                <a:latin typeface="Calibri"/>
                <a:ea typeface="DejaVu Sans"/>
              </a:rPr>
              <a:t>İLKESEL (PRIMITIVE) VE REFERANS TİPLERİ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3" name="TextBox 17"/>
          <p:cNvSpPr/>
          <p:nvPr/>
        </p:nvSpPr>
        <p:spPr>
          <a:xfrm>
            <a:off x="1388160" y="2057400"/>
            <a:ext cx="8781840" cy="66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Java veri tipleri iki ana kategoriye ayrılır: ilkel (primitive) tipler ve referans tipleri.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İlkel tipler gerçek değerleri saklarken, referans tipleri nesnelerin bellek adreslerini saklar.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4" name="Rounded Rectangle 37"/>
          <p:cNvSpPr/>
          <p:nvPr/>
        </p:nvSpPr>
        <p:spPr>
          <a:xfrm>
            <a:off x="987480" y="3182040"/>
            <a:ext cx="3290040" cy="27414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85" name="Rounded Rectangle 38"/>
          <p:cNvSpPr/>
          <p:nvPr/>
        </p:nvSpPr>
        <p:spPr>
          <a:xfrm>
            <a:off x="457200" y="2971800"/>
            <a:ext cx="3747240" cy="34282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İlkel Tipler (Primitive Types)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İlkel veri tipleri gerçek değeri doğrudan bellekte saklar.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Örnekler: int, double, char, boolean.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Referans Tipleri (Reference Types)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Referans tipleri nesnenin kendisini değil, bellekteki adresini saklar.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Örnekler: String, diziler (arrays) ve sınıf nesneleri.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Bellek Saklama (Memory Storage)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İlkel değerler doğrudan bellekte tutulur, referans tipleri ise bellekteki nesnelere işaret eder.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Kullanım Farkı (Usage Difference)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İlkel tipler basit değerler için kullanılırken, referans tipleri daha karmaşık veri yapıları ve nesneler için kullanılır.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86" name="Rounded Rectangle 39"/>
          <p:cNvSpPr/>
          <p:nvPr/>
        </p:nvSpPr>
        <p:spPr>
          <a:xfrm>
            <a:off x="4507920" y="3182040"/>
            <a:ext cx="3290040" cy="27414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87" name="Rounded Rectangle 40"/>
          <p:cNvSpPr/>
          <p:nvPr/>
        </p:nvSpPr>
        <p:spPr>
          <a:xfrm>
            <a:off x="4343400" y="2971800"/>
            <a:ext cx="3428280" cy="32911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Java Veri Tipleri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│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├──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İlkel Tipler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│       ├─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int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│       ├─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double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│       ├─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char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│       └─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boolean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│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└──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Referans Tipleri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  ├─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String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  ├─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Diziler (Arrays)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  └─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Nesneler (Objects)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88" name="Rounded Rectangle 41"/>
          <p:cNvSpPr/>
          <p:nvPr/>
        </p:nvSpPr>
        <p:spPr>
          <a:xfrm>
            <a:off x="8028360" y="3182040"/>
            <a:ext cx="3290040" cy="27414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89" name="Rounded Rectangle 42"/>
          <p:cNvSpPr/>
          <p:nvPr/>
        </p:nvSpPr>
        <p:spPr>
          <a:xfrm>
            <a:off x="7955280" y="3108960"/>
            <a:ext cx="3702600" cy="30625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PrimitiveVsReference {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int sayi = 10;           // ilkel tip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double fiyat = 19.99;    // ilkel tip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String metin = "Java";   // referans tip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int[] sayilar = {1, 2, 3}; // referans tip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System.out.println(sayi);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System.out.println(fiyat);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System.out.println(metin);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System.out.println(sayilar[0]);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90" name="TextBox 18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Rectangle 96"/>
          <p:cNvSpPr/>
          <p:nvPr/>
        </p:nvSpPr>
        <p:spPr>
          <a:xfrm>
            <a:off x="0" y="0"/>
            <a:ext cx="12187080" cy="685620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92" name="Rectangle 97"/>
          <p:cNvSpPr/>
          <p:nvPr/>
        </p:nvSpPr>
        <p:spPr>
          <a:xfrm>
            <a:off x="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93" name="Rectangle 98"/>
          <p:cNvSpPr/>
          <p:nvPr/>
        </p:nvSpPr>
        <p:spPr>
          <a:xfrm>
            <a:off x="9144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94" name="Rectangle 99"/>
          <p:cNvSpPr/>
          <p:nvPr/>
        </p:nvSpPr>
        <p:spPr>
          <a:xfrm>
            <a:off x="18288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95" name="Rectangle 100"/>
          <p:cNvSpPr/>
          <p:nvPr/>
        </p:nvSpPr>
        <p:spPr>
          <a:xfrm>
            <a:off x="27432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96" name="Rectangle 101"/>
          <p:cNvSpPr/>
          <p:nvPr/>
        </p:nvSpPr>
        <p:spPr>
          <a:xfrm>
            <a:off x="36576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97" name="Rectangle 102"/>
          <p:cNvSpPr/>
          <p:nvPr/>
        </p:nvSpPr>
        <p:spPr>
          <a:xfrm>
            <a:off x="45720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98" name="Rectangle 103"/>
          <p:cNvSpPr/>
          <p:nvPr/>
        </p:nvSpPr>
        <p:spPr>
          <a:xfrm>
            <a:off x="54864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99" name="Rectangle 104"/>
          <p:cNvSpPr/>
          <p:nvPr/>
        </p:nvSpPr>
        <p:spPr>
          <a:xfrm>
            <a:off x="64008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00" name="Rectangle 105"/>
          <p:cNvSpPr/>
          <p:nvPr/>
        </p:nvSpPr>
        <p:spPr>
          <a:xfrm>
            <a:off x="73152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01" name="Rectangle 106"/>
          <p:cNvSpPr/>
          <p:nvPr/>
        </p:nvSpPr>
        <p:spPr>
          <a:xfrm>
            <a:off x="82296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02" name="Rectangle 107"/>
          <p:cNvSpPr/>
          <p:nvPr/>
        </p:nvSpPr>
        <p:spPr>
          <a:xfrm>
            <a:off x="91440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03" name="Rectangle 108"/>
          <p:cNvSpPr/>
          <p:nvPr/>
        </p:nvSpPr>
        <p:spPr>
          <a:xfrm>
            <a:off x="100584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04" name="Rectangle 109"/>
          <p:cNvSpPr/>
          <p:nvPr/>
        </p:nvSpPr>
        <p:spPr>
          <a:xfrm>
            <a:off x="109728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05" name="Rectangle 110"/>
          <p:cNvSpPr/>
          <p:nvPr/>
        </p:nvSpPr>
        <p:spPr>
          <a:xfrm>
            <a:off x="118872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06" name="Rectangle 111"/>
          <p:cNvSpPr/>
          <p:nvPr/>
        </p:nvSpPr>
        <p:spPr>
          <a:xfrm>
            <a:off x="0" y="0"/>
            <a:ext cx="318240" cy="685620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07" name="Rounded Rectangle 43"/>
          <p:cNvSpPr/>
          <p:nvPr/>
        </p:nvSpPr>
        <p:spPr>
          <a:xfrm>
            <a:off x="9875520" y="365760"/>
            <a:ext cx="2009880" cy="50112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08" name="TextBox 19"/>
          <p:cNvSpPr/>
          <p:nvPr/>
        </p:nvSpPr>
        <p:spPr>
          <a:xfrm>
            <a:off x="1252800" y="1005840"/>
            <a:ext cx="8465040" cy="72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200" spc="-1" strike="noStrike">
                <a:solidFill>
                  <a:srgbClr val="f5f5f5"/>
                </a:solidFill>
                <a:latin typeface="Calibri"/>
                <a:ea typeface="DejaVu Sans"/>
              </a:rPr>
              <a:t>DEĞİŞKEN İSİMLENDİRME KURALLARI</a:t>
            </a:r>
            <a:endParaRPr b="0" lang="en-US" sz="4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9" name="TextBox 20"/>
          <p:cNvSpPr/>
          <p:nvPr/>
        </p:nvSpPr>
        <p:spPr>
          <a:xfrm>
            <a:off x="1866960" y="1828800"/>
            <a:ext cx="7237080" cy="66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Değişken isimlendirme kuralları, Java’da değişkenlerin doğru, anlaşılır ve 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okunabilir şekilde yazılmasını sağlayan kurallardır.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0" name="Rounded Rectangle 44"/>
          <p:cNvSpPr/>
          <p:nvPr/>
        </p:nvSpPr>
        <p:spPr>
          <a:xfrm>
            <a:off x="987480" y="3182040"/>
            <a:ext cx="3290040" cy="27414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11" name="Rounded Rectangle 45"/>
          <p:cNvSpPr/>
          <p:nvPr/>
        </p:nvSpPr>
        <p:spPr>
          <a:xfrm>
            <a:off x="475560" y="2514600"/>
            <a:ext cx="3728880" cy="38854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Harf, _ veya $ ile Başlamalı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Bir değişken adı bir harf, alt çizgi (_) veya dolar işareti ($) ile başlamalıdır.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Boşluk Kullanılamaz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Değişken isimleri boşluk içeremez.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Büyük/Küçük Harf Duyarlılığı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Java'da değişken isimleri büyük-küçük harfe duyarlıdır.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Örneğin age ve Age farklı değişkenlerdir.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Anahtar Kelimeler Kullanılamaz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Java'nın rezerv anahtar kelimeleri (örneğin int, class, public) değişken adı olarak kullanılamaz.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Anlamlı İsimler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Değişken isimleri anlamlı ve açıklayıcı olmalıdır.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Bu, kodun okunabilirliğini artırır.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12" name="Rounded Rectangle 46"/>
          <p:cNvSpPr/>
          <p:nvPr/>
        </p:nvSpPr>
        <p:spPr>
          <a:xfrm>
            <a:off x="4507920" y="3182040"/>
            <a:ext cx="3290040" cy="27414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13" name="Rounded Rectangle 47"/>
          <p:cNvSpPr/>
          <p:nvPr/>
        </p:nvSpPr>
        <p:spPr>
          <a:xfrm>
            <a:off x="4434840" y="3108960"/>
            <a:ext cx="3290040" cy="27414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Değişken İsim Kuralları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│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├──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Harf / _ / $ ile başlar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├──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Boşluk içermez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├──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Büyük-küçük harf duyarlıdır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├──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Anahtar kelime olamaz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└──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Anlamlı isimler kullanılmalıdır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14" name="Rounded Rectangle 48"/>
          <p:cNvSpPr/>
          <p:nvPr/>
        </p:nvSpPr>
        <p:spPr>
          <a:xfrm>
            <a:off x="8028360" y="3182040"/>
            <a:ext cx="3290040" cy="27414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15" name="Rounded Rectangle 49"/>
          <p:cNvSpPr/>
          <p:nvPr/>
        </p:nvSpPr>
        <p:spPr>
          <a:xfrm>
            <a:off x="7955280" y="2304000"/>
            <a:ext cx="3931560" cy="36194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DegiskenIsimlendirme {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int yas = 25;                 // geçerli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int ogrenciSayisi = 30;       // geçerli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// int 2yas = 20;             // geçersiz (sayı ile başlayamaz)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// int ogrenci sayisi = 5;    // geçersiz (boşluk kullanılamaz)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// int class = 10;            // geçersiz (anahtar kelime)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System.out.println(yas);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System.out.println(ogrenciSayisi);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16" name="TextBox 21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Rectangle 112"/>
          <p:cNvSpPr/>
          <p:nvPr/>
        </p:nvSpPr>
        <p:spPr>
          <a:xfrm>
            <a:off x="0" y="0"/>
            <a:ext cx="12187080" cy="685620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18" name="Rectangle 113"/>
          <p:cNvSpPr/>
          <p:nvPr/>
        </p:nvSpPr>
        <p:spPr>
          <a:xfrm>
            <a:off x="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19" name="Rectangle 114"/>
          <p:cNvSpPr/>
          <p:nvPr/>
        </p:nvSpPr>
        <p:spPr>
          <a:xfrm>
            <a:off x="9144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20" name="Rectangle 115"/>
          <p:cNvSpPr/>
          <p:nvPr/>
        </p:nvSpPr>
        <p:spPr>
          <a:xfrm>
            <a:off x="18288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21" name="Rectangle 116"/>
          <p:cNvSpPr/>
          <p:nvPr/>
        </p:nvSpPr>
        <p:spPr>
          <a:xfrm>
            <a:off x="27432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22" name="Rectangle 117"/>
          <p:cNvSpPr/>
          <p:nvPr/>
        </p:nvSpPr>
        <p:spPr>
          <a:xfrm>
            <a:off x="36576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23" name="Rectangle 118"/>
          <p:cNvSpPr/>
          <p:nvPr/>
        </p:nvSpPr>
        <p:spPr>
          <a:xfrm>
            <a:off x="45720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24" name="Rectangle 119"/>
          <p:cNvSpPr/>
          <p:nvPr/>
        </p:nvSpPr>
        <p:spPr>
          <a:xfrm>
            <a:off x="54864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25" name="Rectangle 120"/>
          <p:cNvSpPr/>
          <p:nvPr/>
        </p:nvSpPr>
        <p:spPr>
          <a:xfrm>
            <a:off x="64008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26" name="Rectangle 121"/>
          <p:cNvSpPr/>
          <p:nvPr/>
        </p:nvSpPr>
        <p:spPr>
          <a:xfrm>
            <a:off x="73152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27" name="Rectangle 122"/>
          <p:cNvSpPr/>
          <p:nvPr/>
        </p:nvSpPr>
        <p:spPr>
          <a:xfrm>
            <a:off x="82296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28" name="Rectangle 123"/>
          <p:cNvSpPr/>
          <p:nvPr/>
        </p:nvSpPr>
        <p:spPr>
          <a:xfrm>
            <a:off x="91440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29" name="Rectangle 124"/>
          <p:cNvSpPr/>
          <p:nvPr/>
        </p:nvSpPr>
        <p:spPr>
          <a:xfrm>
            <a:off x="100584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30" name="Rectangle 125"/>
          <p:cNvSpPr/>
          <p:nvPr/>
        </p:nvSpPr>
        <p:spPr>
          <a:xfrm>
            <a:off x="109728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31" name="Rectangle 126"/>
          <p:cNvSpPr/>
          <p:nvPr/>
        </p:nvSpPr>
        <p:spPr>
          <a:xfrm>
            <a:off x="118872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32" name="Rectangle 127"/>
          <p:cNvSpPr/>
          <p:nvPr/>
        </p:nvSpPr>
        <p:spPr>
          <a:xfrm>
            <a:off x="0" y="0"/>
            <a:ext cx="318240" cy="685620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33" name="Rounded Rectangle 50"/>
          <p:cNvSpPr/>
          <p:nvPr/>
        </p:nvSpPr>
        <p:spPr>
          <a:xfrm>
            <a:off x="9875520" y="365760"/>
            <a:ext cx="2009880" cy="50112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34" name="TextBox 22"/>
          <p:cNvSpPr/>
          <p:nvPr/>
        </p:nvSpPr>
        <p:spPr>
          <a:xfrm>
            <a:off x="2667240" y="1005840"/>
            <a:ext cx="563652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DEĞİŞKEN BAŞLATMA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5" name="TextBox 23"/>
          <p:cNvSpPr/>
          <p:nvPr/>
        </p:nvSpPr>
        <p:spPr>
          <a:xfrm>
            <a:off x="2033640" y="2074680"/>
            <a:ext cx="6919920" cy="66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Değişken başlatma, bir değişken tanımlandığında veya kullanılmadan 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önce ona bir değer atanması işlemidir.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6" name="Rounded Rectangle 51"/>
          <p:cNvSpPr/>
          <p:nvPr/>
        </p:nvSpPr>
        <p:spPr>
          <a:xfrm>
            <a:off x="987480" y="3182040"/>
            <a:ext cx="3290040" cy="27414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37" name="Rounded Rectangle 52"/>
          <p:cNvSpPr/>
          <p:nvPr/>
        </p:nvSpPr>
        <p:spPr>
          <a:xfrm>
            <a:off x="685800" y="2971800"/>
            <a:ext cx="3518640" cy="34286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Tanımlama (Declaration)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Bir değişken önce veri tipi ve adı ile tanımlanmalıdır.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Başlatma (Initialization)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Başlatma, değişkene ilk değerin atanması anlamına gelir.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Varsayılan Değerler (Default Values)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Bazı değişkenler, veri tiplerine bağlı olarak otomatik olarak varsayılan değerler alabilir.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Kullanımdan Önce (Before Usage)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Yerel değişkenler, program içinde kullanılmadan önce başlatılmış olmalıdır.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38" name="Rounded Rectangle 53"/>
          <p:cNvSpPr/>
          <p:nvPr/>
        </p:nvSpPr>
        <p:spPr>
          <a:xfrm>
            <a:off x="4507920" y="3182040"/>
            <a:ext cx="3290040" cy="27414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39" name="Rounded Rectangle 54"/>
          <p:cNvSpPr/>
          <p:nvPr/>
        </p:nvSpPr>
        <p:spPr>
          <a:xfrm>
            <a:off x="4434840" y="3108960"/>
            <a:ext cx="3290040" cy="27414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Değişken Başlatma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       │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       ├──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Değişken Tanımla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       │      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int yas;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       │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       ├──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Değer Ata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       │      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yas = 20;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       │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       └──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Değişkeni Kullan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   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System.out.println(yas);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40" name="Rounded Rectangle 55"/>
          <p:cNvSpPr/>
          <p:nvPr/>
        </p:nvSpPr>
        <p:spPr>
          <a:xfrm>
            <a:off x="8028360" y="3182040"/>
            <a:ext cx="3290040" cy="27414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41" name="Rounded Rectangle 56"/>
          <p:cNvSpPr/>
          <p:nvPr/>
        </p:nvSpPr>
        <p:spPr>
          <a:xfrm>
            <a:off x="7955280" y="2971800"/>
            <a:ext cx="3474000" cy="29710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DegiskenBaslatma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int yas;        // tanımlama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yas = 20;       // başlatma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double fiyat = 19.99;   // tanımlama + başlatma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System.out.println(yas);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System.out.println(fiyat);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42" name="TextBox 24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4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17</TotalTime>
  <Application>LibreOffice/7.4.2.3$Windows_X86_64 LibreOffice_project/382eef1f22670f7f4118c8c2dd222ec7ad009daf</Application>
  <AppVersion>15.0000</AppVersion>
  <Words>0</Words>
  <Paragraphs>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2013-01-27T09:14:16Z</dcterms:created>
  <dc:creator/>
  <dc:description>generated using python-pptx</dc:description>
  <dc:language>en-US</dc:language>
  <cp:lastModifiedBy/>
  <dcterms:modified xsi:type="dcterms:W3CDTF">2026-03-11T15:29:44Z</dcterms:modified>
  <cp:revision>10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On-screen Show (4:3)</vt:lpwstr>
  </property>
</Properties>
</file>