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20.xml" ContentType="application/vnd.openxmlformats-officedocument.presentationml.slideMaster+xml"/>
  <Override PartName="/ppt/slideMasters/slideMaster3.xml" ContentType="application/vnd.openxmlformats-officedocument.presentationml.slideMaster+xml"/>
  <Override PartName="/ppt/slideMasters/slideMaster21.xml" ContentType="application/vnd.openxmlformats-officedocument.presentationml.slideMaster+xml"/>
  <Override PartName="/ppt/slideMasters/slideMaster4.xml" ContentType="application/vnd.openxmlformats-officedocument.presentationml.slideMaster+xml"/>
  <Override PartName="/ppt/slideMasters/slideMaster22.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Masters/slideMaster13.xml" ContentType="application/vnd.openxmlformats-officedocument.presentationml.slideMaster+xml"/>
  <Override PartName="/ppt/slideMasters/slideMaster14.xml" ContentType="application/vnd.openxmlformats-officedocument.presentationml.slideMaster+xml"/>
  <Override PartName="/ppt/slideMasters/slideMaster15.xml" ContentType="application/vnd.openxmlformats-officedocument.presentationml.slideMaster+xml"/>
  <Override PartName="/ppt/slideMasters/slideMaster16.xml" ContentType="application/vnd.openxmlformats-officedocument.presentationml.slideMaster+xml"/>
  <Override PartName="/ppt/slideMasters/slideMaster17.xml" ContentType="application/vnd.openxmlformats-officedocument.presentationml.slideMaster+xml"/>
  <Override PartName="/ppt/slideMasters/slideMaster18.xml" ContentType="application/vnd.openxmlformats-officedocument.presentationml.slideMaster+xml"/>
  <Override PartName="/ppt/slideMasters/slideMaster19.xml" ContentType="application/vnd.openxmlformats-officedocument.presentationml.slideMaster+xml"/>
  <Override PartName="/ppt/slideMasters/_rels/slideMaster1.xml.rels" ContentType="application/vnd.openxmlformats-package.relationships+xml"/>
  <Override PartName="/ppt/slideMasters/_rels/slideMaster22.xml.rels" ContentType="application/vnd.openxmlformats-package.relationships+xml"/>
  <Override PartName="/ppt/slideMasters/_rels/slideMaster2.xml.rels" ContentType="application/vnd.openxmlformats-package.relationships+xml"/>
  <Override PartName="/ppt/slideMasters/_rels/slideMaster20.xml.rels" ContentType="application/vnd.openxmlformats-package.relationships+xml"/>
  <Override PartName="/ppt/slideMasters/_rels/slideMaster3.xml.rels" ContentType="application/vnd.openxmlformats-package.relationships+xml"/>
  <Override PartName="/ppt/slideMasters/_rels/slideMaster21.xml.rels" ContentType="application/vnd.openxmlformats-package.relationships+xml"/>
  <Override PartName="/ppt/slideMasters/_rels/slideMaster4.xml.rels" ContentType="application/vnd.openxmlformats-package.relationships+xml"/>
  <Override PartName="/ppt/slideMasters/_rels/slideMaster5.xml.rels" ContentType="application/vnd.openxmlformats-package.relationships+xml"/>
  <Override PartName="/ppt/slideMasters/_rels/slideMaster6.xml.rels" ContentType="application/vnd.openxmlformats-package.relationships+xml"/>
  <Override PartName="/ppt/slideMasters/_rels/slideMaster7.xml.rels" ContentType="application/vnd.openxmlformats-package.relationships+xml"/>
  <Override PartName="/ppt/slideMasters/_rels/slideMaster8.xml.rels" ContentType="application/vnd.openxmlformats-package.relationships+xml"/>
  <Override PartName="/ppt/slideMasters/_rels/slideMaster9.xml.rels" ContentType="application/vnd.openxmlformats-package.relationships+xml"/>
  <Override PartName="/ppt/slideMasters/_rels/slideMaster10.xml.rels" ContentType="application/vnd.openxmlformats-package.relationships+xml"/>
  <Override PartName="/ppt/slideMasters/_rels/slideMaster11.xml.rels" ContentType="application/vnd.openxmlformats-package.relationships+xml"/>
  <Override PartName="/ppt/slideMasters/_rels/slideMaster12.xml.rels" ContentType="application/vnd.openxmlformats-package.relationships+xml"/>
  <Override PartName="/ppt/slideMasters/_rels/slideMaster13.xml.rels" ContentType="application/vnd.openxmlformats-package.relationships+xml"/>
  <Override PartName="/ppt/slideMasters/_rels/slideMaster14.xml.rels" ContentType="application/vnd.openxmlformats-package.relationships+xml"/>
  <Override PartName="/ppt/slideMasters/_rels/slideMaster15.xml.rels" ContentType="application/vnd.openxmlformats-package.relationships+xml"/>
  <Override PartName="/ppt/slideMasters/_rels/slideMaster16.xml.rels" ContentType="application/vnd.openxmlformats-package.relationships+xml"/>
  <Override PartName="/ppt/slideMasters/_rels/slideMaster17.xml.rels" ContentType="application/vnd.openxmlformats-package.relationships+xml"/>
  <Override PartName="/ppt/slideMasters/_rels/slideMaster18.xml.rels" ContentType="application/vnd.openxmlformats-package.relationships+xml"/>
  <Override PartName="/ppt/slideMasters/_rels/slideMaster19.xml.rels" ContentType="application/vnd.openxmlformats-package.relationship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theme/theme11.xml" ContentType="application/vnd.openxmlformats-officedocument.theme+xml"/>
  <Override PartName="/ppt/theme/theme12.xml" ContentType="application/vnd.openxmlformats-officedocument.theme+xml"/>
  <Override PartName="/ppt/theme/theme13.xml" ContentType="application/vnd.openxmlformats-officedocument.theme+xml"/>
  <Override PartName="/ppt/theme/theme14.xml" ContentType="application/vnd.openxmlformats-officedocument.theme+xml"/>
  <Override PartName="/ppt/theme/theme15.xml" ContentType="application/vnd.openxmlformats-officedocument.theme+xml"/>
  <Override PartName="/ppt/theme/theme16.xml" ContentType="application/vnd.openxmlformats-officedocument.theme+xml"/>
  <Override PartName="/ppt/theme/theme17.xml" ContentType="application/vnd.openxmlformats-officedocument.theme+xml"/>
  <Override PartName="/ppt/theme/theme18.xml" ContentType="application/vnd.openxmlformats-officedocument.theme+xml"/>
  <Override PartName="/ppt/theme/theme19.xml" ContentType="application/vnd.openxmlformats-officedocument.theme+xml"/>
  <Override PartName="/ppt/theme/theme20.xml" ContentType="application/vnd.openxmlformats-officedocument.theme+xml"/>
  <Override PartName="/ppt/theme/theme21.xml" ContentType="application/vnd.openxmlformats-officedocument.theme+xml"/>
  <Override PartName="/ppt/theme/theme22.xml" ContentType="application/vnd.openxmlformats-officedocument.theme+xml"/>
  <Override PartName="/ppt/slideLayouts/slideLayout31.xml" ContentType="application/vnd.openxmlformats-officedocument.presentationml.slideLayout+xml"/>
  <Override PartName="/ppt/slideLayouts/slideLayout119.xml" ContentType="application/vnd.openxmlformats-officedocument.presentationml.slideLayout+xml"/>
  <Override PartName="/ppt/slideLayouts/slideLayout1.xml" ContentType="application/vnd.openxmlformats-officedocument.presentationml.slideLayout+xml"/>
  <Override PartName="/ppt/slideLayouts/slideLayout32.xml" ContentType="application/vnd.openxmlformats-officedocument.presentationml.slideLayout+xml"/>
  <Override PartName="/ppt/slideLayouts/slideLayout2.xml" ContentType="application/vnd.openxmlformats-officedocument.presentationml.slideLayout+xml"/>
  <Override PartName="/ppt/slideLayouts/slideLayout33.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34.xml" ContentType="application/vnd.openxmlformats-officedocument.presentationml.slideLayout+xml"/>
  <Override PartName="/ppt/slideLayouts/slideLayout5.xml" ContentType="application/vnd.openxmlformats-officedocument.presentationml.slideLayout+xml"/>
  <Override PartName="/ppt/slideLayouts/slideLayout35.xml" ContentType="application/vnd.openxmlformats-officedocument.presentationml.slideLayout+xml"/>
  <Override PartName="/ppt/slideLayouts/slideLayout6.xml" ContentType="application/vnd.openxmlformats-officedocument.presentationml.slideLayout+xml"/>
  <Override PartName="/ppt/slideLayouts/slideLayout36.xml" ContentType="application/vnd.openxmlformats-officedocument.presentationml.slideLayout+xml"/>
  <Override PartName="/ppt/slideLayouts/slideLayout7.xml" ContentType="application/vnd.openxmlformats-officedocument.presentationml.slideLayout+xml"/>
  <Override PartName="/ppt/slideLayouts/slideLayout37.xml" ContentType="application/vnd.openxmlformats-officedocument.presentationml.slideLayout+xml"/>
  <Override PartName="/ppt/slideLayouts/slideLayout8.xml" ContentType="application/vnd.openxmlformats-officedocument.presentationml.slideLayout+xml"/>
  <Override PartName="/ppt/slideLayouts/slideLayout38.xml" ContentType="application/vnd.openxmlformats-officedocument.presentationml.slideLayout+xml"/>
  <Override PartName="/ppt/slideLayouts/slideLayout9.xml" ContentType="application/vnd.openxmlformats-officedocument.presentationml.slideLayout+xml"/>
  <Override PartName="/ppt/slideLayouts/slideLayout3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108.xml" ContentType="application/vnd.openxmlformats-officedocument.presentationml.slideLayout+xml"/>
  <Override PartName="/ppt/slideLayouts/slideLayout20.xml" ContentType="application/vnd.openxmlformats-officedocument.presentationml.slideLayout+xml"/>
  <Override PartName="/ppt/slideLayouts/slideLayout109.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118.xml" ContentType="application/vnd.openxmlformats-officedocument.presentationml.slideLayout+xml"/>
  <Override PartName="/ppt/slideLayouts/slideLayout30.xml" ContentType="application/vnd.openxmlformats-officedocument.presentationml.slideLayout+xml"/>
  <Override PartName="/ppt/slideLayouts/slideLayout128.xml" ContentType="application/vnd.openxmlformats-officedocument.presentationml.slideLayout+xml"/>
  <Override PartName="/ppt/slideLayouts/slideLayout40.xml" ContentType="application/vnd.openxmlformats-officedocument.presentationml.slideLayout+xml"/>
  <Override PartName="/ppt/slideLayouts/slideLayout129.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138.xml" ContentType="application/vnd.openxmlformats-officedocument.presentationml.slideLayout+xml"/>
  <Override PartName="/ppt/slideLayouts/slideLayout50.xml" ContentType="application/vnd.openxmlformats-officedocument.presentationml.slideLayout+xml"/>
  <Override PartName="/ppt/slideLayouts/slideLayout139.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148.xml" ContentType="application/vnd.openxmlformats-officedocument.presentationml.slideLayout+xml"/>
  <Override PartName="/ppt/slideLayouts/_rels/slideLayout35.xml.rels" ContentType="application/vnd.openxmlformats-package.relationships+xml"/>
  <Override PartName="/ppt/slideLayouts/_rels/slideLayout119.xml.rels" ContentType="application/vnd.openxmlformats-package.relationships+xml"/>
  <Override PartName="/ppt/slideLayouts/_rels/slideLayout53.xml.rels" ContentType="application/vnd.openxmlformats-package.relationships+xml"/>
  <Override PartName="/ppt/slideLayouts/_rels/slideLayout1.xml.rels" ContentType="application/vnd.openxmlformats-package.relationships+xml"/>
  <Override PartName="/ppt/slideLayouts/_rels/slideLayout137.xml.rels" ContentType="application/vnd.openxmlformats-package.relationships+xml"/>
  <Override PartName="/ppt/slideLayouts/_rels/slideLayout31.xml.rels" ContentType="application/vnd.openxmlformats-package.relationships+xml"/>
  <Override PartName="/ppt/slideLayouts/_rels/slideLayout32.xml.rels" ContentType="application/vnd.openxmlformats-package.relationships+xml"/>
  <Override PartName="/ppt/slideLayouts/_rels/slideLayout2.xml.rels" ContentType="application/vnd.openxmlformats-package.relationships+xml"/>
  <Override PartName="/ppt/slideLayouts/_rels/slideLayout138.xml.rels" ContentType="application/vnd.openxmlformats-package.relationships+xml"/>
  <Override PartName="/ppt/slideLayouts/_rels/slideLayout54.xml.rels" ContentType="application/vnd.openxmlformats-package.relationships+xml"/>
  <Override PartName="/ppt/slideLayouts/_rels/slideLayout33.xml.rels" ContentType="application/vnd.openxmlformats-package.relationships+xml"/>
  <Override PartName="/ppt/slideLayouts/_rels/slideLayout3.xml.rels" ContentType="application/vnd.openxmlformats-package.relationships+xml"/>
  <Override PartName="/ppt/slideLayouts/_rels/slideLayout139.xml.rels" ContentType="application/vnd.openxmlformats-package.relationships+xml"/>
  <Override PartName="/ppt/slideLayouts/_rels/slideLayout55.xml.rels" ContentType="application/vnd.openxmlformats-package.relationships+xml"/>
  <Override PartName="/ppt/slideLayouts/_rels/slideLayout34.xml.rels" ContentType="application/vnd.openxmlformats-package.relationships+xml"/>
  <Override PartName="/ppt/slideLayouts/_rels/slideLayout118.xml.rels" ContentType="application/vnd.openxmlformats-package.relationships+xml"/>
  <Override PartName="/ppt/slideLayouts/_rels/slideLayout4.xml.rels" ContentType="application/vnd.openxmlformats-package.relationships+xml"/>
  <Override PartName="/ppt/slideLayouts/_rels/slideLayout56.xml.rels" ContentType="application/vnd.openxmlformats-package.relationships+xml"/>
  <Override PartName="/ppt/slideLayouts/_rels/slideLayout5.xml.rels" ContentType="application/vnd.openxmlformats-package.relationships+xml"/>
  <Override PartName="/ppt/slideLayouts/_rels/slideLayout36.xml.rels" ContentType="application/vnd.openxmlformats-package.relationships+xml"/>
  <Override PartName="/ppt/slideLayouts/_rels/slideLayout6.xml.rels" ContentType="application/vnd.openxmlformats-package.relationships+xml"/>
  <Override PartName="/ppt/slideLayouts/_rels/slideLayout37.xml.rels" ContentType="application/vnd.openxmlformats-package.relationships+xml"/>
  <Override PartName="/ppt/slideLayouts/_rels/slideLayout7.xml.rels" ContentType="application/vnd.openxmlformats-package.relationships+xml"/>
  <Override PartName="/ppt/slideLayouts/_rels/slideLayout38.xml.rels" ContentType="application/vnd.openxmlformats-package.relationships+xml"/>
  <Override PartName="/ppt/slideLayouts/_rels/slideLayout8.xml.rels" ContentType="application/vnd.openxmlformats-package.relationships+xml"/>
  <Override PartName="/ppt/slideLayouts/_rels/slideLayout39.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11.xml.rels" ContentType="application/vnd.openxmlformats-package.relationships+xml"/>
  <Override PartName="/ppt/slideLayouts/_rels/slideLayout12.xml.rels" ContentType="application/vnd.openxmlformats-package.relationships+xml"/>
  <Override PartName="/ppt/slideLayouts/_rels/slideLayout13.xml.rels" ContentType="application/vnd.openxmlformats-package.relationships+xml"/>
  <Override PartName="/ppt/slideLayouts/_rels/slideLayout14.xml.rels" ContentType="application/vnd.openxmlformats-package.relationships+xml"/>
  <Override PartName="/ppt/slideLayouts/_rels/slideLayout15.xml.rels" ContentType="application/vnd.openxmlformats-package.relationships+xml"/>
  <Override PartName="/ppt/slideLayouts/_rels/slideLayout16.xml.rels" ContentType="application/vnd.openxmlformats-package.relationships+xml"/>
  <Override PartName="/ppt/slideLayouts/_rels/slideLayout17.xml.rels" ContentType="application/vnd.openxmlformats-package.relationships+xml"/>
  <Override PartName="/ppt/slideLayouts/_rels/slideLayout18.xml.rels" ContentType="application/vnd.openxmlformats-package.relationships+xml"/>
  <Override PartName="/ppt/slideLayouts/_rels/slideLayout19.xml.rels" ContentType="application/vnd.openxmlformats-package.relationships+xml"/>
  <Override PartName="/ppt/slideLayouts/_rels/slideLayout108.xml.rels" ContentType="application/vnd.openxmlformats-package.relationships+xml"/>
  <Override PartName="/ppt/slideLayouts/_rels/slideLayout24.xml.rels" ContentType="application/vnd.openxmlformats-package.relationships+xml"/>
  <Override PartName="/ppt/slideLayouts/_rels/slideLayout20.xml.rels" ContentType="application/vnd.openxmlformats-package.relationships+xml"/>
  <Override PartName="/ppt/slideLayouts/_rels/slideLayout109.xml.rels" ContentType="application/vnd.openxmlformats-package.relationships+xml"/>
  <Override PartName="/ppt/slideLayouts/_rels/slideLayout25.xml.rels" ContentType="application/vnd.openxmlformats-package.relationships+xml"/>
  <Override PartName="/ppt/slideLayouts/_rels/slideLayout21.xml.rels" ContentType="application/vnd.openxmlformats-package.relationships+xml"/>
  <Override PartName="/ppt/slideLayouts/_rels/slideLayout22.xml.rels" ContentType="application/vnd.openxmlformats-package.relationships+xml"/>
  <Override PartName="/ppt/slideLayouts/_rels/slideLayout23.xml.rels" ContentType="application/vnd.openxmlformats-package.relationships+xml"/>
  <Override PartName="/ppt/slideLayouts/_rels/slideLayout26.xml.rels" ContentType="application/vnd.openxmlformats-package.relationships+xml"/>
  <Override PartName="/ppt/slideLayouts/_rels/slideLayout27.xml.rels" ContentType="application/vnd.openxmlformats-package.relationships+xml"/>
  <Override PartName="/ppt/slideLayouts/_rels/slideLayout28.xml.rels" ContentType="application/vnd.openxmlformats-package.relationships+xml"/>
  <Override PartName="/ppt/slideLayouts/_rels/slideLayout29.xml.rels" ContentType="application/vnd.openxmlformats-package.relationships+xml"/>
  <Override PartName="/ppt/slideLayouts/_rels/slideLayout30.xml.rels" ContentType="application/vnd.openxmlformats-package.relationships+xml"/>
  <Override PartName="/ppt/slideLayouts/_rels/slideLayout128.xml.rels" ContentType="application/vnd.openxmlformats-package.relationships+xml"/>
  <Override PartName="/ppt/slideLayouts/_rels/slideLayout44.xml.rels" ContentType="application/vnd.openxmlformats-package.relationships+xml"/>
  <Override PartName="/ppt/slideLayouts/_rels/slideLayout40.xml.rels" ContentType="application/vnd.openxmlformats-package.relationships+xml"/>
  <Override PartName="/ppt/slideLayouts/_rels/slideLayout129.xml.rels" ContentType="application/vnd.openxmlformats-package.relationships+xml"/>
  <Override PartName="/ppt/slideLayouts/_rels/slideLayout45.xml.rels" ContentType="application/vnd.openxmlformats-package.relationships+xml"/>
  <Override PartName="/ppt/slideLayouts/_rels/slideLayout41.xml.rels" ContentType="application/vnd.openxmlformats-package.relationships+xml"/>
  <Override PartName="/ppt/slideLayouts/_rels/slideLayout42.xml.rels" ContentType="application/vnd.openxmlformats-package.relationships+xml"/>
  <Override PartName="/ppt/slideLayouts/_rels/slideLayout43.xml.rels" ContentType="application/vnd.openxmlformats-package.relationships+xml"/>
  <Override PartName="/ppt/slideLayouts/_rels/slideLayout46.xml.rels" ContentType="application/vnd.openxmlformats-package.relationships+xml"/>
  <Override PartName="/ppt/slideLayouts/_rels/slideLayout47.xml.rels" ContentType="application/vnd.openxmlformats-package.relationships+xml"/>
  <Override PartName="/ppt/slideLayouts/_rels/slideLayout48.xml.rels" ContentType="application/vnd.openxmlformats-package.relationships+xml"/>
  <Override PartName="/ppt/slideLayouts/_rels/slideLayout49.xml.rels" ContentType="application/vnd.openxmlformats-package.relationships+xml"/>
  <Override PartName="/ppt/slideLayouts/_rels/slideLayout50.xml.rels" ContentType="application/vnd.openxmlformats-package.relationships+xml"/>
  <Override PartName="/ppt/slideLayouts/_rels/slideLayout51.xml.rels" ContentType="application/vnd.openxmlformats-package.relationships+xml"/>
  <Override PartName="/ppt/slideLayouts/_rels/slideLayout52.xml.rels" ContentType="application/vnd.openxmlformats-package.relationships+xml"/>
  <Override PartName="/ppt/slideLayouts/_rels/slideLayout57.xml.rels" ContentType="application/vnd.openxmlformats-package.relationships+xml"/>
  <Override PartName="/ppt/slideLayouts/_rels/slideLayout58.xml.rels" ContentType="application/vnd.openxmlformats-package.relationships+xml"/>
  <Override PartName="/ppt/slideLayouts/_rels/slideLayout59.xml.rels" ContentType="application/vnd.openxmlformats-package.relationships+xml"/>
  <Override PartName="/ppt/slideLayouts/_rels/slideLayout148.xml.rels" ContentType="application/vnd.openxmlformats-package.relationships+xml"/>
  <Override PartName="/ppt/slideLayouts/_rels/slideLayout60.xml.rels" ContentType="application/vnd.openxmlformats-package.relationships+xml"/>
  <Override PartName="/ppt/slideLayouts/_rels/slideLayout149.xml.rels" ContentType="application/vnd.openxmlformats-package.relationships+xml"/>
  <Override PartName="/ppt/slideLayouts/_rels/slideLayout61.xml.rels" ContentType="application/vnd.openxmlformats-package.relationships+xml"/>
  <Override PartName="/ppt/slideLayouts/_rels/slideLayout200.xml.rels" ContentType="application/vnd.openxmlformats-package.relationships+xml"/>
  <Override PartName="/ppt/slideLayouts/_rels/slideLayout62.xml.rels" ContentType="application/vnd.openxmlformats-package.relationships+xml"/>
  <Override PartName="/ppt/slideLayouts/_rels/slideLayout201.xml.rels" ContentType="application/vnd.openxmlformats-package.relationships+xml"/>
  <Override PartName="/ppt/slideLayouts/_rels/slideLayout63.xml.rels" ContentType="application/vnd.openxmlformats-package.relationships+xml"/>
  <Override PartName="/ppt/slideLayouts/_rels/slideLayout202.xml.rels" ContentType="application/vnd.openxmlformats-package.relationships+xml"/>
  <Override PartName="/ppt/slideLayouts/_rels/slideLayout64.xml.rels" ContentType="application/vnd.openxmlformats-package.relationships+xml"/>
  <Override PartName="/ppt/slideLayouts/_rels/slideLayout203.xml.rels" ContentType="application/vnd.openxmlformats-package.relationships+xml"/>
  <Override PartName="/ppt/slideLayouts/_rels/slideLayout65.xml.rels" ContentType="application/vnd.openxmlformats-package.relationships+xml"/>
  <Override PartName="/ppt/slideLayouts/_rels/slideLayout204.xml.rels" ContentType="application/vnd.openxmlformats-package.relationships+xml"/>
  <Override PartName="/ppt/slideLayouts/_rels/slideLayout66.xml.rels" ContentType="application/vnd.openxmlformats-package.relationships+xml"/>
  <Override PartName="/ppt/slideLayouts/_rels/slideLayout205.xml.rels" ContentType="application/vnd.openxmlformats-package.relationships+xml"/>
  <Override PartName="/ppt/slideLayouts/_rels/slideLayout67.xml.rels" ContentType="application/vnd.openxmlformats-package.relationships+xml"/>
  <Override PartName="/ppt/slideLayouts/_rels/slideLayout206.xml.rels" ContentType="application/vnd.openxmlformats-package.relationships+xml"/>
  <Override PartName="/ppt/slideLayouts/_rels/slideLayout68.xml.rels" ContentType="application/vnd.openxmlformats-package.relationships+xml"/>
  <Override PartName="/ppt/slideLayouts/_rels/slideLayout207.xml.rels" ContentType="application/vnd.openxmlformats-package.relationships+xml"/>
  <Override PartName="/ppt/slideLayouts/_rels/slideLayout69.xml.rels" ContentType="application/vnd.openxmlformats-package.relationships+xml"/>
  <Override PartName="/ppt/slideLayouts/_rels/slideLayout208.xml.rels" ContentType="application/vnd.openxmlformats-package.relationships+xml"/>
  <Override PartName="/ppt/slideLayouts/_rels/slideLayout158.xml.rels" ContentType="application/vnd.openxmlformats-package.relationships+xml"/>
  <Override PartName="/ppt/slideLayouts/_rels/slideLayout70.xml.rels" ContentType="application/vnd.openxmlformats-package.relationships+xml"/>
  <Override PartName="/ppt/slideLayouts/_rels/slideLayout159.xml.rels" ContentType="application/vnd.openxmlformats-package.relationships+xml"/>
  <Override PartName="/ppt/slideLayouts/_rels/slideLayout71.xml.rels" ContentType="application/vnd.openxmlformats-package.relationships+xml"/>
  <Override PartName="/ppt/slideLayouts/_rels/slideLayout210.xml.rels" ContentType="application/vnd.openxmlformats-package.relationships+xml"/>
  <Override PartName="/ppt/slideLayouts/_rels/slideLayout72.xml.rels" ContentType="application/vnd.openxmlformats-package.relationships+xml"/>
  <Override PartName="/ppt/slideLayouts/_rels/slideLayout211.xml.rels" ContentType="application/vnd.openxmlformats-package.relationships+xml"/>
  <Override PartName="/ppt/slideLayouts/_rels/slideLayout73.xml.rels" ContentType="application/vnd.openxmlformats-package.relationships+xml"/>
  <Override PartName="/ppt/slideLayouts/_rels/slideLayout212.xml.rels" ContentType="application/vnd.openxmlformats-package.relationships+xml"/>
  <Override PartName="/ppt/slideLayouts/_rels/slideLayout74.xml.rels" ContentType="application/vnd.openxmlformats-package.relationships+xml"/>
  <Override PartName="/ppt/slideLayouts/_rels/slideLayout213.xml.rels" ContentType="application/vnd.openxmlformats-package.relationships+xml"/>
  <Override PartName="/ppt/slideLayouts/_rels/slideLayout75.xml.rels" ContentType="application/vnd.openxmlformats-package.relationships+xml"/>
  <Override PartName="/ppt/slideLayouts/_rels/slideLayout214.xml.rels" ContentType="application/vnd.openxmlformats-package.relationships+xml"/>
  <Override PartName="/ppt/slideLayouts/_rels/slideLayout76.xml.rels" ContentType="application/vnd.openxmlformats-package.relationships+xml"/>
  <Override PartName="/ppt/slideLayouts/_rels/slideLayout215.xml.rels" ContentType="application/vnd.openxmlformats-package.relationships+xml"/>
  <Override PartName="/ppt/slideLayouts/_rels/slideLayout77.xml.rels" ContentType="application/vnd.openxmlformats-package.relationships+xml"/>
  <Override PartName="/ppt/slideLayouts/_rels/slideLayout216.xml.rels" ContentType="application/vnd.openxmlformats-package.relationships+xml"/>
  <Override PartName="/ppt/slideLayouts/_rels/slideLayout78.xml.rels" ContentType="application/vnd.openxmlformats-package.relationships+xml"/>
  <Override PartName="/ppt/slideLayouts/_rels/slideLayout217.xml.rels" ContentType="application/vnd.openxmlformats-package.relationships+xml"/>
  <Override PartName="/ppt/slideLayouts/_rels/slideLayout79.xml.rels" ContentType="application/vnd.openxmlformats-package.relationships+xml"/>
  <Override PartName="/ppt/slideLayouts/_rels/slideLayout218.xml.rels" ContentType="application/vnd.openxmlformats-package.relationships+xml"/>
  <Override PartName="/ppt/slideLayouts/_rels/slideLayout168.xml.rels" ContentType="application/vnd.openxmlformats-package.relationships+xml"/>
  <Override PartName="/ppt/slideLayouts/_rels/slideLayout80.xml.rels" ContentType="application/vnd.openxmlformats-package.relationships+xml"/>
  <Override PartName="/ppt/slideLayouts/_rels/slideLayout169.xml.rels" ContentType="application/vnd.openxmlformats-package.relationships+xml"/>
  <Override PartName="/ppt/slideLayouts/_rels/slideLayout81.xml.rels" ContentType="application/vnd.openxmlformats-package.relationships+xml"/>
  <Override PartName="/ppt/slideLayouts/_rels/slideLayout220.xml.rels" ContentType="application/vnd.openxmlformats-package.relationships+xml"/>
  <Override PartName="/ppt/slideLayouts/_rels/slideLayout82.xml.rels" ContentType="application/vnd.openxmlformats-package.relationships+xml"/>
  <Override PartName="/ppt/slideLayouts/_rels/slideLayout221.xml.rels" ContentType="application/vnd.openxmlformats-package.relationships+xml"/>
  <Override PartName="/ppt/slideLayouts/_rels/slideLayout83.xml.rels" ContentType="application/vnd.openxmlformats-package.relationships+xml"/>
  <Override PartName="/ppt/slideLayouts/_rels/slideLayout222.xml.rels" ContentType="application/vnd.openxmlformats-package.relationships+xml"/>
  <Override PartName="/ppt/slideLayouts/_rels/slideLayout84.xml.rels" ContentType="application/vnd.openxmlformats-package.relationships+xml"/>
  <Override PartName="/ppt/slideLayouts/_rels/slideLayout223.xml.rels" ContentType="application/vnd.openxmlformats-package.relationships+xml"/>
  <Override PartName="/ppt/slideLayouts/_rels/slideLayout85.xml.rels" ContentType="application/vnd.openxmlformats-package.relationships+xml"/>
  <Override PartName="/ppt/slideLayouts/_rels/slideLayout224.xml.rels" ContentType="application/vnd.openxmlformats-package.relationships+xml"/>
  <Override PartName="/ppt/slideLayouts/_rels/slideLayout86.xml.rels" ContentType="application/vnd.openxmlformats-package.relationships+xml"/>
  <Override PartName="/ppt/slideLayouts/_rels/slideLayout225.xml.rels" ContentType="application/vnd.openxmlformats-package.relationships+xml"/>
  <Override PartName="/ppt/slideLayouts/_rels/slideLayout87.xml.rels" ContentType="application/vnd.openxmlformats-package.relationships+xml"/>
  <Override PartName="/ppt/slideLayouts/_rels/slideLayout226.xml.rels" ContentType="application/vnd.openxmlformats-package.relationships+xml"/>
  <Override PartName="/ppt/slideLayouts/_rels/slideLayout88.xml.rels" ContentType="application/vnd.openxmlformats-package.relationships+xml"/>
  <Override PartName="/ppt/slideLayouts/_rels/slideLayout227.xml.rels" ContentType="application/vnd.openxmlformats-package.relationships+xml"/>
  <Override PartName="/ppt/slideLayouts/_rels/slideLayout89.xml.rels" ContentType="application/vnd.openxmlformats-package.relationships+xml"/>
  <Override PartName="/ppt/slideLayouts/_rels/slideLayout228.xml.rels" ContentType="application/vnd.openxmlformats-package.relationships+xml"/>
  <Override PartName="/ppt/slideLayouts/_rels/slideLayout178.xml.rels" ContentType="application/vnd.openxmlformats-package.relationships+xml"/>
  <Override PartName="/ppt/slideLayouts/_rels/slideLayout90.xml.rels" ContentType="application/vnd.openxmlformats-package.relationships+xml"/>
  <Override PartName="/ppt/slideLayouts/_rels/slideLayout179.xml.rels" ContentType="application/vnd.openxmlformats-package.relationships+xml"/>
  <Override PartName="/ppt/slideLayouts/_rels/slideLayout91.xml.rels" ContentType="application/vnd.openxmlformats-package.relationships+xml"/>
  <Override PartName="/ppt/slideLayouts/_rels/slideLayout230.xml.rels" ContentType="application/vnd.openxmlformats-package.relationships+xml"/>
  <Override PartName="/ppt/slideLayouts/_rels/slideLayout92.xml.rels" ContentType="application/vnd.openxmlformats-package.relationships+xml"/>
  <Override PartName="/ppt/slideLayouts/_rels/slideLayout231.xml.rels" ContentType="application/vnd.openxmlformats-package.relationships+xml"/>
  <Override PartName="/ppt/slideLayouts/_rels/slideLayout93.xml.rels" ContentType="application/vnd.openxmlformats-package.relationships+xml"/>
  <Override PartName="/ppt/slideLayouts/_rels/slideLayout232.xml.rels" ContentType="application/vnd.openxmlformats-package.relationships+xml"/>
  <Override PartName="/ppt/slideLayouts/_rels/slideLayout94.xml.rels" ContentType="application/vnd.openxmlformats-package.relationships+xml"/>
  <Override PartName="/ppt/slideLayouts/_rels/slideLayout233.xml.rels" ContentType="application/vnd.openxmlformats-package.relationships+xml"/>
  <Override PartName="/ppt/slideLayouts/_rels/slideLayout95.xml.rels" ContentType="application/vnd.openxmlformats-package.relationships+xml"/>
  <Override PartName="/ppt/slideLayouts/_rels/slideLayout234.xml.rels" ContentType="application/vnd.openxmlformats-package.relationships+xml"/>
  <Override PartName="/ppt/slideLayouts/_rels/slideLayout96.xml.rels" ContentType="application/vnd.openxmlformats-package.relationships+xml"/>
  <Override PartName="/ppt/slideLayouts/_rels/slideLayout235.xml.rels" ContentType="application/vnd.openxmlformats-package.relationships+xml"/>
  <Override PartName="/ppt/slideLayouts/_rels/slideLayout97.xml.rels" ContentType="application/vnd.openxmlformats-package.relationships+xml"/>
  <Override PartName="/ppt/slideLayouts/_rels/slideLayout236.xml.rels" ContentType="application/vnd.openxmlformats-package.relationships+xml"/>
  <Override PartName="/ppt/slideLayouts/_rels/slideLayout98.xml.rels" ContentType="application/vnd.openxmlformats-package.relationships+xml"/>
  <Override PartName="/ppt/slideLayouts/_rels/slideLayout237.xml.rels" ContentType="application/vnd.openxmlformats-package.relationships+xml"/>
  <Override PartName="/ppt/slideLayouts/_rels/slideLayout99.xml.rels" ContentType="application/vnd.openxmlformats-package.relationships+xml"/>
  <Override PartName="/ppt/slideLayouts/_rels/slideLayout238.xml.rels" ContentType="application/vnd.openxmlformats-package.relationships+xml"/>
  <Override PartName="/ppt/slideLayouts/_rels/slideLayout100.xml.rels" ContentType="application/vnd.openxmlformats-package.relationships+xml"/>
  <Override PartName="/ppt/slideLayouts/_rels/slideLayout101.xml.rels" ContentType="application/vnd.openxmlformats-package.relationships+xml"/>
  <Override PartName="/ppt/slideLayouts/_rels/slideLayout102.xml.rels" ContentType="application/vnd.openxmlformats-package.relationships+xml"/>
  <Override PartName="/ppt/slideLayouts/_rels/slideLayout103.xml.rels" ContentType="application/vnd.openxmlformats-package.relationships+xml"/>
  <Override PartName="/ppt/slideLayouts/_rels/slideLayout104.xml.rels" ContentType="application/vnd.openxmlformats-package.relationships+xml"/>
  <Override PartName="/ppt/slideLayouts/_rels/slideLayout105.xml.rels" ContentType="application/vnd.openxmlformats-package.relationships+xml"/>
  <Override PartName="/ppt/slideLayouts/_rels/slideLayout106.xml.rels" ContentType="application/vnd.openxmlformats-package.relationships+xml"/>
  <Override PartName="/ppt/slideLayouts/_rels/slideLayout107.xml.rels" ContentType="application/vnd.openxmlformats-package.relationships+xml"/>
  <Override PartName="/ppt/slideLayouts/_rels/slideLayout110.xml.rels" ContentType="application/vnd.openxmlformats-package.relationships+xml"/>
  <Override PartName="/ppt/slideLayouts/_rels/slideLayout111.xml.rels" ContentType="application/vnd.openxmlformats-package.relationships+xml"/>
  <Override PartName="/ppt/slideLayouts/_rels/slideLayout112.xml.rels" ContentType="application/vnd.openxmlformats-package.relationships+xml"/>
  <Override PartName="/ppt/slideLayouts/_rels/slideLayout113.xml.rels" ContentType="application/vnd.openxmlformats-package.relationships+xml"/>
  <Override PartName="/ppt/slideLayouts/_rels/slideLayout114.xml.rels" ContentType="application/vnd.openxmlformats-package.relationships+xml"/>
  <Override PartName="/ppt/slideLayouts/_rels/slideLayout115.xml.rels" ContentType="application/vnd.openxmlformats-package.relationships+xml"/>
  <Override PartName="/ppt/slideLayouts/_rels/slideLayout116.xml.rels" ContentType="application/vnd.openxmlformats-package.relationships+xml"/>
  <Override PartName="/ppt/slideLayouts/_rels/slideLayout117.xml.rels" ContentType="application/vnd.openxmlformats-package.relationships+xml"/>
  <Override PartName="/ppt/slideLayouts/_rels/slideLayout120.xml.rels" ContentType="application/vnd.openxmlformats-package.relationships+xml"/>
  <Override PartName="/ppt/slideLayouts/_rels/slideLayout121.xml.rels" ContentType="application/vnd.openxmlformats-package.relationships+xml"/>
  <Override PartName="/ppt/slideLayouts/_rels/slideLayout122.xml.rels" ContentType="application/vnd.openxmlformats-package.relationships+xml"/>
  <Override PartName="/ppt/slideLayouts/_rels/slideLayout123.xml.rels" ContentType="application/vnd.openxmlformats-package.relationships+xml"/>
  <Override PartName="/ppt/slideLayouts/_rels/slideLayout124.xml.rels" ContentType="application/vnd.openxmlformats-package.relationships+xml"/>
  <Override PartName="/ppt/slideLayouts/_rels/slideLayout125.xml.rels" ContentType="application/vnd.openxmlformats-package.relationships+xml"/>
  <Override PartName="/ppt/slideLayouts/_rels/slideLayout126.xml.rels" ContentType="application/vnd.openxmlformats-package.relationships+xml"/>
  <Override PartName="/ppt/slideLayouts/_rels/slideLayout127.xml.rels" ContentType="application/vnd.openxmlformats-package.relationships+xml"/>
  <Override PartName="/ppt/slideLayouts/_rels/slideLayout130.xml.rels" ContentType="application/vnd.openxmlformats-package.relationships+xml"/>
  <Override PartName="/ppt/slideLayouts/_rels/slideLayout131.xml.rels" ContentType="application/vnd.openxmlformats-package.relationships+xml"/>
  <Override PartName="/ppt/slideLayouts/_rels/slideLayout132.xml.rels" ContentType="application/vnd.openxmlformats-package.relationships+xml"/>
  <Override PartName="/ppt/slideLayouts/_rels/slideLayout133.xml.rels" ContentType="application/vnd.openxmlformats-package.relationships+xml"/>
  <Override PartName="/ppt/slideLayouts/_rels/slideLayout134.xml.rels" ContentType="application/vnd.openxmlformats-package.relationships+xml"/>
  <Override PartName="/ppt/slideLayouts/_rels/slideLayout135.xml.rels" ContentType="application/vnd.openxmlformats-package.relationships+xml"/>
  <Override PartName="/ppt/slideLayouts/_rels/slideLayout136.xml.rels" ContentType="application/vnd.openxmlformats-package.relationships+xml"/>
  <Override PartName="/ppt/slideLayouts/_rels/slideLayout140.xml.rels" ContentType="application/vnd.openxmlformats-package.relationships+xml"/>
  <Override PartName="/ppt/slideLayouts/_rels/slideLayout141.xml.rels" ContentType="application/vnd.openxmlformats-package.relationships+xml"/>
  <Override PartName="/ppt/slideLayouts/_rels/slideLayout142.xml.rels" ContentType="application/vnd.openxmlformats-package.relationships+xml"/>
  <Override PartName="/ppt/slideLayouts/_rels/slideLayout143.xml.rels" ContentType="application/vnd.openxmlformats-package.relationships+xml"/>
  <Override PartName="/ppt/slideLayouts/_rels/slideLayout144.xml.rels" ContentType="application/vnd.openxmlformats-package.relationships+xml"/>
  <Override PartName="/ppt/slideLayouts/_rels/slideLayout145.xml.rels" ContentType="application/vnd.openxmlformats-package.relationships+xml"/>
  <Override PartName="/ppt/slideLayouts/_rels/slideLayout146.xml.rels" ContentType="application/vnd.openxmlformats-package.relationships+xml"/>
  <Override PartName="/ppt/slideLayouts/_rels/slideLayout147.xml.rels" ContentType="application/vnd.openxmlformats-package.relationships+xml"/>
  <Override PartName="/ppt/slideLayouts/_rels/slideLayout150.xml.rels" ContentType="application/vnd.openxmlformats-package.relationships+xml"/>
  <Override PartName="/ppt/slideLayouts/_rels/slideLayout151.xml.rels" ContentType="application/vnd.openxmlformats-package.relationships+xml"/>
  <Override PartName="/ppt/slideLayouts/_rels/slideLayout152.xml.rels" ContentType="application/vnd.openxmlformats-package.relationships+xml"/>
  <Override PartName="/ppt/slideLayouts/_rels/slideLayout153.xml.rels" ContentType="application/vnd.openxmlformats-package.relationships+xml"/>
  <Override PartName="/ppt/slideLayouts/_rels/slideLayout154.xml.rels" ContentType="application/vnd.openxmlformats-package.relationships+xml"/>
  <Override PartName="/ppt/slideLayouts/_rels/slideLayout155.xml.rels" ContentType="application/vnd.openxmlformats-package.relationships+xml"/>
  <Override PartName="/ppt/slideLayouts/_rels/slideLayout156.xml.rels" ContentType="application/vnd.openxmlformats-package.relationships+xml"/>
  <Override PartName="/ppt/slideLayouts/_rels/slideLayout157.xml.rels" ContentType="application/vnd.openxmlformats-package.relationships+xml"/>
  <Override PartName="/ppt/slideLayouts/_rels/slideLayout160.xml.rels" ContentType="application/vnd.openxmlformats-package.relationships+xml"/>
  <Override PartName="/ppt/slideLayouts/_rels/slideLayout161.xml.rels" ContentType="application/vnd.openxmlformats-package.relationships+xml"/>
  <Override PartName="/ppt/slideLayouts/_rels/slideLayout162.xml.rels" ContentType="application/vnd.openxmlformats-package.relationships+xml"/>
  <Override PartName="/ppt/slideLayouts/_rels/slideLayout163.xml.rels" ContentType="application/vnd.openxmlformats-package.relationships+xml"/>
  <Override PartName="/ppt/slideLayouts/_rels/slideLayout164.xml.rels" ContentType="application/vnd.openxmlformats-package.relationships+xml"/>
  <Override PartName="/ppt/slideLayouts/_rels/slideLayout165.xml.rels" ContentType="application/vnd.openxmlformats-package.relationships+xml"/>
  <Override PartName="/ppt/slideLayouts/_rels/slideLayout166.xml.rels" ContentType="application/vnd.openxmlformats-package.relationships+xml"/>
  <Override PartName="/ppt/slideLayouts/_rels/slideLayout167.xml.rels" ContentType="application/vnd.openxmlformats-package.relationships+xml"/>
  <Override PartName="/ppt/slideLayouts/_rels/slideLayout170.xml.rels" ContentType="application/vnd.openxmlformats-package.relationships+xml"/>
  <Override PartName="/ppt/slideLayouts/_rels/slideLayout171.xml.rels" ContentType="application/vnd.openxmlformats-package.relationships+xml"/>
  <Override PartName="/ppt/slideLayouts/_rels/slideLayout172.xml.rels" ContentType="application/vnd.openxmlformats-package.relationships+xml"/>
  <Override PartName="/ppt/slideLayouts/_rels/slideLayout173.xml.rels" ContentType="application/vnd.openxmlformats-package.relationships+xml"/>
  <Override PartName="/ppt/slideLayouts/_rels/slideLayout174.xml.rels" ContentType="application/vnd.openxmlformats-package.relationships+xml"/>
  <Override PartName="/ppt/slideLayouts/_rels/slideLayout175.xml.rels" ContentType="application/vnd.openxmlformats-package.relationships+xml"/>
  <Override PartName="/ppt/slideLayouts/_rels/slideLayout176.xml.rels" ContentType="application/vnd.openxmlformats-package.relationships+xml"/>
  <Override PartName="/ppt/slideLayouts/_rels/slideLayout177.xml.rels" ContentType="application/vnd.openxmlformats-package.relationships+xml"/>
  <Override PartName="/ppt/slideLayouts/_rels/slideLayout180.xml.rels" ContentType="application/vnd.openxmlformats-package.relationships+xml"/>
  <Override PartName="/ppt/slideLayouts/_rels/slideLayout181.xml.rels" ContentType="application/vnd.openxmlformats-package.relationships+xml"/>
  <Override PartName="/ppt/slideLayouts/_rels/slideLayout182.xml.rels" ContentType="application/vnd.openxmlformats-package.relationships+xml"/>
  <Override PartName="/ppt/slideLayouts/_rels/slideLayout183.xml.rels" ContentType="application/vnd.openxmlformats-package.relationships+xml"/>
  <Override PartName="/ppt/slideLayouts/_rels/slideLayout184.xml.rels" ContentType="application/vnd.openxmlformats-package.relationships+xml"/>
  <Override PartName="/ppt/slideLayouts/_rels/slideLayout185.xml.rels" ContentType="application/vnd.openxmlformats-package.relationships+xml"/>
  <Override PartName="/ppt/slideLayouts/_rels/slideLayout186.xml.rels" ContentType="application/vnd.openxmlformats-package.relationships+xml"/>
  <Override PartName="/ppt/slideLayouts/_rels/slideLayout187.xml.rels" ContentType="application/vnd.openxmlformats-package.relationships+xml"/>
  <Override PartName="/ppt/slideLayouts/_rels/slideLayout188.xml.rels" ContentType="application/vnd.openxmlformats-package.relationships+xml"/>
  <Override PartName="/ppt/slideLayouts/_rels/slideLayout189.xml.rels" ContentType="application/vnd.openxmlformats-package.relationships+xml"/>
  <Override PartName="/ppt/slideLayouts/_rels/slideLayout190.xml.rels" ContentType="application/vnd.openxmlformats-package.relationships+xml"/>
  <Override PartName="/ppt/slideLayouts/_rels/slideLayout191.xml.rels" ContentType="application/vnd.openxmlformats-package.relationships+xml"/>
  <Override PartName="/ppt/slideLayouts/_rels/slideLayout192.xml.rels" ContentType="application/vnd.openxmlformats-package.relationships+xml"/>
  <Override PartName="/ppt/slideLayouts/_rels/slideLayout193.xml.rels" ContentType="application/vnd.openxmlformats-package.relationships+xml"/>
  <Override PartName="/ppt/slideLayouts/_rels/slideLayout194.xml.rels" ContentType="application/vnd.openxmlformats-package.relationships+xml"/>
  <Override PartName="/ppt/slideLayouts/_rels/slideLayout195.xml.rels" ContentType="application/vnd.openxmlformats-package.relationships+xml"/>
  <Override PartName="/ppt/slideLayouts/_rels/slideLayout196.xml.rels" ContentType="application/vnd.openxmlformats-package.relationships+xml"/>
  <Override PartName="/ppt/slideLayouts/_rels/slideLayout197.xml.rels" ContentType="application/vnd.openxmlformats-package.relationships+xml"/>
  <Override PartName="/ppt/slideLayouts/_rels/slideLayout198.xml.rels" ContentType="application/vnd.openxmlformats-package.relationships+xml"/>
  <Override PartName="/ppt/slideLayouts/_rels/slideLayout199.xml.rels" ContentType="application/vnd.openxmlformats-package.relationships+xml"/>
  <Override PartName="/ppt/slideLayouts/_rels/slideLayout209.xml.rels" ContentType="application/vnd.openxmlformats-package.relationships+xml"/>
  <Override PartName="/ppt/slideLayouts/_rels/slideLayout219.xml.rels" ContentType="application/vnd.openxmlformats-package.relationships+xml"/>
  <Override PartName="/ppt/slideLayouts/_rels/slideLayout229.xml.rels" ContentType="application/vnd.openxmlformats-package.relationships+xml"/>
  <Override PartName="/ppt/slideLayouts/_rels/slideLayout239.xml.rels" ContentType="application/vnd.openxmlformats-package.relationships+xml"/>
  <Override PartName="/ppt/slideLayouts/_rels/slideLayout240.xml.rels" ContentType="application/vnd.openxmlformats-package.relationships+xml"/>
  <Override PartName="/ppt/slideLayouts/_rels/slideLayout241.xml.rels" ContentType="application/vnd.openxmlformats-package.relationships+xml"/>
  <Override PartName="/ppt/slideLayouts/_rels/slideLayout242.xml.rels" ContentType="application/vnd.openxmlformats-package.relationships+xml"/>
  <Override PartName="/ppt/slideLayouts/_rels/slideLayout243.xml.rels" ContentType="application/vnd.openxmlformats-package.relationships+xml"/>
  <Override PartName="/ppt/slideLayouts/_rels/slideLayout244.xml.rels" ContentType="application/vnd.openxmlformats-package.relationships+xml"/>
  <Override PartName="/ppt/slideLayouts/_rels/slideLayout245.xml.rels" ContentType="application/vnd.openxmlformats-package.relationships+xml"/>
  <Override PartName="/ppt/slideLayouts/_rels/slideLayout246.xml.rels" ContentType="application/vnd.openxmlformats-package.relationships+xml"/>
  <Override PartName="/ppt/slideLayouts/_rels/slideLayout247.xml.rels" ContentType="application/vnd.openxmlformats-package.relationships+xml"/>
  <Override PartName="/ppt/slideLayouts/_rels/slideLayout248.xml.rels" ContentType="application/vnd.openxmlformats-package.relationships+xml"/>
  <Override PartName="/ppt/slideLayouts/_rels/slideLayout249.xml.rels" ContentType="application/vnd.openxmlformats-package.relationships+xml"/>
  <Override PartName="/ppt/slideLayouts/_rels/slideLayout250.xml.rels" ContentType="application/vnd.openxmlformats-package.relationships+xml"/>
  <Override PartName="/ppt/slideLayouts/_rels/slideLayout251.xml.rels" ContentType="application/vnd.openxmlformats-package.relationships+xml"/>
  <Override PartName="/ppt/slideLayouts/_rels/slideLayout252.xml.rels" ContentType="application/vnd.openxmlformats-package.relationships+xml"/>
  <Override PartName="/ppt/slideLayouts/_rels/slideLayout253.xml.rels" ContentType="application/vnd.openxmlformats-package.relationships+xml"/>
  <Override PartName="/ppt/slideLayouts/_rels/slideLayout254.xml.rels" ContentType="application/vnd.openxmlformats-package.relationships+xml"/>
  <Override PartName="/ppt/slideLayouts/_rels/slideLayout255.xml.rels" ContentType="application/vnd.openxmlformats-package.relationships+xml"/>
  <Override PartName="/ppt/slideLayouts/_rels/slideLayout256.xml.rels" ContentType="application/vnd.openxmlformats-package.relationships+xml"/>
  <Override PartName="/ppt/slideLayouts/_rels/slideLayout257.xml.rels" ContentType="application/vnd.openxmlformats-package.relationships+xml"/>
  <Override PartName="/ppt/slideLayouts/_rels/slideLayout258.xml.rels" ContentType="application/vnd.openxmlformats-package.relationships+xml"/>
  <Override PartName="/ppt/slideLayouts/_rels/slideLayout259.xml.rels" ContentType="application/vnd.openxmlformats-package.relationships+xml"/>
  <Override PartName="/ppt/slideLayouts/_rels/slideLayout260.xml.rels" ContentType="application/vnd.openxmlformats-package.relationships+xml"/>
  <Override PartName="/ppt/slideLayouts/_rels/slideLayout261.xml.rels" ContentType="application/vnd.openxmlformats-package.relationships+xml"/>
  <Override PartName="/ppt/slideLayouts/_rels/slideLayout262.xml.rels" ContentType="application/vnd.openxmlformats-package.relationships+xml"/>
  <Override PartName="/ppt/slideLayouts/_rels/slideLayout263.xml.rels" ContentType="application/vnd.openxmlformats-package.relationships+xml"/>
  <Override PartName="/ppt/slideLayouts/_rels/slideLayout264.xml.rels" ContentType="application/vnd.openxmlformats-package.relationships+xml"/>
  <Override PartName="/ppt/slideLayouts/slideLayout61.xml" ContentType="application/vnd.openxmlformats-officedocument.presentationml.slideLayout+xml"/>
  <Override PartName="/ppt/slideLayouts/slideLayout149.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158.xml" ContentType="application/vnd.openxmlformats-officedocument.presentationml.slideLayout+xml"/>
  <Override PartName="/ppt/slideLayouts/slideLayout71.xml" ContentType="application/vnd.openxmlformats-officedocument.presentationml.slideLayout+xml"/>
  <Override PartName="/ppt/slideLayouts/slideLayout159.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168.xml" ContentType="application/vnd.openxmlformats-officedocument.presentationml.slideLayout+xml"/>
  <Override PartName="/ppt/slideLayouts/slideLayout81.xml" ContentType="application/vnd.openxmlformats-officedocument.presentationml.slideLayout+xml"/>
  <Override PartName="/ppt/slideLayouts/slideLayout169.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178.xml" ContentType="application/vnd.openxmlformats-officedocument.presentationml.slideLayout+xml"/>
  <Override PartName="/ppt/slideLayouts/slideLayout91.xml" ContentType="application/vnd.openxmlformats-officedocument.presentationml.slideLayout+xml"/>
  <Override PartName="/ppt/slideLayouts/slideLayout179.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slideLayouts/slideLayout156.xml" ContentType="application/vnd.openxmlformats-officedocument.presentationml.slideLayout+xml"/>
  <Override PartName="/ppt/slideLayouts/slideLayout157.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70.xml" ContentType="application/vnd.openxmlformats-officedocument.presentationml.slideLayout+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73.xml" ContentType="application/vnd.openxmlformats-officedocument.presentationml.slideLayout+xml"/>
  <Override PartName="/ppt/slideLayouts/slideLayout174.xml" ContentType="application/vnd.openxmlformats-officedocument.presentationml.slideLayout+xml"/>
  <Override PartName="/ppt/slideLayouts/slideLayout175.xml" ContentType="application/vnd.openxmlformats-officedocument.presentationml.slideLayout+xml"/>
  <Override PartName="/ppt/slideLayouts/slideLayout176.xml" ContentType="application/vnd.openxmlformats-officedocument.presentationml.slideLayout+xml"/>
  <Override PartName="/ppt/slideLayouts/slideLayout177.xml" ContentType="application/vnd.openxmlformats-officedocument.presentationml.slideLayout+xml"/>
  <Override PartName="/ppt/slideLayouts/slideLayout180.xml" ContentType="application/vnd.openxmlformats-officedocument.presentationml.slideLayout+xml"/>
  <Override PartName="/ppt/slideLayouts/slideLayout181.xml" ContentType="application/vnd.openxmlformats-officedocument.presentationml.slideLayout+xml"/>
  <Override PartName="/ppt/slideLayouts/slideLayout182.xml" ContentType="application/vnd.openxmlformats-officedocument.presentationml.slideLayout+xml"/>
  <Override PartName="/ppt/slideLayouts/slideLayout183.xml" ContentType="application/vnd.openxmlformats-officedocument.presentationml.slideLayout+xml"/>
  <Override PartName="/ppt/slideLayouts/slideLayout184.xml" ContentType="application/vnd.openxmlformats-officedocument.presentationml.slideLayout+xml"/>
  <Override PartName="/ppt/slideLayouts/slideLayout185.xml" ContentType="application/vnd.openxmlformats-officedocument.presentationml.slideLayout+xml"/>
  <Override PartName="/ppt/slideLayouts/slideLayout186.xml" ContentType="application/vnd.openxmlformats-officedocument.presentationml.slideLayout+xml"/>
  <Override PartName="/ppt/slideLayouts/slideLayout187.xml" ContentType="application/vnd.openxmlformats-officedocument.presentationml.slideLayout+xml"/>
  <Override PartName="/ppt/slideLayouts/slideLayout188.xml" ContentType="application/vnd.openxmlformats-officedocument.presentationml.slideLayout+xml"/>
  <Override PartName="/ppt/slideLayouts/slideLayout189.xml" ContentType="application/vnd.openxmlformats-officedocument.presentationml.slideLayout+xml"/>
  <Override PartName="/ppt/slideLayouts/slideLayout190.xml" ContentType="application/vnd.openxmlformats-officedocument.presentationml.slideLayout+xml"/>
  <Override PartName="/ppt/slideLayouts/slideLayout191.xml" ContentType="application/vnd.openxmlformats-officedocument.presentationml.slideLayout+xml"/>
  <Override PartName="/ppt/slideLayouts/slideLayout192.xml" ContentType="application/vnd.openxmlformats-officedocument.presentationml.slideLayout+xml"/>
  <Override PartName="/ppt/slideLayouts/slideLayout193.xml" ContentType="application/vnd.openxmlformats-officedocument.presentationml.slideLayout+xml"/>
  <Override PartName="/ppt/slideLayouts/slideLayout194.xml" ContentType="application/vnd.openxmlformats-officedocument.presentationml.slideLayout+xml"/>
  <Override PartName="/ppt/slideLayouts/slideLayout195.xml" ContentType="application/vnd.openxmlformats-officedocument.presentationml.slideLayout+xml"/>
  <Override PartName="/ppt/slideLayouts/slideLayout196.xml" ContentType="application/vnd.openxmlformats-officedocument.presentationml.slideLayout+xml"/>
  <Override PartName="/ppt/slideLayouts/slideLayout197.xml" ContentType="application/vnd.openxmlformats-officedocument.presentationml.slideLayout+xml"/>
  <Override PartName="/ppt/slideLayouts/slideLayout198.xml" ContentType="application/vnd.openxmlformats-officedocument.presentationml.slideLayout+xml"/>
  <Override PartName="/ppt/slideLayouts/slideLayout199.xml" ContentType="application/vnd.openxmlformats-officedocument.presentationml.slideLayout+xml"/>
  <Override PartName="/ppt/slideLayouts/slideLayout200.xml" ContentType="application/vnd.openxmlformats-officedocument.presentationml.slideLayout+xml"/>
  <Override PartName="/ppt/slideLayouts/slideLayout201.xml" ContentType="application/vnd.openxmlformats-officedocument.presentationml.slideLayout+xml"/>
  <Override PartName="/ppt/slideLayouts/slideLayout202.xml" ContentType="application/vnd.openxmlformats-officedocument.presentationml.slideLayout+xml"/>
  <Override PartName="/ppt/slideLayouts/slideLayout203.xml" ContentType="application/vnd.openxmlformats-officedocument.presentationml.slideLayout+xml"/>
  <Override PartName="/ppt/slideLayouts/slideLayout204.xml" ContentType="application/vnd.openxmlformats-officedocument.presentationml.slideLayout+xml"/>
  <Override PartName="/ppt/slideLayouts/slideLayout205.xml" ContentType="application/vnd.openxmlformats-officedocument.presentationml.slideLayout+xml"/>
  <Override PartName="/ppt/slideLayouts/slideLayout206.xml" ContentType="application/vnd.openxmlformats-officedocument.presentationml.slideLayout+xml"/>
  <Override PartName="/ppt/slideLayouts/slideLayout207.xml" ContentType="application/vnd.openxmlformats-officedocument.presentationml.slideLayout+xml"/>
  <Override PartName="/ppt/slideLayouts/slideLayout208.xml" ContentType="application/vnd.openxmlformats-officedocument.presentationml.slideLayout+xml"/>
  <Override PartName="/ppt/slideLayouts/slideLayout209.xml" ContentType="application/vnd.openxmlformats-officedocument.presentationml.slideLayout+xml"/>
  <Override PartName="/ppt/slideLayouts/slideLayout210.xml" ContentType="application/vnd.openxmlformats-officedocument.presentationml.slideLayout+xml"/>
  <Override PartName="/ppt/slideLayouts/slideLayout211.xml" ContentType="application/vnd.openxmlformats-officedocument.presentationml.slideLayout+xml"/>
  <Override PartName="/ppt/slideLayouts/slideLayout212.xml" ContentType="application/vnd.openxmlformats-officedocument.presentationml.slideLayout+xml"/>
  <Override PartName="/ppt/slideLayouts/slideLayout213.xml" ContentType="application/vnd.openxmlformats-officedocument.presentationml.slideLayout+xml"/>
  <Override PartName="/ppt/slideLayouts/slideLayout214.xml" ContentType="application/vnd.openxmlformats-officedocument.presentationml.slideLayout+xml"/>
  <Override PartName="/ppt/slideLayouts/slideLayout215.xml" ContentType="application/vnd.openxmlformats-officedocument.presentationml.slideLayout+xml"/>
  <Override PartName="/ppt/slideLayouts/slideLayout216.xml" ContentType="application/vnd.openxmlformats-officedocument.presentationml.slideLayout+xml"/>
  <Override PartName="/ppt/slideLayouts/slideLayout217.xml" ContentType="application/vnd.openxmlformats-officedocument.presentationml.slideLayout+xml"/>
  <Override PartName="/ppt/slideLayouts/slideLayout218.xml" ContentType="application/vnd.openxmlformats-officedocument.presentationml.slideLayout+xml"/>
  <Override PartName="/ppt/slideLayouts/slideLayout219.xml" ContentType="application/vnd.openxmlformats-officedocument.presentationml.slideLayout+xml"/>
  <Override PartName="/ppt/slideLayouts/slideLayout220.xml" ContentType="application/vnd.openxmlformats-officedocument.presentationml.slideLayout+xml"/>
  <Override PartName="/ppt/slideLayouts/slideLayout221.xml" ContentType="application/vnd.openxmlformats-officedocument.presentationml.slideLayout+xml"/>
  <Override PartName="/ppt/slideLayouts/slideLayout222.xml" ContentType="application/vnd.openxmlformats-officedocument.presentationml.slideLayout+xml"/>
  <Override PartName="/ppt/slideLayouts/slideLayout223.xml" ContentType="application/vnd.openxmlformats-officedocument.presentationml.slideLayout+xml"/>
  <Override PartName="/ppt/slideLayouts/slideLayout224.xml" ContentType="application/vnd.openxmlformats-officedocument.presentationml.slideLayout+xml"/>
  <Override PartName="/ppt/slideLayouts/slideLayout225.xml" ContentType="application/vnd.openxmlformats-officedocument.presentationml.slideLayout+xml"/>
  <Override PartName="/ppt/slideLayouts/slideLayout226.xml" ContentType="application/vnd.openxmlformats-officedocument.presentationml.slideLayout+xml"/>
  <Override PartName="/ppt/slideLayouts/slideLayout227.xml" ContentType="application/vnd.openxmlformats-officedocument.presentationml.slideLayout+xml"/>
  <Override PartName="/ppt/slideLayouts/slideLayout228.xml" ContentType="application/vnd.openxmlformats-officedocument.presentationml.slideLayout+xml"/>
  <Override PartName="/ppt/slideLayouts/slideLayout229.xml" ContentType="application/vnd.openxmlformats-officedocument.presentationml.slideLayout+xml"/>
  <Override PartName="/ppt/slideLayouts/slideLayout230.xml" ContentType="application/vnd.openxmlformats-officedocument.presentationml.slideLayout+xml"/>
  <Override PartName="/ppt/slideLayouts/slideLayout231.xml" ContentType="application/vnd.openxmlformats-officedocument.presentationml.slideLayout+xml"/>
  <Override PartName="/ppt/slideLayouts/slideLayout232.xml" ContentType="application/vnd.openxmlformats-officedocument.presentationml.slideLayout+xml"/>
  <Override PartName="/ppt/slideLayouts/slideLayout233.xml" ContentType="application/vnd.openxmlformats-officedocument.presentationml.slideLayout+xml"/>
  <Override PartName="/ppt/slideLayouts/slideLayout234.xml" ContentType="application/vnd.openxmlformats-officedocument.presentationml.slideLayout+xml"/>
  <Override PartName="/ppt/slideLayouts/slideLayout235.xml" ContentType="application/vnd.openxmlformats-officedocument.presentationml.slideLayout+xml"/>
  <Override PartName="/ppt/slideLayouts/slideLayout236.xml" ContentType="application/vnd.openxmlformats-officedocument.presentationml.slideLayout+xml"/>
  <Override PartName="/ppt/slideLayouts/slideLayout237.xml" ContentType="application/vnd.openxmlformats-officedocument.presentationml.slideLayout+xml"/>
  <Override PartName="/ppt/slideLayouts/slideLayout238.xml" ContentType="application/vnd.openxmlformats-officedocument.presentationml.slideLayout+xml"/>
  <Override PartName="/ppt/slideLayouts/slideLayout239.xml" ContentType="application/vnd.openxmlformats-officedocument.presentationml.slideLayout+xml"/>
  <Override PartName="/ppt/slideLayouts/slideLayout240.xml" ContentType="application/vnd.openxmlformats-officedocument.presentationml.slideLayout+xml"/>
  <Override PartName="/ppt/slideLayouts/slideLayout241.xml" ContentType="application/vnd.openxmlformats-officedocument.presentationml.slideLayout+xml"/>
  <Override PartName="/ppt/slideLayouts/slideLayout242.xml" ContentType="application/vnd.openxmlformats-officedocument.presentationml.slideLayout+xml"/>
  <Override PartName="/ppt/slideLayouts/slideLayout243.xml" ContentType="application/vnd.openxmlformats-officedocument.presentationml.slideLayout+xml"/>
  <Override PartName="/ppt/slideLayouts/slideLayout244.xml" ContentType="application/vnd.openxmlformats-officedocument.presentationml.slideLayout+xml"/>
  <Override PartName="/ppt/slideLayouts/slideLayout245.xml" ContentType="application/vnd.openxmlformats-officedocument.presentationml.slideLayout+xml"/>
  <Override PartName="/ppt/slideLayouts/slideLayout246.xml" ContentType="application/vnd.openxmlformats-officedocument.presentationml.slideLayout+xml"/>
  <Override PartName="/ppt/slideLayouts/slideLayout247.xml" ContentType="application/vnd.openxmlformats-officedocument.presentationml.slideLayout+xml"/>
  <Override PartName="/ppt/slideLayouts/slideLayout248.xml" ContentType="application/vnd.openxmlformats-officedocument.presentationml.slideLayout+xml"/>
  <Override PartName="/ppt/slideLayouts/slideLayout249.xml" ContentType="application/vnd.openxmlformats-officedocument.presentationml.slideLayout+xml"/>
  <Override PartName="/ppt/slideLayouts/slideLayout250.xml" ContentType="application/vnd.openxmlformats-officedocument.presentationml.slideLayout+xml"/>
  <Override PartName="/ppt/slideLayouts/slideLayout251.xml" ContentType="application/vnd.openxmlformats-officedocument.presentationml.slideLayout+xml"/>
  <Override PartName="/ppt/slideLayouts/slideLayout252.xml" ContentType="application/vnd.openxmlformats-officedocument.presentationml.slideLayout+xml"/>
  <Override PartName="/ppt/slideLayouts/slideLayout253.xml" ContentType="application/vnd.openxmlformats-officedocument.presentationml.slideLayout+xml"/>
  <Override PartName="/ppt/slideLayouts/slideLayout254.xml" ContentType="application/vnd.openxmlformats-officedocument.presentationml.slideLayout+xml"/>
  <Override PartName="/ppt/slideLayouts/slideLayout255.xml" ContentType="application/vnd.openxmlformats-officedocument.presentationml.slideLayout+xml"/>
  <Override PartName="/ppt/slideLayouts/slideLayout256.xml" ContentType="application/vnd.openxmlformats-officedocument.presentationml.slideLayout+xml"/>
  <Override PartName="/ppt/slideLayouts/slideLayout257.xml" ContentType="application/vnd.openxmlformats-officedocument.presentationml.slideLayout+xml"/>
  <Override PartName="/ppt/slideLayouts/slideLayout258.xml" ContentType="application/vnd.openxmlformats-officedocument.presentationml.slideLayout+xml"/>
  <Override PartName="/ppt/slideLayouts/slideLayout259.xml" ContentType="application/vnd.openxmlformats-officedocument.presentationml.slideLayout+xml"/>
  <Override PartName="/ppt/slideLayouts/slideLayout260.xml" ContentType="application/vnd.openxmlformats-officedocument.presentationml.slideLayout+xml"/>
  <Override PartName="/ppt/slideLayouts/slideLayout261.xml" ContentType="application/vnd.openxmlformats-officedocument.presentationml.slideLayout+xml"/>
  <Override PartName="/ppt/slideLayouts/slideLayout262.xml" ContentType="application/vnd.openxmlformats-officedocument.presentationml.slideLayout+xml"/>
  <Override PartName="/ppt/slideLayouts/slideLayout263.xml" ContentType="application/vnd.openxmlformats-officedocument.presentationml.slideLayout+xml"/>
  <Override PartName="/ppt/slideLayouts/slideLayout264.xml" ContentType="application/vnd.openxmlformats-officedocument.presentationml.slideLayout+xml"/>
  <Override PartName="/ppt/_rels/presentation.xml.rels" ContentType="application/vnd.openxmlformats-package.relationships+xml"/>
  <Override PartName="/ppt/slides/slide1.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21.xml" ContentType="application/vnd.openxmlformats-officedocument.presentationml.slide+xml"/>
  <Override PartName="/ppt/slides/slide4.xml" ContentType="application/vnd.openxmlformats-officedocument.presentationml.slide+xml"/>
  <Override PartName="/ppt/slides/slide2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23.xml" ContentType="application/vnd.openxmlformats-officedocument.presentationml.slide+xml"/>
  <Override PartName="/ppt/slides/slide7.xml" ContentType="application/vnd.openxmlformats-officedocument.presentationml.slide+xml"/>
  <Override PartName="/ppt/slides/slide24.xml" ContentType="application/vnd.openxmlformats-officedocument.presentationml.slide+xml"/>
  <Override PartName="/ppt/slides/slide8.xml" ContentType="application/vnd.openxmlformats-officedocument.presentationml.slide+xml"/>
  <Override PartName="/ppt/slides/slide25.xml" ContentType="application/vnd.openxmlformats-officedocument.presentationml.slide+xml"/>
  <Override PartName="/ppt/slides/slide9.xml" ContentType="application/vnd.openxmlformats-officedocument.presentationml.slide+xml"/>
  <Override PartName="/ppt/slides/slide26.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_rels/slide1.xml.rels" ContentType="application/vnd.openxmlformats-package.relationships+xml"/>
  <Override PartName="/ppt/slides/_rels/slide22.xml.rels" ContentType="application/vnd.openxmlformats-package.relationships+xml"/>
  <Override PartName="/ppt/slides/_rels/slide2.xml.rels" ContentType="application/vnd.openxmlformats-package.relationships+xml"/>
  <Override PartName="/ppt/slides/_rels/slide20.xml.rels" ContentType="application/vnd.openxmlformats-package.relationships+xml"/>
  <Override PartName="/ppt/slides/_rels/slide3.xml.rels" ContentType="application/vnd.openxmlformats-package.relationships+xml"/>
  <Override PartName="/ppt/slides/_rels/slide21.xml.rels" ContentType="application/vnd.openxmlformats-package.relationships+xml"/>
  <Override PartName="/ppt/slides/_rels/slide4.xml.rels" ContentType="application/vnd.openxmlformats-package.relationships+xml"/>
  <Override PartName="/ppt/slides/_rels/slide5.xml.rels" ContentType="application/vnd.openxmlformats-package.relationships+xml"/>
  <Override PartName="/ppt/slides/_rels/slide23.xml.rels" ContentType="application/vnd.openxmlformats-package.relationships+xml"/>
  <Override PartName="/ppt/slides/_rels/slide6.xml.rels" ContentType="application/vnd.openxmlformats-package.relationships+xml"/>
  <Override PartName="/ppt/slides/_rels/slide24.xml.rels" ContentType="application/vnd.openxmlformats-package.relationships+xml"/>
  <Override PartName="/ppt/slides/_rels/slide7.xml.rels" ContentType="application/vnd.openxmlformats-package.relationships+xml"/>
  <Override PartName="/ppt/slides/_rels/slide25.xml.rels" ContentType="application/vnd.openxmlformats-package.relationships+xml"/>
  <Override PartName="/ppt/slides/_rels/slide8.xml.rels" ContentType="application/vnd.openxmlformats-package.relationships+xml"/>
  <Override PartName="/ppt/slides/_rels/slide26.xml.rels" ContentType="application/vnd.openxmlformats-package.relationships+xml"/>
  <Override PartName="/ppt/slides/_rels/slide9.xml.rels" ContentType="application/vnd.openxmlformats-package.relationships+xml"/>
  <Override PartName="/ppt/slides/_rels/slide10.xml.rels" ContentType="application/vnd.openxmlformats-package.relationships+xml"/>
  <Override PartName="/ppt/slides/_rels/slide11.xml.rels" ContentType="application/vnd.openxmlformats-package.relationships+xml"/>
  <Override PartName="/ppt/slides/_rels/slide12.xml.rels" ContentType="application/vnd.openxmlformats-package.relationships+xml"/>
  <Override PartName="/ppt/slides/_rels/slide13.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6.xml.rels" ContentType="application/vnd.openxmlformats-package.relationships+xml"/>
  <Override PartName="/ppt/slides/_rels/slide17.xml.rels" ContentType="application/vnd.openxmlformats-package.relationships+xml"/>
  <Override PartName="/ppt/slides/_rels/slide18.xml.rels" ContentType="application/vnd.openxmlformats-package.relationships+xml"/>
  <Override PartName="/ppt/slides/_rels/slide19.xml.rels" ContentType="application/vnd.openxmlformats-package.relationships+xml"/>
  <Override PartName="/ppt/slides/_rels/slide27.xml.rels" ContentType="application/vnd.openxmlformats-package.relationships+xml"/>
  <Override PartName="/ppt/slides/_rels/slide28.xml.rels" ContentType="application/vnd.openxmlformats-package.relationships+xml"/>
  <Override PartName="/ppt/presProps.xml" ContentType="application/vnd.openxmlformats-officedocument.presentationml.presProps+xml"/>
  <Override PartName="/ppt/media/image1.png" ContentType="image/png"/>
  <Override PartName="/ppt/media/image2.png" ContentType="image/png"/>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61" r:id="rId3"/>
    <p:sldMasterId id="2147483674" r:id="rId4"/>
    <p:sldMasterId id="2147483687" r:id="rId5"/>
    <p:sldMasterId id="2147483700" r:id="rId6"/>
    <p:sldMasterId id="2147483713" r:id="rId7"/>
    <p:sldMasterId id="2147483726" r:id="rId8"/>
    <p:sldMasterId id="2147483739" r:id="rId9"/>
    <p:sldMasterId id="2147483752" r:id="rId10"/>
    <p:sldMasterId id="2147483765" r:id="rId11"/>
    <p:sldMasterId id="2147483778" r:id="rId12"/>
    <p:sldMasterId id="2147483791" r:id="rId13"/>
    <p:sldMasterId id="2147483804" r:id="rId14"/>
    <p:sldMasterId id="2147483817" r:id="rId15"/>
    <p:sldMasterId id="2147483830" r:id="rId16"/>
    <p:sldMasterId id="2147483843" r:id="rId17"/>
    <p:sldMasterId id="2147483856" r:id="rId18"/>
    <p:sldMasterId id="2147483869" r:id="rId19"/>
    <p:sldMasterId id="2147483882" r:id="rId20"/>
    <p:sldMasterId id="2147483895" r:id="rId21"/>
    <p:sldMasterId id="2147483908" r:id="rId22"/>
    <p:sldMasterId id="2147483921" r:id="rId23"/>
  </p:sldMasterIdLst>
  <p:sldIdLst>
    <p:sldId id="256" r:id="rId24"/>
    <p:sldId id="257" r:id="rId25"/>
    <p:sldId id="258" r:id="rId26"/>
    <p:sldId id="259" r:id="rId27"/>
    <p:sldId id="260" r:id="rId28"/>
    <p:sldId id="261" r:id="rId29"/>
    <p:sldId id="262" r:id="rId30"/>
    <p:sldId id="263" r:id="rId31"/>
    <p:sldId id="264" r:id="rId32"/>
    <p:sldId id="265" r:id="rId33"/>
    <p:sldId id="266" r:id="rId34"/>
    <p:sldId id="267" r:id="rId35"/>
    <p:sldId id="268" r:id="rId36"/>
    <p:sldId id="269" r:id="rId37"/>
    <p:sldId id="270" r:id="rId38"/>
    <p:sldId id="271" r:id="rId39"/>
    <p:sldId id="272" r:id="rId40"/>
    <p:sldId id="273" r:id="rId41"/>
    <p:sldId id="274" r:id="rId42"/>
    <p:sldId id="275" r:id="rId43"/>
    <p:sldId id="276" r:id="rId44"/>
    <p:sldId id="277" r:id="rId45"/>
    <p:sldId id="278" r:id="rId46"/>
    <p:sldId id="279" r:id="rId47"/>
    <p:sldId id="280" r:id="rId48"/>
    <p:sldId id="281" r:id="rId49"/>
    <p:sldId id="282" r:id="rId50"/>
    <p:sldId id="283" r:id="rId51"/>
  </p:sldIdLst>
  <p:sldSz cx="9144000" cy="6858000"/>
  <p:notesSz cx="7772400" cy="100584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Master" Target="slideMasters/slideMaster12.xml"/><Relationship Id="rId14" Type="http://schemas.openxmlformats.org/officeDocument/2006/relationships/slideMaster" Target="slideMasters/slideMaster13.xml"/><Relationship Id="rId15" Type="http://schemas.openxmlformats.org/officeDocument/2006/relationships/slideMaster" Target="slideMasters/slideMaster14.xml"/><Relationship Id="rId16" Type="http://schemas.openxmlformats.org/officeDocument/2006/relationships/slideMaster" Target="slideMasters/slideMaster15.xml"/><Relationship Id="rId17" Type="http://schemas.openxmlformats.org/officeDocument/2006/relationships/slideMaster" Target="slideMasters/slideMaster16.xml"/><Relationship Id="rId18" Type="http://schemas.openxmlformats.org/officeDocument/2006/relationships/slideMaster" Target="slideMasters/slideMaster17.xml"/><Relationship Id="rId19" Type="http://schemas.openxmlformats.org/officeDocument/2006/relationships/slideMaster" Target="slideMasters/slideMaster18.xml"/><Relationship Id="rId20" Type="http://schemas.openxmlformats.org/officeDocument/2006/relationships/slideMaster" Target="slideMasters/slideMaster19.xml"/><Relationship Id="rId21" Type="http://schemas.openxmlformats.org/officeDocument/2006/relationships/slideMaster" Target="slideMasters/slideMaster20.xml"/><Relationship Id="rId22" Type="http://schemas.openxmlformats.org/officeDocument/2006/relationships/slideMaster" Target="slideMasters/slideMaster21.xml"/><Relationship Id="rId23" Type="http://schemas.openxmlformats.org/officeDocument/2006/relationships/slideMaster" Target="slideMasters/slideMaster22.xml"/><Relationship Id="rId24" Type="http://schemas.openxmlformats.org/officeDocument/2006/relationships/slide" Target="slides/slide1.xml"/><Relationship Id="rId25" Type="http://schemas.openxmlformats.org/officeDocument/2006/relationships/slide" Target="slides/slide2.xml"/><Relationship Id="rId26" Type="http://schemas.openxmlformats.org/officeDocument/2006/relationships/slide" Target="slides/slide3.xml"/><Relationship Id="rId27" Type="http://schemas.openxmlformats.org/officeDocument/2006/relationships/slide" Target="slides/slide4.xml"/><Relationship Id="rId28" Type="http://schemas.openxmlformats.org/officeDocument/2006/relationships/slide" Target="slides/slide5.xml"/><Relationship Id="rId29" Type="http://schemas.openxmlformats.org/officeDocument/2006/relationships/slide" Target="slides/slide6.xml"/><Relationship Id="rId30" Type="http://schemas.openxmlformats.org/officeDocument/2006/relationships/slide" Target="slides/slide7.xml"/><Relationship Id="rId31" Type="http://schemas.openxmlformats.org/officeDocument/2006/relationships/slide" Target="slides/slide8.xml"/><Relationship Id="rId32" Type="http://schemas.openxmlformats.org/officeDocument/2006/relationships/slide" Target="slides/slide9.xml"/><Relationship Id="rId33" Type="http://schemas.openxmlformats.org/officeDocument/2006/relationships/slide" Target="slides/slide10.xml"/><Relationship Id="rId34" Type="http://schemas.openxmlformats.org/officeDocument/2006/relationships/slide" Target="slides/slide11.xml"/><Relationship Id="rId35" Type="http://schemas.openxmlformats.org/officeDocument/2006/relationships/slide" Target="slides/slide12.xml"/><Relationship Id="rId36" Type="http://schemas.openxmlformats.org/officeDocument/2006/relationships/slide" Target="slides/slide13.xml"/><Relationship Id="rId37" Type="http://schemas.openxmlformats.org/officeDocument/2006/relationships/slide" Target="slides/slide14.xml"/><Relationship Id="rId38" Type="http://schemas.openxmlformats.org/officeDocument/2006/relationships/slide" Target="slides/slide15.xml"/><Relationship Id="rId39" Type="http://schemas.openxmlformats.org/officeDocument/2006/relationships/slide" Target="slides/slide16.xml"/><Relationship Id="rId40" Type="http://schemas.openxmlformats.org/officeDocument/2006/relationships/slide" Target="slides/slide17.xml"/><Relationship Id="rId41" Type="http://schemas.openxmlformats.org/officeDocument/2006/relationships/slide" Target="slides/slide18.xml"/><Relationship Id="rId42" Type="http://schemas.openxmlformats.org/officeDocument/2006/relationships/slide" Target="slides/slide19.xml"/><Relationship Id="rId43" Type="http://schemas.openxmlformats.org/officeDocument/2006/relationships/slide" Target="slides/slide20.xml"/><Relationship Id="rId44" Type="http://schemas.openxmlformats.org/officeDocument/2006/relationships/slide" Target="slides/slide21.xml"/><Relationship Id="rId45" Type="http://schemas.openxmlformats.org/officeDocument/2006/relationships/slide" Target="slides/slide22.xml"/><Relationship Id="rId46" Type="http://schemas.openxmlformats.org/officeDocument/2006/relationships/slide" Target="slides/slide23.xml"/><Relationship Id="rId47" Type="http://schemas.openxmlformats.org/officeDocument/2006/relationships/slide" Target="slides/slide24.xml"/><Relationship Id="rId48" Type="http://schemas.openxmlformats.org/officeDocument/2006/relationships/slide" Target="slides/slide25.xml"/><Relationship Id="rId49" Type="http://schemas.openxmlformats.org/officeDocument/2006/relationships/slide" Target="slides/slide26.xml"/><Relationship Id="rId50" Type="http://schemas.openxmlformats.org/officeDocument/2006/relationships/slide" Target="slides/slide27.xml"/><Relationship Id="rId51" Type="http://schemas.openxmlformats.org/officeDocument/2006/relationships/slide" Target="slides/slide28.xml"/><Relationship Id="rId52"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5.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6.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7.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8.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9.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0.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1.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2.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4.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5.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6.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7.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38.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39.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0.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1.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2.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3.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5.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6.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7.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8.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9.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0.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1.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2.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3.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4.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6.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7.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8.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9.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0.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1.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62.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63.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64.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65.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6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67.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68.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69.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0.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1.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2.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3.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74.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75.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76.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7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78.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79.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0.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1.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2.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3.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4.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5.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86.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87.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8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89.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0.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1.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2.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3.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4.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5.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6.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7.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98.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9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0.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1.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2.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3.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4.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5.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6.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7.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8.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9.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1.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2.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3.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4.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5.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6.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7.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8.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9.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2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21.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2.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3.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4.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5.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6.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7.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8.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9.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30.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31.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32.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33.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34.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35.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36.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37.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38.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39.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40.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41.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42.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43.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44.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45.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46.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47.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48.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49.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50.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51.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52.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53.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54.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55.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56.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57.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58.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59.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0.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1.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2.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3.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4.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5.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6.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7.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8.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9.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0.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1.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2.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3.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4.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5.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6.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7.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8.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9.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80.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81.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82.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83.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84.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85.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86.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87.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88.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89.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90.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91.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92.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93.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194.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195.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196.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197.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198.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199.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200.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201.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202.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203.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204.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205.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06.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07.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08.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09.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10.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11.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12.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13.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14.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15.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16.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17.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18.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19.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20.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21.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22.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23.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24.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25.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26.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27.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28.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29.xml.rels><?xml version="1.0" encoding="UTF-8"?>
<Relationships xmlns="http://schemas.openxmlformats.org/package/2006/relationships"><Relationship Id="rId1" Type="http://schemas.openxmlformats.org/officeDocument/2006/relationships/slideMaster" Target="../slideMasters/slideMaster20.xml"/>
</Relationships>
</file>

<file path=ppt/slideLayouts/_rels/slideLayout230.xml.rels><?xml version="1.0" encoding="UTF-8"?>
<Relationships xmlns="http://schemas.openxmlformats.org/package/2006/relationships"><Relationship Id="rId1" Type="http://schemas.openxmlformats.org/officeDocument/2006/relationships/slideMaster" Target="../slideMasters/slideMaster20.xml"/>
</Relationships>
</file>

<file path=ppt/slideLayouts/_rels/slideLayout231.xml.rels><?xml version="1.0" encoding="UTF-8"?>
<Relationships xmlns="http://schemas.openxmlformats.org/package/2006/relationships"><Relationship Id="rId1" Type="http://schemas.openxmlformats.org/officeDocument/2006/relationships/slideMaster" Target="../slideMasters/slideMaster20.xml"/>
</Relationships>
</file>

<file path=ppt/slideLayouts/_rels/slideLayout232.xml.rels><?xml version="1.0" encoding="UTF-8"?>
<Relationships xmlns="http://schemas.openxmlformats.org/package/2006/relationships"><Relationship Id="rId1" Type="http://schemas.openxmlformats.org/officeDocument/2006/relationships/slideMaster" Target="../slideMasters/slideMaster20.xml"/>
</Relationships>
</file>

<file path=ppt/slideLayouts/_rels/slideLayout233.xml.rels><?xml version="1.0" encoding="UTF-8"?>
<Relationships xmlns="http://schemas.openxmlformats.org/package/2006/relationships"><Relationship Id="rId1" Type="http://schemas.openxmlformats.org/officeDocument/2006/relationships/slideMaster" Target="../slideMasters/slideMaster20.xml"/>
</Relationships>
</file>

<file path=ppt/slideLayouts/_rels/slideLayout234.xml.rels><?xml version="1.0" encoding="UTF-8"?>
<Relationships xmlns="http://schemas.openxmlformats.org/package/2006/relationships"><Relationship Id="rId1" Type="http://schemas.openxmlformats.org/officeDocument/2006/relationships/slideMaster" Target="../slideMasters/slideMaster20.xml"/>
</Relationships>
</file>

<file path=ppt/slideLayouts/_rels/slideLayout235.xml.rels><?xml version="1.0" encoding="UTF-8"?>
<Relationships xmlns="http://schemas.openxmlformats.org/package/2006/relationships"><Relationship Id="rId1" Type="http://schemas.openxmlformats.org/officeDocument/2006/relationships/slideMaster" Target="../slideMasters/slideMaster20.xml"/>
</Relationships>
</file>

<file path=ppt/slideLayouts/_rels/slideLayout236.xml.rels><?xml version="1.0" encoding="UTF-8"?>
<Relationships xmlns="http://schemas.openxmlformats.org/package/2006/relationships"><Relationship Id="rId1" Type="http://schemas.openxmlformats.org/officeDocument/2006/relationships/slideMaster" Target="../slideMasters/slideMaster20.xml"/>
</Relationships>
</file>

<file path=ppt/slideLayouts/_rels/slideLayout237.xml.rels><?xml version="1.0" encoding="UTF-8"?>
<Relationships xmlns="http://schemas.openxmlformats.org/package/2006/relationships"><Relationship Id="rId1" Type="http://schemas.openxmlformats.org/officeDocument/2006/relationships/slideMaster" Target="../slideMasters/slideMaster20.xml"/>
</Relationships>
</file>

<file path=ppt/slideLayouts/_rels/slideLayout238.xml.rels><?xml version="1.0" encoding="UTF-8"?>
<Relationships xmlns="http://schemas.openxmlformats.org/package/2006/relationships"><Relationship Id="rId1" Type="http://schemas.openxmlformats.org/officeDocument/2006/relationships/slideMaster" Target="../slideMasters/slideMaster20.xml"/>
</Relationships>
</file>

<file path=ppt/slideLayouts/_rels/slideLayout239.xml.rels><?xml version="1.0" encoding="UTF-8"?>
<Relationships xmlns="http://schemas.openxmlformats.org/package/2006/relationships"><Relationship Id="rId1" Type="http://schemas.openxmlformats.org/officeDocument/2006/relationships/slideMaster" Target="../slideMasters/slideMaster20.xml"/>
</Relationships>
</file>

<file path=ppt/slideLayouts/_rels/slideLayout240.xml.rels><?xml version="1.0" encoding="UTF-8"?>
<Relationships xmlns="http://schemas.openxmlformats.org/package/2006/relationships"><Relationship Id="rId1" Type="http://schemas.openxmlformats.org/officeDocument/2006/relationships/slideMaster" Target="../slideMasters/slideMaster20.xml"/>
</Relationships>
</file>

<file path=ppt/slideLayouts/_rels/slideLayout241.xml.rels><?xml version="1.0" encoding="UTF-8"?>
<Relationships xmlns="http://schemas.openxmlformats.org/package/2006/relationships"><Relationship Id="rId1" Type="http://schemas.openxmlformats.org/officeDocument/2006/relationships/slideMaster" Target="../slideMasters/slideMaster21.xml"/>
</Relationships>
</file>

<file path=ppt/slideLayouts/_rels/slideLayout242.xml.rels><?xml version="1.0" encoding="UTF-8"?>
<Relationships xmlns="http://schemas.openxmlformats.org/package/2006/relationships"><Relationship Id="rId1" Type="http://schemas.openxmlformats.org/officeDocument/2006/relationships/slideMaster" Target="../slideMasters/slideMaster21.xml"/>
</Relationships>
</file>

<file path=ppt/slideLayouts/_rels/slideLayout243.xml.rels><?xml version="1.0" encoding="UTF-8"?>
<Relationships xmlns="http://schemas.openxmlformats.org/package/2006/relationships"><Relationship Id="rId1" Type="http://schemas.openxmlformats.org/officeDocument/2006/relationships/slideMaster" Target="../slideMasters/slideMaster21.xml"/>
</Relationships>
</file>

<file path=ppt/slideLayouts/_rels/slideLayout244.xml.rels><?xml version="1.0" encoding="UTF-8"?>
<Relationships xmlns="http://schemas.openxmlformats.org/package/2006/relationships"><Relationship Id="rId1" Type="http://schemas.openxmlformats.org/officeDocument/2006/relationships/slideMaster" Target="../slideMasters/slideMaster21.xml"/>
</Relationships>
</file>

<file path=ppt/slideLayouts/_rels/slideLayout245.xml.rels><?xml version="1.0" encoding="UTF-8"?>
<Relationships xmlns="http://schemas.openxmlformats.org/package/2006/relationships"><Relationship Id="rId1" Type="http://schemas.openxmlformats.org/officeDocument/2006/relationships/slideMaster" Target="../slideMasters/slideMaster21.xml"/>
</Relationships>
</file>

<file path=ppt/slideLayouts/_rels/slideLayout246.xml.rels><?xml version="1.0" encoding="UTF-8"?>
<Relationships xmlns="http://schemas.openxmlformats.org/package/2006/relationships"><Relationship Id="rId1" Type="http://schemas.openxmlformats.org/officeDocument/2006/relationships/slideMaster" Target="../slideMasters/slideMaster21.xml"/>
</Relationships>
</file>

<file path=ppt/slideLayouts/_rels/slideLayout247.xml.rels><?xml version="1.0" encoding="UTF-8"?>
<Relationships xmlns="http://schemas.openxmlformats.org/package/2006/relationships"><Relationship Id="rId1" Type="http://schemas.openxmlformats.org/officeDocument/2006/relationships/slideMaster" Target="../slideMasters/slideMaster21.xml"/>
</Relationships>
</file>

<file path=ppt/slideLayouts/_rels/slideLayout248.xml.rels><?xml version="1.0" encoding="UTF-8"?>
<Relationships xmlns="http://schemas.openxmlformats.org/package/2006/relationships"><Relationship Id="rId1" Type="http://schemas.openxmlformats.org/officeDocument/2006/relationships/slideMaster" Target="../slideMasters/slideMaster21.xml"/>
</Relationships>
</file>

<file path=ppt/slideLayouts/_rels/slideLayout249.xml.rels><?xml version="1.0" encoding="UTF-8"?>
<Relationships xmlns="http://schemas.openxmlformats.org/package/2006/relationships"><Relationship Id="rId1" Type="http://schemas.openxmlformats.org/officeDocument/2006/relationships/slideMaster" Target="../slideMasters/slideMaster21.xml"/>
</Relationships>
</file>

<file path=ppt/slideLayouts/_rels/slideLayout250.xml.rels><?xml version="1.0" encoding="UTF-8"?>
<Relationships xmlns="http://schemas.openxmlformats.org/package/2006/relationships"><Relationship Id="rId1" Type="http://schemas.openxmlformats.org/officeDocument/2006/relationships/slideMaster" Target="../slideMasters/slideMaster21.xml"/>
</Relationships>
</file>

<file path=ppt/slideLayouts/_rels/slideLayout251.xml.rels><?xml version="1.0" encoding="UTF-8"?>
<Relationships xmlns="http://schemas.openxmlformats.org/package/2006/relationships"><Relationship Id="rId1" Type="http://schemas.openxmlformats.org/officeDocument/2006/relationships/slideMaster" Target="../slideMasters/slideMaster21.xml"/>
</Relationships>
</file>

<file path=ppt/slideLayouts/_rels/slideLayout252.xml.rels><?xml version="1.0" encoding="UTF-8"?>
<Relationships xmlns="http://schemas.openxmlformats.org/package/2006/relationships"><Relationship Id="rId1" Type="http://schemas.openxmlformats.org/officeDocument/2006/relationships/slideMaster" Target="../slideMasters/slideMaster21.xml"/>
</Relationships>
</file>

<file path=ppt/slideLayouts/_rels/slideLayout253.xml.rels><?xml version="1.0" encoding="UTF-8"?>
<Relationships xmlns="http://schemas.openxmlformats.org/package/2006/relationships"><Relationship Id="rId1" Type="http://schemas.openxmlformats.org/officeDocument/2006/relationships/slideMaster" Target="../slideMasters/slideMaster22.xml"/>
</Relationships>
</file>

<file path=ppt/slideLayouts/_rels/slideLayout254.xml.rels><?xml version="1.0" encoding="UTF-8"?>
<Relationships xmlns="http://schemas.openxmlformats.org/package/2006/relationships"><Relationship Id="rId1" Type="http://schemas.openxmlformats.org/officeDocument/2006/relationships/slideMaster" Target="../slideMasters/slideMaster22.xml"/>
</Relationships>
</file>

<file path=ppt/slideLayouts/_rels/slideLayout255.xml.rels><?xml version="1.0" encoding="UTF-8"?>
<Relationships xmlns="http://schemas.openxmlformats.org/package/2006/relationships"><Relationship Id="rId1" Type="http://schemas.openxmlformats.org/officeDocument/2006/relationships/slideMaster" Target="../slideMasters/slideMaster22.xml"/>
</Relationships>
</file>

<file path=ppt/slideLayouts/_rels/slideLayout256.xml.rels><?xml version="1.0" encoding="UTF-8"?>
<Relationships xmlns="http://schemas.openxmlformats.org/package/2006/relationships"><Relationship Id="rId1" Type="http://schemas.openxmlformats.org/officeDocument/2006/relationships/slideMaster" Target="../slideMasters/slideMaster22.xml"/>
</Relationships>
</file>

<file path=ppt/slideLayouts/_rels/slideLayout257.xml.rels><?xml version="1.0" encoding="UTF-8"?>
<Relationships xmlns="http://schemas.openxmlformats.org/package/2006/relationships"><Relationship Id="rId1" Type="http://schemas.openxmlformats.org/officeDocument/2006/relationships/slideMaster" Target="../slideMasters/slideMaster22.xml"/>
</Relationships>
</file>

<file path=ppt/slideLayouts/_rels/slideLayout258.xml.rels><?xml version="1.0" encoding="UTF-8"?>
<Relationships xmlns="http://schemas.openxmlformats.org/package/2006/relationships"><Relationship Id="rId1" Type="http://schemas.openxmlformats.org/officeDocument/2006/relationships/slideMaster" Target="../slideMasters/slideMaster22.xml"/>
</Relationships>
</file>

<file path=ppt/slideLayouts/_rels/slideLayout259.xml.rels><?xml version="1.0" encoding="UTF-8"?>
<Relationships xmlns="http://schemas.openxmlformats.org/package/2006/relationships"><Relationship Id="rId1" Type="http://schemas.openxmlformats.org/officeDocument/2006/relationships/slideMaster" Target="../slideMasters/slideMaster22.xml"/>
</Relationships>
</file>

<file path=ppt/slideLayouts/_rels/slideLayout260.xml.rels><?xml version="1.0" encoding="UTF-8"?>
<Relationships xmlns="http://schemas.openxmlformats.org/package/2006/relationships"><Relationship Id="rId1" Type="http://schemas.openxmlformats.org/officeDocument/2006/relationships/slideMaster" Target="../slideMasters/slideMaster22.xml"/>
</Relationships>
</file>

<file path=ppt/slideLayouts/_rels/slideLayout261.xml.rels><?xml version="1.0" encoding="UTF-8"?>
<Relationships xmlns="http://schemas.openxmlformats.org/package/2006/relationships"><Relationship Id="rId1" Type="http://schemas.openxmlformats.org/officeDocument/2006/relationships/slideMaster" Target="../slideMasters/slideMaster22.xml"/>
</Relationships>
</file>

<file path=ppt/slideLayouts/_rels/slideLayout262.xml.rels><?xml version="1.0" encoding="UTF-8"?>
<Relationships xmlns="http://schemas.openxmlformats.org/package/2006/relationships"><Relationship Id="rId1" Type="http://schemas.openxmlformats.org/officeDocument/2006/relationships/slideMaster" Target="../slideMasters/slideMaster22.xml"/>
</Relationships>
</file>

<file path=ppt/slideLayouts/_rels/slideLayout263.xml.rels><?xml version="1.0" encoding="UTF-8"?>
<Relationships xmlns="http://schemas.openxmlformats.org/package/2006/relationships"><Relationship Id="rId1" Type="http://schemas.openxmlformats.org/officeDocument/2006/relationships/slideMaster" Target="../slideMasters/slideMaster22.xml"/>
</Relationships>
</file>

<file path=ppt/slideLayouts/_rels/slideLayout264.xml.rels><?xml version="1.0" encoding="UTF-8"?>
<Relationships xmlns="http://schemas.openxmlformats.org/package/2006/relationships"><Relationship Id="rId1" Type="http://schemas.openxmlformats.org/officeDocument/2006/relationships/slideMaster" Target="../slideMasters/slideMaster22.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1"/>
          </p:nvPr>
        </p:nvSpPr>
        <p:spPr/>
        <p:txBody>
          <a:bodyPr/>
          <a:p>
            <a:r>
              <a:t>Footer</a:t>
            </a:r>
          </a:p>
        </p:txBody>
      </p:sp>
      <p:sp>
        <p:nvSpPr>
          <p:cNvPr id="3" name="PlaceHolder 2"/>
          <p:cNvSpPr>
            <a:spLocks noGrp="1"/>
          </p:cNvSpPr>
          <p:nvPr>
            <p:ph type="sldNum" idx="2"/>
          </p:nvPr>
        </p:nvSpPr>
        <p:spPr/>
        <p:txBody>
          <a:bodyPr/>
          <a:p>
            <a:fld id="{575ABA4E-9C24-4D63-B93B-46112CE4FF35}" type="slidenum">
              <a:t>&lt;#&gt;</a:t>
            </a:fld>
          </a:p>
        </p:txBody>
      </p:sp>
      <p:sp>
        <p:nvSpPr>
          <p:cNvPr id="4" name="PlaceHolder 3"/>
          <p:cNvSpPr>
            <a:spLocks noGrp="1"/>
          </p:cNvSpPr>
          <p:nvPr>
            <p:ph type="dt" idx="3"/>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93FE1182-AA45-4B56-8DDF-933D71330771}" type="slidenum">
              <a:t>&lt;#&gt;</a:t>
            </a:fld>
          </a:p>
        </p:txBody>
      </p:sp>
      <p:sp>
        <p:nvSpPr>
          <p:cNvPr id="6" name="PlaceHolder 5"/>
          <p:cNvSpPr>
            <a:spLocks noGrp="1"/>
          </p:cNvSpPr>
          <p:nvPr>
            <p:ph type="dt" idx="3"/>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8D93B8F3-A0C0-4E62-813B-6D8C368CD572}" type="slidenum">
              <a:t>&lt;#&gt;</a:t>
            </a:fld>
          </a:p>
        </p:txBody>
      </p:sp>
      <p:sp>
        <p:nvSpPr>
          <p:cNvPr id="6" name="PlaceHolder 5"/>
          <p:cNvSpPr>
            <a:spLocks noGrp="1"/>
          </p:cNvSpPr>
          <p:nvPr>
            <p:ph type="dt" idx="3"/>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0"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
          </p:nvPr>
        </p:nvSpPr>
        <p:spPr/>
        <p:txBody>
          <a:bodyPr/>
          <a:p>
            <a:r>
              <a:t>Footer</a:t>
            </a:r>
          </a:p>
        </p:txBody>
      </p:sp>
      <p:sp>
        <p:nvSpPr>
          <p:cNvPr id="6" name="PlaceHolder 5"/>
          <p:cNvSpPr>
            <a:spLocks noGrp="1"/>
          </p:cNvSpPr>
          <p:nvPr>
            <p:ph type="sldNum" idx="2"/>
          </p:nvPr>
        </p:nvSpPr>
        <p:spPr/>
        <p:txBody>
          <a:bodyPr/>
          <a:p>
            <a:fld id="{07FD32FE-F65B-4AFE-A352-40770B7DEBE4}" type="slidenum">
              <a:t>&lt;#&gt;</a:t>
            </a:fld>
          </a:p>
        </p:txBody>
      </p:sp>
      <p:sp>
        <p:nvSpPr>
          <p:cNvPr id="7" name="PlaceHolder 6"/>
          <p:cNvSpPr>
            <a:spLocks noGrp="1"/>
          </p:cNvSpPr>
          <p:nvPr>
            <p:ph type="dt" idx="3"/>
          </p:nvPr>
        </p:nvSpPr>
        <p:spPr/>
        <p:txBody>
          <a:bodyPr/>
          <a:p>
            <a:r>
              <a:rPr lang="en-U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1"/>
          </p:nvPr>
        </p:nvSpPr>
        <p:spPr/>
        <p:txBody>
          <a:bodyPr/>
          <a:p>
            <a:r>
              <a:t>Footer</a:t>
            </a:r>
          </a:p>
        </p:txBody>
      </p:sp>
      <p:sp>
        <p:nvSpPr>
          <p:cNvPr id="4" name="PlaceHolder 3"/>
          <p:cNvSpPr>
            <a:spLocks noGrp="1"/>
          </p:cNvSpPr>
          <p:nvPr>
            <p:ph type="sldNum" idx="2"/>
          </p:nvPr>
        </p:nvSpPr>
        <p:spPr/>
        <p:txBody>
          <a:bodyPr/>
          <a:p>
            <a:fld id="{495216D4-3DB5-4F46-A917-C9DFA949669C}" type="slidenum">
              <a:t>&lt;#&gt;</a:t>
            </a:fld>
          </a:p>
        </p:txBody>
      </p:sp>
      <p:sp>
        <p:nvSpPr>
          <p:cNvPr id="5" name="PlaceHolder 4"/>
          <p:cNvSpPr>
            <a:spLocks noGrp="1"/>
          </p:cNvSpPr>
          <p:nvPr>
            <p:ph type="dt" idx="3"/>
          </p:nvPr>
        </p:nvSpPr>
        <p:spPr/>
        <p:txBody>
          <a:bodyPr/>
          <a:p>
            <a:r>
              <a:rPr lang="en-U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3"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1"/>
          </p:nvPr>
        </p:nvSpPr>
        <p:spPr/>
        <p:txBody>
          <a:bodyPr/>
          <a:p>
            <a:r>
              <a:t>Footer</a:t>
            </a:r>
          </a:p>
        </p:txBody>
      </p:sp>
      <p:sp>
        <p:nvSpPr>
          <p:cNvPr id="4" name="PlaceHolder 3"/>
          <p:cNvSpPr>
            <a:spLocks noGrp="1"/>
          </p:cNvSpPr>
          <p:nvPr>
            <p:ph type="sldNum" idx="2"/>
          </p:nvPr>
        </p:nvSpPr>
        <p:spPr/>
        <p:txBody>
          <a:bodyPr/>
          <a:p>
            <a:fld id="{E8E37F40-8DAF-4C7D-BAA1-739C98E708A1}" type="slidenum">
              <a:t>&lt;#&gt;</a:t>
            </a:fld>
          </a:p>
        </p:txBody>
      </p:sp>
      <p:sp>
        <p:nvSpPr>
          <p:cNvPr id="5" name="PlaceHolder 4"/>
          <p:cNvSpPr>
            <a:spLocks noGrp="1"/>
          </p:cNvSpPr>
          <p:nvPr>
            <p:ph type="dt" idx="3"/>
          </p:nvPr>
        </p:nvSpPr>
        <p:spPr/>
        <p:txBody>
          <a:bodyPr/>
          <a:p>
            <a:r>
              <a:rPr lang="en-U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5"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6"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7"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11124085-4248-4907-A318-8AAE4C12E67C}" type="slidenum">
              <a:t>&lt;#&gt;</a:t>
            </a:fld>
          </a:p>
        </p:txBody>
      </p:sp>
      <p:sp>
        <p:nvSpPr>
          <p:cNvPr id="8" name="PlaceHolder 7"/>
          <p:cNvSpPr>
            <a:spLocks noGrp="1"/>
          </p:cNvSpPr>
          <p:nvPr>
            <p:ph type="dt" idx="3"/>
          </p:nvPr>
        </p:nvSpPr>
        <p:spPr/>
        <p:txBody>
          <a:bodyPr/>
          <a:p>
            <a:r>
              <a:rPr lang="en-US"/>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9"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0"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1"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B3D4A76D-E04E-44F3-9B55-9FD2F502DE09}" type="slidenum">
              <a:t>&lt;#&gt;</a:t>
            </a:fld>
          </a:p>
        </p:txBody>
      </p:sp>
      <p:sp>
        <p:nvSpPr>
          <p:cNvPr id="8" name="PlaceHolder 7"/>
          <p:cNvSpPr>
            <a:spLocks noGrp="1"/>
          </p:cNvSpPr>
          <p:nvPr>
            <p:ph type="dt" idx="3"/>
          </p:nvPr>
        </p:nvSpPr>
        <p:spPr/>
        <p:txBody>
          <a:bodyPr/>
          <a:p>
            <a:r>
              <a:rPr lang="en-U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3"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4"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5"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35CF4A2D-F28B-45C7-B04B-D40B8529ED9E}" type="slidenum">
              <a:t>&lt;#&gt;</a:t>
            </a:fld>
          </a:p>
        </p:txBody>
      </p:sp>
      <p:sp>
        <p:nvSpPr>
          <p:cNvPr id="8" name="PlaceHolder 7"/>
          <p:cNvSpPr>
            <a:spLocks noGrp="1"/>
          </p:cNvSpPr>
          <p:nvPr>
            <p:ph type="dt" idx="3"/>
          </p:nvPr>
        </p:nvSpPr>
        <p:spPr/>
        <p:txBody>
          <a:bodyPr/>
          <a:p>
            <a:r>
              <a:rPr lang="en-U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7"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8"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
          </p:nvPr>
        </p:nvSpPr>
        <p:spPr/>
        <p:txBody>
          <a:bodyPr/>
          <a:p>
            <a:r>
              <a:t>Footer</a:t>
            </a:r>
          </a:p>
        </p:txBody>
      </p:sp>
      <p:sp>
        <p:nvSpPr>
          <p:cNvPr id="6" name="PlaceHolder 5"/>
          <p:cNvSpPr>
            <a:spLocks noGrp="1"/>
          </p:cNvSpPr>
          <p:nvPr>
            <p:ph type="sldNum" idx="2"/>
          </p:nvPr>
        </p:nvSpPr>
        <p:spPr/>
        <p:txBody>
          <a:bodyPr/>
          <a:p>
            <a:fld id="{1709D3B9-E85E-4F71-83EC-B363F71B52CE}" type="slidenum">
              <a:t>&lt;#&gt;</a:t>
            </a:fld>
          </a:p>
        </p:txBody>
      </p:sp>
      <p:sp>
        <p:nvSpPr>
          <p:cNvPr id="7" name="PlaceHolder 6"/>
          <p:cNvSpPr>
            <a:spLocks noGrp="1"/>
          </p:cNvSpPr>
          <p:nvPr>
            <p:ph type="dt" idx="3"/>
          </p:nvPr>
        </p:nvSpPr>
        <p:spPr/>
        <p:txBody>
          <a:bodyPr/>
          <a:p>
            <a:r>
              <a:rPr lang="en-US"/>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0"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1"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2"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3"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1"/>
          </p:nvPr>
        </p:nvSpPr>
        <p:spPr/>
        <p:txBody>
          <a:bodyPr/>
          <a:p>
            <a:r>
              <a:t>Footer</a:t>
            </a:r>
          </a:p>
        </p:txBody>
      </p:sp>
      <p:sp>
        <p:nvSpPr>
          <p:cNvPr id="8" name="PlaceHolder 7"/>
          <p:cNvSpPr>
            <a:spLocks noGrp="1"/>
          </p:cNvSpPr>
          <p:nvPr>
            <p:ph type="sldNum" idx="2"/>
          </p:nvPr>
        </p:nvSpPr>
        <p:spPr/>
        <p:txBody>
          <a:bodyPr/>
          <a:p>
            <a:fld id="{B1F2CA38-DACD-400C-8A26-0973D17D528E}" type="slidenum">
              <a:t>&lt;#&gt;</a:t>
            </a:fld>
          </a:p>
        </p:txBody>
      </p:sp>
      <p:sp>
        <p:nvSpPr>
          <p:cNvPr id="9" name="PlaceHolder 8"/>
          <p:cNvSpPr>
            <a:spLocks noGrp="1"/>
          </p:cNvSpPr>
          <p:nvPr>
            <p:ph type="dt" idx="3"/>
          </p:nvPr>
        </p:nvSpPr>
        <p:spPr/>
        <p:txBody>
          <a:bodyPr/>
          <a:p>
            <a:r>
              <a:rPr lang="en-US"/>
              <a:t/>
            </a: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5"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6"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7"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8"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9"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1"/>
          </p:nvPr>
        </p:nvSpPr>
        <p:spPr/>
        <p:txBody>
          <a:bodyPr/>
          <a:p>
            <a:r>
              <a:t>Footer</a:t>
            </a:r>
          </a:p>
        </p:txBody>
      </p:sp>
      <p:sp>
        <p:nvSpPr>
          <p:cNvPr id="10" name="PlaceHolder 9"/>
          <p:cNvSpPr>
            <a:spLocks noGrp="1"/>
          </p:cNvSpPr>
          <p:nvPr>
            <p:ph type="sldNum" idx="2"/>
          </p:nvPr>
        </p:nvSpPr>
        <p:spPr/>
        <p:txBody>
          <a:bodyPr/>
          <a:p>
            <a:fld id="{C8696591-AC4F-44FC-A806-F10BF7534D9E}" type="slidenum">
              <a:t>&lt;#&gt;</a:t>
            </a:fld>
          </a:p>
        </p:txBody>
      </p:sp>
      <p:sp>
        <p:nvSpPr>
          <p:cNvPr id="11" name="PlaceHolder 10"/>
          <p:cNvSpPr>
            <a:spLocks noGrp="1"/>
          </p:cNvSpPr>
          <p:nvPr>
            <p:ph type="dt" idx="3"/>
          </p:nvPr>
        </p:nvSpPr>
        <p:spPr/>
        <p:txBody>
          <a:bodyPr/>
          <a:p>
            <a:r>
              <a:rPr lang="en-US"/>
              <a:t/>
            </a: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4"/>
          </p:nvPr>
        </p:nvSpPr>
        <p:spPr/>
        <p:txBody>
          <a:bodyPr/>
          <a:p>
            <a:r>
              <a:t>Footer</a:t>
            </a:r>
          </a:p>
        </p:txBody>
      </p:sp>
      <p:sp>
        <p:nvSpPr>
          <p:cNvPr id="3" name="PlaceHolder 2"/>
          <p:cNvSpPr>
            <a:spLocks noGrp="1"/>
          </p:cNvSpPr>
          <p:nvPr>
            <p:ph type="sldNum" idx="5"/>
          </p:nvPr>
        </p:nvSpPr>
        <p:spPr/>
        <p:txBody>
          <a:bodyPr/>
          <a:p>
            <a:fld id="{DAC3E198-E0E1-4EB1-8A92-3333295025B1}" type="slidenum">
              <a:t>&lt;#&gt;</a:t>
            </a:fld>
          </a:p>
        </p:txBody>
      </p:sp>
      <p:sp>
        <p:nvSpPr>
          <p:cNvPr id="4" name="PlaceHolder 3"/>
          <p:cNvSpPr>
            <a:spLocks noGrp="1"/>
          </p:cNvSpPr>
          <p:nvPr>
            <p:ph type="dt" idx="6"/>
          </p:nvPr>
        </p:nvSpPr>
        <p:spPr/>
        <p:txBody>
          <a:bodyPr/>
          <a:p>
            <a:r>
              <a:rPr lang="en-US"/>
              <a:t/>
            </a:r>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4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7"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4"/>
          </p:nvPr>
        </p:nvSpPr>
        <p:spPr/>
        <p:txBody>
          <a:bodyPr/>
          <a:p>
            <a:r>
              <a:t>Footer</a:t>
            </a:r>
          </a:p>
        </p:txBody>
      </p:sp>
      <p:sp>
        <p:nvSpPr>
          <p:cNvPr id="5" name="PlaceHolder 4"/>
          <p:cNvSpPr>
            <a:spLocks noGrp="1"/>
          </p:cNvSpPr>
          <p:nvPr>
            <p:ph type="sldNum" idx="5"/>
          </p:nvPr>
        </p:nvSpPr>
        <p:spPr/>
        <p:txBody>
          <a:bodyPr/>
          <a:p>
            <a:fld id="{34C083C2-6B39-45B6-9B72-9B429B40AAF9}" type="slidenum">
              <a:t>&lt;#&gt;</a:t>
            </a:fld>
          </a:p>
        </p:txBody>
      </p:sp>
      <p:sp>
        <p:nvSpPr>
          <p:cNvPr id="6" name="PlaceHolder 5"/>
          <p:cNvSpPr>
            <a:spLocks noGrp="1"/>
          </p:cNvSpPr>
          <p:nvPr>
            <p:ph type="dt" idx="6"/>
          </p:nvPr>
        </p:nvSpPr>
        <p:spPr/>
        <p:txBody>
          <a:bodyPr/>
          <a:p>
            <a:r>
              <a:rPr lang="en-US"/>
              <a:t/>
            </a: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9"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4"/>
          </p:nvPr>
        </p:nvSpPr>
        <p:spPr/>
        <p:txBody>
          <a:bodyPr/>
          <a:p>
            <a:r>
              <a:t>Footer</a:t>
            </a:r>
          </a:p>
        </p:txBody>
      </p:sp>
      <p:sp>
        <p:nvSpPr>
          <p:cNvPr id="5" name="PlaceHolder 4"/>
          <p:cNvSpPr>
            <a:spLocks noGrp="1"/>
          </p:cNvSpPr>
          <p:nvPr>
            <p:ph type="sldNum" idx="5"/>
          </p:nvPr>
        </p:nvSpPr>
        <p:spPr/>
        <p:txBody>
          <a:bodyPr/>
          <a:p>
            <a:fld id="{B7E01C0B-9CDB-4112-A12A-501EC1A693B0}" type="slidenum">
              <a:t>&lt;#&gt;</a:t>
            </a:fld>
          </a:p>
        </p:txBody>
      </p:sp>
      <p:sp>
        <p:nvSpPr>
          <p:cNvPr id="6" name="PlaceHolder 5"/>
          <p:cNvSpPr>
            <a:spLocks noGrp="1"/>
          </p:cNvSpPr>
          <p:nvPr>
            <p:ph type="dt" idx="6"/>
          </p:nvPr>
        </p:nvSpPr>
        <p:spPr/>
        <p:txBody>
          <a:bodyPr/>
          <a:p>
            <a:r>
              <a:rPr lang="en-US"/>
              <a:t/>
            </a: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1"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2"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
          </p:nvPr>
        </p:nvSpPr>
        <p:spPr/>
        <p:txBody>
          <a:bodyPr/>
          <a:p>
            <a:r>
              <a:t>Footer</a:t>
            </a:r>
          </a:p>
        </p:txBody>
      </p:sp>
      <p:sp>
        <p:nvSpPr>
          <p:cNvPr id="6" name="PlaceHolder 5"/>
          <p:cNvSpPr>
            <a:spLocks noGrp="1"/>
          </p:cNvSpPr>
          <p:nvPr>
            <p:ph type="sldNum" idx="5"/>
          </p:nvPr>
        </p:nvSpPr>
        <p:spPr/>
        <p:txBody>
          <a:bodyPr/>
          <a:p>
            <a:fld id="{25D22FCA-77A7-4F72-B023-E5491B6D1819}" type="slidenum">
              <a:t>&lt;#&gt;</a:t>
            </a:fld>
          </a:p>
        </p:txBody>
      </p:sp>
      <p:sp>
        <p:nvSpPr>
          <p:cNvPr id="7" name="PlaceHolder 6"/>
          <p:cNvSpPr>
            <a:spLocks noGrp="1"/>
          </p:cNvSpPr>
          <p:nvPr>
            <p:ph type="dt" idx="6"/>
          </p:nvPr>
        </p:nvSpPr>
        <p:spPr/>
        <p:txBody>
          <a:bodyPr/>
          <a:p>
            <a:r>
              <a:rPr lang="en-US"/>
              <a:t/>
            </a: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4"/>
          </p:nvPr>
        </p:nvSpPr>
        <p:spPr/>
        <p:txBody>
          <a:bodyPr/>
          <a:p>
            <a:r>
              <a:t>Footer</a:t>
            </a:r>
          </a:p>
        </p:txBody>
      </p:sp>
      <p:sp>
        <p:nvSpPr>
          <p:cNvPr id="4" name="PlaceHolder 3"/>
          <p:cNvSpPr>
            <a:spLocks noGrp="1"/>
          </p:cNvSpPr>
          <p:nvPr>
            <p:ph type="sldNum" idx="5"/>
          </p:nvPr>
        </p:nvSpPr>
        <p:spPr/>
        <p:txBody>
          <a:bodyPr/>
          <a:p>
            <a:fld id="{85EBB7C5-AF4C-46FE-B9B4-8108BA6D65A6}" type="slidenum">
              <a:t>&lt;#&gt;</a:t>
            </a:fld>
          </a:p>
        </p:txBody>
      </p:sp>
      <p:sp>
        <p:nvSpPr>
          <p:cNvPr id="5" name="PlaceHolder 4"/>
          <p:cNvSpPr>
            <a:spLocks noGrp="1"/>
          </p:cNvSpPr>
          <p:nvPr>
            <p:ph type="dt" idx="6"/>
          </p:nvPr>
        </p:nvSpPr>
        <p:spPr/>
        <p:txBody>
          <a:bodyPr/>
          <a:p>
            <a:r>
              <a:rPr lang="en-US"/>
              <a:t/>
            </a: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54"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4"/>
          </p:nvPr>
        </p:nvSpPr>
        <p:spPr/>
        <p:txBody>
          <a:bodyPr/>
          <a:p>
            <a:r>
              <a:t>Footer</a:t>
            </a:r>
          </a:p>
        </p:txBody>
      </p:sp>
      <p:sp>
        <p:nvSpPr>
          <p:cNvPr id="4" name="PlaceHolder 3"/>
          <p:cNvSpPr>
            <a:spLocks noGrp="1"/>
          </p:cNvSpPr>
          <p:nvPr>
            <p:ph type="sldNum" idx="5"/>
          </p:nvPr>
        </p:nvSpPr>
        <p:spPr/>
        <p:txBody>
          <a:bodyPr/>
          <a:p>
            <a:fld id="{DABD04F4-20C3-41DA-A604-B56C4711725B}" type="slidenum">
              <a:t>&lt;#&gt;</a:t>
            </a:fld>
          </a:p>
        </p:txBody>
      </p:sp>
      <p:sp>
        <p:nvSpPr>
          <p:cNvPr id="5" name="PlaceHolder 4"/>
          <p:cNvSpPr>
            <a:spLocks noGrp="1"/>
          </p:cNvSpPr>
          <p:nvPr>
            <p:ph type="dt" idx="6"/>
          </p:nvPr>
        </p:nvSpPr>
        <p:spPr/>
        <p:txBody>
          <a:bodyPr/>
          <a:p>
            <a:r>
              <a:rPr lang="en-US"/>
              <a:t/>
            </a: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5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6"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7"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8"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
          </p:nvPr>
        </p:nvSpPr>
        <p:spPr/>
        <p:txBody>
          <a:bodyPr/>
          <a:p>
            <a:r>
              <a:t>Footer</a:t>
            </a:r>
          </a:p>
        </p:txBody>
      </p:sp>
      <p:sp>
        <p:nvSpPr>
          <p:cNvPr id="7" name="PlaceHolder 6"/>
          <p:cNvSpPr>
            <a:spLocks noGrp="1"/>
          </p:cNvSpPr>
          <p:nvPr>
            <p:ph type="sldNum" idx="5"/>
          </p:nvPr>
        </p:nvSpPr>
        <p:spPr/>
        <p:txBody>
          <a:bodyPr/>
          <a:p>
            <a:fld id="{12DE98E7-E79A-4308-BAF2-88A381F625FF}" type="slidenum">
              <a:t>&lt;#&gt;</a:t>
            </a:fld>
          </a:p>
        </p:txBody>
      </p:sp>
      <p:sp>
        <p:nvSpPr>
          <p:cNvPr id="8" name="PlaceHolder 7"/>
          <p:cNvSpPr>
            <a:spLocks noGrp="1"/>
          </p:cNvSpPr>
          <p:nvPr>
            <p:ph type="dt" idx="6"/>
          </p:nvPr>
        </p:nvSpPr>
        <p:spPr/>
        <p:txBody>
          <a:bodyPr/>
          <a:p>
            <a:r>
              <a:rPr lang="en-US"/>
              <a:t/>
            </a: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5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0"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1"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2"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
          </p:nvPr>
        </p:nvSpPr>
        <p:spPr/>
        <p:txBody>
          <a:bodyPr/>
          <a:p>
            <a:r>
              <a:t>Footer</a:t>
            </a:r>
          </a:p>
        </p:txBody>
      </p:sp>
      <p:sp>
        <p:nvSpPr>
          <p:cNvPr id="7" name="PlaceHolder 6"/>
          <p:cNvSpPr>
            <a:spLocks noGrp="1"/>
          </p:cNvSpPr>
          <p:nvPr>
            <p:ph type="sldNum" idx="5"/>
          </p:nvPr>
        </p:nvSpPr>
        <p:spPr/>
        <p:txBody>
          <a:bodyPr/>
          <a:p>
            <a:fld id="{04BFDA4A-4891-4587-AB44-80CBFA7BC818}" type="slidenum">
              <a:t>&lt;#&gt;</a:t>
            </a:fld>
          </a:p>
        </p:txBody>
      </p:sp>
      <p:sp>
        <p:nvSpPr>
          <p:cNvPr id="8" name="PlaceHolder 7"/>
          <p:cNvSpPr>
            <a:spLocks noGrp="1"/>
          </p:cNvSpPr>
          <p:nvPr>
            <p:ph type="dt" idx="6"/>
          </p:nvPr>
        </p:nvSpPr>
        <p:spPr/>
        <p:txBody>
          <a:bodyPr/>
          <a:p>
            <a:r>
              <a:rPr lang="en-US"/>
              <a:t/>
            </a: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6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4"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5"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6"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
          </p:nvPr>
        </p:nvSpPr>
        <p:spPr/>
        <p:txBody>
          <a:bodyPr/>
          <a:p>
            <a:r>
              <a:t>Footer</a:t>
            </a:r>
          </a:p>
        </p:txBody>
      </p:sp>
      <p:sp>
        <p:nvSpPr>
          <p:cNvPr id="7" name="PlaceHolder 6"/>
          <p:cNvSpPr>
            <a:spLocks noGrp="1"/>
          </p:cNvSpPr>
          <p:nvPr>
            <p:ph type="sldNum" idx="5"/>
          </p:nvPr>
        </p:nvSpPr>
        <p:spPr/>
        <p:txBody>
          <a:bodyPr/>
          <a:p>
            <a:fld id="{34D85F7E-4BF7-42FF-8A8F-974CF5F2C3E4}" type="slidenum">
              <a:t>&lt;#&gt;</a:t>
            </a:fld>
          </a:p>
        </p:txBody>
      </p:sp>
      <p:sp>
        <p:nvSpPr>
          <p:cNvPr id="8" name="PlaceHolder 7"/>
          <p:cNvSpPr>
            <a:spLocks noGrp="1"/>
          </p:cNvSpPr>
          <p:nvPr>
            <p:ph type="dt" idx="6"/>
          </p:nvPr>
        </p:nvSpPr>
        <p:spPr/>
        <p:txBody>
          <a:bodyPr/>
          <a:p>
            <a:r>
              <a:rPr lang="en-US"/>
              <a:t/>
            </a: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6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8"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9"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
          </p:nvPr>
        </p:nvSpPr>
        <p:spPr/>
        <p:txBody>
          <a:bodyPr/>
          <a:p>
            <a:r>
              <a:t>Footer</a:t>
            </a:r>
          </a:p>
        </p:txBody>
      </p:sp>
      <p:sp>
        <p:nvSpPr>
          <p:cNvPr id="6" name="PlaceHolder 5"/>
          <p:cNvSpPr>
            <a:spLocks noGrp="1"/>
          </p:cNvSpPr>
          <p:nvPr>
            <p:ph type="sldNum" idx="5"/>
          </p:nvPr>
        </p:nvSpPr>
        <p:spPr/>
        <p:txBody>
          <a:bodyPr/>
          <a:p>
            <a:fld id="{BBAE31AE-1CED-4CC2-9D75-A83BDEAD9687}" type="slidenum">
              <a:t>&lt;#&gt;</a:t>
            </a:fld>
          </a:p>
        </p:txBody>
      </p:sp>
      <p:sp>
        <p:nvSpPr>
          <p:cNvPr id="7" name="PlaceHolder 6"/>
          <p:cNvSpPr>
            <a:spLocks noGrp="1"/>
          </p:cNvSpPr>
          <p:nvPr>
            <p:ph type="dt" idx="6"/>
          </p:nvPr>
        </p:nvSpPr>
        <p:spPr/>
        <p:txBody>
          <a:bodyPr/>
          <a:p>
            <a:r>
              <a:rPr lang="en-US"/>
              <a:t/>
            </a: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7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1"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2"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3"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4"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4"/>
          </p:nvPr>
        </p:nvSpPr>
        <p:spPr/>
        <p:txBody>
          <a:bodyPr/>
          <a:p>
            <a:r>
              <a:t>Footer</a:t>
            </a:r>
          </a:p>
        </p:txBody>
      </p:sp>
      <p:sp>
        <p:nvSpPr>
          <p:cNvPr id="8" name="PlaceHolder 7"/>
          <p:cNvSpPr>
            <a:spLocks noGrp="1"/>
          </p:cNvSpPr>
          <p:nvPr>
            <p:ph type="sldNum" idx="5"/>
          </p:nvPr>
        </p:nvSpPr>
        <p:spPr/>
        <p:txBody>
          <a:bodyPr/>
          <a:p>
            <a:fld id="{84AA8EC6-AEE5-4CB5-8472-95C7813E61ED}" type="slidenum">
              <a:t>&lt;#&gt;</a:t>
            </a:fld>
          </a:p>
        </p:txBody>
      </p:sp>
      <p:sp>
        <p:nvSpPr>
          <p:cNvPr id="9" name="PlaceHolder 8"/>
          <p:cNvSpPr>
            <a:spLocks noGrp="1"/>
          </p:cNvSpPr>
          <p:nvPr>
            <p:ph type="dt" idx="6"/>
          </p:nvPr>
        </p:nvSpPr>
        <p:spPr/>
        <p:txBody>
          <a:bodyPr/>
          <a:p>
            <a:r>
              <a:rPr lang="en-US"/>
              <a:t/>
            </a: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7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6"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7"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8"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9"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0"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1"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4"/>
          </p:nvPr>
        </p:nvSpPr>
        <p:spPr/>
        <p:txBody>
          <a:bodyPr/>
          <a:p>
            <a:r>
              <a:t>Footer</a:t>
            </a:r>
          </a:p>
        </p:txBody>
      </p:sp>
      <p:sp>
        <p:nvSpPr>
          <p:cNvPr id="10" name="PlaceHolder 9"/>
          <p:cNvSpPr>
            <a:spLocks noGrp="1"/>
          </p:cNvSpPr>
          <p:nvPr>
            <p:ph type="sldNum" idx="5"/>
          </p:nvPr>
        </p:nvSpPr>
        <p:spPr/>
        <p:txBody>
          <a:bodyPr/>
          <a:p>
            <a:fld id="{88AF36AB-42A0-4B2A-931E-D5F69767036C}" type="slidenum">
              <a:t>&lt;#&gt;</a:t>
            </a:fld>
          </a:p>
        </p:txBody>
      </p:sp>
      <p:sp>
        <p:nvSpPr>
          <p:cNvPr id="11" name="PlaceHolder 10"/>
          <p:cNvSpPr>
            <a:spLocks noGrp="1"/>
          </p:cNvSpPr>
          <p:nvPr>
            <p:ph type="dt" idx="6"/>
          </p:nvPr>
        </p:nvSpPr>
        <p:spPr/>
        <p:txBody>
          <a:bodyPr/>
          <a:p>
            <a:r>
              <a:rPr lang="en-US"/>
              <a:t/>
            </a:r>
          </a:p>
        </p:txBody>
      </p:sp>
    </p:spTree>
  </p:cSld>
</p:sldLayout>
</file>

<file path=ppt/slideLayouts/slideLayout2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7"/>
          </p:nvPr>
        </p:nvSpPr>
        <p:spPr/>
        <p:txBody>
          <a:bodyPr/>
          <a:p>
            <a:r>
              <a:t>Footer</a:t>
            </a:r>
          </a:p>
        </p:txBody>
      </p:sp>
      <p:sp>
        <p:nvSpPr>
          <p:cNvPr id="3" name="PlaceHolder 2"/>
          <p:cNvSpPr>
            <a:spLocks noGrp="1"/>
          </p:cNvSpPr>
          <p:nvPr>
            <p:ph type="sldNum" idx="8"/>
          </p:nvPr>
        </p:nvSpPr>
        <p:spPr/>
        <p:txBody>
          <a:bodyPr/>
          <a:p>
            <a:fld id="{2E1C44ED-086C-4E3C-A981-0CD4714EBB01}" type="slidenum">
              <a:t>&lt;#&gt;</a:t>
            </a:fld>
          </a:p>
        </p:txBody>
      </p:sp>
      <p:sp>
        <p:nvSpPr>
          <p:cNvPr id="4" name="PlaceHolder 3"/>
          <p:cNvSpPr>
            <a:spLocks noGrp="1"/>
          </p:cNvSpPr>
          <p:nvPr>
            <p:ph type="dt" idx="9"/>
          </p:nvPr>
        </p:nvSpPr>
        <p:spPr/>
        <p:txBody>
          <a:bodyPr/>
          <a:p>
            <a:r>
              <a:rPr lang="en-US"/>
              <a:t/>
            </a:r>
          </a:p>
        </p:txBody>
      </p:sp>
    </p:spTree>
  </p:cSld>
</p:sldLayout>
</file>

<file path=ppt/slideLayouts/slideLayout2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8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8"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7"/>
          </p:nvPr>
        </p:nvSpPr>
        <p:spPr/>
        <p:txBody>
          <a:bodyPr/>
          <a:p>
            <a:r>
              <a:t>Footer</a:t>
            </a:r>
          </a:p>
        </p:txBody>
      </p:sp>
      <p:sp>
        <p:nvSpPr>
          <p:cNvPr id="5" name="PlaceHolder 4"/>
          <p:cNvSpPr>
            <a:spLocks noGrp="1"/>
          </p:cNvSpPr>
          <p:nvPr>
            <p:ph type="sldNum" idx="8"/>
          </p:nvPr>
        </p:nvSpPr>
        <p:spPr/>
        <p:txBody>
          <a:bodyPr/>
          <a:p>
            <a:fld id="{1C7FD838-05DC-4B81-AD1B-FBB640720032}" type="slidenum">
              <a:t>&lt;#&gt;</a:t>
            </a:fld>
          </a:p>
        </p:txBody>
      </p:sp>
      <p:sp>
        <p:nvSpPr>
          <p:cNvPr id="6" name="PlaceHolder 5"/>
          <p:cNvSpPr>
            <a:spLocks noGrp="1"/>
          </p:cNvSpPr>
          <p:nvPr>
            <p:ph type="dt" idx="9"/>
          </p:nvPr>
        </p:nvSpPr>
        <p:spPr/>
        <p:txBody>
          <a:bodyPr/>
          <a:p>
            <a:r>
              <a:rPr lang="en-US"/>
              <a:t/>
            </a:r>
          </a:p>
        </p:txBody>
      </p:sp>
    </p:spTree>
  </p:cSld>
</p:sldLayout>
</file>

<file path=ppt/slideLayouts/slideLayout2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8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90"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7"/>
          </p:nvPr>
        </p:nvSpPr>
        <p:spPr/>
        <p:txBody>
          <a:bodyPr/>
          <a:p>
            <a:r>
              <a:t>Footer</a:t>
            </a:r>
          </a:p>
        </p:txBody>
      </p:sp>
      <p:sp>
        <p:nvSpPr>
          <p:cNvPr id="5" name="PlaceHolder 4"/>
          <p:cNvSpPr>
            <a:spLocks noGrp="1"/>
          </p:cNvSpPr>
          <p:nvPr>
            <p:ph type="sldNum" idx="8"/>
          </p:nvPr>
        </p:nvSpPr>
        <p:spPr/>
        <p:txBody>
          <a:bodyPr/>
          <a:p>
            <a:fld id="{D1A45137-11E3-4215-AA77-5E42E094CD0F}" type="slidenum">
              <a:t>&lt;#&gt;</a:t>
            </a:fld>
          </a:p>
        </p:txBody>
      </p:sp>
      <p:sp>
        <p:nvSpPr>
          <p:cNvPr id="6" name="PlaceHolder 5"/>
          <p:cNvSpPr>
            <a:spLocks noGrp="1"/>
          </p:cNvSpPr>
          <p:nvPr>
            <p:ph type="dt" idx="9"/>
          </p:nvPr>
        </p:nvSpPr>
        <p:spPr/>
        <p:txBody>
          <a:bodyPr/>
          <a:p>
            <a:r>
              <a:rPr lang="en-US"/>
              <a:t/>
            </a:r>
          </a:p>
        </p:txBody>
      </p:sp>
    </p:spTree>
  </p:cSld>
</p:sldLayout>
</file>

<file path=ppt/slideLayouts/slideLayout2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9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92"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3"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7"/>
          </p:nvPr>
        </p:nvSpPr>
        <p:spPr/>
        <p:txBody>
          <a:bodyPr/>
          <a:p>
            <a:r>
              <a:t>Footer</a:t>
            </a:r>
          </a:p>
        </p:txBody>
      </p:sp>
      <p:sp>
        <p:nvSpPr>
          <p:cNvPr id="6" name="PlaceHolder 5"/>
          <p:cNvSpPr>
            <a:spLocks noGrp="1"/>
          </p:cNvSpPr>
          <p:nvPr>
            <p:ph type="sldNum" idx="8"/>
          </p:nvPr>
        </p:nvSpPr>
        <p:spPr/>
        <p:txBody>
          <a:bodyPr/>
          <a:p>
            <a:fld id="{185A8002-31D2-4A95-B572-BF0D801C3522}" type="slidenum">
              <a:t>&lt;#&gt;</a:t>
            </a:fld>
          </a:p>
        </p:txBody>
      </p:sp>
      <p:sp>
        <p:nvSpPr>
          <p:cNvPr id="7" name="PlaceHolder 6"/>
          <p:cNvSpPr>
            <a:spLocks noGrp="1"/>
          </p:cNvSpPr>
          <p:nvPr>
            <p:ph type="dt" idx="9"/>
          </p:nvPr>
        </p:nvSpPr>
        <p:spPr/>
        <p:txBody>
          <a:bodyPr/>
          <a:p>
            <a:r>
              <a:rPr lang="en-US"/>
              <a:t/>
            </a:r>
          </a:p>
        </p:txBody>
      </p:sp>
    </p:spTree>
  </p:cSld>
</p:sldLayout>
</file>

<file path=ppt/slideLayouts/slideLayout2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7"/>
          </p:nvPr>
        </p:nvSpPr>
        <p:spPr/>
        <p:txBody>
          <a:bodyPr/>
          <a:p>
            <a:r>
              <a:t>Footer</a:t>
            </a:r>
          </a:p>
        </p:txBody>
      </p:sp>
      <p:sp>
        <p:nvSpPr>
          <p:cNvPr id="4" name="PlaceHolder 3"/>
          <p:cNvSpPr>
            <a:spLocks noGrp="1"/>
          </p:cNvSpPr>
          <p:nvPr>
            <p:ph type="sldNum" idx="8"/>
          </p:nvPr>
        </p:nvSpPr>
        <p:spPr/>
        <p:txBody>
          <a:bodyPr/>
          <a:p>
            <a:fld id="{9AD52E63-77B9-40E6-8895-9F114FA1B62B}" type="slidenum">
              <a:t>&lt;#&gt;</a:t>
            </a:fld>
          </a:p>
        </p:txBody>
      </p:sp>
      <p:sp>
        <p:nvSpPr>
          <p:cNvPr id="5" name="PlaceHolder 4"/>
          <p:cNvSpPr>
            <a:spLocks noGrp="1"/>
          </p:cNvSpPr>
          <p:nvPr>
            <p:ph type="dt" idx="9"/>
          </p:nvPr>
        </p:nvSpPr>
        <p:spPr/>
        <p:txBody>
          <a:bodyPr/>
          <a:p>
            <a:r>
              <a:rPr lang="en-US"/>
              <a:t/>
            </a:r>
          </a:p>
        </p:txBody>
      </p:sp>
    </p:spTree>
  </p:cSld>
</p:sldLayout>
</file>

<file path=ppt/slideLayouts/slideLayout3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95"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7"/>
          </p:nvPr>
        </p:nvSpPr>
        <p:spPr/>
        <p:txBody>
          <a:bodyPr/>
          <a:p>
            <a:r>
              <a:t>Footer</a:t>
            </a:r>
          </a:p>
        </p:txBody>
      </p:sp>
      <p:sp>
        <p:nvSpPr>
          <p:cNvPr id="4" name="PlaceHolder 3"/>
          <p:cNvSpPr>
            <a:spLocks noGrp="1"/>
          </p:cNvSpPr>
          <p:nvPr>
            <p:ph type="sldNum" idx="8"/>
          </p:nvPr>
        </p:nvSpPr>
        <p:spPr/>
        <p:txBody>
          <a:bodyPr/>
          <a:p>
            <a:fld id="{A8A7BA33-DA84-4F8B-ADD1-F3E883425345}" type="slidenum">
              <a:t>&lt;#&gt;</a:t>
            </a:fld>
          </a:p>
        </p:txBody>
      </p:sp>
      <p:sp>
        <p:nvSpPr>
          <p:cNvPr id="5" name="PlaceHolder 4"/>
          <p:cNvSpPr>
            <a:spLocks noGrp="1"/>
          </p:cNvSpPr>
          <p:nvPr>
            <p:ph type="dt" idx="9"/>
          </p:nvPr>
        </p:nvSpPr>
        <p:spPr/>
        <p:txBody>
          <a:bodyPr/>
          <a:p>
            <a:r>
              <a:rPr lang="en-US"/>
              <a:t/>
            </a:r>
          </a:p>
        </p:txBody>
      </p:sp>
    </p:spTree>
  </p:cSld>
</p:sldLayout>
</file>

<file path=ppt/slideLayouts/slideLayout3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9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97"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8"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9"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7"/>
          </p:nvPr>
        </p:nvSpPr>
        <p:spPr/>
        <p:txBody>
          <a:bodyPr/>
          <a:p>
            <a:r>
              <a:t>Footer</a:t>
            </a:r>
          </a:p>
        </p:txBody>
      </p:sp>
      <p:sp>
        <p:nvSpPr>
          <p:cNvPr id="7" name="PlaceHolder 6"/>
          <p:cNvSpPr>
            <a:spLocks noGrp="1"/>
          </p:cNvSpPr>
          <p:nvPr>
            <p:ph type="sldNum" idx="8"/>
          </p:nvPr>
        </p:nvSpPr>
        <p:spPr/>
        <p:txBody>
          <a:bodyPr/>
          <a:p>
            <a:fld id="{09172A86-E0E1-494C-AC2C-AF903ACA9B6C}" type="slidenum">
              <a:t>&lt;#&gt;</a:t>
            </a:fld>
          </a:p>
        </p:txBody>
      </p:sp>
      <p:sp>
        <p:nvSpPr>
          <p:cNvPr id="8" name="PlaceHolder 7"/>
          <p:cNvSpPr>
            <a:spLocks noGrp="1"/>
          </p:cNvSpPr>
          <p:nvPr>
            <p:ph type="dt" idx="9"/>
          </p:nvPr>
        </p:nvSpPr>
        <p:spPr/>
        <p:txBody>
          <a:bodyPr/>
          <a:p>
            <a:r>
              <a:rPr lang="en-US"/>
              <a:t/>
            </a:r>
          </a:p>
        </p:txBody>
      </p:sp>
    </p:spTree>
  </p:cSld>
</p:sldLayout>
</file>

<file path=ppt/slideLayouts/slideLayout3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0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01"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02"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03"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7"/>
          </p:nvPr>
        </p:nvSpPr>
        <p:spPr/>
        <p:txBody>
          <a:bodyPr/>
          <a:p>
            <a:r>
              <a:t>Footer</a:t>
            </a:r>
          </a:p>
        </p:txBody>
      </p:sp>
      <p:sp>
        <p:nvSpPr>
          <p:cNvPr id="7" name="PlaceHolder 6"/>
          <p:cNvSpPr>
            <a:spLocks noGrp="1"/>
          </p:cNvSpPr>
          <p:nvPr>
            <p:ph type="sldNum" idx="8"/>
          </p:nvPr>
        </p:nvSpPr>
        <p:spPr/>
        <p:txBody>
          <a:bodyPr/>
          <a:p>
            <a:fld id="{B2C273B3-65BD-4717-B334-E346F5750E62}" type="slidenum">
              <a:t>&lt;#&gt;</a:t>
            </a:fld>
          </a:p>
        </p:txBody>
      </p:sp>
      <p:sp>
        <p:nvSpPr>
          <p:cNvPr id="8" name="PlaceHolder 7"/>
          <p:cNvSpPr>
            <a:spLocks noGrp="1"/>
          </p:cNvSpPr>
          <p:nvPr>
            <p:ph type="dt" idx="9"/>
          </p:nvPr>
        </p:nvSpPr>
        <p:spPr/>
        <p:txBody>
          <a:bodyPr/>
          <a:p>
            <a:r>
              <a:rPr lang="en-US"/>
              <a:t/>
            </a:r>
          </a:p>
        </p:txBody>
      </p:sp>
    </p:spTree>
  </p:cSld>
</p:sldLayout>
</file>

<file path=ppt/slideLayouts/slideLayout3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0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05"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06"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07"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7"/>
          </p:nvPr>
        </p:nvSpPr>
        <p:spPr/>
        <p:txBody>
          <a:bodyPr/>
          <a:p>
            <a:r>
              <a:t>Footer</a:t>
            </a:r>
          </a:p>
        </p:txBody>
      </p:sp>
      <p:sp>
        <p:nvSpPr>
          <p:cNvPr id="7" name="PlaceHolder 6"/>
          <p:cNvSpPr>
            <a:spLocks noGrp="1"/>
          </p:cNvSpPr>
          <p:nvPr>
            <p:ph type="sldNum" idx="8"/>
          </p:nvPr>
        </p:nvSpPr>
        <p:spPr/>
        <p:txBody>
          <a:bodyPr/>
          <a:p>
            <a:fld id="{E72A5D49-323F-45F6-85BA-71BDF4B67A39}" type="slidenum">
              <a:t>&lt;#&gt;</a:t>
            </a:fld>
          </a:p>
        </p:txBody>
      </p:sp>
      <p:sp>
        <p:nvSpPr>
          <p:cNvPr id="8" name="PlaceHolder 7"/>
          <p:cNvSpPr>
            <a:spLocks noGrp="1"/>
          </p:cNvSpPr>
          <p:nvPr>
            <p:ph type="dt" idx="9"/>
          </p:nvPr>
        </p:nvSpPr>
        <p:spPr/>
        <p:txBody>
          <a:bodyPr/>
          <a:p>
            <a:r>
              <a:rPr lang="en-US"/>
              <a:t/>
            </a:r>
          </a:p>
        </p:txBody>
      </p:sp>
    </p:spTree>
  </p:cSld>
</p:sldLayout>
</file>

<file path=ppt/slideLayouts/slideLayout3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10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09"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0"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7"/>
          </p:nvPr>
        </p:nvSpPr>
        <p:spPr/>
        <p:txBody>
          <a:bodyPr/>
          <a:p>
            <a:r>
              <a:t>Footer</a:t>
            </a:r>
          </a:p>
        </p:txBody>
      </p:sp>
      <p:sp>
        <p:nvSpPr>
          <p:cNvPr id="6" name="PlaceHolder 5"/>
          <p:cNvSpPr>
            <a:spLocks noGrp="1"/>
          </p:cNvSpPr>
          <p:nvPr>
            <p:ph type="sldNum" idx="8"/>
          </p:nvPr>
        </p:nvSpPr>
        <p:spPr/>
        <p:txBody>
          <a:bodyPr/>
          <a:p>
            <a:fld id="{61D7D97E-BD8F-4EB1-9A2A-EDDDDE06D632}" type="slidenum">
              <a:t>&lt;#&gt;</a:t>
            </a:fld>
          </a:p>
        </p:txBody>
      </p:sp>
      <p:sp>
        <p:nvSpPr>
          <p:cNvPr id="7" name="PlaceHolder 6"/>
          <p:cNvSpPr>
            <a:spLocks noGrp="1"/>
          </p:cNvSpPr>
          <p:nvPr>
            <p:ph type="dt" idx="9"/>
          </p:nvPr>
        </p:nvSpPr>
        <p:spPr/>
        <p:txBody>
          <a:bodyPr/>
          <a:p>
            <a:r>
              <a:rPr lang="en-US"/>
              <a:t/>
            </a:r>
          </a:p>
        </p:txBody>
      </p:sp>
    </p:spTree>
  </p:cSld>
</p:sldLayout>
</file>

<file path=ppt/slideLayouts/slideLayout3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11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12"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3"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4"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5"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7"/>
          </p:nvPr>
        </p:nvSpPr>
        <p:spPr/>
        <p:txBody>
          <a:bodyPr/>
          <a:p>
            <a:r>
              <a:t>Footer</a:t>
            </a:r>
          </a:p>
        </p:txBody>
      </p:sp>
      <p:sp>
        <p:nvSpPr>
          <p:cNvPr id="8" name="PlaceHolder 7"/>
          <p:cNvSpPr>
            <a:spLocks noGrp="1"/>
          </p:cNvSpPr>
          <p:nvPr>
            <p:ph type="sldNum" idx="8"/>
          </p:nvPr>
        </p:nvSpPr>
        <p:spPr/>
        <p:txBody>
          <a:bodyPr/>
          <a:p>
            <a:fld id="{3ACA8158-5C8A-47F0-B409-6BA9D41A258E}" type="slidenum">
              <a:t>&lt;#&gt;</a:t>
            </a:fld>
          </a:p>
        </p:txBody>
      </p:sp>
      <p:sp>
        <p:nvSpPr>
          <p:cNvPr id="9" name="PlaceHolder 8"/>
          <p:cNvSpPr>
            <a:spLocks noGrp="1"/>
          </p:cNvSpPr>
          <p:nvPr>
            <p:ph type="dt" idx="9"/>
          </p:nvPr>
        </p:nvSpPr>
        <p:spPr/>
        <p:txBody>
          <a:bodyPr/>
          <a:p>
            <a:r>
              <a:rPr lang="en-US"/>
              <a:t/>
            </a:r>
          </a:p>
        </p:txBody>
      </p:sp>
    </p:spTree>
  </p:cSld>
</p:sldLayout>
</file>

<file path=ppt/slideLayouts/slideLayout3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11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17"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8"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9"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20"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21"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22"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7"/>
          </p:nvPr>
        </p:nvSpPr>
        <p:spPr/>
        <p:txBody>
          <a:bodyPr/>
          <a:p>
            <a:r>
              <a:t>Footer</a:t>
            </a:r>
          </a:p>
        </p:txBody>
      </p:sp>
      <p:sp>
        <p:nvSpPr>
          <p:cNvPr id="10" name="PlaceHolder 9"/>
          <p:cNvSpPr>
            <a:spLocks noGrp="1"/>
          </p:cNvSpPr>
          <p:nvPr>
            <p:ph type="sldNum" idx="8"/>
          </p:nvPr>
        </p:nvSpPr>
        <p:spPr/>
        <p:txBody>
          <a:bodyPr/>
          <a:p>
            <a:fld id="{7B9D8266-87D4-40DC-914A-74AA999DD8D5}" type="slidenum">
              <a:t>&lt;#&gt;</a:t>
            </a:fld>
          </a:p>
        </p:txBody>
      </p:sp>
      <p:sp>
        <p:nvSpPr>
          <p:cNvPr id="11" name="PlaceHolder 10"/>
          <p:cNvSpPr>
            <a:spLocks noGrp="1"/>
          </p:cNvSpPr>
          <p:nvPr>
            <p:ph type="dt" idx="9"/>
          </p:nvPr>
        </p:nvSpPr>
        <p:spPr/>
        <p:txBody>
          <a:bodyPr/>
          <a:p>
            <a:r>
              <a:rPr lang="en-US"/>
              <a:t/>
            </a:r>
          </a:p>
        </p:txBody>
      </p:sp>
    </p:spTree>
  </p:cSld>
</p:sldLayout>
</file>

<file path=ppt/slideLayouts/slideLayout3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10"/>
          </p:nvPr>
        </p:nvSpPr>
        <p:spPr/>
        <p:txBody>
          <a:bodyPr/>
          <a:p>
            <a:r>
              <a:t>Footer</a:t>
            </a:r>
          </a:p>
        </p:txBody>
      </p:sp>
      <p:sp>
        <p:nvSpPr>
          <p:cNvPr id="3" name="PlaceHolder 2"/>
          <p:cNvSpPr>
            <a:spLocks noGrp="1"/>
          </p:cNvSpPr>
          <p:nvPr>
            <p:ph type="sldNum" idx="11"/>
          </p:nvPr>
        </p:nvSpPr>
        <p:spPr/>
        <p:txBody>
          <a:bodyPr/>
          <a:p>
            <a:fld id="{15E56AC1-ED5C-4A15-A2D4-698856F827C8}" type="slidenum">
              <a:t>&lt;#&gt;</a:t>
            </a:fld>
          </a:p>
        </p:txBody>
      </p:sp>
      <p:sp>
        <p:nvSpPr>
          <p:cNvPr id="4" name="PlaceHolder 3"/>
          <p:cNvSpPr>
            <a:spLocks noGrp="1"/>
          </p:cNvSpPr>
          <p:nvPr>
            <p:ph type="dt" idx="12"/>
          </p:nvPr>
        </p:nvSpPr>
        <p:spPr/>
        <p:txBody>
          <a:bodyPr/>
          <a:p>
            <a:r>
              <a:rPr lang="en-US"/>
              <a:t/>
            </a:r>
          </a:p>
        </p:txBody>
      </p:sp>
    </p:spTree>
  </p:cSld>
</p:sldLayout>
</file>

<file path=ppt/slideLayouts/slideLayout3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12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29"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10"/>
          </p:nvPr>
        </p:nvSpPr>
        <p:spPr/>
        <p:txBody>
          <a:bodyPr/>
          <a:p>
            <a:r>
              <a:t>Footer</a:t>
            </a:r>
          </a:p>
        </p:txBody>
      </p:sp>
      <p:sp>
        <p:nvSpPr>
          <p:cNvPr id="5" name="PlaceHolder 4"/>
          <p:cNvSpPr>
            <a:spLocks noGrp="1"/>
          </p:cNvSpPr>
          <p:nvPr>
            <p:ph type="sldNum" idx="11"/>
          </p:nvPr>
        </p:nvSpPr>
        <p:spPr/>
        <p:txBody>
          <a:bodyPr/>
          <a:p>
            <a:fld id="{D6B33BBC-B50C-4BD1-9314-DBEEA178A8CF}" type="slidenum">
              <a:t>&lt;#&gt;</a:t>
            </a:fld>
          </a:p>
        </p:txBody>
      </p:sp>
      <p:sp>
        <p:nvSpPr>
          <p:cNvPr id="6" name="PlaceHolder 5"/>
          <p:cNvSpPr>
            <a:spLocks noGrp="1"/>
          </p:cNvSpPr>
          <p:nvPr>
            <p:ph type="dt" idx="12"/>
          </p:nvPr>
        </p:nvSpPr>
        <p:spPr/>
        <p:txBody>
          <a:bodyPr/>
          <a:p>
            <a:r>
              <a:rPr lang="en-US"/>
              <a:t/>
            </a:r>
          </a:p>
        </p:txBody>
      </p:sp>
    </p:spTree>
  </p:cSld>
</p:sldLayout>
</file>

<file path=ppt/slideLayouts/slideLayout3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13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31"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0"/>
          </p:nvPr>
        </p:nvSpPr>
        <p:spPr/>
        <p:txBody>
          <a:bodyPr/>
          <a:p>
            <a:r>
              <a:t>Footer</a:t>
            </a:r>
          </a:p>
        </p:txBody>
      </p:sp>
      <p:sp>
        <p:nvSpPr>
          <p:cNvPr id="5" name="PlaceHolder 4"/>
          <p:cNvSpPr>
            <a:spLocks noGrp="1"/>
          </p:cNvSpPr>
          <p:nvPr>
            <p:ph type="sldNum" idx="11"/>
          </p:nvPr>
        </p:nvSpPr>
        <p:spPr/>
        <p:txBody>
          <a:bodyPr/>
          <a:p>
            <a:fld id="{80770CF9-16ED-4233-852B-D78FC8537DDC}" type="slidenum">
              <a:t>&lt;#&gt;</a:t>
            </a:fld>
          </a:p>
        </p:txBody>
      </p:sp>
      <p:sp>
        <p:nvSpPr>
          <p:cNvPr id="6" name="PlaceHolder 5"/>
          <p:cNvSpPr>
            <a:spLocks noGrp="1"/>
          </p:cNvSpPr>
          <p:nvPr>
            <p:ph type="dt" idx="12"/>
          </p:nvPr>
        </p:nvSpPr>
        <p:spPr/>
        <p:txBody>
          <a:bodyPr/>
          <a:p>
            <a:r>
              <a:rPr lang="en-US"/>
              <a:t/>
            </a:r>
          </a:p>
        </p:txBody>
      </p:sp>
    </p:spTree>
  </p:cSld>
</p:sldLayout>
</file>

<file path=ppt/slideLayouts/slideLayout4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13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33"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34"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0"/>
          </p:nvPr>
        </p:nvSpPr>
        <p:spPr/>
        <p:txBody>
          <a:bodyPr/>
          <a:p>
            <a:r>
              <a:t>Footer</a:t>
            </a:r>
          </a:p>
        </p:txBody>
      </p:sp>
      <p:sp>
        <p:nvSpPr>
          <p:cNvPr id="6" name="PlaceHolder 5"/>
          <p:cNvSpPr>
            <a:spLocks noGrp="1"/>
          </p:cNvSpPr>
          <p:nvPr>
            <p:ph type="sldNum" idx="11"/>
          </p:nvPr>
        </p:nvSpPr>
        <p:spPr/>
        <p:txBody>
          <a:bodyPr/>
          <a:p>
            <a:fld id="{87FCD910-F987-4D03-9B54-CD41A65CFBC8}" type="slidenum">
              <a:t>&lt;#&gt;</a:t>
            </a:fld>
          </a:p>
        </p:txBody>
      </p:sp>
      <p:sp>
        <p:nvSpPr>
          <p:cNvPr id="7" name="PlaceHolder 6"/>
          <p:cNvSpPr>
            <a:spLocks noGrp="1"/>
          </p:cNvSpPr>
          <p:nvPr>
            <p:ph type="dt" idx="12"/>
          </p:nvPr>
        </p:nvSpPr>
        <p:spPr/>
        <p:txBody>
          <a:bodyPr/>
          <a:p>
            <a:r>
              <a:rPr lang="en-US"/>
              <a:t/>
            </a:r>
          </a:p>
        </p:txBody>
      </p:sp>
    </p:spTree>
  </p:cSld>
</p:sldLayout>
</file>

<file path=ppt/slideLayouts/slideLayout4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3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10"/>
          </p:nvPr>
        </p:nvSpPr>
        <p:spPr/>
        <p:txBody>
          <a:bodyPr/>
          <a:p>
            <a:r>
              <a:t>Footer</a:t>
            </a:r>
          </a:p>
        </p:txBody>
      </p:sp>
      <p:sp>
        <p:nvSpPr>
          <p:cNvPr id="4" name="PlaceHolder 3"/>
          <p:cNvSpPr>
            <a:spLocks noGrp="1"/>
          </p:cNvSpPr>
          <p:nvPr>
            <p:ph type="sldNum" idx="11"/>
          </p:nvPr>
        </p:nvSpPr>
        <p:spPr/>
        <p:txBody>
          <a:bodyPr/>
          <a:p>
            <a:fld id="{F5741128-5B56-471D-B917-A2FC91A63310}" type="slidenum">
              <a:t>&lt;#&gt;</a:t>
            </a:fld>
          </a:p>
        </p:txBody>
      </p:sp>
      <p:sp>
        <p:nvSpPr>
          <p:cNvPr id="5" name="PlaceHolder 4"/>
          <p:cNvSpPr>
            <a:spLocks noGrp="1"/>
          </p:cNvSpPr>
          <p:nvPr>
            <p:ph type="dt" idx="12"/>
          </p:nvPr>
        </p:nvSpPr>
        <p:spPr/>
        <p:txBody>
          <a:bodyPr/>
          <a:p>
            <a:r>
              <a:rPr lang="en-US"/>
              <a:t/>
            </a:r>
          </a:p>
        </p:txBody>
      </p:sp>
    </p:spTree>
  </p:cSld>
</p:sldLayout>
</file>

<file path=ppt/slideLayouts/slideLayout4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36"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10"/>
          </p:nvPr>
        </p:nvSpPr>
        <p:spPr/>
        <p:txBody>
          <a:bodyPr/>
          <a:p>
            <a:r>
              <a:t>Footer</a:t>
            </a:r>
          </a:p>
        </p:txBody>
      </p:sp>
      <p:sp>
        <p:nvSpPr>
          <p:cNvPr id="4" name="PlaceHolder 3"/>
          <p:cNvSpPr>
            <a:spLocks noGrp="1"/>
          </p:cNvSpPr>
          <p:nvPr>
            <p:ph type="sldNum" idx="11"/>
          </p:nvPr>
        </p:nvSpPr>
        <p:spPr/>
        <p:txBody>
          <a:bodyPr/>
          <a:p>
            <a:fld id="{33F4AA9B-8354-41DB-8CA5-5292297E1ADC}" type="slidenum">
              <a:t>&lt;#&gt;</a:t>
            </a:fld>
          </a:p>
        </p:txBody>
      </p:sp>
      <p:sp>
        <p:nvSpPr>
          <p:cNvPr id="5" name="PlaceHolder 4"/>
          <p:cNvSpPr>
            <a:spLocks noGrp="1"/>
          </p:cNvSpPr>
          <p:nvPr>
            <p:ph type="dt" idx="12"/>
          </p:nvPr>
        </p:nvSpPr>
        <p:spPr/>
        <p:txBody>
          <a:bodyPr/>
          <a:p>
            <a:r>
              <a:rPr lang="en-US"/>
              <a:t/>
            </a:r>
          </a:p>
        </p:txBody>
      </p:sp>
    </p:spTree>
  </p:cSld>
</p:sldLayout>
</file>

<file path=ppt/slideLayouts/slideLayout4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3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38"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39"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40"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0"/>
          </p:nvPr>
        </p:nvSpPr>
        <p:spPr/>
        <p:txBody>
          <a:bodyPr/>
          <a:p>
            <a:r>
              <a:t>Footer</a:t>
            </a:r>
          </a:p>
        </p:txBody>
      </p:sp>
      <p:sp>
        <p:nvSpPr>
          <p:cNvPr id="7" name="PlaceHolder 6"/>
          <p:cNvSpPr>
            <a:spLocks noGrp="1"/>
          </p:cNvSpPr>
          <p:nvPr>
            <p:ph type="sldNum" idx="11"/>
          </p:nvPr>
        </p:nvSpPr>
        <p:spPr/>
        <p:txBody>
          <a:bodyPr/>
          <a:p>
            <a:fld id="{92B66F92-8BCC-4E0D-9CAE-1DD0FB291E53}" type="slidenum">
              <a:t>&lt;#&gt;</a:t>
            </a:fld>
          </a:p>
        </p:txBody>
      </p:sp>
      <p:sp>
        <p:nvSpPr>
          <p:cNvPr id="8" name="PlaceHolder 7"/>
          <p:cNvSpPr>
            <a:spLocks noGrp="1"/>
          </p:cNvSpPr>
          <p:nvPr>
            <p:ph type="dt" idx="12"/>
          </p:nvPr>
        </p:nvSpPr>
        <p:spPr/>
        <p:txBody>
          <a:bodyPr/>
          <a:p>
            <a:r>
              <a:rPr lang="en-US"/>
              <a:t/>
            </a:r>
          </a:p>
        </p:txBody>
      </p:sp>
    </p:spTree>
  </p:cSld>
</p:sldLayout>
</file>

<file path=ppt/slideLayouts/slideLayout4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4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42"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43"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44"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0"/>
          </p:nvPr>
        </p:nvSpPr>
        <p:spPr/>
        <p:txBody>
          <a:bodyPr/>
          <a:p>
            <a:r>
              <a:t>Footer</a:t>
            </a:r>
          </a:p>
        </p:txBody>
      </p:sp>
      <p:sp>
        <p:nvSpPr>
          <p:cNvPr id="7" name="PlaceHolder 6"/>
          <p:cNvSpPr>
            <a:spLocks noGrp="1"/>
          </p:cNvSpPr>
          <p:nvPr>
            <p:ph type="sldNum" idx="11"/>
          </p:nvPr>
        </p:nvSpPr>
        <p:spPr/>
        <p:txBody>
          <a:bodyPr/>
          <a:p>
            <a:fld id="{8466A6F2-C597-4E9B-A2B3-A7601924322C}" type="slidenum">
              <a:t>&lt;#&gt;</a:t>
            </a:fld>
          </a:p>
        </p:txBody>
      </p:sp>
      <p:sp>
        <p:nvSpPr>
          <p:cNvPr id="8" name="PlaceHolder 7"/>
          <p:cNvSpPr>
            <a:spLocks noGrp="1"/>
          </p:cNvSpPr>
          <p:nvPr>
            <p:ph type="dt" idx="12"/>
          </p:nvPr>
        </p:nvSpPr>
        <p:spPr/>
        <p:txBody>
          <a:bodyPr/>
          <a:p>
            <a:r>
              <a:rPr lang="en-US"/>
              <a:t/>
            </a:r>
          </a:p>
        </p:txBody>
      </p:sp>
    </p:spTree>
  </p:cSld>
</p:sldLayout>
</file>

<file path=ppt/slideLayouts/slideLayout4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4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46"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47"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48"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0"/>
          </p:nvPr>
        </p:nvSpPr>
        <p:spPr/>
        <p:txBody>
          <a:bodyPr/>
          <a:p>
            <a:r>
              <a:t>Footer</a:t>
            </a:r>
          </a:p>
        </p:txBody>
      </p:sp>
      <p:sp>
        <p:nvSpPr>
          <p:cNvPr id="7" name="PlaceHolder 6"/>
          <p:cNvSpPr>
            <a:spLocks noGrp="1"/>
          </p:cNvSpPr>
          <p:nvPr>
            <p:ph type="sldNum" idx="11"/>
          </p:nvPr>
        </p:nvSpPr>
        <p:spPr/>
        <p:txBody>
          <a:bodyPr/>
          <a:p>
            <a:fld id="{C2C2D891-618F-412E-A872-E1C3D0FBE9D3}" type="slidenum">
              <a:t>&lt;#&gt;</a:t>
            </a:fld>
          </a:p>
        </p:txBody>
      </p:sp>
      <p:sp>
        <p:nvSpPr>
          <p:cNvPr id="8" name="PlaceHolder 7"/>
          <p:cNvSpPr>
            <a:spLocks noGrp="1"/>
          </p:cNvSpPr>
          <p:nvPr>
            <p:ph type="dt" idx="12"/>
          </p:nvPr>
        </p:nvSpPr>
        <p:spPr/>
        <p:txBody>
          <a:bodyPr/>
          <a:p>
            <a:r>
              <a:rPr lang="en-US"/>
              <a:t/>
            </a:r>
          </a:p>
        </p:txBody>
      </p:sp>
    </p:spTree>
  </p:cSld>
</p:sldLayout>
</file>

<file path=ppt/slideLayouts/slideLayout4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14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50"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51"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0"/>
          </p:nvPr>
        </p:nvSpPr>
        <p:spPr/>
        <p:txBody>
          <a:bodyPr/>
          <a:p>
            <a:r>
              <a:t>Footer</a:t>
            </a:r>
          </a:p>
        </p:txBody>
      </p:sp>
      <p:sp>
        <p:nvSpPr>
          <p:cNvPr id="6" name="PlaceHolder 5"/>
          <p:cNvSpPr>
            <a:spLocks noGrp="1"/>
          </p:cNvSpPr>
          <p:nvPr>
            <p:ph type="sldNum" idx="11"/>
          </p:nvPr>
        </p:nvSpPr>
        <p:spPr/>
        <p:txBody>
          <a:bodyPr/>
          <a:p>
            <a:fld id="{2BCF2AA3-23A2-4B4B-BDE0-B4C17507D02E}" type="slidenum">
              <a:t>&lt;#&gt;</a:t>
            </a:fld>
          </a:p>
        </p:txBody>
      </p:sp>
      <p:sp>
        <p:nvSpPr>
          <p:cNvPr id="7" name="PlaceHolder 6"/>
          <p:cNvSpPr>
            <a:spLocks noGrp="1"/>
          </p:cNvSpPr>
          <p:nvPr>
            <p:ph type="dt" idx="12"/>
          </p:nvPr>
        </p:nvSpPr>
        <p:spPr/>
        <p:txBody>
          <a:bodyPr/>
          <a:p>
            <a:r>
              <a:rPr lang="en-US"/>
              <a:t/>
            </a:r>
          </a:p>
        </p:txBody>
      </p:sp>
    </p:spTree>
  </p:cSld>
</p:sldLayout>
</file>

<file path=ppt/slideLayouts/slideLayout4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15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53"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54"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55"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56"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10"/>
          </p:nvPr>
        </p:nvSpPr>
        <p:spPr/>
        <p:txBody>
          <a:bodyPr/>
          <a:p>
            <a:r>
              <a:t>Footer</a:t>
            </a:r>
          </a:p>
        </p:txBody>
      </p:sp>
      <p:sp>
        <p:nvSpPr>
          <p:cNvPr id="8" name="PlaceHolder 7"/>
          <p:cNvSpPr>
            <a:spLocks noGrp="1"/>
          </p:cNvSpPr>
          <p:nvPr>
            <p:ph type="sldNum" idx="11"/>
          </p:nvPr>
        </p:nvSpPr>
        <p:spPr/>
        <p:txBody>
          <a:bodyPr/>
          <a:p>
            <a:fld id="{F9514709-9E34-4DC9-90F4-FEC29B786E68}" type="slidenum">
              <a:t>&lt;#&gt;</a:t>
            </a:fld>
          </a:p>
        </p:txBody>
      </p:sp>
      <p:sp>
        <p:nvSpPr>
          <p:cNvPr id="9" name="PlaceHolder 8"/>
          <p:cNvSpPr>
            <a:spLocks noGrp="1"/>
          </p:cNvSpPr>
          <p:nvPr>
            <p:ph type="dt" idx="12"/>
          </p:nvPr>
        </p:nvSpPr>
        <p:spPr/>
        <p:txBody>
          <a:bodyPr/>
          <a:p>
            <a:r>
              <a:rPr lang="en-US"/>
              <a:t/>
            </a:r>
          </a:p>
        </p:txBody>
      </p:sp>
    </p:spTree>
  </p:cSld>
</p:sldLayout>
</file>

<file path=ppt/slideLayouts/slideLayout4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15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58"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59"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60"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61"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62"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63"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10"/>
          </p:nvPr>
        </p:nvSpPr>
        <p:spPr/>
        <p:txBody>
          <a:bodyPr/>
          <a:p>
            <a:r>
              <a:t>Footer</a:t>
            </a:r>
          </a:p>
        </p:txBody>
      </p:sp>
      <p:sp>
        <p:nvSpPr>
          <p:cNvPr id="10" name="PlaceHolder 9"/>
          <p:cNvSpPr>
            <a:spLocks noGrp="1"/>
          </p:cNvSpPr>
          <p:nvPr>
            <p:ph type="sldNum" idx="11"/>
          </p:nvPr>
        </p:nvSpPr>
        <p:spPr/>
        <p:txBody>
          <a:bodyPr/>
          <a:p>
            <a:fld id="{2C1F0ADE-6E71-4A77-BAAD-1F3A89FD232D}" type="slidenum">
              <a:t>&lt;#&gt;</a:t>
            </a:fld>
          </a:p>
        </p:txBody>
      </p:sp>
      <p:sp>
        <p:nvSpPr>
          <p:cNvPr id="11" name="PlaceHolder 10"/>
          <p:cNvSpPr>
            <a:spLocks noGrp="1"/>
          </p:cNvSpPr>
          <p:nvPr>
            <p:ph type="dt" idx="12"/>
          </p:nvPr>
        </p:nvSpPr>
        <p:spPr/>
        <p:txBody>
          <a:bodyPr/>
          <a:p>
            <a:r>
              <a:rPr lang="en-US"/>
              <a:t/>
            </a:r>
          </a:p>
        </p:txBody>
      </p:sp>
    </p:spTree>
  </p:cSld>
</p:sldLayout>
</file>

<file path=ppt/slideLayouts/slideLayout4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13"/>
          </p:nvPr>
        </p:nvSpPr>
        <p:spPr/>
        <p:txBody>
          <a:bodyPr/>
          <a:p>
            <a:r>
              <a:t>Footer</a:t>
            </a:r>
          </a:p>
        </p:txBody>
      </p:sp>
      <p:sp>
        <p:nvSpPr>
          <p:cNvPr id="3" name="PlaceHolder 2"/>
          <p:cNvSpPr>
            <a:spLocks noGrp="1"/>
          </p:cNvSpPr>
          <p:nvPr>
            <p:ph type="sldNum" idx="14"/>
          </p:nvPr>
        </p:nvSpPr>
        <p:spPr/>
        <p:txBody>
          <a:bodyPr/>
          <a:p>
            <a:fld id="{B00B5FEA-0BA5-4BF0-8444-AAEC7913CAE7}" type="slidenum">
              <a:t>&lt;#&gt;</a:t>
            </a:fld>
          </a:p>
        </p:txBody>
      </p:sp>
      <p:sp>
        <p:nvSpPr>
          <p:cNvPr id="4" name="PlaceHolder 3"/>
          <p:cNvSpPr>
            <a:spLocks noGrp="1"/>
          </p:cNvSpPr>
          <p:nvPr>
            <p:ph type="dt" idx="15"/>
          </p:nvPr>
        </p:nvSpPr>
        <p:spPr/>
        <p:txBody>
          <a:bodyPr/>
          <a:p>
            <a:r>
              <a:rPr lang="en-US"/>
              <a:t/>
            </a:r>
          </a:p>
        </p:txBody>
      </p:sp>
    </p:spTree>
  </p:cSld>
</p:sldLayout>
</file>

<file path=ppt/slideLayouts/slideLayout5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16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70"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13"/>
          </p:nvPr>
        </p:nvSpPr>
        <p:spPr/>
        <p:txBody>
          <a:bodyPr/>
          <a:p>
            <a:r>
              <a:t>Footer</a:t>
            </a:r>
          </a:p>
        </p:txBody>
      </p:sp>
      <p:sp>
        <p:nvSpPr>
          <p:cNvPr id="5" name="PlaceHolder 4"/>
          <p:cNvSpPr>
            <a:spLocks noGrp="1"/>
          </p:cNvSpPr>
          <p:nvPr>
            <p:ph type="sldNum" idx="14"/>
          </p:nvPr>
        </p:nvSpPr>
        <p:spPr/>
        <p:txBody>
          <a:bodyPr/>
          <a:p>
            <a:fld id="{437D36FE-07DA-4212-9D89-E6B4B2C57400}" type="slidenum">
              <a:t>&lt;#&gt;</a:t>
            </a:fld>
          </a:p>
        </p:txBody>
      </p:sp>
      <p:sp>
        <p:nvSpPr>
          <p:cNvPr id="6" name="PlaceHolder 5"/>
          <p:cNvSpPr>
            <a:spLocks noGrp="1"/>
          </p:cNvSpPr>
          <p:nvPr>
            <p:ph type="dt" idx="15"/>
          </p:nvPr>
        </p:nvSpPr>
        <p:spPr/>
        <p:txBody>
          <a:bodyPr/>
          <a:p>
            <a:r>
              <a:rPr lang="en-US"/>
              <a:t/>
            </a:r>
          </a:p>
        </p:txBody>
      </p:sp>
    </p:spTree>
  </p:cSld>
</p:sldLayout>
</file>

<file path=ppt/slideLayouts/slideLayout5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17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72"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3"/>
          </p:nvPr>
        </p:nvSpPr>
        <p:spPr/>
        <p:txBody>
          <a:bodyPr/>
          <a:p>
            <a:r>
              <a:t>Footer</a:t>
            </a:r>
          </a:p>
        </p:txBody>
      </p:sp>
      <p:sp>
        <p:nvSpPr>
          <p:cNvPr id="5" name="PlaceHolder 4"/>
          <p:cNvSpPr>
            <a:spLocks noGrp="1"/>
          </p:cNvSpPr>
          <p:nvPr>
            <p:ph type="sldNum" idx="14"/>
          </p:nvPr>
        </p:nvSpPr>
        <p:spPr/>
        <p:txBody>
          <a:bodyPr/>
          <a:p>
            <a:fld id="{ED06FA99-EFBD-47A7-803F-F837FAA88FD8}" type="slidenum">
              <a:t>&lt;#&gt;</a:t>
            </a:fld>
          </a:p>
        </p:txBody>
      </p:sp>
      <p:sp>
        <p:nvSpPr>
          <p:cNvPr id="6" name="PlaceHolder 5"/>
          <p:cNvSpPr>
            <a:spLocks noGrp="1"/>
          </p:cNvSpPr>
          <p:nvPr>
            <p:ph type="dt" idx="15"/>
          </p:nvPr>
        </p:nvSpPr>
        <p:spPr/>
        <p:txBody>
          <a:bodyPr/>
          <a:p>
            <a:r>
              <a:rPr lang="en-US"/>
              <a:t/>
            </a:r>
          </a:p>
        </p:txBody>
      </p:sp>
    </p:spTree>
  </p:cSld>
</p:sldLayout>
</file>

<file path=ppt/slideLayouts/slideLayout5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17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74"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75"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3"/>
          </p:nvPr>
        </p:nvSpPr>
        <p:spPr/>
        <p:txBody>
          <a:bodyPr/>
          <a:p>
            <a:r>
              <a:t>Footer</a:t>
            </a:r>
          </a:p>
        </p:txBody>
      </p:sp>
      <p:sp>
        <p:nvSpPr>
          <p:cNvPr id="6" name="PlaceHolder 5"/>
          <p:cNvSpPr>
            <a:spLocks noGrp="1"/>
          </p:cNvSpPr>
          <p:nvPr>
            <p:ph type="sldNum" idx="14"/>
          </p:nvPr>
        </p:nvSpPr>
        <p:spPr/>
        <p:txBody>
          <a:bodyPr/>
          <a:p>
            <a:fld id="{F3C18D79-91F5-4FF9-BB45-3D271C1681CE}" type="slidenum">
              <a:t>&lt;#&gt;</a:t>
            </a:fld>
          </a:p>
        </p:txBody>
      </p:sp>
      <p:sp>
        <p:nvSpPr>
          <p:cNvPr id="7" name="PlaceHolder 6"/>
          <p:cNvSpPr>
            <a:spLocks noGrp="1"/>
          </p:cNvSpPr>
          <p:nvPr>
            <p:ph type="dt" idx="15"/>
          </p:nvPr>
        </p:nvSpPr>
        <p:spPr/>
        <p:txBody>
          <a:bodyPr/>
          <a:p>
            <a:r>
              <a:rPr lang="en-US"/>
              <a:t/>
            </a:r>
          </a:p>
        </p:txBody>
      </p:sp>
    </p:spTree>
  </p:cSld>
</p:sldLayout>
</file>

<file path=ppt/slideLayouts/slideLayout5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7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13"/>
          </p:nvPr>
        </p:nvSpPr>
        <p:spPr/>
        <p:txBody>
          <a:bodyPr/>
          <a:p>
            <a:r>
              <a:t>Footer</a:t>
            </a:r>
          </a:p>
        </p:txBody>
      </p:sp>
      <p:sp>
        <p:nvSpPr>
          <p:cNvPr id="4" name="PlaceHolder 3"/>
          <p:cNvSpPr>
            <a:spLocks noGrp="1"/>
          </p:cNvSpPr>
          <p:nvPr>
            <p:ph type="sldNum" idx="14"/>
          </p:nvPr>
        </p:nvSpPr>
        <p:spPr/>
        <p:txBody>
          <a:bodyPr/>
          <a:p>
            <a:fld id="{E0DF0EB3-C4D0-4176-9DA5-72FA43EAD90E}" type="slidenum">
              <a:t>&lt;#&gt;</a:t>
            </a:fld>
          </a:p>
        </p:txBody>
      </p:sp>
      <p:sp>
        <p:nvSpPr>
          <p:cNvPr id="5" name="PlaceHolder 4"/>
          <p:cNvSpPr>
            <a:spLocks noGrp="1"/>
          </p:cNvSpPr>
          <p:nvPr>
            <p:ph type="dt" idx="15"/>
          </p:nvPr>
        </p:nvSpPr>
        <p:spPr/>
        <p:txBody>
          <a:bodyPr/>
          <a:p>
            <a:r>
              <a:rPr lang="en-US"/>
              <a:t/>
            </a:r>
          </a:p>
        </p:txBody>
      </p:sp>
    </p:spTree>
  </p:cSld>
</p:sldLayout>
</file>

<file path=ppt/slideLayouts/slideLayout5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77"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13"/>
          </p:nvPr>
        </p:nvSpPr>
        <p:spPr/>
        <p:txBody>
          <a:bodyPr/>
          <a:p>
            <a:r>
              <a:t>Footer</a:t>
            </a:r>
          </a:p>
        </p:txBody>
      </p:sp>
      <p:sp>
        <p:nvSpPr>
          <p:cNvPr id="4" name="PlaceHolder 3"/>
          <p:cNvSpPr>
            <a:spLocks noGrp="1"/>
          </p:cNvSpPr>
          <p:nvPr>
            <p:ph type="sldNum" idx="14"/>
          </p:nvPr>
        </p:nvSpPr>
        <p:spPr/>
        <p:txBody>
          <a:bodyPr/>
          <a:p>
            <a:fld id="{636CBEF1-0087-4CCA-88D6-3CB1209D4C94}" type="slidenum">
              <a:t>&lt;#&gt;</a:t>
            </a:fld>
          </a:p>
        </p:txBody>
      </p:sp>
      <p:sp>
        <p:nvSpPr>
          <p:cNvPr id="5" name="PlaceHolder 4"/>
          <p:cNvSpPr>
            <a:spLocks noGrp="1"/>
          </p:cNvSpPr>
          <p:nvPr>
            <p:ph type="dt" idx="15"/>
          </p:nvPr>
        </p:nvSpPr>
        <p:spPr/>
        <p:txBody>
          <a:bodyPr/>
          <a:p>
            <a:r>
              <a:rPr lang="en-US"/>
              <a:t/>
            </a:r>
          </a:p>
        </p:txBody>
      </p:sp>
    </p:spTree>
  </p:cSld>
</p:sldLayout>
</file>

<file path=ppt/slideLayouts/slideLayout5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7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79"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80"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81"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3"/>
          </p:nvPr>
        </p:nvSpPr>
        <p:spPr/>
        <p:txBody>
          <a:bodyPr/>
          <a:p>
            <a:r>
              <a:t>Footer</a:t>
            </a:r>
          </a:p>
        </p:txBody>
      </p:sp>
      <p:sp>
        <p:nvSpPr>
          <p:cNvPr id="7" name="PlaceHolder 6"/>
          <p:cNvSpPr>
            <a:spLocks noGrp="1"/>
          </p:cNvSpPr>
          <p:nvPr>
            <p:ph type="sldNum" idx="14"/>
          </p:nvPr>
        </p:nvSpPr>
        <p:spPr/>
        <p:txBody>
          <a:bodyPr/>
          <a:p>
            <a:fld id="{342B63E2-9A8F-42CD-92D6-A4DBB3C1D7DF}" type="slidenum">
              <a:t>&lt;#&gt;</a:t>
            </a:fld>
          </a:p>
        </p:txBody>
      </p:sp>
      <p:sp>
        <p:nvSpPr>
          <p:cNvPr id="8" name="PlaceHolder 7"/>
          <p:cNvSpPr>
            <a:spLocks noGrp="1"/>
          </p:cNvSpPr>
          <p:nvPr>
            <p:ph type="dt" idx="15"/>
          </p:nvPr>
        </p:nvSpPr>
        <p:spPr/>
        <p:txBody>
          <a:bodyPr/>
          <a:p>
            <a:r>
              <a:rPr lang="en-US"/>
              <a:t/>
            </a:r>
          </a:p>
        </p:txBody>
      </p:sp>
    </p:spTree>
  </p:cSld>
</p:sldLayout>
</file>

<file path=ppt/slideLayouts/slideLayout5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8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83"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84"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85"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3"/>
          </p:nvPr>
        </p:nvSpPr>
        <p:spPr/>
        <p:txBody>
          <a:bodyPr/>
          <a:p>
            <a:r>
              <a:t>Footer</a:t>
            </a:r>
          </a:p>
        </p:txBody>
      </p:sp>
      <p:sp>
        <p:nvSpPr>
          <p:cNvPr id="7" name="PlaceHolder 6"/>
          <p:cNvSpPr>
            <a:spLocks noGrp="1"/>
          </p:cNvSpPr>
          <p:nvPr>
            <p:ph type="sldNum" idx="14"/>
          </p:nvPr>
        </p:nvSpPr>
        <p:spPr/>
        <p:txBody>
          <a:bodyPr/>
          <a:p>
            <a:fld id="{A620DD03-96F7-4E8E-BF5E-1E566CF2AC75}" type="slidenum">
              <a:t>&lt;#&gt;</a:t>
            </a:fld>
          </a:p>
        </p:txBody>
      </p:sp>
      <p:sp>
        <p:nvSpPr>
          <p:cNvPr id="8" name="PlaceHolder 7"/>
          <p:cNvSpPr>
            <a:spLocks noGrp="1"/>
          </p:cNvSpPr>
          <p:nvPr>
            <p:ph type="dt" idx="15"/>
          </p:nvPr>
        </p:nvSpPr>
        <p:spPr/>
        <p:txBody>
          <a:bodyPr/>
          <a:p>
            <a:r>
              <a:rPr lang="en-US"/>
              <a:t/>
            </a:r>
          </a:p>
        </p:txBody>
      </p:sp>
    </p:spTree>
  </p:cSld>
</p:sldLayout>
</file>

<file path=ppt/slideLayouts/slideLayout5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8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87"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88"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89"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3"/>
          </p:nvPr>
        </p:nvSpPr>
        <p:spPr/>
        <p:txBody>
          <a:bodyPr/>
          <a:p>
            <a:r>
              <a:t>Footer</a:t>
            </a:r>
          </a:p>
        </p:txBody>
      </p:sp>
      <p:sp>
        <p:nvSpPr>
          <p:cNvPr id="7" name="PlaceHolder 6"/>
          <p:cNvSpPr>
            <a:spLocks noGrp="1"/>
          </p:cNvSpPr>
          <p:nvPr>
            <p:ph type="sldNum" idx="14"/>
          </p:nvPr>
        </p:nvSpPr>
        <p:spPr/>
        <p:txBody>
          <a:bodyPr/>
          <a:p>
            <a:fld id="{FB6496C5-AE5C-4630-B432-E5F2976F8904}" type="slidenum">
              <a:t>&lt;#&gt;</a:t>
            </a:fld>
          </a:p>
        </p:txBody>
      </p:sp>
      <p:sp>
        <p:nvSpPr>
          <p:cNvPr id="8" name="PlaceHolder 7"/>
          <p:cNvSpPr>
            <a:spLocks noGrp="1"/>
          </p:cNvSpPr>
          <p:nvPr>
            <p:ph type="dt" idx="15"/>
          </p:nvPr>
        </p:nvSpPr>
        <p:spPr/>
        <p:txBody>
          <a:bodyPr/>
          <a:p>
            <a:r>
              <a:rPr lang="en-US"/>
              <a:t/>
            </a:r>
          </a:p>
        </p:txBody>
      </p:sp>
    </p:spTree>
  </p:cSld>
</p:sldLayout>
</file>

<file path=ppt/slideLayouts/slideLayout5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19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91"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92"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3"/>
          </p:nvPr>
        </p:nvSpPr>
        <p:spPr/>
        <p:txBody>
          <a:bodyPr/>
          <a:p>
            <a:r>
              <a:t>Footer</a:t>
            </a:r>
          </a:p>
        </p:txBody>
      </p:sp>
      <p:sp>
        <p:nvSpPr>
          <p:cNvPr id="6" name="PlaceHolder 5"/>
          <p:cNvSpPr>
            <a:spLocks noGrp="1"/>
          </p:cNvSpPr>
          <p:nvPr>
            <p:ph type="sldNum" idx="14"/>
          </p:nvPr>
        </p:nvSpPr>
        <p:spPr/>
        <p:txBody>
          <a:bodyPr/>
          <a:p>
            <a:fld id="{5FAED93C-5957-40FE-BC9A-B118C3191702}" type="slidenum">
              <a:t>&lt;#&gt;</a:t>
            </a:fld>
          </a:p>
        </p:txBody>
      </p:sp>
      <p:sp>
        <p:nvSpPr>
          <p:cNvPr id="7" name="PlaceHolder 6"/>
          <p:cNvSpPr>
            <a:spLocks noGrp="1"/>
          </p:cNvSpPr>
          <p:nvPr>
            <p:ph type="dt" idx="15"/>
          </p:nvPr>
        </p:nvSpPr>
        <p:spPr/>
        <p:txBody>
          <a:bodyPr/>
          <a:p>
            <a:r>
              <a:rPr lang="en-US"/>
              <a:t/>
            </a:r>
          </a:p>
        </p:txBody>
      </p:sp>
    </p:spTree>
  </p:cSld>
</p:sldLayout>
</file>

<file path=ppt/slideLayouts/slideLayout5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19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94"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95"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96"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97"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13"/>
          </p:nvPr>
        </p:nvSpPr>
        <p:spPr/>
        <p:txBody>
          <a:bodyPr/>
          <a:p>
            <a:r>
              <a:t>Footer</a:t>
            </a:r>
          </a:p>
        </p:txBody>
      </p:sp>
      <p:sp>
        <p:nvSpPr>
          <p:cNvPr id="8" name="PlaceHolder 7"/>
          <p:cNvSpPr>
            <a:spLocks noGrp="1"/>
          </p:cNvSpPr>
          <p:nvPr>
            <p:ph type="sldNum" idx="14"/>
          </p:nvPr>
        </p:nvSpPr>
        <p:spPr/>
        <p:txBody>
          <a:bodyPr/>
          <a:p>
            <a:fld id="{AAF0754E-F592-420B-839F-9E5AE31FE9EB}" type="slidenum">
              <a:t>&lt;#&gt;</a:t>
            </a:fld>
          </a:p>
        </p:txBody>
      </p:sp>
      <p:sp>
        <p:nvSpPr>
          <p:cNvPr id="9" name="PlaceHolder 8"/>
          <p:cNvSpPr>
            <a:spLocks noGrp="1"/>
          </p:cNvSpPr>
          <p:nvPr>
            <p:ph type="dt" idx="15"/>
          </p:nvPr>
        </p:nvSpPr>
        <p:spPr/>
        <p:txBody>
          <a:bodyPr/>
          <a:p>
            <a:r>
              <a:rPr lang="en-US"/>
              <a:t/>
            </a:r>
          </a:p>
        </p:txBody>
      </p:sp>
    </p:spTree>
  </p:cSld>
</p:sldLayout>
</file>

<file path=ppt/slideLayouts/slideLayout6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19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99"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00"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01"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02"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03"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04"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13"/>
          </p:nvPr>
        </p:nvSpPr>
        <p:spPr/>
        <p:txBody>
          <a:bodyPr/>
          <a:p>
            <a:r>
              <a:t>Footer</a:t>
            </a:r>
          </a:p>
        </p:txBody>
      </p:sp>
      <p:sp>
        <p:nvSpPr>
          <p:cNvPr id="10" name="PlaceHolder 9"/>
          <p:cNvSpPr>
            <a:spLocks noGrp="1"/>
          </p:cNvSpPr>
          <p:nvPr>
            <p:ph type="sldNum" idx="14"/>
          </p:nvPr>
        </p:nvSpPr>
        <p:spPr/>
        <p:txBody>
          <a:bodyPr/>
          <a:p>
            <a:fld id="{8E144665-F26C-4CBA-AEB7-C52F84C99712}" type="slidenum">
              <a:t>&lt;#&gt;</a:t>
            </a:fld>
          </a:p>
        </p:txBody>
      </p:sp>
      <p:sp>
        <p:nvSpPr>
          <p:cNvPr id="11" name="PlaceHolder 10"/>
          <p:cNvSpPr>
            <a:spLocks noGrp="1"/>
          </p:cNvSpPr>
          <p:nvPr>
            <p:ph type="dt" idx="15"/>
          </p:nvPr>
        </p:nvSpPr>
        <p:spPr/>
        <p:txBody>
          <a:bodyPr/>
          <a:p>
            <a:r>
              <a:rPr lang="en-US"/>
              <a:t/>
            </a:r>
          </a:p>
        </p:txBody>
      </p:sp>
    </p:spTree>
  </p:cSld>
</p:sldLayout>
</file>

<file path=ppt/slideLayouts/slideLayout6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16"/>
          </p:nvPr>
        </p:nvSpPr>
        <p:spPr/>
        <p:txBody>
          <a:bodyPr/>
          <a:p>
            <a:r>
              <a:t>Footer</a:t>
            </a:r>
          </a:p>
        </p:txBody>
      </p:sp>
      <p:sp>
        <p:nvSpPr>
          <p:cNvPr id="3" name="PlaceHolder 2"/>
          <p:cNvSpPr>
            <a:spLocks noGrp="1"/>
          </p:cNvSpPr>
          <p:nvPr>
            <p:ph type="sldNum" idx="17"/>
          </p:nvPr>
        </p:nvSpPr>
        <p:spPr/>
        <p:txBody>
          <a:bodyPr/>
          <a:p>
            <a:fld id="{079F240B-AC9D-4F75-97A8-CBC3DA0882E2}" type="slidenum">
              <a:t>&lt;#&gt;</a:t>
            </a:fld>
          </a:p>
        </p:txBody>
      </p:sp>
      <p:sp>
        <p:nvSpPr>
          <p:cNvPr id="4" name="PlaceHolder 3"/>
          <p:cNvSpPr>
            <a:spLocks noGrp="1"/>
          </p:cNvSpPr>
          <p:nvPr>
            <p:ph type="dt" idx="18"/>
          </p:nvPr>
        </p:nvSpPr>
        <p:spPr/>
        <p:txBody>
          <a:bodyPr/>
          <a:p>
            <a:r>
              <a:rPr lang="en-US"/>
              <a:t/>
            </a:r>
          </a:p>
        </p:txBody>
      </p:sp>
    </p:spTree>
  </p:cSld>
</p:sldLayout>
</file>

<file path=ppt/slideLayouts/slideLayout6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1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11"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16"/>
          </p:nvPr>
        </p:nvSpPr>
        <p:spPr/>
        <p:txBody>
          <a:bodyPr/>
          <a:p>
            <a:r>
              <a:t>Footer</a:t>
            </a:r>
          </a:p>
        </p:txBody>
      </p:sp>
      <p:sp>
        <p:nvSpPr>
          <p:cNvPr id="5" name="PlaceHolder 4"/>
          <p:cNvSpPr>
            <a:spLocks noGrp="1"/>
          </p:cNvSpPr>
          <p:nvPr>
            <p:ph type="sldNum" idx="17"/>
          </p:nvPr>
        </p:nvSpPr>
        <p:spPr/>
        <p:txBody>
          <a:bodyPr/>
          <a:p>
            <a:fld id="{DBCA3011-E857-48A9-9A12-FAD5CFB55EAF}" type="slidenum">
              <a:t>&lt;#&gt;</a:t>
            </a:fld>
          </a:p>
        </p:txBody>
      </p:sp>
      <p:sp>
        <p:nvSpPr>
          <p:cNvPr id="6" name="PlaceHolder 5"/>
          <p:cNvSpPr>
            <a:spLocks noGrp="1"/>
          </p:cNvSpPr>
          <p:nvPr>
            <p:ph type="dt" idx="18"/>
          </p:nvPr>
        </p:nvSpPr>
        <p:spPr/>
        <p:txBody>
          <a:bodyPr/>
          <a:p>
            <a:r>
              <a:rPr lang="en-US"/>
              <a:t/>
            </a:r>
          </a:p>
        </p:txBody>
      </p:sp>
    </p:spTree>
  </p:cSld>
</p:sldLayout>
</file>

<file path=ppt/slideLayouts/slideLayout6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21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13"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6"/>
          </p:nvPr>
        </p:nvSpPr>
        <p:spPr/>
        <p:txBody>
          <a:bodyPr/>
          <a:p>
            <a:r>
              <a:t>Footer</a:t>
            </a:r>
          </a:p>
        </p:txBody>
      </p:sp>
      <p:sp>
        <p:nvSpPr>
          <p:cNvPr id="5" name="PlaceHolder 4"/>
          <p:cNvSpPr>
            <a:spLocks noGrp="1"/>
          </p:cNvSpPr>
          <p:nvPr>
            <p:ph type="sldNum" idx="17"/>
          </p:nvPr>
        </p:nvSpPr>
        <p:spPr/>
        <p:txBody>
          <a:bodyPr/>
          <a:p>
            <a:fld id="{344357C7-4B0B-485F-94B7-FDADC4DFE9BB}" type="slidenum">
              <a:t>&lt;#&gt;</a:t>
            </a:fld>
          </a:p>
        </p:txBody>
      </p:sp>
      <p:sp>
        <p:nvSpPr>
          <p:cNvPr id="6" name="PlaceHolder 5"/>
          <p:cNvSpPr>
            <a:spLocks noGrp="1"/>
          </p:cNvSpPr>
          <p:nvPr>
            <p:ph type="dt" idx="18"/>
          </p:nvPr>
        </p:nvSpPr>
        <p:spPr/>
        <p:txBody>
          <a:bodyPr/>
          <a:p>
            <a:r>
              <a:rPr lang="en-US"/>
              <a:t/>
            </a:r>
          </a:p>
        </p:txBody>
      </p:sp>
    </p:spTree>
  </p:cSld>
</p:sldLayout>
</file>

<file path=ppt/slideLayouts/slideLayout6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21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15"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16"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6"/>
          </p:nvPr>
        </p:nvSpPr>
        <p:spPr/>
        <p:txBody>
          <a:bodyPr/>
          <a:p>
            <a:r>
              <a:t>Footer</a:t>
            </a:r>
          </a:p>
        </p:txBody>
      </p:sp>
      <p:sp>
        <p:nvSpPr>
          <p:cNvPr id="6" name="PlaceHolder 5"/>
          <p:cNvSpPr>
            <a:spLocks noGrp="1"/>
          </p:cNvSpPr>
          <p:nvPr>
            <p:ph type="sldNum" idx="17"/>
          </p:nvPr>
        </p:nvSpPr>
        <p:spPr/>
        <p:txBody>
          <a:bodyPr/>
          <a:p>
            <a:fld id="{FE3DA647-474E-47D9-AF14-776801726082}" type="slidenum">
              <a:t>&lt;#&gt;</a:t>
            </a:fld>
          </a:p>
        </p:txBody>
      </p:sp>
      <p:sp>
        <p:nvSpPr>
          <p:cNvPr id="7" name="PlaceHolder 6"/>
          <p:cNvSpPr>
            <a:spLocks noGrp="1"/>
          </p:cNvSpPr>
          <p:nvPr>
            <p:ph type="dt" idx="18"/>
          </p:nvPr>
        </p:nvSpPr>
        <p:spPr/>
        <p:txBody>
          <a:bodyPr/>
          <a:p>
            <a:r>
              <a:rPr lang="en-US"/>
              <a:t/>
            </a:r>
          </a:p>
        </p:txBody>
      </p:sp>
    </p:spTree>
  </p:cSld>
</p:sldLayout>
</file>

<file path=ppt/slideLayouts/slideLayout6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21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16"/>
          </p:nvPr>
        </p:nvSpPr>
        <p:spPr/>
        <p:txBody>
          <a:bodyPr/>
          <a:p>
            <a:r>
              <a:t>Footer</a:t>
            </a:r>
          </a:p>
        </p:txBody>
      </p:sp>
      <p:sp>
        <p:nvSpPr>
          <p:cNvPr id="4" name="PlaceHolder 3"/>
          <p:cNvSpPr>
            <a:spLocks noGrp="1"/>
          </p:cNvSpPr>
          <p:nvPr>
            <p:ph type="sldNum" idx="17"/>
          </p:nvPr>
        </p:nvSpPr>
        <p:spPr/>
        <p:txBody>
          <a:bodyPr/>
          <a:p>
            <a:fld id="{4003C26C-E520-4CBA-9BB5-71BA5FCCB655}" type="slidenum">
              <a:t>&lt;#&gt;</a:t>
            </a:fld>
          </a:p>
        </p:txBody>
      </p:sp>
      <p:sp>
        <p:nvSpPr>
          <p:cNvPr id="5" name="PlaceHolder 4"/>
          <p:cNvSpPr>
            <a:spLocks noGrp="1"/>
          </p:cNvSpPr>
          <p:nvPr>
            <p:ph type="dt" idx="18"/>
          </p:nvPr>
        </p:nvSpPr>
        <p:spPr/>
        <p:txBody>
          <a:bodyPr/>
          <a:p>
            <a:r>
              <a:rPr lang="en-US"/>
              <a:t/>
            </a:r>
          </a:p>
        </p:txBody>
      </p:sp>
    </p:spTree>
  </p:cSld>
</p:sldLayout>
</file>

<file path=ppt/slideLayouts/slideLayout6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218"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16"/>
          </p:nvPr>
        </p:nvSpPr>
        <p:spPr/>
        <p:txBody>
          <a:bodyPr/>
          <a:p>
            <a:r>
              <a:t>Footer</a:t>
            </a:r>
          </a:p>
        </p:txBody>
      </p:sp>
      <p:sp>
        <p:nvSpPr>
          <p:cNvPr id="4" name="PlaceHolder 3"/>
          <p:cNvSpPr>
            <a:spLocks noGrp="1"/>
          </p:cNvSpPr>
          <p:nvPr>
            <p:ph type="sldNum" idx="17"/>
          </p:nvPr>
        </p:nvSpPr>
        <p:spPr/>
        <p:txBody>
          <a:bodyPr/>
          <a:p>
            <a:fld id="{2AE6969C-8601-4C0E-BB90-1F558254308E}" type="slidenum">
              <a:t>&lt;#&gt;</a:t>
            </a:fld>
          </a:p>
        </p:txBody>
      </p:sp>
      <p:sp>
        <p:nvSpPr>
          <p:cNvPr id="5" name="PlaceHolder 4"/>
          <p:cNvSpPr>
            <a:spLocks noGrp="1"/>
          </p:cNvSpPr>
          <p:nvPr>
            <p:ph type="dt" idx="18"/>
          </p:nvPr>
        </p:nvSpPr>
        <p:spPr/>
        <p:txBody>
          <a:bodyPr/>
          <a:p>
            <a:r>
              <a:rPr lang="en-US"/>
              <a:t/>
            </a:r>
          </a:p>
        </p:txBody>
      </p:sp>
    </p:spTree>
  </p:cSld>
</p:sldLayout>
</file>

<file path=ppt/slideLayouts/slideLayout6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21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20"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21"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22"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6"/>
          </p:nvPr>
        </p:nvSpPr>
        <p:spPr/>
        <p:txBody>
          <a:bodyPr/>
          <a:p>
            <a:r>
              <a:t>Footer</a:t>
            </a:r>
          </a:p>
        </p:txBody>
      </p:sp>
      <p:sp>
        <p:nvSpPr>
          <p:cNvPr id="7" name="PlaceHolder 6"/>
          <p:cNvSpPr>
            <a:spLocks noGrp="1"/>
          </p:cNvSpPr>
          <p:nvPr>
            <p:ph type="sldNum" idx="17"/>
          </p:nvPr>
        </p:nvSpPr>
        <p:spPr/>
        <p:txBody>
          <a:bodyPr/>
          <a:p>
            <a:fld id="{C39FDD44-1765-417A-8790-D9E1F5AC70B7}" type="slidenum">
              <a:t>&lt;#&gt;</a:t>
            </a:fld>
          </a:p>
        </p:txBody>
      </p:sp>
      <p:sp>
        <p:nvSpPr>
          <p:cNvPr id="8" name="PlaceHolder 7"/>
          <p:cNvSpPr>
            <a:spLocks noGrp="1"/>
          </p:cNvSpPr>
          <p:nvPr>
            <p:ph type="dt" idx="18"/>
          </p:nvPr>
        </p:nvSpPr>
        <p:spPr/>
        <p:txBody>
          <a:bodyPr/>
          <a:p>
            <a:r>
              <a:rPr lang="en-US"/>
              <a:t/>
            </a:r>
          </a:p>
        </p:txBody>
      </p:sp>
    </p:spTree>
  </p:cSld>
</p:sldLayout>
</file>

<file path=ppt/slideLayouts/slideLayout6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22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24"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25"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26"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6"/>
          </p:nvPr>
        </p:nvSpPr>
        <p:spPr/>
        <p:txBody>
          <a:bodyPr/>
          <a:p>
            <a:r>
              <a:t>Footer</a:t>
            </a:r>
          </a:p>
        </p:txBody>
      </p:sp>
      <p:sp>
        <p:nvSpPr>
          <p:cNvPr id="7" name="PlaceHolder 6"/>
          <p:cNvSpPr>
            <a:spLocks noGrp="1"/>
          </p:cNvSpPr>
          <p:nvPr>
            <p:ph type="sldNum" idx="17"/>
          </p:nvPr>
        </p:nvSpPr>
        <p:spPr/>
        <p:txBody>
          <a:bodyPr/>
          <a:p>
            <a:fld id="{E07AEB30-413D-4E4A-8B22-61B458B8C99A}" type="slidenum">
              <a:t>&lt;#&gt;</a:t>
            </a:fld>
          </a:p>
        </p:txBody>
      </p:sp>
      <p:sp>
        <p:nvSpPr>
          <p:cNvPr id="8" name="PlaceHolder 7"/>
          <p:cNvSpPr>
            <a:spLocks noGrp="1"/>
          </p:cNvSpPr>
          <p:nvPr>
            <p:ph type="dt" idx="18"/>
          </p:nvPr>
        </p:nvSpPr>
        <p:spPr/>
        <p:txBody>
          <a:bodyPr/>
          <a:p>
            <a:r>
              <a:rPr lang="en-US"/>
              <a:t/>
            </a:r>
          </a:p>
        </p:txBody>
      </p:sp>
    </p:spTree>
  </p:cSld>
</p:sldLayout>
</file>

<file path=ppt/slideLayouts/slideLayout6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2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28"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29"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30"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6"/>
          </p:nvPr>
        </p:nvSpPr>
        <p:spPr/>
        <p:txBody>
          <a:bodyPr/>
          <a:p>
            <a:r>
              <a:t>Footer</a:t>
            </a:r>
          </a:p>
        </p:txBody>
      </p:sp>
      <p:sp>
        <p:nvSpPr>
          <p:cNvPr id="7" name="PlaceHolder 6"/>
          <p:cNvSpPr>
            <a:spLocks noGrp="1"/>
          </p:cNvSpPr>
          <p:nvPr>
            <p:ph type="sldNum" idx="17"/>
          </p:nvPr>
        </p:nvSpPr>
        <p:spPr/>
        <p:txBody>
          <a:bodyPr/>
          <a:p>
            <a:fld id="{919AAB46-17DC-4CC5-A589-105F2E5B8B5F}" type="slidenum">
              <a:t>&lt;#&gt;</a:t>
            </a:fld>
          </a:p>
        </p:txBody>
      </p:sp>
      <p:sp>
        <p:nvSpPr>
          <p:cNvPr id="8" name="PlaceHolder 7"/>
          <p:cNvSpPr>
            <a:spLocks noGrp="1"/>
          </p:cNvSpPr>
          <p:nvPr>
            <p:ph type="dt" idx="18"/>
          </p:nvPr>
        </p:nvSpPr>
        <p:spPr/>
        <p:txBody>
          <a:bodyPr/>
          <a:p>
            <a:r>
              <a:rPr lang="en-US"/>
              <a:t/>
            </a:r>
          </a:p>
        </p:txBody>
      </p:sp>
    </p:spTree>
  </p:cSld>
</p:sldLayout>
</file>

<file path=ppt/slideLayouts/slideLayout7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32"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33"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6"/>
          </p:nvPr>
        </p:nvSpPr>
        <p:spPr/>
        <p:txBody>
          <a:bodyPr/>
          <a:p>
            <a:r>
              <a:t>Footer</a:t>
            </a:r>
          </a:p>
        </p:txBody>
      </p:sp>
      <p:sp>
        <p:nvSpPr>
          <p:cNvPr id="6" name="PlaceHolder 5"/>
          <p:cNvSpPr>
            <a:spLocks noGrp="1"/>
          </p:cNvSpPr>
          <p:nvPr>
            <p:ph type="sldNum" idx="17"/>
          </p:nvPr>
        </p:nvSpPr>
        <p:spPr/>
        <p:txBody>
          <a:bodyPr/>
          <a:p>
            <a:fld id="{FF830AC4-1CB5-4FCD-AA26-9605A6686216}" type="slidenum">
              <a:t>&lt;#&gt;</a:t>
            </a:fld>
          </a:p>
        </p:txBody>
      </p:sp>
      <p:sp>
        <p:nvSpPr>
          <p:cNvPr id="7" name="PlaceHolder 6"/>
          <p:cNvSpPr>
            <a:spLocks noGrp="1"/>
          </p:cNvSpPr>
          <p:nvPr>
            <p:ph type="dt" idx="18"/>
          </p:nvPr>
        </p:nvSpPr>
        <p:spPr/>
        <p:txBody>
          <a:bodyPr/>
          <a:p>
            <a:r>
              <a:rPr lang="en-US"/>
              <a:t/>
            </a:r>
          </a:p>
        </p:txBody>
      </p:sp>
    </p:spTree>
  </p:cSld>
</p:sldLayout>
</file>

<file path=ppt/slideLayouts/slideLayout7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3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35"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36"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37"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38"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16"/>
          </p:nvPr>
        </p:nvSpPr>
        <p:spPr/>
        <p:txBody>
          <a:bodyPr/>
          <a:p>
            <a:r>
              <a:t>Footer</a:t>
            </a:r>
          </a:p>
        </p:txBody>
      </p:sp>
      <p:sp>
        <p:nvSpPr>
          <p:cNvPr id="8" name="PlaceHolder 7"/>
          <p:cNvSpPr>
            <a:spLocks noGrp="1"/>
          </p:cNvSpPr>
          <p:nvPr>
            <p:ph type="sldNum" idx="17"/>
          </p:nvPr>
        </p:nvSpPr>
        <p:spPr/>
        <p:txBody>
          <a:bodyPr/>
          <a:p>
            <a:fld id="{039BD6B8-88B6-4CAB-BB05-92861424503F}" type="slidenum">
              <a:t>&lt;#&gt;</a:t>
            </a:fld>
          </a:p>
        </p:txBody>
      </p:sp>
      <p:sp>
        <p:nvSpPr>
          <p:cNvPr id="9" name="PlaceHolder 8"/>
          <p:cNvSpPr>
            <a:spLocks noGrp="1"/>
          </p:cNvSpPr>
          <p:nvPr>
            <p:ph type="dt" idx="18"/>
          </p:nvPr>
        </p:nvSpPr>
        <p:spPr/>
        <p:txBody>
          <a:bodyPr/>
          <a:p>
            <a:r>
              <a:rPr lang="en-US"/>
              <a:t/>
            </a:r>
          </a:p>
        </p:txBody>
      </p:sp>
    </p:spTree>
  </p:cSld>
</p:sldLayout>
</file>

<file path=ppt/slideLayouts/slideLayout7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23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40"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41"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42"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43"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44"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45"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16"/>
          </p:nvPr>
        </p:nvSpPr>
        <p:spPr/>
        <p:txBody>
          <a:bodyPr/>
          <a:p>
            <a:r>
              <a:t>Footer</a:t>
            </a:r>
          </a:p>
        </p:txBody>
      </p:sp>
      <p:sp>
        <p:nvSpPr>
          <p:cNvPr id="10" name="PlaceHolder 9"/>
          <p:cNvSpPr>
            <a:spLocks noGrp="1"/>
          </p:cNvSpPr>
          <p:nvPr>
            <p:ph type="sldNum" idx="17"/>
          </p:nvPr>
        </p:nvSpPr>
        <p:spPr/>
        <p:txBody>
          <a:bodyPr/>
          <a:p>
            <a:fld id="{B39AE3CD-9CFC-41D9-9607-E89660E123CD}" type="slidenum">
              <a:t>&lt;#&gt;</a:t>
            </a:fld>
          </a:p>
        </p:txBody>
      </p:sp>
      <p:sp>
        <p:nvSpPr>
          <p:cNvPr id="11" name="PlaceHolder 10"/>
          <p:cNvSpPr>
            <a:spLocks noGrp="1"/>
          </p:cNvSpPr>
          <p:nvPr>
            <p:ph type="dt" idx="18"/>
          </p:nvPr>
        </p:nvSpPr>
        <p:spPr/>
        <p:txBody>
          <a:bodyPr/>
          <a:p>
            <a:r>
              <a:rPr lang="en-US"/>
              <a:t/>
            </a:r>
          </a:p>
        </p:txBody>
      </p:sp>
    </p:spTree>
  </p:cSld>
</p:sldLayout>
</file>

<file path=ppt/slideLayouts/slideLayout7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19"/>
          </p:nvPr>
        </p:nvSpPr>
        <p:spPr/>
        <p:txBody>
          <a:bodyPr/>
          <a:p>
            <a:r>
              <a:t>Footer</a:t>
            </a:r>
          </a:p>
        </p:txBody>
      </p:sp>
      <p:sp>
        <p:nvSpPr>
          <p:cNvPr id="3" name="PlaceHolder 2"/>
          <p:cNvSpPr>
            <a:spLocks noGrp="1"/>
          </p:cNvSpPr>
          <p:nvPr>
            <p:ph type="sldNum" idx="20"/>
          </p:nvPr>
        </p:nvSpPr>
        <p:spPr/>
        <p:txBody>
          <a:bodyPr/>
          <a:p>
            <a:fld id="{80A39D93-A90B-496D-818B-124E367E79E7}" type="slidenum">
              <a:t>&lt;#&gt;</a:t>
            </a:fld>
          </a:p>
        </p:txBody>
      </p:sp>
      <p:sp>
        <p:nvSpPr>
          <p:cNvPr id="4" name="PlaceHolder 3"/>
          <p:cNvSpPr>
            <a:spLocks noGrp="1"/>
          </p:cNvSpPr>
          <p:nvPr>
            <p:ph type="dt" idx="21"/>
          </p:nvPr>
        </p:nvSpPr>
        <p:spPr/>
        <p:txBody>
          <a:bodyPr/>
          <a:p>
            <a:r>
              <a:rPr lang="en-US"/>
              <a:t/>
            </a:r>
          </a:p>
        </p:txBody>
      </p:sp>
    </p:spTree>
  </p:cSld>
</p:sldLayout>
</file>

<file path=ppt/slideLayouts/slideLayout7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5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52"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19"/>
          </p:nvPr>
        </p:nvSpPr>
        <p:spPr/>
        <p:txBody>
          <a:bodyPr/>
          <a:p>
            <a:r>
              <a:t>Footer</a:t>
            </a:r>
          </a:p>
        </p:txBody>
      </p:sp>
      <p:sp>
        <p:nvSpPr>
          <p:cNvPr id="5" name="PlaceHolder 4"/>
          <p:cNvSpPr>
            <a:spLocks noGrp="1"/>
          </p:cNvSpPr>
          <p:nvPr>
            <p:ph type="sldNum" idx="20"/>
          </p:nvPr>
        </p:nvSpPr>
        <p:spPr/>
        <p:txBody>
          <a:bodyPr/>
          <a:p>
            <a:fld id="{E89F624D-A232-4C0A-B901-A3F6F4D3785A}" type="slidenum">
              <a:t>&lt;#&gt;</a:t>
            </a:fld>
          </a:p>
        </p:txBody>
      </p:sp>
      <p:sp>
        <p:nvSpPr>
          <p:cNvPr id="6" name="PlaceHolder 5"/>
          <p:cNvSpPr>
            <a:spLocks noGrp="1"/>
          </p:cNvSpPr>
          <p:nvPr>
            <p:ph type="dt" idx="21"/>
          </p:nvPr>
        </p:nvSpPr>
        <p:spPr/>
        <p:txBody>
          <a:bodyPr/>
          <a:p>
            <a:r>
              <a:rPr lang="en-US"/>
              <a:t/>
            </a:r>
          </a:p>
        </p:txBody>
      </p:sp>
    </p:spTree>
  </p:cSld>
</p:sldLayout>
</file>

<file path=ppt/slideLayouts/slideLayout7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25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54"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9"/>
          </p:nvPr>
        </p:nvSpPr>
        <p:spPr/>
        <p:txBody>
          <a:bodyPr/>
          <a:p>
            <a:r>
              <a:t>Footer</a:t>
            </a:r>
          </a:p>
        </p:txBody>
      </p:sp>
      <p:sp>
        <p:nvSpPr>
          <p:cNvPr id="5" name="PlaceHolder 4"/>
          <p:cNvSpPr>
            <a:spLocks noGrp="1"/>
          </p:cNvSpPr>
          <p:nvPr>
            <p:ph type="sldNum" idx="20"/>
          </p:nvPr>
        </p:nvSpPr>
        <p:spPr/>
        <p:txBody>
          <a:bodyPr/>
          <a:p>
            <a:fld id="{49715EB4-A80A-4827-9B5F-B883D577B73C}" type="slidenum">
              <a:t>&lt;#&gt;</a:t>
            </a:fld>
          </a:p>
        </p:txBody>
      </p:sp>
      <p:sp>
        <p:nvSpPr>
          <p:cNvPr id="6" name="PlaceHolder 5"/>
          <p:cNvSpPr>
            <a:spLocks noGrp="1"/>
          </p:cNvSpPr>
          <p:nvPr>
            <p:ph type="dt" idx="21"/>
          </p:nvPr>
        </p:nvSpPr>
        <p:spPr/>
        <p:txBody>
          <a:bodyPr/>
          <a:p>
            <a:r>
              <a:rPr lang="en-US"/>
              <a:t/>
            </a:r>
          </a:p>
        </p:txBody>
      </p:sp>
    </p:spTree>
  </p:cSld>
</p:sldLayout>
</file>

<file path=ppt/slideLayouts/slideLayout7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25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56"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57"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9"/>
          </p:nvPr>
        </p:nvSpPr>
        <p:spPr/>
        <p:txBody>
          <a:bodyPr/>
          <a:p>
            <a:r>
              <a:t>Footer</a:t>
            </a:r>
          </a:p>
        </p:txBody>
      </p:sp>
      <p:sp>
        <p:nvSpPr>
          <p:cNvPr id="6" name="PlaceHolder 5"/>
          <p:cNvSpPr>
            <a:spLocks noGrp="1"/>
          </p:cNvSpPr>
          <p:nvPr>
            <p:ph type="sldNum" idx="20"/>
          </p:nvPr>
        </p:nvSpPr>
        <p:spPr/>
        <p:txBody>
          <a:bodyPr/>
          <a:p>
            <a:fld id="{BA05BC15-D44A-42E9-A6AB-0F687499BDAB}" type="slidenum">
              <a:t>&lt;#&gt;</a:t>
            </a:fld>
          </a:p>
        </p:txBody>
      </p:sp>
      <p:sp>
        <p:nvSpPr>
          <p:cNvPr id="7" name="PlaceHolder 6"/>
          <p:cNvSpPr>
            <a:spLocks noGrp="1"/>
          </p:cNvSpPr>
          <p:nvPr>
            <p:ph type="dt" idx="21"/>
          </p:nvPr>
        </p:nvSpPr>
        <p:spPr/>
        <p:txBody>
          <a:bodyPr/>
          <a:p>
            <a:r>
              <a:rPr lang="en-US"/>
              <a:t/>
            </a:r>
          </a:p>
        </p:txBody>
      </p:sp>
    </p:spTree>
  </p:cSld>
</p:sldLayout>
</file>

<file path=ppt/slideLayouts/slideLayout7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25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19"/>
          </p:nvPr>
        </p:nvSpPr>
        <p:spPr/>
        <p:txBody>
          <a:bodyPr/>
          <a:p>
            <a:r>
              <a:t>Footer</a:t>
            </a:r>
          </a:p>
        </p:txBody>
      </p:sp>
      <p:sp>
        <p:nvSpPr>
          <p:cNvPr id="4" name="PlaceHolder 3"/>
          <p:cNvSpPr>
            <a:spLocks noGrp="1"/>
          </p:cNvSpPr>
          <p:nvPr>
            <p:ph type="sldNum" idx="20"/>
          </p:nvPr>
        </p:nvSpPr>
        <p:spPr/>
        <p:txBody>
          <a:bodyPr/>
          <a:p>
            <a:fld id="{40A0CC38-9E1F-45C1-9E40-0C6314B26D59}" type="slidenum">
              <a:t>&lt;#&gt;</a:t>
            </a:fld>
          </a:p>
        </p:txBody>
      </p:sp>
      <p:sp>
        <p:nvSpPr>
          <p:cNvPr id="5" name="PlaceHolder 4"/>
          <p:cNvSpPr>
            <a:spLocks noGrp="1"/>
          </p:cNvSpPr>
          <p:nvPr>
            <p:ph type="dt" idx="21"/>
          </p:nvPr>
        </p:nvSpPr>
        <p:spPr/>
        <p:txBody>
          <a:bodyPr/>
          <a:p>
            <a:r>
              <a:rPr lang="en-US"/>
              <a:t/>
            </a:r>
          </a:p>
        </p:txBody>
      </p:sp>
    </p:spTree>
  </p:cSld>
</p:sldLayout>
</file>

<file path=ppt/slideLayouts/slideLayout7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259"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19"/>
          </p:nvPr>
        </p:nvSpPr>
        <p:spPr/>
        <p:txBody>
          <a:bodyPr/>
          <a:p>
            <a:r>
              <a:t>Footer</a:t>
            </a:r>
          </a:p>
        </p:txBody>
      </p:sp>
      <p:sp>
        <p:nvSpPr>
          <p:cNvPr id="4" name="PlaceHolder 3"/>
          <p:cNvSpPr>
            <a:spLocks noGrp="1"/>
          </p:cNvSpPr>
          <p:nvPr>
            <p:ph type="sldNum" idx="20"/>
          </p:nvPr>
        </p:nvSpPr>
        <p:spPr/>
        <p:txBody>
          <a:bodyPr/>
          <a:p>
            <a:fld id="{7BE100CF-60FA-44A8-BAC2-304F5BE974FE}" type="slidenum">
              <a:t>&lt;#&gt;</a:t>
            </a:fld>
          </a:p>
        </p:txBody>
      </p:sp>
      <p:sp>
        <p:nvSpPr>
          <p:cNvPr id="5" name="PlaceHolder 4"/>
          <p:cNvSpPr>
            <a:spLocks noGrp="1"/>
          </p:cNvSpPr>
          <p:nvPr>
            <p:ph type="dt" idx="21"/>
          </p:nvPr>
        </p:nvSpPr>
        <p:spPr/>
        <p:txBody>
          <a:bodyPr/>
          <a:p>
            <a:r>
              <a:rPr lang="en-US"/>
              <a:t/>
            </a:r>
          </a:p>
        </p:txBody>
      </p:sp>
    </p:spTree>
  </p:cSld>
</p:sldLayout>
</file>

<file path=ppt/slideLayouts/slideLayout7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26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61"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62"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63"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9"/>
          </p:nvPr>
        </p:nvSpPr>
        <p:spPr/>
        <p:txBody>
          <a:bodyPr/>
          <a:p>
            <a:r>
              <a:t>Footer</a:t>
            </a:r>
          </a:p>
        </p:txBody>
      </p:sp>
      <p:sp>
        <p:nvSpPr>
          <p:cNvPr id="7" name="PlaceHolder 6"/>
          <p:cNvSpPr>
            <a:spLocks noGrp="1"/>
          </p:cNvSpPr>
          <p:nvPr>
            <p:ph type="sldNum" idx="20"/>
          </p:nvPr>
        </p:nvSpPr>
        <p:spPr/>
        <p:txBody>
          <a:bodyPr/>
          <a:p>
            <a:fld id="{C6DB3034-E032-494D-9C99-189A2F6CC619}" type="slidenum">
              <a:t>&lt;#&gt;</a:t>
            </a:fld>
          </a:p>
        </p:txBody>
      </p:sp>
      <p:sp>
        <p:nvSpPr>
          <p:cNvPr id="8" name="PlaceHolder 7"/>
          <p:cNvSpPr>
            <a:spLocks noGrp="1"/>
          </p:cNvSpPr>
          <p:nvPr>
            <p:ph type="dt" idx="21"/>
          </p:nvPr>
        </p:nvSpPr>
        <p:spPr/>
        <p:txBody>
          <a:bodyPr/>
          <a:p>
            <a:r>
              <a:rPr lang="en-US"/>
              <a:t/>
            </a:r>
          </a:p>
        </p:txBody>
      </p:sp>
    </p:spTree>
  </p:cSld>
</p:sldLayout>
</file>

<file path=ppt/slideLayouts/slideLayout8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26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65"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66"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67"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9"/>
          </p:nvPr>
        </p:nvSpPr>
        <p:spPr/>
        <p:txBody>
          <a:bodyPr/>
          <a:p>
            <a:r>
              <a:t>Footer</a:t>
            </a:r>
          </a:p>
        </p:txBody>
      </p:sp>
      <p:sp>
        <p:nvSpPr>
          <p:cNvPr id="7" name="PlaceHolder 6"/>
          <p:cNvSpPr>
            <a:spLocks noGrp="1"/>
          </p:cNvSpPr>
          <p:nvPr>
            <p:ph type="sldNum" idx="20"/>
          </p:nvPr>
        </p:nvSpPr>
        <p:spPr/>
        <p:txBody>
          <a:bodyPr/>
          <a:p>
            <a:fld id="{EF5B7D1E-8C3A-4820-A40B-DCD1F93E5D19}" type="slidenum">
              <a:t>&lt;#&gt;</a:t>
            </a:fld>
          </a:p>
        </p:txBody>
      </p:sp>
      <p:sp>
        <p:nvSpPr>
          <p:cNvPr id="8" name="PlaceHolder 7"/>
          <p:cNvSpPr>
            <a:spLocks noGrp="1"/>
          </p:cNvSpPr>
          <p:nvPr>
            <p:ph type="dt" idx="21"/>
          </p:nvPr>
        </p:nvSpPr>
        <p:spPr/>
        <p:txBody>
          <a:bodyPr/>
          <a:p>
            <a:r>
              <a:rPr lang="en-US"/>
              <a:t/>
            </a:r>
          </a:p>
        </p:txBody>
      </p:sp>
    </p:spTree>
  </p:cSld>
</p:sldLayout>
</file>

<file path=ppt/slideLayouts/slideLayout8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6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69"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70"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71"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9"/>
          </p:nvPr>
        </p:nvSpPr>
        <p:spPr/>
        <p:txBody>
          <a:bodyPr/>
          <a:p>
            <a:r>
              <a:t>Footer</a:t>
            </a:r>
          </a:p>
        </p:txBody>
      </p:sp>
      <p:sp>
        <p:nvSpPr>
          <p:cNvPr id="7" name="PlaceHolder 6"/>
          <p:cNvSpPr>
            <a:spLocks noGrp="1"/>
          </p:cNvSpPr>
          <p:nvPr>
            <p:ph type="sldNum" idx="20"/>
          </p:nvPr>
        </p:nvSpPr>
        <p:spPr/>
        <p:txBody>
          <a:bodyPr/>
          <a:p>
            <a:fld id="{0772F6E1-A982-4071-89C4-450E42DD4457}" type="slidenum">
              <a:t>&lt;#&gt;</a:t>
            </a:fld>
          </a:p>
        </p:txBody>
      </p:sp>
      <p:sp>
        <p:nvSpPr>
          <p:cNvPr id="8" name="PlaceHolder 7"/>
          <p:cNvSpPr>
            <a:spLocks noGrp="1"/>
          </p:cNvSpPr>
          <p:nvPr>
            <p:ph type="dt" idx="21"/>
          </p:nvPr>
        </p:nvSpPr>
        <p:spPr/>
        <p:txBody>
          <a:bodyPr/>
          <a:p>
            <a:r>
              <a:rPr lang="en-US"/>
              <a:t/>
            </a:r>
          </a:p>
        </p:txBody>
      </p:sp>
    </p:spTree>
  </p:cSld>
</p:sldLayout>
</file>

<file path=ppt/slideLayouts/slideLayout8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7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73"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74"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9"/>
          </p:nvPr>
        </p:nvSpPr>
        <p:spPr/>
        <p:txBody>
          <a:bodyPr/>
          <a:p>
            <a:r>
              <a:t>Footer</a:t>
            </a:r>
          </a:p>
        </p:txBody>
      </p:sp>
      <p:sp>
        <p:nvSpPr>
          <p:cNvPr id="6" name="PlaceHolder 5"/>
          <p:cNvSpPr>
            <a:spLocks noGrp="1"/>
          </p:cNvSpPr>
          <p:nvPr>
            <p:ph type="sldNum" idx="20"/>
          </p:nvPr>
        </p:nvSpPr>
        <p:spPr/>
        <p:txBody>
          <a:bodyPr/>
          <a:p>
            <a:fld id="{86A6AEF7-C3E8-414E-80C1-CD7676672748}" type="slidenum">
              <a:t>&lt;#&gt;</a:t>
            </a:fld>
          </a:p>
        </p:txBody>
      </p:sp>
      <p:sp>
        <p:nvSpPr>
          <p:cNvPr id="7" name="PlaceHolder 6"/>
          <p:cNvSpPr>
            <a:spLocks noGrp="1"/>
          </p:cNvSpPr>
          <p:nvPr>
            <p:ph type="dt" idx="21"/>
          </p:nvPr>
        </p:nvSpPr>
        <p:spPr/>
        <p:txBody>
          <a:bodyPr/>
          <a:p>
            <a:r>
              <a:rPr lang="en-US"/>
              <a:t/>
            </a:r>
          </a:p>
        </p:txBody>
      </p:sp>
    </p:spTree>
  </p:cSld>
</p:sldLayout>
</file>

<file path=ppt/slideLayouts/slideLayout8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7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76"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77"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78"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79"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19"/>
          </p:nvPr>
        </p:nvSpPr>
        <p:spPr/>
        <p:txBody>
          <a:bodyPr/>
          <a:p>
            <a:r>
              <a:t>Footer</a:t>
            </a:r>
          </a:p>
        </p:txBody>
      </p:sp>
      <p:sp>
        <p:nvSpPr>
          <p:cNvPr id="8" name="PlaceHolder 7"/>
          <p:cNvSpPr>
            <a:spLocks noGrp="1"/>
          </p:cNvSpPr>
          <p:nvPr>
            <p:ph type="sldNum" idx="20"/>
          </p:nvPr>
        </p:nvSpPr>
        <p:spPr/>
        <p:txBody>
          <a:bodyPr/>
          <a:p>
            <a:fld id="{069E84B8-55C8-4522-A14F-3CC1F937DBDA}" type="slidenum">
              <a:t>&lt;#&gt;</a:t>
            </a:fld>
          </a:p>
        </p:txBody>
      </p:sp>
      <p:sp>
        <p:nvSpPr>
          <p:cNvPr id="9" name="PlaceHolder 8"/>
          <p:cNvSpPr>
            <a:spLocks noGrp="1"/>
          </p:cNvSpPr>
          <p:nvPr>
            <p:ph type="dt" idx="21"/>
          </p:nvPr>
        </p:nvSpPr>
        <p:spPr/>
        <p:txBody>
          <a:bodyPr/>
          <a:p>
            <a:r>
              <a:rPr lang="en-US"/>
              <a:t/>
            </a:r>
          </a:p>
        </p:txBody>
      </p:sp>
    </p:spTree>
  </p:cSld>
</p:sldLayout>
</file>

<file path=ppt/slideLayouts/slideLayout8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28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81"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82"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83"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84"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85"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86"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19"/>
          </p:nvPr>
        </p:nvSpPr>
        <p:spPr/>
        <p:txBody>
          <a:bodyPr/>
          <a:p>
            <a:r>
              <a:t>Footer</a:t>
            </a:r>
          </a:p>
        </p:txBody>
      </p:sp>
      <p:sp>
        <p:nvSpPr>
          <p:cNvPr id="10" name="PlaceHolder 9"/>
          <p:cNvSpPr>
            <a:spLocks noGrp="1"/>
          </p:cNvSpPr>
          <p:nvPr>
            <p:ph type="sldNum" idx="20"/>
          </p:nvPr>
        </p:nvSpPr>
        <p:spPr/>
        <p:txBody>
          <a:bodyPr/>
          <a:p>
            <a:fld id="{0BE2C130-79C6-4ED5-8DF4-5530BAF16106}" type="slidenum">
              <a:t>&lt;#&gt;</a:t>
            </a:fld>
          </a:p>
        </p:txBody>
      </p:sp>
      <p:sp>
        <p:nvSpPr>
          <p:cNvPr id="11" name="PlaceHolder 10"/>
          <p:cNvSpPr>
            <a:spLocks noGrp="1"/>
          </p:cNvSpPr>
          <p:nvPr>
            <p:ph type="dt" idx="21"/>
          </p:nvPr>
        </p:nvSpPr>
        <p:spPr/>
        <p:txBody>
          <a:bodyPr/>
          <a:p>
            <a:r>
              <a:rPr lang="en-US"/>
              <a:t/>
            </a:r>
          </a:p>
        </p:txBody>
      </p:sp>
    </p:spTree>
  </p:cSld>
</p:sldLayout>
</file>

<file path=ppt/slideLayouts/slideLayout8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22"/>
          </p:nvPr>
        </p:nvSpPr>
        <p:spPr/>
        <p:txBody>
          <a:bodyPr/>
          <a:p>
            <a:r>
              <a:t>Footer</a:t>
            </a:r>
          </a:p>
        </p:txBody>
      </p:sp>
      <p:sp>
        <p:nvSpPr>
          <p:cNvPr id="3" name="PlaceHolder 2"/>
          <p:cNvSpPr>
            <a:spLocks noGrp="1"/>
          </p:cNvSpPr>
          <p:nvPr>
            <p:ph type="sldNum" idx="23"/>
          </p:nvPr>
        </p:nvSpPr>
        <p:spPr/>
        <p:txBody>
          <a:bodyPr/>
          <a:p>
            <a:fld id="{D40F2FC3-C3AF-4F17-9731-3183A51F529B}" type="slidenum">
              <a:t>&lt;#&gt;</a:t>
            </a:fld>
          </a:p>
        </p:txBody>
      </p:sp>
      <p:sp>
        <p:nvSpPr>
          <p:cNvPr id="4" name="PlaceHolder 3"/>
          <p:cNvSpPr>
            <a:spLocks noGrp="1"/>
          </p:cNvSpPr>
          <p:nvPr>
            <p:ph type="dt" idx="24"/>
          </p:nvPr>
        </p:nvSpPr>
        <p:spPr/>
        <p:txBody>
          <a:bodyPr/>
          <a:p>
            <a:r>
              <a:rPr lang="en-US"/>
              <a:t/>
            </a:r>
          </a:p>
        </p:txBody>
      </p:sp>
    </p:spTree>
  </p:cSld>
</p:sldLayout>
</file>

<file path=ppt/slideLayouts/slideLayout8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9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93"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22"/>
          </p:nvPr>
        </p:nvSpPr>
        <p:spPr/>
        <p:txBody>
          <a:bodyPr/>
          <a:p>
            <a:r>
              <a:t>Footer</a:t>
            </a:r>
          </a:p>
        </p:txBody>
      </p:sp>
      <p:sp>
        <p:nvSpPr>
          <p:cNvPr id="5" name="PlaceHolder 4"/>
          <p:cNvSpPr>
            <a:spLocks noGrp="1"/>
          </p:cNvSpPr>
          <p:nvPr>
            <p:ph type="sldNum" idx="23"/>
          </p:nvPr>
        </p:nvSpPr>
        <p:spPr/>
        <p:txBody>
          <a:bodyPr/>
          <a:p>
            <a:fld id="{312380C4-1A15-4A5B-AE03-A9067A2D0B7D}" type="slidenum">
              <a:t>&lt;#&gt;</a:t>
            </a:fld>
          </a:p>
        </p:txBody>
      </p:sp>
      <p:sp>
        <p:nvSpPr>
          <p:cNvPr id="6" name="PlaceHolder 5"/>
          <p:cNvSpPr>
            <a:spLocks noGrp="1"/>
          </p:cNvSpPr>
          <p:nvPr>
            <p:ph type="dt" idx="24"/>
          </p:nvPr>
        </p:nvSpPr>
        <p:spPr/>
        <p:txBody>
          <a:bodyPr/>
          <a:p>
            <a:r>
              <a:rPr lang="en-US"/>
              <a:t/>
            </a:r>
          </a:p>
        </p:txBody>
      </p:sp>
    </p:spTree>
  </p:cSld>
</p:sldLayout>
</file>

<file path=ppt/slideLayouts/slideLayout8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29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95"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22"/>
          </p:nvPr>
        </p:nvSpPr>
        <p:spPr/>
        <p:txBody>
          <a:bodyPr/>
          <a:p>
            <a:r>
              <a:t>Footer</a:t>
            </a:r>
          </a:p>
        </p:txBody>
      </p:sp>
      <p:sp>
        <p:nvSpPr>
          <p:cNvPr id="5" name="PlaceHolder 4"/>
          <p:cNvSpPr>
            <a:spLocks noGrp="1"/>
          </p:cNvSpPr>
          <p:nvPr>
            <p:ph type="sldNum" idx="23"/>
          </p:nvPr>
        </p:nvSpPr>
        <p:spPr/>
        <p:txBody>
          <a:bodyPr/>
          <a:p>
            <a:fld id="{673B61F7-680B-4D88-B191-CD2D6825CF5E}" type="slidenum">
              <a:t>&lt;#&gt;</a:t>
            </a:fld>
          </a:p>
        </p:txBody>
      </p:sp>
      <p:sp>
        <p:nvSpPr>
          <p:cNvPr id="6" name="PlaceHolder 5"/>
          <p:cNvSpPr>
            <a:spLocks noGrp="1"/>
          </p:cNvSpPr>
          <p:nvPr>
            <p:ph type="dt" idx="24"/>
          </p:nvPr>
        </p:nvSpPr>
        <p:spPr/>
        <p:txBody>
          <a:bodyPr/>
          <a:p>
            <a:r>
              <a:rPr lang="en-US"/>
              <a:t/>
            </a:r>
          </a:p>
        </p:txBody>
      </p:sp>
    </p:spTree>
  </p:cSld>
</p:sldLayout>
</file>

<file path=ppt/slideLayouts/slideLayout8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29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97"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98"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22"/>
          </p:nvPr>
        </p:nvSpPr>
        <p:spPr/>
        <p:txBody>
          <a:bodyPr/>
          <a:p>
            <a:r>
              <a:t>Footer</a:t>
            </a:r>
          </a:p>
        </p:txBody>
      </p:sp>
      <p:sp>
        <p:nvSpPr>
          <p:cNvPr id="6" name="PlaceHolder 5"/>
          <p:cNvSpPr>
            <a:spLocks noGrp="1"/>
          </p:cNvSpPr>
          <p:nvPr>
            <p:ph type="sldNum" idx="23"/>
          </p:nvPr>
        </p:nvSpPr>
        <p:spPr/>
        <p:txBody>
          <a:bodyPr/>
          <a:p>
            <a:fld id="{1CB2FD3C-BC12-40F8-A9A3-8F5D6E7A3289}" type="slidenum">
              <a:t>&lt;#&gt;</a:t>
            </a:fld>
          </a:p>
        </p:txBody>
      </p:sp>
      <p:sp>
        <p:nvSpPr>
          <p:cNvPr id="7" name="PlaceHolder 6"/>
          <p:cNvSpPr>
            <a:spLocks noGrp="1"/>
          </p:cNvSpPr>
          <p:nvPr>
            <p:ph type="dt" idx="24"/>
          </p:nvPr>
        </p:nvSpPr>
        <p:spPr/>
        <p:txBody>
          <a:bodyPr/>
          <a:p>
            <a:r>
              <a:rPr lang="en-US"/>
              <a:t/>
            </a:r>
          </a:p>
        </p:txBody>
      </p:sp>
    </p:spTree>
  </p:cSld>
</p:sldLayout>
</file>

<file path=ppt/slideLayouts/slideLayout8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29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22"/>
          </p:nvPr>
        </p:nvSpPr>
        <p:spPr/>
        <p:txBody>
          <a:bodyPr/>
          <a:p>
            <a:r>
              <a:t>Footer</a:t>
            </a:r>
          </a:p>
        </p:txBody>
      </p:sp>
      <p:sp>
        <p:nvSpPr>
          <p:cNvPr id="4" name="PlaceHolder 3"/>
          <p:cNvSpPr>
            <a:spLocks noGrp="1"/>
          </p:cNvSpPr>
          <p:nvPr>
            <p:ph type="sldNum" idx="23"/>
          </p:nvPr>
        </p:nvSpPr>
        <p:spPr/>
        <p:txBody>
          <a:bodyPr/>
          <a:p>
            <a:fld id="{E693B0CC-2DED-49B5-8EB7-CAE2B4A334FC}" type="slidenum">
              <a:t>&lt;#&gt;</a:t>
            </a:fld>
          </a:p>
        </p:txBody>
      </p:sp>
      <p:sp>
        <p:nvSpPr>
          <p:cNvPr id="5" name="PlaceHolder 4"/>
          <p:cNvSpPr>
            <a:spLocks noGrp="1"/>
          </p:cNvSpPr>
          <p:nvPr>
            <p:ph type="dt" idx="24"/>
          </p:nvPr>
        </p:nvSpPr>
        <p:spPr/>
        <p:txBody>
          <a:bodyPr/>
          <a:p>
            <a:r>
              <a:rPr lang="en-US"/>
              <a:t/>
            </a:r>
          </a:p>
        </p:txBody>
      </p:sp>
    </p:spTree>
  </p:cSld>
</p:sldLayout>
</file>

<file path=ppt/slideLayouts/slideLayout9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300"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22"/>
          </p:nvPr>
        </p:nvSpPr>
        <p:spPr/>
        <p:txBody>
          <a:bodyPr/>
          <a:p>
            <a:r>
              <a:t>Footer</a:t>
            </a:r>
          </a:p>
        </p:txBody>
      </p:sp>
      <p:sp>
        <p:nvSpPr>
          <p:cNvPr id="4" name="PlaceHolder 3"/>
          <p:cNvSpPr>
            <a:spLocks noGrp="1"/>
          </p:cNvSpPr>
          <p:nvPr>
            <p:ph type="sldNum" idx="23"/>
          </p:nvPr>
        </p:nvSpPr>
        <p:spPr/>
        <p:txBody>
          <a:bodyPr/>
          <a:p>
            <a:fld id="{2FBF2247-230C-48E1-A66E-045D313AD85D}" type="slidenum">
              <a:t>&lt;#&gt;</a:t>
            </a:fld>
          </a:p>
        </p:txBody>
      </p:sp>
      <p:sp>
        <p:nvSpPr>
          <p:cNvPr id="5" name="PlaceHolder 4"/>
          <p:cNvSpPr>
            <a:spLocks noGrp="1"/>
          </p:cNvSpPr>
          <p:nvPr>
            <p:ph type="dt" idx="24"/>
          </p:nvPr>
        </p:nvSpPr>
        <p:spPr/>
        <p:txBody>
          <a:bodyPr/>
          <a:p>
            <a:r>
              <a:rPr lang="en-US"/>
              <a:t/>
            </a:r>
          </a:p>
        </p:txBody>
      </p:sp>
    </p:spTree>
  </p:cSld>
</p:sldLayout>
</file>

<file path=ppt/slideLayouts/slideLayout9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30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02"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03"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04"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22"/>
          </p:nvPr>
        </p:nvSpPr>
        <p:spPr/>
        <p:txBody>
          <a:bodyPr/>
          <a:p>
            <a:r>
              <a:t>Footer</a:t>
            </a:r>
          </a:p>
        </p:txBody>
      </p:sp>
      <p:sp>
        <p:nvSpPr>
          <p:cNvPr id="7" name="PlaceHolder 6"/>
          <p:cNvSpPr>
            <a:spLocks noGrp="1"/>
          </p:cNvSpPr>
          <p:nvPr>
            <p:ph type="sldNum" idx="23"/>
          </p:nvPr>
        </p:nvSpPr>
        <p:spPr/>
        <p:txBody>
          <a:bodyPr/>
          <a:p>
            <a:fld id="{CA630BF2-E4CB-47E6-B877-52ED2D9280E6}" type="slidenum">
              <a:t>&lt;#&gt;</a:t>
            </a:fld>
          </a:p>
        </p:txBody>
      </p:sp>
      <p:sp>
        <p:nvSpPr>
          <p:cNvPr id="8" name="PlaceHolder 7"/>
          <p:cNvSpPr>
            <a:spLocks noGrp="1"/>
          </p:cNvSpPr>
          <p:nvPr>
            <p:ph type="dt" idx="24"/>
          </p:nvPr>
        </p:nvSpPr>
        <p:spPr/>
        <p:txBody>
          <a:bodyPr/>
          <a:p>
            <a:r>
              <a:rPr lang="en-US"/>
              <a:t/>
            </a:r>
          </a:p>
        </p:txBody>
      </p:sp>
    </p:spTree>
  </p:cSld>
</p:sldLayout>
</file>

<file path=ppt/slideLayouts/slideLayout9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30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06"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07"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08"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22"/>
          </p:nvPr>
        </p:nvSpPr>
        <p:spPr/>
        <p:txBody>
          <a:bodyPr/>
          <a:p>
            <a:r>
              <a:t>Footer</a:t>
            </a:r>
          </a:p>
        </p:txBody>
      </p:sp>
      <p:sp>
        <p:nvSpPr>
          <p:cNvPr id="7" name="PlaceHolder 6"/>
          <p:cNvSpPr>
            <a:spLocks noGrp="1"/>
          </p:cNvSpPr>
          <p:nvPr>
            <p:ph type="sldNum" idx="23"/>
          </p:nvPr>
        </p:nvSpPr>
        <p:spPr/>
        <p:txBody>
          <a:bodyPr/>
          <a:p>
            <a:fld id="{6F64A109-A23F-4596-828D-17AE741CD656}" type="slidenum">
              <a:t>&lt;#&gt;</a:t>
            </a:fld>
          </a:p>
        </p:txBody>
      </p:sp>
      <p:sp>
        <p:nvSpPr>
          <p:cNvPr id="8" name="PlaceHolder 7"/>
          <p:cNvSpPr>
            <a:spLocks noGrp="1"/>
          </p:cNvSpPr>
          <p:nvPr>
            <p:ph type="dt" idx="24"/>
          </p:nvPr>
        </p:nvSpPr>
        <p:spPr/>
        <p:txBody>
          <a:bodyPr/>
          <a:p>
            <a:r>
              <a:rPr lang="en-US"/>
              <a:t/>
            </a:r>
          </a:p>
        </p:txBody>
      </p:sp>
    </p:spTree>
  </p:cSld>
</p:sldLayout>
</file>

<file path=ppt/slideLayouts/slideLayout9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30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10"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11"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12"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22"/>
          </p:nvPr>
        </p:nvSpPr>
        <p:spPr/>
        <p:txBody>
          <a:bodyPr/>
          <a:p>
            <a:r>
              <a:t>Footer</a:t>
            </a:r>
          </a:p>
        </p:txBody>
      </p:sp>
      <p:sp>
        <p:nvSpPr>
          <p:cNvPr id="7" name="PlaceHolder 6"/>
          <p:cNvSpPr>
            <a:spLocks noGrp="1"/>
          </p:cNvSpPr>
          <p:nvPr>
            <p:ph type="sldNum" idx="23"/>
          </p:nvPr>
        </p:nvSpPr>
        <p:spPr/>
        <p:txBody>
          <a:bodyPr/>
          <a:p>
            <a:fld id="{EDFC8A61-2572-4226-8CB2-B615B6EF81C3}" type="slidenum">
              <a:t>&lt;#&gt;</a:t>
            </a:fld>
          </a:p>
        </p:txBody>
      </p:sp>
      <p:sp>
        <p:nvSpPr>
          <p:cNvPr id="8" name="PlaceHolder 7"/>
          <p:cNvSpPr>
            <a:spLocks noGrp="1"/>
          </p:cNvSpPr>
          <p:nvPr>
            <p:ph type="dt" idx="24"/>
          </p:nvPr>
        </p:nvSpPr>
        <p:spPr/>
        <p:txBody>
          <a:bodyPr/>
          <a:p>
            <a:r>
              <a:rPr lang="en-US"/>
              <a:t/>
            </a:r>
          </a:p>
        </p:txBody>
      </p:sp>
    </p:spTree>
  </p:cSld>
</p:sldLayout>
</file>

<file path=ppt/slideLayouts/slideLayout9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31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14"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15"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22"/>
          </p:nvPr>
        </p:nvSpPr>
        <p:spPr/>
        <p:txBody>
          <a:bodyPr/>
          <a:p>
            <a:r>
              <a:t>Footer</a:t>
            </a:r>
          </a:p>
        </p:txBody>
      </p:sp>
      <p:sp>
        <p:nvSpPr>
          <p:cNvPr id="6" name="PlaceHolder 5"/>
          <p:cNvSpPr>
            <a:spLocks noGrp="1"/>
          </p:cNvSpPr>
          <p:nvPr>
            <p:ph type="sldNum" idx="23"/>
          </p:nvPr>
        </p:nvSpPr>
        <p:spPr/>
        <p:txBody>
          <a:bodyPr/>
          <a:p>
            <a:fld id="{E35A777F-31E1-4790-B258-04D4DC8D536A}" type="slidenum">
              <a:t>&lt;#&gt;</a:t>
            </a:fld>
          </a:p>
        </p:txBody>
      </p:sp>
      <p:sp>
        <p:nvSpPr>
          <p:cNvPr id="7" name="PlaceHolder 6"/>
          <p:cNvSpPr>
            <a:spLocks noGrp="1"/>
          </p:cNvSpPr>
          <p:nvPr>
            <p:ph type="dt" idx="24"/>
          </p:nvPr>
        </p:nvSpPr>
        <p:spPr/>
        <p:txBody>
          <a:bodyPr/>
          <a:p>
            <a:r>
              <a:rPr lang="en-US"/>
              <a:t/>
            </a:r>
          </a:p>
        </p:txBody>
      </p:sp>
    </p:spTree>
  </p:cSld>
</p:sldLayout>
</file>

<file path=ppt/slideLayouts/slideLayout9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31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17"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18"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19"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20"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22"/>
          </p:nvPr>
        </p:nvSpPr>
        <p:spPr/>
        <p:txBody>
          <a:bodyPr/>
          <a:p>
            <a:r>
              <a:t>Footer</a:t>
            </a:r>
          </a:p>
        </p:txBody>
      </p:sp>
      <p:sp>
        <p:nvSpPr>
          <p:cNvPr id="8" name="PlaceHolder 7"/>
          <p:cNvSpPr>
            <a:spLocks noGrp="1"/>
          </p:cNvSpPr>
          <p:nvPr>
            <p:ph type="sldNum" idx="23"/>
          </p:nvPr>
        </p:nvSpPr>
        <p:spPr/>
        <p:txBody>
          <a:bodyPr/>
          <a:p>
            <a:fld id="{E448EB54-E0EB-4D36-B8D0-44776392A545}" type="slidenum">
              <a:t>&lt;#&gt;</a:t>
            </a:fld>
          </a:p>
        </p:txBody>
      </p:sp>
      <p:sp>
        <p:nvSpPr>
          <p:cNvPr id="9" name="PlaceHolder 8"/>
          <p:cNvSpPr>
            <a:spLocks noGrp="1"/>
          </p:cNvSpPr>
          <p:nvPr>
            <p:ph type="dt" idx="24"/>
          </p:nvPr>
        </p:nvSpPr>
        <p:spPr/>
        <p:txBody>
          <a:bodyPr/>
          <a:p>
            <a:r>
              <a:rPr lang="en-US"/>
              <a:t/>
            </a:r>
          </a:p>
        </p:txBody>
      </p:sp>
    </p:spTree>
  </p:cSld>
</p:sldLayout>
</file>

<file path=ppt/slideLayouts/slideLayout9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2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22"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23"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24"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25"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26"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27"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22"/>
          </p:nvPr>
        </p:nvSpPr>
        <p:spPr/>
        <p:txBody>
          <a:bodyPr/>
          <a:p>
            <a:r>
              <a:t>Footer</a:t>
            </a:r>
          </a:p>
        </p:txBody>
      </p:sp>
      <p:sp>
        <p:nvSpPr>
          <p:cNvPr id="10" name="PlaceHolder 9"/>
          <p:cNvSpPr>
            <a:spLocks noGrp="1"/>
          </p:cNvSpPr>
          <p:nvPr>
            <p:ph type="sldNum" idx="23"/>
          </p:nvPr>
        </p:nvSpPr>
        <p:spPr/>
        <p:txBody>
          <a:bodyPr/>
          <a:p>
            <a:fld id="{E1EC36C9-D0D0-4389-9CB3-117F3BBB453F}" type="slidenum">
              <a:t>&lt;#&gt;</a:t>
            </a:fld>
          </a:p>
        </p:txBody>
      </p:sp>
      <p:sp>
        <p:nvSpPr>
          <p:cNvPr id="11" name="PlaceHolder 10"/>
          <p:cNvSpPr>
            <a:spLocks noGrp="1"/>
          </p:cNvSpPr>
          <p:nvPr>
            <p:ph type="dt" idx="24"/>
          </p:nvPr>
        </p:nvSpPr>
        <p:spPr/>
        <p:txBody>
          <a:bodyPr/>
          <a:p>
            <a:r>
              <a:rPr lang="en-US"/>
              <a:t/>
            </a:r>
          </a:p>
        </p:txBody>
      </p:sp>
    </p:spTree>
  </p:cSld>
</p:sldLayout>
</file>

<file path=ppt/slideLayouts/slideLayout9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25"/>
          </p:nvPr>
        </p:nvSpPr>
        <p:spPr/>
        <p:txBody>
          <a:bodyPr/>
          <a:p>
            <a:r>
              <a:t>Footer</a:t>
            </a:r>
          </a:p>
        </p:txBody>
      </p:sp>
      <p:sp>
        <p:nvSpPr>
          <p:cNvPr id="3" name="PlaceHolder 2"/>
          <p:cNvSpPr>
            <a:spLocks noGrp="1"/>
          </p:cNvSpPr>
          <p:nvPr>
            <p:ph type="sldNum" idx="26"/>
          </p:nvPr>
        </p:nvSpPr>
        <p:spPr/>
        <p:txBody>
          <a:bodyPr/>
          <a:p>
            <a:fld id="{4E985DA8-2842-4873-92A2-9AB5E55C274B}" type="slidenum">
              <a:t>&lt;#&gt;</a:t>
            </a:fld>
          </a:p>
        </p:txBody>
      </p:sp>
      <p:sp>
        <p:nvSpPr>
          <p:cNvPr id="4" name="PlaceHolder 3"/>
          <p:cNvSpPr>
            <a:spLocks noGrp="1"/>
          </p:cNvSpPr>
          <p:nvPr>
            <p:ph type="dt" idx="27"/>
          </p:nvPr>
        </p:nvSpPr>
        <p:spPr/>
        <p:txBody>
          <a:bodyPr/>
          <a:p>
            <a:r>
              <a:rPr lang="en-US"/>
              <a:t/>
            </a:r>
          </a:p>
        </p:txBody>
      </p:sp>
    </p:spTree>
  </p:cSld>
</p:sldLayout>
</file>

<file path=ppt/slideLayouts/slideLayout9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33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34"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25"/>
          </p:nvPr>
        </p:nvSpPr>
        <p:spPr/>
        <p:txBody>
          <a:bodyPr/>
          <a:p>
            <a:r>
              <a:t>Footer</a:t>
            </a:r>
          </a:p>
        </p:txBody>
      </p:sp>
      <p:sp>
        <p:nvSpPr>
          <p:cNvPr id="5" name="PlaceHolder 4"/>
          <p:cNvSpPr>
            <a:spLocks noGrp="1"/>
          </p:cNvSpPr>
          <p:nvPr>
            <p:ph type="sldNum" idx="26"/>
          </p:nvPr>
        </p:nvSpPr>
        <p:spPr/>
        <p:txBody>
          <a:bodyPr/>
          <a:p>
            <a:fld id="{A2AC0235-2B85-4891-ADE8-DA260A761ACA}" type="slidenum">
              <a:t>&lt;#&gt;</a:t>
            </a:fld>
          </a:p>
        </p:txBody>
      </p:sp>
      <p:sp>
        <p:nvSpPr>
          <p:cNvPr id="6" name="PlaceHolder 5"/>
          <p:cNvSpPr>
            <a:spLocks noGrp="1"/>
          </p:cNvSpPr>
          <p:nvPr>
            <p:ph type="dt" idx="27"/>
          </p:nvPr>
        </p:nvSpPr>
        <p:spPr/>
        <p:txBody>
          <a:bodyPr/>
          <a:p>
            <a:r>
              <a:rPr lang="en-US"/>
              <a:t/>
            </a:r>
          </a:p>
        </p:txBody>
      </p:sp>
    </p:spTree>
  </p:cSld>
</p:sldLayout>
</file>

<file path=ppt/slideLayouts/slideLayout9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33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36"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25"/>
          </p:nvPr>
        </p:nvSpPr>
        <p:spPr/>
        <p:txBody>
          <a:bodyPr/>
          <a:p>
            <a:r>
              <a:t>Footer</a:t>
            </a:r>
          </a:p>
        </p:txBody>
      </p:sp>
      <p:sp>
        <p:nvSpPr>
          <p:cNvPr id="5" name="PlaceHolder 4"/>
          <p:cNvSpPr>
            <a:spLocks noGrp="1"/>
          </p:cNvSpPr>
          <p:nvPr>
            <p:ph type="sldNum" idx="26"/>
          </p:nvPr>
        </p:nvSpPr>
        <p:spPr/>
        <p:txBody>
          <a:bodyPr/>
          <a:p>
            <a:fld id="{B6AFDCC0-D569-458F-96C1-C31E86098D32}" type="slidenum">
              <a:t>&lt;#&gt;</a:t>
            </a:fld>
          </a:p>
        </p:txBody>
      </p:sp>
      <p:sp>
        <p:nvSpPr>
          <p:cNvPr id="6" name="PlaceHolder 5"/>
          <p:cNvSpPr>
            <a:spLocks noGrp="1"/>
          </p:cNvSpPr>
          <p:nvPr>
            <p:ph type="dt" idx="27"/>
          </p:nvPr>
        </p:nvSpPr>
        <p:spPr/>
        <p:txBody>
          <a:bodyPr/>
          <a:p>
            <a:r>
              <a:rPr lang="en-US"/>
              <a:t/>
            </a:r>
          </a:p>
        </p:txBody>
      </p:sp>
    </p:spTree>
  </p:cSld>
</p:sldLayout>
</file>

<file path=ppt/slideLayouts/slideLayout10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33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38"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39"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25"/>
          </p:nvPr>
        </p:nvSpPr>
        <p:spPr/>
        <p:txBody>
          <a:bodyPr/>
          <a:p>
            <a:r>
              <a:t>Footer</a:t>
            </a:r>
          </a:p>
        </p:txBody>
      </p:sp>
      <p:sp>
        <p:nvSpPr>
          <p:cNvPr id="6" name="PlaceHolder 5"/>
          <p:cNvSpPr>
            <a:spLocks noGrp="1"/>
          </p:cNvSpPr>
          <p:nvPr>
            <p:ph type="sldNum" idx="26"/>
          </p:nvPr>
        </p:nvSpPr>
        <p:spPr/>
        <p:txBody>
          <a:bodyPr/>
          <a:p>
            <a:fld id="{4E4D903D-2040-4241-9F55-E3FC749F7823}" type="slidenum">
              <a:t>&lt;#&gt;</a:t>
            </a:fld>
          </a:p>
        </p:txBody>
      </p:sp>
      <p:sp>
        <p:nvSpPr>
          <p:cNvPr id="7" name="PlaceHolder 6"/>
          <p:cNvSpPr>
            <a:spLocks noGrp="1"/>
          </p:cNvSpPr>
          <p:nvPr>
            <p:ph type="dt" idx="27"/>
          </p:nvPr>
        </p:nvSpPr>
        <p:spPr/>
        <p:txBody>
          <a:bodyPr/>
          <a:p>
            <a:r>
              <a:rPr lang="en-US"/>
              <a:t/>
            </a:r>
          </a:p>
        </p:txBody>
      </p:sp>
    </p:spTree>
  </p:cSld>
</p:sldLayout>
</file>

<file path=ppt/slideLayouts/slideLayout10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34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25"/>
          </p:nvPr>
        </p:nvSpPr>
        <p:spPr/>
        <p:txBody>
          <a:bodyPr/>
          <a:p>
            <a:r>
              <a:t>Footer</a:t>
            </a:r>
          </a:p>
        </p:txBody>
      </p:sp>
      <p:sp>
        <p:nvSpPr>
          <p:cNvPr id="4" name="PlaceHolder 3"/>
          <p:cNvSpPr>
            <a:spLocks noGrp="1"/>
          </p:cNvSpPr>
          <p:nvPr>
            <p:ph type="sldNum" idx="26"/>
          </p:nvPr>
        </p:nvSpPr>
        <p:spPr/>
        <p:txBody>
          <a:bodyPr/>
          <a:p>
            <a:fld id="{23B1852A-8638-4279-97D5-C198ED0D4DA7}" type="slidenum">
              <a:t>&lt;#&gt;</a:t>
            </a:fld>
          </a:p>
        </p:txBody>
      </p:sp>
      <p:sp>
        <p:nvSpPr>
          <p:cNvPr id="5" name="PlaceHolder 4"/>
          <p:cNvSpPr>
            <a:spLocks noGrp="1"/>
          </p:cNvSpPr>
          <p:nvPr>
            <p:ph type="dt" idx="27"/>
          </p:nvPr>
        </p:nvSpPr>
        <p:spPr/>
        <p:txBody>
          <a:bodyPr/>
          <a:p>
            <a:r>
              <a:rPr lang="en-US"/>
              <a:t/>
            </a:r>
          </a:p>
        </p:txBody>
      </p:sp>
    </p:spTree>
  </p:cSld>
</p:sldLayout>
</file>

<file path=ppt/slideLayouts/slideLayout10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341"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25"/>
          </p:nvPr>
        </p:nvSpPr>
        <p:spPr/>
        <p:txBody>
          <a:bodyPr/>
          <a:p>
            <a:r>
              <a:t>Footer</a:t>
            </a:r>
          </a:p>
        </p:txBody>
      </p:sp>
      <p:sp>
        <p:nvSpPr>
          <p:cNvPr id="4" name="PlaceHolder 3"/>
          <p:cNvSpPr>
            <a:spLocks noGrp="1"/>
          </p:cNvSpPr>
          <p:nvPr>
            <p:ph type="sldNum" idx="26"/>
          </p:nvPr>
        </p:nvSpPr>
        <p:spPr/>
        <p:txBody>
          <a:bodyPr/>
          <a:p>
            <a:fld id="{76A92A09-03DE-4941-92A0-1C6A67FA2E9F}" type="slidenum">
              <a:t>&lt;#&gt;</a:t>
            </a:fld>
          </a:p>
        </p:txBody>
      </p:sp>
      <p:sp>
        <p:nvSpPr>
          <p:cNvPr id="5" name="PlaceHolder 4"/>
          <p:cNvSpPr>
            <a:spLocks noGrp="1"/>
          </p:cNvSpPr>
          <p:nvPr>
            <p:ph type="dt" idx="27"/>
          </p:nvPr>
        </p:nvSpPr>
        <p:spPr/>
        <p:txBody>
          <a:bodyPr/>
          <a:p>
            <a:r>
              <a:rPr lang="en-US"/>
              <a:t/>
            </a:r>
          </a:p>
        </p:txBody>
      </p:sp>
    </p:spTree>
  </p:cSld>
</p:sldLayout>
</file>

<file path=ppt/slideLayouts/slideLayout10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34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43"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44"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45"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25"/>
          </p:nvPr>
        </p:nvSpPr>
        <p:spPr/>
        <p:txBody>
          <a:bodyPr/>
          <a:p>
            <a:r>
              <a:t>Footer</a:t>
            </a:r>
          </a:p>
        </p:txBody>
      </p:sp>
      <p:sp>
        <p:nvSpPr>
          <p:cNvPr id="7" name="PlaceHolder 6"/>
          <p:cNvSpPr>
            <a:spLocks noGrp="1"/>
          </p:cNvSpPr>
          <p:nvPr>
            <p:ph type="sldNum" idx="26"/>
          </p:nvPr>
        </p:nvSpPr>
        <p:spPr/>
        <p:txBody>
          <a:bodyPr/>
          <a:p>
            <a:fld id="{3CAE18E6-9949-4832-9E04-C82A9816F296}" type="slidenum">
              <a:t>&lt;#&gt;</a:t>
            </a:fld>
          </a:p>
        </p:txBody>
      </p:sp>
      <p:sp>
        <p:nvSpPr>
          <p:cNvPr id="8" name="PlaceHolder 7"/>
          <p:cNvSpPr>
            <a:spLocks noGrp="1"/>
          </p:cNvSpPr>
          <p:nvPr>
            <p:ph type="dt" idx="27"/>
          </p:nvPr>
        </p:nvSpPr>
        <p:spPr/>
        <p:txBody>
          <a:bodyPr/>
          <a:p>
            <a:r>
              <a:rPr lang="en-US"/>
              <a:t/>
            </a:r>
          </a:p>
        </p:txBody>
      </p:sp>
    </p:spTree>
  </p:cSld>
</p:sldLayout>
</file>

<file path=ppt/slideLayouts/slideLayout10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34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47"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48"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49"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25"/>
          </p:nvPr>
        </p:nvSpPr>
        <p:spPr/>
        <p:txBody>
          <a:bodyPr/>
          <a:p>
            <a:r>
              <a:t>Footer</a:t>
            </a:r>
          </a:p>
        </p:txBody>
      </p:sp>
      <p:sp>
        <p:nvSpPr>
          <p:cNvPr id="7" name="PlaceHolder 6"/>
          <p:cNvSpPr>
            <a:spLocks noGrp="1"/>
          </p:cNvSpPr>
          <p:nvPr>
            <p:ph type="sldNum" idx="26"/>
          </p:nvPr>
        </p:nvSpPr>
        <p:spPr/>
        <p:txBody>
          <a:bodyPr/>
          <a:p>
            <a:fld id="{4018F45D-EF21-4FA9-841B-EA1DB8C78B65}" type="slidenum">
              <a:t>&lt;#&gt;</a:t>
            </a:fld>
          </a:p>
        </p:txBody>
      </p:sp>
      <p:sp>
        <p:nvSpPr>
          <p:cNvPr id="8" name="PlaceHolder 7"/>
          <p:cNvSpPr>
            <a:spLocks noGrp="1"/>
          </p:cNvSpPr>
          <p:nvPr>
            <p:ph type="dt" idx="27"/>
          </p:nvPr>
        </p:nvSpPr>
        <p:spPr/>
        <p:txBody>
          <a:bodyPr/>
          <a:p>
            <a:r>
              <a:rPr lang="en-US"/>
              <a:t/>
            </a:r>
          </a:p>
        </p:txBody>
      </p:sp>
    </p:spTree>
  </p:cSld>
</p:sldLayout>
</file>

<file path=ppt/slideLayouts/slideLayout10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35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51"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52"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53"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25"/>
          </p:nvPr>
        </p:nvSpPr>
        <p:spPr/>
        <p:txBody>
          <a:bodyPr/>
          <a:p>
            <a:r>
              <a:t>Footer</a:t>
            </a:r>
          </a:p>
        </p:txBody>
      </p:sp>
      <p:sp>
        <p:nvSpPr>
          <p:cNvPr id="7" name="PlaceHolder 6"/>
          <p:cNvSpPr>
            <a:spLocks noGrp="1"/>
          </p:cNvSpPr>
          <p:nvPr>
            <p:ph type="sldNum" idx="26"/>
          </p:nvPr>
        </p:nvSpPr>
        <p:spPr/>
        <p:txBody>
          <a:bodyPr/>
          <a:p>
            <a:fld id="{92276CD2-44B4-4A0F-84C7-A81913C8D353}" type="slidenum">
              <a:t>&lt;#&gt;</a:t>
            </a:fld>
          </a:p>
        </p:txBody>
      </p:sp>
      <p:sp>
        <p:nvSpPr>
          <p:cNvPr id="8" name="PlaceHolder 7"/>
          <p:cNvSpPr>
            <a:spLocks noGrp="1"/>
          </p:cNvSpPr>
          <p:nvPr>
            <p:ph type="dt" idx="27"/>
          </p:nvPr>
        </p:nvSpPr>
        <p:spPr/>
        <p:txBody>
          <a:bodyPr/>
          <a:p>
            <a:r>
              <a:rPr lang="en-US"/>
              <a:t/>
            </a:r>
          </a:p>
        </p:txBody>
      </p:sp>
    </p:spTree>
  </p:cSld>
</p:sldLayout>
</file>

<file path=ppt/slideLayouts/slideLayout10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35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55"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56"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25"/>
          </p:nvPr>
        </p:nvSpPr>
        <p:spPr/>
        <p:txBody>
          <a:bodyPr/>
          <a:p>
            <a:r>
              <a:t>Footer</a:t>
            </a:r>
          </a:p>
        </p:txBody>
      </p:sp>
      <p:sp>
        <p:nvSpPr>
          <p:cNvPr id="6" name="PlaceHolder 5"/>
          <p:cNvSpPr>
            <a:spLocks noGrp="1"/>
          </p:cNvSpPr>
          <p:nvPr>
            <p:ph type="sldNum" idx="26"/>
          </p:nvPr>
        </p:nvSpPr>
        <p:spPr/>
        <p:txBody>
          <a:bodyPr/>
          <a:p>
            <a:fld id="{B9931902-E95D-4907-9E60-F92E45441DAB}" type="slidenum">
              <a:t>&lt;#&gt;</a:t>
            </a:fld>
          </a:p>
        </p:txBody>
      </p:sp>
      <p:sp>
        <p:nvSpPr>
          <p:cNvPr id="7" name="PlaceHolder 6"/>
          <p:cNvSpPr>
            <a:spLocks noGrp="1"/>
          </p:cNvSpPr>
          <p:nvPr>
            <p:ph type="dt" idx="27"/>
          </p:nvPr>
        </p:nvSpPr>
        <p:spPr/>
        <p:txBody>
          <a:bodyPr/>
          <a:p>
            <a:r>
              <a:rPr lang="en-US"/>
              <a:t/>
            </a:r>
          </a:p>
        </p:txBody>
      </p:sp>
    </p:spTree>
  </p:cSld>
</p:sldLayout>
</file>

<file path=ppt/slideLayouts/slideLayout10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35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58"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59"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60"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61"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25"/>
          </p:nvPr>
        </p:nvSpPr>
        <p:spPr/>
        <p:txBody>
          <a:bodyPr/>
          <a:p>
            <a:r>
              <a:t>Footer</a:t>
            </a:r>
          </a:p>
        </p:txBody>
      </p:sp>
      <p:sp>
        <p:nvSpPr>
          <p:cNvPr id="8" name="PlaceHolder 7"/>
          <p:cNvSpPr>
            <a:spLocks noGrp="1"/>
          </p:cNvSpPr>
          <p:nvPr>
            <p:ph type="sldNum" idx="26"/>
          </p:nvPr>
        </p:nvSpPr>
        <p:spPr/>
        <p:txBody>
          <a:bodyPr/>
          <a:p>
            <a:fld id="{12324942-6811-4333-B8B8-89DB5007E788}" type="slidenum">
              <a:t>&lt;#&gt;</a:t>
            </a:fld>
          </a:p>
        </p:txBody>
      </p:sp>
      <p:sp>
        <p:nvSpPr>
          <p:cNvPr id="9" name="PlaceHolder 8"/>
          <p:cNvSpPr>
            <a:spLocks noGrp="1"/>
          </p:cNvSpPr>
          <p:nvPr>
            <p:ph type="dt" idx="27"/>
          </p:nvPr>
        </p:nvSpPr>
        <p:spPr/>
        <p:txBody>
          <a:bodyPr/>
          <a:p>
            <a:r>
              <a:rPr lang="en-US"/>
              <a:t/>
            </a:r>
          </a:p>
        </p:txBody>
      </p:sp>
    </p:spTree>
  </p:cSld>
</p:sldLayout>
</file>

<file path=ppt/slideLayouts/slideLayout10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6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63"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64"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65"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66"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67"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68"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25"/>
          </p:nvPr>
        </p:nvSpPr>
        <p:spPr/>
        <p:txBody>
          <a:bodyPr/>
          <a:p>
            <a:r>
              <a:t>Footer</a:t>
            </a:r>
          </a:p>
        </p:txBody>
      </p:sp>
      <p:sp>
        <p:nvSpPr>
          <p:cNvPr id="10" name="PlaceHolder 9"/>
          <p:cNvSpPr>
            <a:spLocks noGrp="1"/>
          </p:cNvSpPr>
          <p:nvPr>
            <p:ph type="sldNum" idx="26"/>
          </p:nvPr>
        </p:nvSpPr>
        <p:spPr/>
        <p:txBody>
          <a:bodyPr/>
          <a:p>
            <a:fld id="{0682A723-82B0-45F5-8B49-0588C7A54C52}" type="slidenum">
              <a:t>&lt;#&gt;</a:t>
            </a:fld>
          </a:p>
        </p:txBody>
      </p:sp>
      <p:sp>
        <p:nvSpPr>
          <p:cNvPr id="11" name="PlaceHolder 10"/>
          <p:cNvSpPr>
            <a:spLocks noGrp="1"/>
          </p:cNvSpPr>
          <p:nvPr>
            <p:ph type="dt" idx="27"/>
          </p:nvPr>
        </p:nvSpPr>
        <p:spPr/>
        <p:txBody>
          <a:bodyPr/>
          <a:p>
            <a:r>
              <a:rPr lang="en-US"/>
              <a:t/>
            </a:r>
          </a:p>
        </p:txBody>
      </p:sp>
    </p:spTree>
  </p:cSld>
</p:sldLayout>
</file>

<file path=ppt/slideLayouts/slideLayout10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28"/>
          </p:nvPr>
        </p:nvSpPr>
        <p:spPr/>
        <p:txBody>
          <a:bodyPr/>
          <a:p>
            <a:r>
              <a:t>Footer</a:t>
            </a:r>
          </a:p>
        </p:txBody>
      </p:sp>
      <p:sp>
        <p:nvSpPr>
          <p:cNvPr id="3" name="PlaceHolder 2"/>
          <p:cNvSpPr>
            <a:spLocks noGrp="1"/>
          </p:cNvSpPr>
          <p:nvPr>
            <p:ph type="sldNum" idx="29"/>
          </p:nvPr>
        </p:nvSpPr>
        <p:spPr/>
        <p:txBody>
          <a:bodyPr/>
          <a:p>
            <a:fld id="{8F63429D-2C56-466B-B730-CB5604CBE09C}" type="slidenum">
              <a:t>&lt;#&gt;</a:t>
            </a:fld>
          </a:p>
        </p:txBody>
      </p:sp>
      <p:sp>
        <p:nvSpPr>
          <p:cNvPr id="4" name="PlaceHolder 3"/>
          <p:cNvSpPr>
            <a:spLocks noGrp="1"/>
          </p:cNvSpPr>
          <p:nvPr>
            <p:ph type="dt" idx="30"/>
          </p:nvPr>
        </p:nvSpPr>
        <p:spPr/>
        <p:txBody>
          <a:bodyPr/>
          <a:p>
            <a:r>
              <a:rPr lang="en-US"/>
              <a:t/>
            </a:r>
          </a:p>
        </p:txBody>
      </p:sp>
    </p:spTree>
  </p:cSld>
</p:sldLayout>
</file>

<file path=ppt/slideLayouts/slideLayout1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37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75"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28"/>
          </p:nvPr>
        </p:nvSpPr>
        <p:spPr/>
        <p:txBody>
          <a:bodyPr/>
          <a:p>
            <a:r>
              <a:t>Footer</a:t>
            </a:r>
          </a:p>
        </p:txBody>
      </p:sp>
      <p:sp>
        <p:nvSpPr>
          <p:cNvPr id="5" name="PlaceHolder 4"/>
          <p:cNvSpPr>
            <a:spLocks noGrp="1"/>
          </p:cNvSpPr>
          <p:nvPr>
            <p:ph type="sldNum" idx="29"/>
          </p:nvPr>
        </p:nvSpPr>
        <p:spPr/>
        <p:txBody>
          <a:bodyPr/>
          <a:p>
            <a:fld id="{C6B53767-490D-43F9-8681-490896D1F6EE}" type="slidenum">
              <a:t>&lt;#&gt;</a:t>
            </a:fld>
          </a:p>
        </p:txBody>
      </p:sp>
      <p:sp>
        <p:nvSpPr>
          <p:cNvPr id="6" name="PlaceHolder 5"/>
          <p:cNvSpPr>
            <a:spLocks noGrp="1"/>
          </p:cNvSpPr>
          <p:nvPr>
            <p:ph type="dt" idx="30"/>
          </p:nvPr>
        </p:nvSpPr>
        <p:spPr/>
        <p:txBody>
          <a:bodyPr/>
          <a:p>
            <a:r>
              <a:rPr lang="en-US"/>
              <a:t/>
            </a:r>
          </a:p>
        </p:txBody>
      </p:sp>
    </p:spTree>
  </p:cSld>
</p:sldLayout>
</file>

<file path=ppt/slideLayouts/slideLayout1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37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77"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28"/>
          </p:nvPr>
        </p:nvSpPr>
        <p:spPr/>
        <p:txBody>
          <a:bodyPr/>
          <a:p>
            <a:r>
              <a:t>Footer</a:t>
            </a:r>
          </a:p>
        </p:txBody>
      </p:sp>
      <p:sp>
        <p:nvSpPr>
          <p:cNvPr id="5" name="PlaceHolder 4"/>
          <p:cNvSpPr>
            <a:spLocks noGrp="1"/>
          </p:cNvSpPr>
          <p:nvPr>
            <p:ph type="sldNum" idx="29"/>
          </p:nvPr>
        </p:nvSpPr>
        <p:spPr/>
        <p:txBody>
          <a:bodyPr/>
          <a:p>
            <a:fld id="{C914DA99-E537-4FED-B560-DCDB7BA72F7B}" type="slidenum">
              <a:t>&lt;#&gt;</a:t>
            </a:fld>
          </a:p>
        </p:txBody>
      </p:sp>
      <p:sp>
        <p:nvSpPr>
          <p:cNvPr id="6" name="PlaceHolder 5"/>
          <p:cNvSpPr>
            <a:spLocks noGrp="1"/>
          </p:cNvSpPr>
          <p:nvPr>
            <p:ph type="dt" idx="30"/>
          </p:nvPr>
        </p:nvSpPr>
        <p:spPr/>
        <p:txBody>
          <a:bodyPr/>
          <a:p>
            <a:r>
              <a:rPr lang="en-US"/>
              <a:t/>
            </a:r>
          </a:p>
        </p:txBody>
      </p:sp>
    </p:spTree>
  </p:cSld>
</p:sldLayout>
</file>

<file path=ppt/slideLayouts/slideLayout1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37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79"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80"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28"/>
          </p:nvPr>
        </p:nvSpPr>
        <p:spPr/>
        <p:txBody>
          <a:bodyPr/>
          <a:p>
            <a:r>
              <a:t>Footer</a:t>
            </a:r>
          </a:p>
        </p:txBody>
      </p:sp>
      <p:sp>
        <p:nvSpPr>
          <p:cNvPr id="6" name="PlaceHolder 5"/>
          <p:cNvSpPr>
            <a:spLocks noGrp="1"/>
          </p:cNvSpPr>
          <p:nvPr>
            <p:ph type="sldNum" idx="29"/>
          </p:nvPr>
        </p:nvSpPr>
        <p:spPr/>
        <p:txBody>
          <a:bodyPr/>
          <a:p>
            <a:fld id="{F3D2BEFB-91E1-4171-B903-0BC50336EE48}" type="slidenum">
              <a:t>&lt;#&gt;</a:t>
            </a:fld>
          </a:p>
        </p:txBody>
      </p:sp>
      <p:sp>
        <p:nvSpPr>
          <p:cNvPr id="7" name="PlaceHolder 6"/>
          <p:cNvSpPr>
            <a:spLocks noGrp="1"/>
          </p:cNvSpPr>
          <p:nvPr>
            <p:ph type="dt" idx="30"/>
          </p:nvPr>
        </p:nvSpPr>
        <p:spPr/>
        <p:txBody>
          <a:bodyPr/>
          <a:p>
            <a:r>
              <a:rPr lang="en-US"/>
              <a:t/>
            </a:r>
          </a:p>
        </p:txBody>
      </p:sp>
    </p:spTree>
  </p:cSld>
</p:sldLayout>
</file>

<file path=ppt/slideLayouts/slideLayout1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38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28"/>
          </p:nvPr>
        </p:nvSpPr>
        <p:spPr/>
        <p:txBody>
          <a:bodyPr/>
          <a:p>
            <a:r>
              <a:t>Footer</a:t>
            </a:r>
          </a:p>
        </p:txBody>
      </p:sp>
      <p:sp>
        <p:nvSpPr>
          <p:cNvPr id="4" name="PlaceHolder 3"/>
          <p:cNvSpPr>
            <a:spLocks noGrp="1"/>
          </p:cNvSpPr>
          <p:nvPr>
            <p:ph type="sldNum" idx="29"/>
          </p:nvPr>
        </p:nvSpPr>
        <p:spPr/>
        <p:txBody>
          <a:bodyPr/>
          <a:p>
            <a:fld id="{43EF624D-0E4A-4CC8-9C23-0A3C5B2C48C1}" type="slidenum">
              <a:t>&lt;#&gt;</a:t>
            </a:fld>
          </a:p>
        </p:txBody>
      </p:sp>
      <p:sp>
        <p:nvSpPr>
          <p:cNvPr id="5" name="PlaceHolder 4"/>
          <p:cNvSpPr>
            <a:spLocks noGrp="1"/>
          </p:cNvSpPr>
          <p:nvPr>
            <p:ph type="dt" idx="30"/>
          </p:nvPr>
        </p:nvSpPr>
        <p:spPr/>
        <p:txBody>
          <a:bodyPr/>
          <a:p>
            <a:r>
              <a:rPr lang="en-US"/>
              <a:t/>
            </a:r>
          </a:p>
        </p:txBody>
      </p:sp>
    </p:spTree>
  </p:cSld>
</p:sldLayout>
</file>

<file path=ppt/slideLayouts/slideLayout1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382"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28"/>
          </p:nvPr>
        </p:nvSpPr>
        <p:spPr/>
        <p:txBody>
          <a:bodyPr/>
          <a:p>
            <a:r>
              <a:t>Footer</a:t>
            </a:r>
          </a:p>
        </p:txBody>
      </p:sp>
      <p:sp>
        <p:nvSpPr>
          <p:cNvPr id="4" name="PlaceHolder 3"/>
          <p:cNvSpPr>
            <a:spLocks noGrp="1"/>
          </p:cNvSpPr>
          <p:nvPr>
            <p:ph type="sldNum" idx="29"/>
          </p:nvPr>
        </p:nvSpPr>
        <p:spPr/>
        <p:txBody>
          <a:bodyPr/>
          <a:p>
            <a:fld id="{7DE3B34B-306F-46E4-BC92-B9651A8B9EB3}" type="slidenum">
              <a:t>&lt;#&gt;</a:t>
            </a:fld>
          </a:p>
        </p:txBody>
      </p:sp>
      <p:sp>
        <p:nvSpPr>
          <p:cNvPr id="5" name="PlaceHolder 4"/>
          <p:cNvSpPr>
            <a:spLocks noGrp="1"/>
          </p:cNvSpPr>
          <p:nvPr>
            <p:ph type="dt" idx="30"/>
          </p:nvPr>
        </p:nvSpPr>
        <p:spPr/>
        <p:txBody>
          <a:bodyPr/>
          <a:p>
            <a:r>
              <a:rPr lang="en-US"/>
              <a:t/>
            </a:r>
          </a:p>
        </p:txBody>
      </p:sp>
    </p:spTree>
  </p:cSld>
</p:sldLayout>
</file>

<file path=ppt/slideLayouts/slideLayout1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38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84"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85"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86"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28"/>
          </p:nvPr>
        </p:nvSpPr>
        <p:spPr/>
        <p:txBody>
          <a:bodyPr/>
          <a:p>
            <a:r>
              <a:t>Footer</a:t>
            </a:r>
          </a:p>
        </p:txBody>
      </p:sp>
      <p:sp>
        <p:nvSpPr>
          <p:cNvPr id="7" name="PlaceHolder 6"/>
          <p:cNvSpPr>
            <a:spLocks noGrp="1"/>
          </p:cNvSpPr>
          <p:nvPr>
            <p:ph type="sldNum" idx="29"/>
          </p:nvPr>
        </p:nvSpPr>
        <p:spPr/>
        <p:txBody>
          <a:bodyPr/>
          <a:p>
            <a:fld id="{7F5EEF57-F9C1-47A9-BC26-C4D14DE8D297}" type="slidenum">
              <a:t>&lt;#&gt;</a:t>
            </a:fld>
          </a:p>
        </p:txBody>
      </p:sp>
      <p:sp>
        <p:nvSpPr>
          <p:cNvPr id="8" name="PlaceHolder 7"/>
          <p:cNvSpPr>
            <a:spLocks noGrp="1"/>
          </p:cNvSpPr>
          <p:nvPr>
            <p:ph type="dt" idx="30"/>
          </p:nvPr>
        </p:nvSpPr>
        <p:spPr/>
        <p:txBody>
          <a:bodyPr/>
          <a:p>
            <a:r>
              <a:rPr lang="en-US"/>
              <a:t/>
            </a:r>
          </a:p>
        </p:txBody>
      </p:sp>
    </p:spTree>
  </p:cSld>
</p:sldLayout>
</file>

<file path=ppt/slideLayouts/slideLayout1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38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88"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89"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90"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28"/>
          </p:nvPr>
        </p:nvSpPr>
        <p:spPr/>
        <p:txBody>
          <a:bodyPr/>
          <a:p>
            <a:r>
              <a:t>Footer</a:t>
            </a:r>
          </a:p>
        </p:txBody>
      </p:sp>
      <p:sp>
        <p:nvSpPr>
          <p:cNvPr id="7" name="PlaceHolder 6"/>
          <p:cNvSpPr>
            <a:spLocks noGrp="1"/>
          </p:cNvSpPr>
          <p:nvPr>
            <p:ph type="sldNum" idx="29"/>
          </p:nvPr>
        </p:nvSpPr>
        <p:spPr/>
        <p:txBody>
          <a:bodyPr/>
          <a:p>
            <a:fld id="{503C0BD1-3B67-45A4-A025-3234A14C22A4}" type="slidenum">
              <a:t>&lt;#&gt;</a:t>
            </a:fld>
          </a:p>
        </p:txBody>
      </p:sp>
      <p:sp>
        <p:nvSpPr>
          <p:cNvPr id="8" name="PlaceHolder 7"/>
          <p:cNvSpPr>
            <a:spLocks noGrp="1"/>
          </p:cNvSpPr>
          <p:nvPr>
            <p:ph type="dt" idx="30"/>
          </p:nvPr>
        </p:nvSpPr>
        <p:spPr/>
        <p:txBody>
          <a:bodyPr/>
          <a:p>
            <a:r>
              <a:rPr lang="en-US"/>
              <a:t/>
            </a:r>
          </a:p>
        </p:txBody>
      </p:sp>
    </p:spTree>
  </p:cSld>
</p:sldLayout>
</file>

<file path=ppt/slideLayouts/slideLayout1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39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92"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93"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94"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28"/>
          </p:nvPr>
        </p:nvSpPr>
        <p:spPr/>
        <p:txBody>
          <a:bodyPr/>
          <a:p>
            <a:r>
              <a:t>Footer</a:t>
            </a:r>
          </a:p>
        </p:txBody>
      </p:sp>
      <p:sp>
        <p:nvSpPr>
          <p:cNvPr id="7" name="PlaceHolder 6"/>
          <p:cNvSpPr>
            <a:spLocks noGrp="1"/>
          </p:cNvSpPr>
          <p:nvPr>
            <p:ph type="sldNum" idx="29"/>
          </p:nvPr>
        </p:nvSpPr>
        <p:spPr/>
        <p:txBody>
          <a:bodyPr/>
          <a:p>
            <a:fld id="{994F5768-3E55-4822-A96D-C8F92A2DF96C}" type="slidenum">
              <a:t>&lt;#&gt;</a:t>
            </a:fld>
          </a:p>
        </p:txBody>
      </p:sp>
      <p:sp>
        <p:nvSpPr>
          <p:cNvPr id="8" name="PlaceHolder 7"/>
          <p:cNvSpPr>
            <a:spLocks noGrp="1"/>
          </p:cNvSpPr>
          <p:nvPr>
            <p:ph type="dt" idx="30"/>
          </p:nvPr>
        </p:nvSpPr>
        <p:spPr/>
        <p:txBody>
          <a:bodyPr/>
          <a:p>
            <a:r>
              <a:rPr lang="en-US"/>
              <a:t/>
            </a:r>
          </a:p>
        </p:txBody>
      </p:sp>
    </p:spTree>
  </p:cSld>
</p:sldLayout>
</file>

<file path=ppt/slideLayouts/slideLayout1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39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96"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97"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28"/>
          </p:nvPr>
        </p:nvSpPr>
        <p:spPr/>
        <p:txBody>
          <a:bodyPr/>
          <a:p>
            <a:r>
              <a:t>Footer</a:t>
            </a:r>
          </a:p>
        </p:txBody>
      </p:sp>
      <p:sp>
        <p:nvSpPr>
          <p:cNvPr id="6" name="PlaceHolder 5"/>
          <p:cNvSpPr>
            <a:spLocks noGrp="1"/>
          </p:cNvSpPr>
          <p:nvPr>
            <p:ph type="sldNum" idx="29"/>
          </p:nvPr>
        </p:nvSpPr>
        <p:spPr/>
        <p:txBody>
          <a:bodyPr/>
          <a:p>
            <a:fld id="{18D322B7-A166-4D9E-A72F-E8D741A0F892}" type="slidenum">
              <a:t>&lt;#&gt;</a:t>
            </a:fld>
          </a:p>
        </p:txBody>
      </p:sp>
      <p:sp>
        <p:nvSpPr>
          <p:cNvPr id="7" name="PlaceHolder 6"/>
          <p:cNvSpPr>
            <a:spLocks noGrp="1"/>
          </p:cNvSpPr>
          <p:nvPr>
            <p:ph type="dt" idx="30"/>
          </p:nvPr>
        </p:nvSpPr>
        <p:spPr/>
        <p:txBody>
          <a:bodyPr/>
          <a:p>
            <a:r>
              <a:rPr lang="en-US"/>
              <a:t/>
            </a:r>
          </a:p>
        </p:txBody>
      </p:sp>
    </p:spTree>
  </p:cSld>
</p:sldLayout>
</file>

<file path=ppt/slideLayouts/slideLayout1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39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99"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0"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1"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2"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28"/>
          </p:nvPr>
        </p:nvSpPr>
        <p:spPr/>
        <p:txBody>
          <a:bodyPr/>
          <a:p>
            <a:r>
              <a:t>Footer</a:t>
            </a:r>
          </a:p>
        </p:txBody>
      </p:sp>
      <p:sp>
        <p:nvSpPr>
          <p:cNvPr id="8" name="PlaceHolder 7"/>
          <p:cNvSpPr>
            <a:spLocks noGrp="1"/>
          </p:cNvSpPr>
          <p:nvPr>
            <p:ph type="sldNum" idx="29"/>
          </p:nvPr>
        </p:nvSpPr>
        <p:spPr/>
        <p:txBody>
          <a:bodyPr/>
          <a:p>
            <a:fld id="{31F0AB07-5975-4D7E-A323-D99E85EF13B4}" type="slidenum">
              <a:t>&lt;#&gt;</a:t>
            </a:fld>
          </a:p>
        </p:txBody>
      </p:sp>
      <p:sp>
        <p:nvSpPr>
          <p:cNvPr id="9" name="PlaceHolder 8"/>
          <p:cNvSpPr>
            <a:spLocks noGrp="1"/>
          </p:cNvSpPr>
          <p:nvPr>
            <p:ph type="dt" idx="30"/>
          </p:nvPr>
        </p:nvSpPr>
        <p:spPr/>
        <p:txBody>
          <a:bodyPr/>
          <a:p>
            <a:r>
              <a:rPr lang="en-US"/>
              <a:t/>
            </a:r>
          </a:p>
        </p:txBody>
      </p:sp>
    </p:spTree>
  </p:cSld>
</p:sldLayout>
</file>

<file path=ppt/slideLayouts/slideLayout1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40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04"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5"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6"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7"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8"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9"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28"/>
          </p:nvPr>
        </p:nvSpPr>
        <p:spPr/>
        <p:txBody>
          <a:bodyPr/>
          <a:p>
            <a:r>
              <a:t>Footer</a:t>
            </a:r>
          </a:p>
        </p:txBody>
      </p:sp>
      <p:sp>
        <p:nvSpPr>
          <p:cNvPr id="10" name="PlaceHolder 9"/>
          <p:cNvSpPr>
            <a:spLocks noGrp="1"/>
          </p:cNvSpPr>
          <p:nvPr>
            <p:ph type="sldNum" idx="29"/>
          </p:nvPr>
        </p:nvSpPr>
        <p:spPr/>
        <p:txBody>
          <a:bodyPr/>
          <a:p>
            <a:fld id="{61643543-FC74-414C-99D5-4116C3FDF99C}" type="slidenum">
              <a:t>&lt;#&gt;</a:t>
            </a:fld>
          </a:p>
        </p:txBody>
      </p:sp>
      <p:sp>
        <p:nvSpPr>
          <p:cNvPr id="11" name="PlaceHolder 10"/>
          <p:cNvSpPr>
            <a:spLocks noGrp="1"/>
          </p:cNvSpPr>
          <p:nvPr>
            <p:ph type="dt" idx="30"/>
          </p:nvPr>
        </p:nvSpPr>
        <p:spPr/>
        <p:txBody>
          <a:bodyPr/>
          <a:p>
            <a:r>
              <a:rPr lang="en-US"/>
              <a:t/>
            </a:r>
          </a:p>
        </p:txBody>
      </p:sp>
    </p:spTree>
  </p:cSld>
</p:sldLayout>
</file>

<file path=ppt/slideLayouts/slideLayout1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31"/>
          </p:nvPr>
        </p:nvSpPr>
        <p:spPr/>
        <p:txBody>
          <a:bodyPr/>
          <a:p>
            <a:r>
              <a:t>Footer</a:t>
            </a:r>
          </a:p>
        </p:txBody>
      </p:sp>
      <p:sp>
        <p:nvSpPr>
          <p:cNvPr id="3" name="PlaceHolder 2"/>
          <p:cNvSpPr>
            <a:spLocks noGrp="1"/>
          </p:cNvSpPr>
          <p:nvPr>
            <p:ph type="sldNum" idx="32"/>
          </p:nvPr>
        </p:nvSpPr>
        <p:spPr/>
        <p:txBody>
          <a:bodyPr/>
          <a:p>
            <a:fld id="{B8F57E89-93A7-4CD8-BB4E-32B685188D8E}" type="slidenum">
              <a:t>&lt;#&gt;</a:t>
            </a:fld>
          </a:p>
        </p:txBody>
      </p:sp>
      <p:sp>
        <p:nvSpPr>
          <p:cNvPr id="4" name="PlaceHolder 3"/>
          <p:cNvSpPr>
            <a:spLocks noGrp="1"/>
          </p:cNvSpPr>
          <p:nvPr>
            <p:ph type="dt" idx="33"/>
          </p:nvPr>
        </p:nvSpPr>
        <p:spPr/>
        <p:txBody>
          <a:bodyPr/>
          <a:p>
            <a:r>
              <a:rPr lang="en-US"/>
              <a:t/>
            </a:r>
          </a:p>
        </p:txBody>
      </p:sp>
    </p:spTree>
  </p:cSld>
</p:sldLayout>
</file>

<file path=ppt/slideLayouts/slideLayout1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41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16"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31"/>
          </p:nvPr>
        </p:nvSpPr>
        <p:spPr/>
        <p:txBody>
          <a:bodyPr/>
          <a:p>
            <a:r>
              <a:t>Footer</a:t>
            </a:r>
          </a:p>
        </p:txBody>
      </p:sp>
      <p:sp>
        <p:nvSpPr>
          <p:cNvPr id="5" name="PlaceHolder 4"/>
          <p:cNvSpPr>
            <a:spLocks noGrp="1"/>
          </p:cNvSpPr>
          <p:nvPr>
            <p:ph type="sldNum" idx="32"/>
          </p:nvPr>
        </p:nvSpPr>
        <p:spPr/>
        <p:txBody>
          <a:bodyPr/>
          <a:p>
            <a:fld id="{69B788AC-FD24-4426-B0B9-4FD2A9097CCD}" type="slidenum">
              <a:t>&lt;#&gt;</a:t>
            </a:fld>
          </a:p>
        </p:txBody>
      </p:sp>
      <p:sp>
        <p:nvSpPr>
          <p:cNvPr id="6" name="PlaceHolder 5"/>
          <p:cNvSpPr>
            <a:spLocks noGrp="1"/>
          </p:cNvSpPr>
          <p:nvPr>
            <p:ph type="dt" idx="33"/>
          </p:nvPr>
        </p:nvSpPr>
        <p:spPr/>
        <p:txBody>
          <a:bodyPr/>
          <a:p>
            <a:r>
              <a:rPr lang="en-US"/>
              <a:t/>
            </a:r>
          </a:p>
        </p:txBody>
      </p:sp>
    </p:spTree>
  </p:cSld>
</p:sldLayout>
</file>

<file path=ppt/slideLayouts/slideLayout1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1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18"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31"/>
          </p:nvPr>
        </p:nvSpPr>
        <p:spPr/>
        <p:txBody>
          <a:bodyPr/>
          <a:p>
            <a:r>
              <a:t>Footer</a:t>
            </a:r>
          </a:p>
        </p:txBody>
      </p:sp>
      <p:sp>
        <p:nvSpPr>
          <p:cNvPr id="5" name="PlaceHolder 4"/>
          <p:cNvSpPr>
            <a:spLocks noGrp="1"/>
          </p:cNvSpPr>
          <p:nvPr>
            <p:ph type="sldNum" idx="32"/>
          </p:nvPr>
        </p:nvSpPr>
        <p:spPr/>
        <p:txBody>
          <a:bodyPr/>
          <a:p>
            <a:fld id="{EE2DEE09-07A2-4D55-BCAD-A2F98A7A4F14}" type="slidenum">
              <a:t>&lt;#&gt;</a:t>
            </a:fld>
          </a:p>
        </p:txBody>
      </p:sp>
      <p:sp>
        <p:nvSpPr>
          <p:cNvPr id="6" name="PlaceHolder 5"/>
          <p:cNvSpPr>
            <a:spLocks noGrp="1"/>
          </p:cNvSpPr>
          <p:nvPr>
            <p:ph type="dt" idx="33"/>
          </p:nvPr>
        </p:nvSpPr>
        <p:spPr/>
        <p:txBody>
          <a:bodyPr/>
          <a:p>
            <a:r>
              <a:rPr lang="en-US"/>
              <a:t/>
            </a:r>
          </a:p>
        </p:txBody>
      </p:sp>
    </p:spTree>
  </p:cSld>
</p:sldLayout>
</file>

<file path=ppt/slideLayouts/slideLayout1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41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20"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21"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31"/>
          </p:nvPr>
        </p:nvSpPr>
        <p:spPr/>
        <p:txBody>
          <a:bodyPr/>
          <a:p>
            <a:r>
              <a:t>Footer</a:t>
            </a:r>
          </a:p>
        </p:txBody>
      </p:sp>
      <p:sp>
        <p:nvSpPr>
          <p:cNvPr id="6" name="PlaceHolder 5"/>
          <p:cNvSpPr>
            <a:spLocks noGrp="1"/>
          </p:cNvSpPr>
          <p:nvPr>
            <p:ph type="sldNum" idx="32"/>
          </p:nvPr>
        </p:nvSpPr>
        <p:spPr/>
        <p:txBody>
          <a:bodyPr/>
          <a:p>
            <a:fld id="{B04BC1E3-23EB-4A9E-AF81-A3AE062879E1}" type="slidenum">
              <a:t>&lt;#&gt;</a:t>
            </a:fld>
          </a:p>
        </p:txBody>
      </p:sp>
      <p:sp>
        <p:nvSpPr>
          <p:cNvPr id="7" name="PlaceHolder 6"/>
          <p:cNvSpPr>
            <a:spLocks noGrp="1"/>
          </p:cNvSpPr>
          <p:nvPr>
            <p:ph type="dt" idx="33"/>
          </p:nvPr>
        </p:nvSpPr>
        <p:spPr/>
        <p:txBody>
          <a:bodyPr/>
          <a:p>
            <a:r>
              <a:rPr lang="en-US"/>
              <a:t/>
            </a:r>
          </a:p>
        </p:txBody>
      </p:sp>
    </p:spTree>
  </p:cSld>
</p:sldLayout>
</file>

<file path=ppt/slideLayouts/slideLayout12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42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31"/>
          </p:nvPr>
        </p:nvSpPr>
        <p:spPr/>
        <p:txBody>
          <a:bodyPr/>
          <a:p>
            <a:r>
              <a:t>Footer</a:t>
            </a:r>
          </a:p>
        </p:txBody>
      </p:sp>
      <p:sp>
        <p:nvSpPr>
          <p:cNvPr id="4" name="PlaceHolder 3"/>
          <p:cNvSpPr>
            <a:spLocks noGrp="1"/>
          </p:cNvSpPr>
          <p:nvPr>
            <p:ph type="sldNum" idx="32"/>
          </p:nvPr>
        </p:nvSpPr>
        <p:spPr/>
        <p:txBody>
          <a:bodyPr/>
          <a:p>
            <a:fld id="{6D10330A-C83C-414C-BF51-450DEDCE9D6D}" type="slidenum">
              <a:t>&lt;#&gt;</a:t>
            </a:fld>
          </a:p>
        </p:txBody>
      </p:sp>
      <p:sp>
        <p:nvSpPr>
          <p:cNvPr id="5" name="PlaceHolder 4"/>
          <p:cNvSpPr>
            <a:spLocks noGrp="1"/>
          </p:cNvSpPr>
          <p:nvPr>
            <p:ph type="dt" idx="33"/>
          </p:nvPr>
        </p:nvSpPr>
        <p:spPr/>
        <p:txBody>
          <a:bodyPr/>
          <a:p>
            <a:r>
              <a:rPr lang="en-US"/>
              <a:t/>
            </a:r>
          </a:p>
        </p:txBody>
      </p:sp>
    </p:spTree>
  </p:cSld>
</p:sldLayout>
</file>

<file path=ppt/slideLayouts/slideLayout12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423"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31"/>
          </p:nvPr>
        </p:nvSpPr>
        <p:spPr/>
        <p:txBody>
          <a:bodyPr/>
          <a:p>
            <a:r>
              <a:t>Footer</a:t>
            </a:r>
          </a:p>
        </p:txBody>
      </p:sp>
      <p:sp>
        <p:nvSpPr>
          <p:cNvPr id="4" name="PlaceHolder 3"/>
          <p:cNvSpPr>
            <a:spLocks noGrp="1"/>
          </p:cNvSpPr>
          <p:nvPr>
            <p:ph type="sldNum" idx="32"/>
          </p:nvPr>
        </p:nvSpPr>
        <p:spPr/>
        <p:txBody>
          <a:bodyPr/>
          <a:p>
            <a:fld id="{DE0CECC0-75EA-490C-B85B-29291C68C2DE}" type="slidenum">
              <a:t>&lt;#&gt;</a:t>
            </a:fld>
          </a:p>
        </p:txBody>
      </p:sp>
      <p:sp>
        <p:nvSpPr>
          <p:cNvPr id="5" name="PlaceHolder 4"/>
          <p:cNvSpPr>
            <a:spLocks noGrp="1"/>
          </p:cNvSpPr>
          <p:nvPr>
            <p:ph type="dt" idx="33"/>
          </p:nvPr>
        </p:nvSpPr>
        <p:spPr/>
        <p:txBody>
          <a:bodyPr/>
          <a:p>
            <a:r>
              <a:rPr lang="en-US"/>
              <a:t/>
            </a:r>
          </a:p>
        </p:txBody>
      </p:sp>
    </p:spTree>
  </p:cSld>
</p:sldLayout>
</file>

<file path=ppt/slideLayouts/slideLayout12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42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25"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26"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27"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31"/>
          </p:nvPr>
        </p:nvSpPr>
        <p:spPr/>
        <p:txBody>
          <a:bodyPr/>
          <a:p>
            <a:r>
              <a:t>Footer</a:t>
            </a:r>
          </a:p>
        </p:txBody>
      </p:sp>
      <p:sp>
        <p:nvSpPr>
          <p:cNvPr id="7" name="PlaceHolder 6"/>
          <p:cNvSpPr>
            <a:spLocks noGrp="1"/>
          </p:cNvSpPr>
          <p:nvPr>
            <p:ph type="sldNum" idx="32"/>
          </p:nvPr>
        </p:nvSpPr>
        <p:spPr/>
        <p:txBody>
          <a:bodyPr/>
          <a:p>
            <a:fld id="{4E17A817-A2B4-45F1-B8A8-50F7DBF7AA72}" type="slidenum">
              <a:t>&lt;#&gt;</a:t>
            </a:fld>
          </a:p>
        </p:txBody>
      </p:sp>
      <p:sp>
        <p:nvSpPr>
          <p:cNvPr id="8" name="PlaceHolder 7"/>
          <p:cNvSpPr>
            <a:spLocks noGrp="1"/>
          </p:cNvSpPr>
          <p:nvPr>
            <p:ph type="dt" idx="33"/>
          </p:nvPr>
        </p:nvSpPr>
        <p:spPr/>
        <p:txBody>
          <a:bodyPr/>
          <a:p>
            <a:r>
              <a:rPr lang="en-US"/>
              <a:t/>
            </a:r>
          </a:p>
        </p:txBody>
      </p:sp>
    </p:spTree>
  </p:cSld>
</p:sldLayout>
</file>

<file path=ppt/slideLayouts/slideLayout12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42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29"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30"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31"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31"/>
          </p:nvPr>
        </p:nvSpPr>
        <p:spPr/>
        <p:txBody>
          <a:bodyPr/>
          <a:p>
            <a:r>
              <a:t>Footer</a:t>
            </a:r>
          </a:p>
        </p:txBody>
      </p:sp>
      <p:sp>
        <p:nvSpPr>
          <p:cNvPr id="7" name="PlaceHolder 6"/>
          <p:cNvSpPr>
            <a:spLocks noGrp="1"/>
          </p:cNvSpPr>
          <p:nvPr>
            <p:ph type="sldNum" idx="32"/>
          </p:nvPr>
        </p:nvSpPr>
        <p:spPr/>
        <p:txBody>
          <a:bodyPr/>
          <a:p>
            <a:fld id="{1B3BEF51-AC24-4758-9F75-DDAF067500C3}" type="slidenum">
              <a:t>&lt;#&gt;</a:t>
            </a:fld>
          </a:p>
        </p:txBody>
      </p:sp>
      <p:sp>
        <p:nvSpPr>
          <p:cNvPr id="8" name="PlaceHolder 7"/>
          <p:cNvSpPr>
            <a:spLocks noGrp="1"/>
          </p:cNvSpPr>
          <p:nvPr>
            <p:ph type="dt" idx="33"/>
          </p:nvPr>
        </p:nvSpPr>
        <p:spPr/>
        <p:txBody>
          <a:bodyPr/>
          <a:p>
            <a:r>
              <a:rPr lang="en-US"/>
              <a:t/>
            </a:r>
          </a:p>
        </p:txBody>
      </p:sp>
    </p:spTree>
  </p:cSld>
</p:sldLayout>
</file>

<file path=ppt/slideLayouts/slideLayout12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43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33"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34"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35"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31"/>
          </p:nvPr>
        </p:nvSpPr>
        <p:spPr/>
        <p:txBody>
          <a:bodyPr/>
          <a:p>
            <a:r>
              <a:t>Footer</a:t>
            </a:r>
          </a:p>
        </p:txBody>
      </p:sp>
      <p:sp>
        <p:nvSpPr>
          <p:cNvPr id="7" name="PlaceHolder 6"/>
          <p:cNvSpPr>
            <a:spLocks noGrp="1"/>
          </p:cNvSpPr>
          <p:nvPr>
            <p:ph type="sldNum" idx="32"/>
          </p:nvPr>
        </p:nvSpPr>
        <p:spPr/>
        <p:txBody>
          <a:bodyPr/>
          <a:p>
            <a:fld id="{4507EB02-9CF7-41F6-B332-F7916149033E}" type="slidenum">
              <a:t>&lt;#&gt;</a:t>
            </a:fld>
          </a:p>
        </p:txBody>
      </p:sp>
      <p:sp>
        <p:nvSpPr>
          <p:cNvPr id="8" name="PlaceHolder 7"/>
          <p:cNvSpPr>
            <a:spLocks noGrp="1"/>
          </p:cNvSpPr>
          <p:nvPr>
            <p:ph type="dt" idx="33"/>
          </p:nvPr>
        </p:nvSpPr>
        <p:spPr/>
        <p:txBody>
          <a:bodyPr/>
          <a:p>
            <a:r>
              <a:rPr lang="en-US"/>
              <a:t/>
            </a:r>
          </a:p>
        </p:txBody>
      </p:sp>
    </p:spTree>
  </p:cSld>
</p:sldLayout>
</file>

<file path=ppt/slideLayouts/slideLayout13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43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37"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38"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31"/>
          </p:nvPr>
        </p:nvSpPr>
        <p:spPr/>
        <p:txBody>
          <a:bodyPr/>
          <a:p>
            <a:r>
              <a:t>Footer</a:t>
            </a:r>
          </a:p>
        </p:txBody>
      </p:sp>
      <p:sp>
        <p:nvSpPr>
          <p:cNvPr id="6" name="PlaceHolder 5"/>
          <p:cNvSpPr>
            <a:spLocks noGrp="1"/>
          </p:cNvSpPr>
          <p:nvPr>
            <p:ph type="sldNum" idx="32"/>
          </p:nvPr>
        </p:nvSpPr>
        <p:spPr/>
        <p:txBody>
          <a:bodyPr/>
          <a:p>
            <a:fld id="{9F3FB80C-E546-4ACB-9A44-80D8348A3840}" type="slidenum">
              <a:t>&lt;#&gt;</a:t>
            </a:fld>
          </a:p>
        </p:txBody>
      </p:sp>
      <p:sp>
        <p:nvSpPr>
          <p:cNvPr id="7" name="PlaceHolder 6"/>
          <p:cNvSpPr>
            <a:spLocks noGrp="1"/>
          </p:cNvSpPr>
          <p:nvPr>
            <p:ph type="dt" idx="33"/>
          </p:nvPr>
        </p:nvSpPr>
        <p:spPr/>
        <p:txBody>
          <a:bodyPr/>
          <a:p>
            <a:r>
              <a:rPr lang="en-US"/>
              <a:t/>
            </a:r>
          </a:p>
        </p:txBody>
      </p:sp>
    </p:spTree>
  </p:cSld>
</p:sldLayout>
</file>

<file path=ppt/slideLayouts/slideLayout13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43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40"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41"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42"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43"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31"/>
          </p:nvPr>
        </p:nvSpPr>
        <p:spPr/>
        <p:txBody>
          <a:bodyPr/>
          <a:p>
            <a:r>
              <a:t>Footer</a:t>
            </a:r>
          </a:p>
        </p:txBody>
      </p:sp>
      <p:sp>
        <p:nvSpPr>
          <p:cNvPr id="8" name="PlaceHolder 7"/>
          <p:cNvSpPr>
            <a:spLocks noGrp="1"/>
          </p:cNvSpPr>
          <p:nvPr>
            <p:ph type="sldNum" idx="32"/>
          </p:nvPr>
        </p:nvSpPr>
        <p:spPr/>
        <p:txBody>
          <a:bodyPr/>
          <a:p>
            <a:fld id="{184649C6-1CB7-49D1-902D-5FF3FE5CC5F2}" type="slidenum">
              <a:t>&lt;#&gt;</a:t>
            </a:fld>
          </a:p>
        </p:txBody>
      </p:sp>
      <p:sp>
        <p:nvSpPr>
          <p:cNvPr id="9" name="PlaceHolder 8"/>
          <p:cNvSpPr>
            <a:spLocks noGrp="1"/>
          </p:cNvSpPr>
          <p:nvPr>
            <p:ph type="dt" idx="33"/>
          </p:nvPr>
        </p:nvSpPr>
        <p:spPr/>
        <p:txBody>
          <a:bodyPr/>
          <a:p>
            <a:r>
              <a:rPr lang="en-US"/>
              <a:t/>
            </a:r>
          </a:p>
        </p:txBody>
      </p:sp>
    </p:spTree>
  </p:cSld>
</p:sldLayout>
</file>

<file path=ppt/slideLayouts/slideLayout13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44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45"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46"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47"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48"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49"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50"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31"/>
          </p:nvPr>
        </p:nvSpPr>
        <p:spPr/>
        <p:txBody>
          <a:bodyPr/>
          <a:p>
            <a:r>
              <a:t>Footer</a:t>
            </a:r>
          </a:p>
        </p:txBody>
      </p:sp>
      <p:sp>
        <p:nvSpPr>
          <p:cNvPr id="10" name="PlaceHolder 9"/>
          <p:cNvSpPr>
            <a:spLocks noGrp="1"/>
          </p:cNvSpPr>
          <p:nvPr>
            <p:ph type="sldNum" idx="32"/>
          </p:nvPr>
        </p:nvSpPr>
        <p:spPr/>
        <p:txBody>
          <a:bodyPr/>
          <a:p>
            <a:fld id="{F9001B6B-1BD9-48C9-8CC5-A6F22A2EBBE7}" type="slidenum">
              <a:t>&lt;#&gt;</a:t>
            </a:fld>
          </a:p>
        </p:txBody>
      </p:sp>
      <p:sp>
        <p:nvSpPr>
          <p:cNvPr id="11" name="PlaceHolder 10"/>
          <p:cNvSpPr>
            <a:spLocks noGrp="1"/>
          </p:cNvSpPr>
          <p:nvPr>
            <p:ph type="dt" idx="33"/>
          </p:nvPr>
        </p:nvSpPr>
        <p:spPr/>
        <p:txBody>
          <a:bodyPr/>
          <a:p>
            <a:r>
              <a:rPr lang="en-US"/>
              <a:t/>
            </a:r>
          </a:p>
        </p:txBody>
      </p:sp>
    </p:spTree>
  </p:cSld>
</p:sldLayout>
</file>

<file path=ppt/slideLayouts/slideLayout13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34"/>
          </p:nvPr>
        </p:nvSpPr>
        <p:spPr/>
        <p:txBody>
          <a:bodyPr/>
          <a:p>
            <a:r>
              <a:t>Footer</a:t>
            </a:r>
          </a:p>
        </p:txBody>
      </p:sp>
      <p:sp>
        <p:nvSpPr>
          <p:cNvPr id="3" name="PlaceHolder 2"/>
          <p:cNvSpPr>
            <a:spLocks noGrp="1"/>
          </p:cNvSpPr>
          <p:nvPr>
            <p:ph type="sldNum" idx="35"/>
          </p:nvPr>
        </p:nvSpPr>
        <p:spPr/>
        <p:txBody>
          <a:bodyPr/>
          <a:p>
            <a:fld id="{5F015BF9-6B15-4DDA-9CBC-C9DDB543742D}" type="slidenum">
              <a:t>&lt;#&gt;</a:t>
            </a:fld>
          </a:p>
        </p:txBody>
      </p:sp>
      <p:sp>
        <p:nvSpPr>
          <p:cNvPr id="4" name="PlaceHolder 3"/>
          <p:cNvSpPr>
            <a:spLocks noGrp="1"/>
          </p:cNvSpPr>
          <p:nvPr>
            <p:ph type="dt" idx="36"/>
          </p:nvPr>
        </p:nvSpPr>
        <p:spPr/>
        <p:txBody>
          <a:bodyPr/>
          <a:p>
            <a:r>
              <a:rPr lang="en-US"/>
              <a:t/>
            </a:r>
          </a:p>
        </p:txBody>
      </p:sp>
    </p:spTree>
  </p:cSld>
</p:sldLayout>
</file>

<file path=ppt/slideLayouts/slideLayout13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45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57"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34"/>
          </p:nvPr>
        </p:nvSpPr>
        <p:spPr/>
        <p:txBody>
          <a:bodyPr/>
          <a:p>
            <a:r>
              <a:t>Footer</a:t>
            </a:r>
          </a:p>
        </p:txBody>
      </p:sp>
      <p:sp>
        <p:nvSpPr>
          <p:cNvPr id="5" name="PlaceHolder 4"/>
          <p:cNvSpPr>
            <a:spLocks noGrp="1"/>
          </p:cNvSpPr>
          <p:nvPr>
            <p:ph type="sldNum" idx="35"/>
          </p:nvPr>
        </p:nvSpPr>
        <p:spPr/>
        <p:txBody>
          <a:bodyPr/>
          <a:p>
            <a:fld id="{60CFC19B-93B7-477E-BF2A-001CD9D042B3}" type="slidenum">
              <a:t>&lt;#&gt;</a:t>
            </a:fld>
          </a:p>
        </p:txBody>
      </p:sp>
      <p:sp>
        <p:nvSpPr>
          <p:cNvPr id="6" name="PlaceHolder 5"/>
          <p:cNvSpPr>
            <a:spLocks noGrp="1"/>
          </p:cNvSpPr>
          <p:nvPr>
            <p:ph type="dt" idx="36"/>
          </p:nvPr>
        </p:nvSpPr>
        <p:spPr/>
        <p:txBody>
          <a:bodyPr/>
          <a:p>
            <a:r>
              <a:rPr lang="en-US"/>
              <a:t/>
            </a:r>
          </a:p>
        </p:txBody>
      </p:sp>
    </p:spTree>
  </p:cSld>
</p:sldLayout>
</file>

<file path=ppt/slideLayouts/slideLayout13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5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59"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34"/>
          </p:nvPr>
        </p:nvSpPr>
        <p:spPr/>
        <p:txBody>
          <a:bodyPr/>
          <a:p>
            <a:r>
              <a:t>Footer</a:t>
            </a:r>
          </a:p>
        </p:txBody>
      </p:sp>
      <p:sp>
        <p:nvSpPr>
          <p:cNvPr id="5" name="PlaceHolder 4"/>
          <p:cNvSpPr>
            <a:spLocks noGrp="1"/>
          </p:cNvSpPr>
          <p:nvPr>
            <p:ph type="sldNum" idx="35"/>
          </p:nvPr>
        </p:nvSpPr>
        <p:spPr/>
        <p:txBody>
          <a:bodyPr/>
          <a:p>
            <a:fld id="{A2D9C02C-31D9-4BDE-8227-8707543BF3EF}" type="slidenum">
              <a:t>&lt;#&gt;</a:t>
            </a:fld>
          </a:p>
        </p:txBody>
      </p:sp>
      <p:sp>
        <p:nvSpPr>
          <p:cNvPr id="6" name="PlaceHolder 5"/>
          <p:cNvSpPr>
            <a:spLocks noGrp="1"/>
          </p:cNvSpPr>
          <p:nvPr>
            <p:ph type="dt" idx="36"/>
          </p:nvPr>
        </p:nvSpPr>
        <p:spPr/>
        <p:txBody>
          <a:bodyPr/>
          <a:p>
            <a:r>
              <a:rPr lang="en-US"/>
              <a:t/>
            </a:r>
          </a:p>
        </p:txBody>
      </p:sp>
    </p:spTree>
  </p:cSld>
</p:sldLayout>
</file>

<file path=ppt/slideLayouts/slideLayout13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46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61"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62"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34"/>
          </p:nvPr>
        </p:nvSpPr>
        <p:spPr/>
        <p:txBody>
          <a:bodyPr/>
          <a:p>
            <a:r>
              <a:t>Footer</a:t>
            </a:r>
          </a:p>
        </p:txBody>
      </p:sp>
      <p:sp>
        <p:nvSpPr>
          <p:cNvPr id="6" name="PlaceHolder 5"/>
          <p:cNvSpPr>
            <a:spLocks noGrp="1"/>
          </p:cNvSpPr>
          <p:nvPr>
            <p:ph type="sldNum" idx="35"/>
          </p:nvPr>
        </p:nvSpPr>
        <p:spPr/>
        <p:txBody>
          <a:bodyPr/>
          <a:p>
            <a:fld id="{B9125D72-43F0-427D-B217-3A2ABD62E800}" type="slidenum">
              <a:t>&lt;#&gt;</a:t>
            </a:fld>
          </a:p>
        </p:txBody>
      </p:sp>
      <p:sp>
        <p:nvSpPr>
          <p:cNvPr id="7" name="PlaceHolder 6"/>
          <p:cNvSpPr>
            <a:spLocks noGrp="1"/>
          </p:cNvSpPr>
          <p:nvPr>
            <p:ph type="dt" idx="36"/>
          </p:nvPr>
        </p:nvSpPr>
        <p:spPr/>
        <p:txBody>
          <a:bodyPr/>
          <a:p>
            <a:r>
              <a:rPr lang="en-US"/>
              <a:t/>
            </a:r>
          </a:p>
        </p:txBody>
      </p:sp>
    </p:spTree>
  </p:cSld>
</p:sldLayout>
</file>

<file path=ppt/slideLayouts/slideLayout13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46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34"/>
          </p:nvPr>
        </p:nvSpPr>
        <p:spPr/>
        <p:txBody>
          <a:bodyPr/>
          <a:p>
            <a:r>
              <a:t>Footer</a:t>
            </a:r>
          </a:p>
        </p:txBody>
      </p:sp>
      <p:sp>
        <p:nvSpPr>
          <p:cNvPr id="4" name="PlaceHolder 3"/>
          <p:cNvSpPr>
            <a:spLocks noGrp="1"/>
          </p:cNvSpPr>
          <p:nvPr>
            <p:ph type="sldNum" idx="35"/>
          </p:nvPr>
        </p:nvSpPr>
        <p:spPr/>
        <p:txBody>
          <a:bodyPr/>
          <a:p>
            <a:fld id="{32EA15C7-30B7-4FC6-9A86-816BF406E754}" type="slidenum">
              <a:t>&lt;#&gt;</a:t>
            </a:fld>
          </a:p>
        </p:txBody>
      </p:sp>
      <p:sp>
        <p:nvSpPr>
          <p:cNvPr id="5" name="PlaceHolder 4"/>
          <p:cNvSpPr>
            <a:spLocks noGrp="1"/>
          </p:cNvSpPr>
          <p:nvPr>
            <p:ph type="dt" idx="36"/>
          </p:nvPr>
        </p:nvSpPr>
        <p:spPr/>
        <p:txBody>
          <a:bodyPr/>
          <a:p>
            <a:r>
              <a:rPr lang="en-US"/>
              <a:t/>
            </a:r>
          </a:p>
        </p:txBody>
      </p:sp>
    </p:spTree>
  </p:cSld>
</p:sldLayout>
</file>

<file path=ppt/slideLayouts/slideLayout13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464"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34"/>
          </p:nvPr>
        </p:nvSpPr>
        <p:spPr/>
        <p:txBody>
          <a:bodyPr/>
          <a:p>
            <a:r>
              <a:t>Footer</a:t>
            </a:r>
          </a:p>
        </p:txBody>
      </p:sp>
      <p:sp>
        <p:nvSpPr>
          <p:cNvPr id="4" name="PlaceHolder 3"/>
          <p:cNvSpPr>
            <a:spLocks noGrp="1"/>
          </p:cNvSpPr>
          <p:nvPr>
            <p:ph type="sldNum" idx="35"/>
          </p:nvPr>
        </p:nvSpPr>
        <p:spPr/>
        <p:txBody>
          <a:bodyPr/>
          <a:p>
            <a:fld id="{2BEE9A21-44AF-4A6A-9435-84A4E1F87FC3}" type="slidenum">
              <a:t>&lt;#&gt;</a:t>
            </a:fld>
          </a:p>
        </p:txBody>
      </p:sp>
      <p:sp>
        <p:nvSpPr>
          <p:cNvPr id="5" name="PlaceHolder 4"/>
          <p:cNvSpPr>
            <a:spLocks noGrp="1"/>
          </p:cNvSpPr>
          <p:nvPr>
            <p:ph type="dt" idx="36"/>
          </p:nvPr>
        </p:nvSpPr>
        <p:spPr/>
        <p:txBody>
          <a:bodyPr/>
          <a:p>
            <a:r>
              <a:rPr lang="en-US"/>
              <a:t/>
            </a:r>
          </a:p>
        </p:txBody>
      </p:sp>
    </p:spTree>
  </p:cSld>
</p:sldLayout>
</file>

<file path=ppt/slideLayouts/slideLayout13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46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66"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67"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68"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34"/>
          </p:nvPr>
        </p:nvSpPr>
        <p:spPr/>
        <p:txBody>
          <a:bodyPr/>
          <a:p>
            <a:r>
              <a:t>Footer</a:t>
            </a:r>
          </a:p>
        </p:txBody>
      </p:sp>
      <p:sp>
        <p:nvSpPr>
          <p:cNvPr id="7" name="PlaceHolder 6"/>
          <p:cNvSpPr>
            <a:spLocks noGrp="1"/>
          </p:cNvSpPr>
          <p:nvPr>
            <p:ph type="sldNum" idx="35"/>
          </p:nvPr>
        </p:nvSpPr>
        <p:spPr/>
        <p:txBody>
          <a:bodyPr/>
          <a:p>
            <a:fld id="{6C758C66-538C-46C0-B6D2-4A02ACDD0DE4}" type="slidenum">
              <a:t>&lt;#&gt;</a:t>
            </a:fld>
          </a:p>
        </p:txBody>
      </p:sp>
      <p:sp>
        <p:nvSpPr>
          <p:cNvPr id="8" name="PlaceHolder 7"/>
          <p:cNvSpPr>
            <a:spLocks noGrp="1"/>
          </p:cNvSpPr>
          <p:nvPr>
            <p:ph type="dt" idx="36"/>
          </p:nvPr>
        </p:nvSpPr>
        <p:spPr/>
        <p:txBody>
          <a:bodyPr/>
          <a:p>
            <a:r>
              <a:rPr lang="en-US"/>
              <a:t/>
            </a:r>
          </a:p>
        </p:txBody>
      </p:sp>
    </p:spTree>
  </p:cSld>
</p:sldLayout>
</file>

<file path=ppt/slideLayouts/slideLayout14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46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70"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71"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72"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34"/>
          </p:nvPr>
        </p:nvSpPr>
        <p:spPr/>
        <p:txBody>
          <a:bodyPr/>
          <a:p>
            <a:r>
              <a:t>Footer</a:t>
            </a:r>
          </a:p>
        </p:txBody>
      </p:sp>
      <p:sp>
        <p:nvSpPr>
          <p:cNvPr id="7" name="PlaceHolder 6"/>
          <p:cNvSpPr>
            <a:spLocks noGrp="1"/>
          </p:cNvSpPr>
          <p:nvPr>
            <p:ph type="sldNum" idx="35"/>
          </p:nvPr>
        </p:nvSpPr>
        <p:spPr/>
        <p:txBody>
          <a:bodyPr/>
          <a:p>
            <a:fld id="{E4AE0BDD-1189-4E0C-8F00-6F33A48769AC}" type="slidenum">
              <a:t>&lt;#&gt;</a:t>
            </a:fld>
          </a:p>
        </p:txBody>
      </p:sp>
      <p:sp>
        <p:nvSpPr>
          <p:cNvPr id="8" name="PlaceHolder 7"/>
          <p:cNvSpPr>
            <a:spLocks noGrp="1"/>
          </p:cNvSpPr>
          <p:nvPr>
            <p:ph type="dt" idx="36"/>
          </p:nvPr>
        </p:nvSpPr>
        <p:spPr/>
        <p:txBody>
          <a:bodyPr/>
          <a:p>
            <a:r>
              <a:rPr lang="en-US"/>
              <a:t/>
            </a:r>
          </a:p>
        </p:txBody>
      </p:sp>
    </p:spTree>
  </p:cSld>
</p:sldLayout>
</file>

<file path=ppt/slideLayouts/slideLayout14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47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74"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75"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76"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34"/>
          </p:nvPr>
        </p:nvSpPr>
        <p:spPr/>
        <p:txBody>
          <a:bodyPr/>
          <a:p>
            <a:r>
              <a:t>Footer</a:t>
            </a:r>
          </a:p>
        </p:txBody>
      </p:sp>
      <p:sp>
        <p:nvSpPr>
          <p:cNvPr id="7" name="PlaceHolder 6"/>
          <p:cNvSpPr>
            <a:spLocks noGrp="1"/>
          </p:cNvSpPr>
          <p:nvPr>
            <p:ph type="sldNum" idx="35"/>
          </p:nvPr>
        </p:nvSpPr>
        <p:spPr/>
        <p:txBody>
          <a:bodyPr/>
          <a:p>
            <a:fld id="{9F0FC26E-5D5C-48FD-9A67-1434826D3EFB}" type="slidenum">
              <a:t>&lt;#&gt;</a:t>
            </a:fld>
          </a:p>
        </p:txBody>
      </p:sp>
      <p:sp>
        <p:nvSpPr>
          <p:cNvPr id="8" name="PlaceHolder 7"/>
          <p:cNvSpPr>
            <a:spLocks noGrp="1"/>
          </p:cNvSpPr>
          <p:nvPr>
            <p:ph type="dt" idx="36"/>
          </p:nvPr>
        </p:nvSpPr>
        <p:spPr/>
        <p:txBody>
          <a:bodyPr/>
          <a:p>
            <a:r>
              <a:rPr lang="en-US"/>
              <a:t/>
            </a:r>
          </a:p>
        </p:txBody>
      </p:sp>
    </p:spTree>
  </p:cSld>
</p:sldLayout>
</file>

<file path=ppt/slideLayouts/slideLayout14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47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78"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79"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34"/>
          </p:nvPr>
        </p:nvSpPr>
        <p:spPr/>
        <p:txBody>
          <a:bodyPr/>
          <a:p>
            <a:r>
              <a:t>Footer</a:t>
            </a:r>
          </a:p>
        </p:txBody>
      </p:sp>
      <p:sp>
        <p:nvSpPr>
          <p:cNvPr id="6" name="PlaceHolder 5"/>
          <p:cNvSpPr>
            <a:spLocks noGrp="1"/>
          </p:cNvSpPr>
          <p:nvPr>
            <p:ph type="sldNum" idx="35"/>
          </p:nvPr>
        </p:nvSpPr>
        <p:spPr/>
        <p:txBody>
          <a:bodyPr/>
          <a:p>
            <a:fld id="{0987E56D-14E4-498D-80AF-38AA09896523}" type="slidenum">
              <a:t>&lt;#&gt;</a:t>
            </a:fld>
          </a:p>
        </p:txBody>
      </p:sp>
      <p:sp>
        <p:nvSpPr>
          <p:cNvPr id="7" name="PlaceHolder 6"/>
          <p:cNvSpPr>
            <a:spLocks noGrp="1"/>
          </p:cNvSpPr>
          <p:nvPr>
            <p:ph type="dt" idx="36"/>
          </p:nvPr>
        </p:nvSpPr>
        <p:spPr/>
        <p:txBody>
          <a:bodyPr/>
          <a:p>
            <a:r>
              <a:rPr lang="en-US"/>
              <a:t/>
            </a:r>
          </a:p>
        </p:txBody>
      </p:sp>
    </p:spTree>
  </p:cSld>
</p:sldLayout>
</file>

<file path=ppt/slideLayouts/slideLayout14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48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81"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82"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83"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84"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34"/>
          </p:nvPr>
        </p:nvSpPr>
        <p:spPr/>
        <p:txBody>
          <a:bodyPr/>
          <a:p>
            <a:r>
              <a:t>Footer</a:t>
            </a:r>
          </a:p>
        </p:txBody>
      </p:sp>
      <p:sp>
        <p:nvSpPr>
          <p:cNvPr id="8" name="PlaceHolder 7"/>
          <p:cNvSpPr>
            <a:spLocks noGrp="1"/>
          </p:cNvSpPr>
          <p:nvPr>
            <p:ph type="sldNum" idx="35"/>
          </p:nvPr>
        </p:nvSpPr>
        <p:spPr/>
        <p:txBody>
          <a:bodyPr/>
          <a:p>
            <a:fld id="{E18FAA1E-F841-4C29-BAAA-6396CB79A5A7}" type="slidenum">
              <a:t>&lt;#&gt;</a:t>
            </a:fld>
          </a:p>
        </p:txBody>
      </p:sp>
      <p:sp>
        <p:nvSpPr>
          <p:cNvPr id="9" name="PlaceHolder 8"/>
          <p:cNvSpPr>
            <a:spLocks noGrp="1"/>
          </p:cNvSpPr>
          <p:nvPr>
            <p:ph type="dt" idx="36"/>
          </p:nvPr>
        </p:nvSpPr>
        <p:spPr/>
        <p:txBody>
          <a:bodyPr/>
          <a:p>
            <a:r>
              <a:rPr lang="en-US"/>
              <a:t/>
            </a:r>
          </a:p>
        </p:txBody>
      </p:sp>
    </p:spTree>
  </p:cSld>
</p:sldLayout>
</file>

<file path=ppt/slideLayouts/slideLayout14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48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86"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87"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88"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89"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90"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91"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34"/>
          </p:nvPr>
        </p:nvSpPr>
        <p:spPr/>
        <p:txBody>
          <a:bodyPr/>
          <a:p>
            <a:r>
              <a:t>Footer</a:t>
            </a:r>
          </a:p>
        </p:txBody>
      </p:sp>
      <p:sp>
        <p:nvSpPr>
          <p:cNvPr id="10" name="PlaceHolder 9"/>
          <p:cNvSpPr>
            <a:spLocks noGrp="1"/>
          </p:cNvSpPr>
          <p:nvPr>
            <p:ph type="sldNum" idx="35"/>
          </p:nvPr>
        </p:nvSpPr>
        <p:spPr/>
        <p:txBody>
          <a:bodyPr/>
          <a:p>
            <a:fld id="{B8D462BC-85E7-4362-9494-AC93905C5F6E}" type="slidenum">
              <a:t>&lt;#&gt;</a:t>
            </a:fld>
          </a:p>
        </p:txBody>
      </p:sp>
      <p:sp>
        <p:nvSpPr>
          <p:cNvPr id="11" name="PlaceHolder 10"/>
          <p:cNvSpPr>
            <a:spLocks noGrp="1"/>
          </p:cNvSpPr>
          <p:nvPr>
            <p:ph type="dt" idx="36"/>
          </p:nvPr>
        </p:nvSpPr>
        <p:spPr/>
        <p:txBody>
          <a:bodyPr/>
          <a:p>
            <a:r>
              <a:rPr lang="en-US"/>
              <a:t/>
            </a:r>
          </a:p>
        </p:txBody>
      </p:sp>
    </p:spTree>
  </p:cSld>
</p:sldLayout>
</file>

<file path=ppt/slideLayouts/slideLayout14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37"/>
          </p:nvPr>
        </p:nvSpPr>
        <p:spPr/>
        <p:txBody>
          <a:bodyPr/>
          <a:p>
            <a:r>
              <a:t>Footer</a:t>
            </a:r>
          </a:p>
        </p:txBody>
      </p:sp>
      <p:sp>
        <p:nvSpPr>
          <p:cNvPr id="3" name="PlaceHolder 2"/>
          <p:cNvSpPr>
            <a:spLocks noGrp="1"/>
          </p:cNvSpPr>
          <p:nvPr>
            <p:ph type="sldNum" idx="38"/>
          </p:nvPr>
        </p:nvSpPr>
        <p:spPr/>
        <p:txBody>
          <a:bodyPr/>
          <a:p>
            <a:fld id="{BDED0FA4-9C47-4F2F-B4EE-FACD6FC9AD68}" type="slidenum">
              <a:t>&lt;#&gt;</a:t>
            </a:fld>
          </a:p>
        </p:txBody>
      </p:sp>
      <p:sp>
        <p:nvSpPr>
          <p:cNvPr id="4" name="PlaceHolder 3"/>
          <p:cNvSpPr>
            <a:spLocks noGrp="1"/>
          </p:cNvSpPr>
          <p:nvPr>
            <p:ph type="dt" idx="39"/>
          </p:nvPr>
        </p:nvSpPr>
        <p:spPr/>
        <p:txBody>
          <a:bodyPr/>
          <a:p>
            <a:r>
              <a:rPr lang="en-US"/>
              <a:t/>
            </a:r>
          </a:p>
        </p:txBody>
      </p:sp>
    </p:spTree>
  </p:cSld>
</p:sldLayout>
</file>

<file path=ppt/slideLayouts/slideLayout14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49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98"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37"/>
          </p:nvPr>
        </p:nvSpPr>
        <p:spPr/>
        <p:txBody>
          <a:bodyPr/>
          <a:p>
            <a:r>
              <a:t>Footer</a:t>
            </a:r>
          </a:p>
        </p:txBody>
      </p:sp>
      <p:sp>
        <p:nvSpPr>
          <p:cNvPr id="5" name="PlaceHolder 4"/>
          <p:cNvSpPr>
            <a:spLocks noGrp="1"/>
          </p:cNvSpPr>
          <p:nvPr>
            <p:ph type="sldNum" idx="38"/>
          </p:nvPr>
        </p:nvSpPr>
        <p:spPr/>
        <p:txBody>
          <a:bodyPr/>
          <a:p>
            <a:fld id="{E945F1E8-71AE-41E2-A4FA-340A4B847738}" type="slidenum">
              <a:t>&lt;#&gt;</a:t>
            </a:fld>
          </a:p>
        </p:txBody>
      </p:sp>
      <p:sp>
        <p:nvSpPr>
          <p:cNvPr id="6" name="PlaceHolder 5"/>
          <p:cNvSpPr>
            <a:spLocks noGrp="1"/>
          </p:cNvSpPr>
          <p:nvPr>
            <p:ph type="dt" idx="39"/>
          </p:nvPr>
        </p:nvSpPr>
        <p:spPr/>
        <p:txBody>
          <a:bodyPr/>
          <a:p>
            <a:r>
              <a:rPr lang="en-US"/>
              <a:t/>
            </a:r>
          </a:p>
        </p:txBody>
      </p:sp>
    </p:spTree>
  </p:cSld>
</p:sldLayout>
</file>

<file path=ppt/slideLayouts/slideLayout14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9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00"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37"/>
          </p:nvPr>
        </p:nvSpPr>
        <p:spPr/>
        <p:txBody>
          <a:bodyPr/>
          <a:p>
            <a:r>
              <a:t>Footer</a:t>
            </a:r>
          </a:p>
        </p:txBody>
      </p:sp>
      <p:sp>
        <p:nvSpPr>
          <p:cNvPr id="5" name="PlaceHolder 4"/>
          <p:cNvSpPr>
            <a:spLocks noGrp="1"/>
          </p:cNvSpPr>
          <p:nvPr>
            <p:ph type="sldNum" idx="38"/>
          </p:nvPr>
        </p:nvSpPr>
        <p:spPr/>
        <p:txBody>
          <a:bodyPr/>
          <a:p>
            <a:fld id="{52DDDAEF-C8A7-44A1-880B-E4FB94A9E2FC}" type="slidenum">
              <a:t>&lt;#&gt;</a:t>
            </a:fld>
          </a:p>
        </p:txBody>
      </p:sp>
      <p:sp>
        <p:nvSpPr>
          <p:cNvPr id="6" name="PlaceHolder 5"/>
          <p:cNvSpPr>
            <a:spLocks noGrp="1"/>
          </p:cNvSpPr>
          <p:nvPr>
            <p:ph type="dt" idx="39"/>
          </p:nvPr>
        </p:nvSpPr>
        <p:spPr/>
        <p:txBody>
          <a:bodyPr/>
          <a:p>
            <a:r>
              <a:rPr lang="en-US"/>
              <a:t/>
            </a:r>
          </a:p>
        </p:txBody>
      </p:sp>
    </p:spTree>
  </p:cSld>
</p:sldLayout>
</file>

<file path=ppt/slideLayouts/slideLayout14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0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02"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03"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37"/>
          </p:nvPr>
        </p:nvSpPr>
        <p:spPr/>
        <p:txBody>
          <a:bodyPr/>
          <a:p>
            <a:r>
              <a:t>Footer</a:t>
            </a:r>
          </a:p>
        </p:txBody>
      </p:sp>
      <p:sp>
        <p:nvSpPr>
          <p:cNvPr id="6" name="PlaceHolder 5"/>
          <p:cNvSpPr>
            <a:spLocks noGrp="1"/>
          </p:cNvSpPr>
          <p:nvPr>
            <p:ph type="sldNum" idx="38"/>
          </p:nvPr>
        </p:nvSpPr>
        <p:spPr/>
        <p:txBody>
          <a:bodyPr/>
          <a:p>
            <a:fld id="{EB98CD9F-9012-4749-AC14-13BDAA308DAB}" type="slidenum">
              <a:t>&lt;#&gt;</a:t>
            </a:fld>
          </a:p>
        </p:txBody>
      </p:sp>
      <p:sp>
        <p:nvSpPr>
          <p:cNvPr id="7" name="PlaceHolder 6"/>
          <p:cNvSpPr>
            <a:spLocks noGrp="1"/>
          </p:cNvSpPr>
          <p:nvPr>
            <p:ph type="dt" idx="39"/>
          </p:nvPr>
        </p:nvSpPr>
        <p:spPr/>
        <p:txBody>
          <a:bodyPr/>
          <a:p>
            <a:r>
              <a:rPr lang="en-US"/>
              <a:t/>
            </a:r>
          </a:p>
        </p:txBody>
      </p:sp>
    </p:spTree>
  </p:cSld>
</p:sldLayout>
</file>

<file path=ppt/slideLayouts/slideLayout14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0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37"/>
          </p:nvPr>
        </p:nvSpPr>
        <p:spPr/>
        <p:txBody>
          <a:bodyPr/>
          <a:p>
            <a:r>
              <a:t>Footer</a:t>
            </a:r>
          </a:p>
        </p:txBody>
      </p:sp>
      <p:sp>
        <p:nvSpPr>
          <p:cNvPr id="4" name="PlaceHolder 3"/>
          <p:cNvSpPr>
            <a:spLocks noGrp="1"/>
          </p:cNvSpPr>
          <p:nvPr>
            <p:ph type="sldNum" idx="38"/>
          </p:nvPr>
        </p:nvSpPr>
        <p:spPr/>
        <p:txBody>
          <a:bodyPr/>
          <a:p>
            <a:fld id="{5DFA1BC1-AD23-49C0-AE96-5D853CE7911C}" type="slidenum">
              <a:t>&lt;#&gt;</a:t>
            </a:fld>
          </a:p>
        </p:txBody>
      </p:sp>
      <p:sp>
        <p:nvSpPr>
          <p:cNvPr id="5" name="PlaceHolder 4"/>
          <p:cNvSpPr>
            <a:spLocks noGrp="1"/>
          </p:cNvSpPr>
          <p:nvPr>
            <p:ph type="dt" idx="39"/>
          </p:nvPr>
        </p:nvSpPr>
        <p:spPr/>
        <p:txBody>
          <a:bodyPr/>
          <a:p>
            <a:r>
              <a:rPr lang="en-US"/>
              <a:t/>
            </a:r>
          </a:p>
        </p:txBody>
      </p:sp>
    </p:spTree>
  </p:cSld>
</p:sldLayout>
</file>

<file path=ppt/slideLayouts/slideLayout15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505"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37"/>
          </p:nvPr>
        </p:nvSpPr>
        <p:spPr/>
        <p:txBody>
          <a:bodyPr/>
          <a:p>
            <a:r>
              <a:t>Footer</a:t>
            </a:r>
          </a:p>
        </p:txBody>
      </p:sp>
      <p:sp>
        <p:nvSpPr>
          <p:cNvPr id="4" name="PlaceHolder 3"/>
          <p:cNvSpPr>
            <a:spLocks noGrp="1"/>
          </p:cNvSpPr>
          <p:nvPr>
            <p:ph type="sldNum" idx="38"/>
          </p:nvPr>
        </p:nvSpPr>
        <p:spPr/>
        <p:txBody>
          <a:bodyPr/>
          <a:p>
            <a:fld id="{8C2C6B06-85B2-4A29-9014-6C2C570B3479}" type="slidenum">
              <a:t>&lt;#&gt;</a:t>
            </a:fld>
          </a:p>
        </p:txBody>
      </p:sp>
      <p:sp>
        <p:nvSpPr>
          <p:cNvPr id="5" name="PlaceHolder 4"/>
          <p:cNvSpPr>
            <a:spLocks noGrp="1"/>
          </p:cNvSpPr>
          <p:nvPr>
            <p:ph type="dt" idx="39"/>
          </p:nvPr>
        </p:nvSpPr>
        <p:spPr/>
        <p:txBody>
          <a:bodyPr/>
          <a:p>
            <a:r>
              <a:rPr lang="en-US"/>
              <a:t/>
            </a:r>
          </a:p>
        </p:txBody>
      </p:sp>
    </p:spTree>
  </p:cSld>
</p:sldLayout>
</file>

<file path=ppt/slideLayouts/slideLayout15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50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07"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08"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09"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37"/>
          </p:nvPr>
        </p:nvSpPr>
        <p:spPr/>
        <p:txBody>
          <a:bodyPr/>
          <a:p>
            <a:r>
              <a:t>Footer</a:t>
            </a:r>
          </a:p>
        </p:txBody>
      </p:sp>
      <p:sp>
        <p:nvSpPr>
          <p:cNvPr id="7" name="PlaceHolder 6"/>
          <p:cNvSpPr>
            <a:spLocks noGrp="1"/>
          </p:cNvSpPr>
          <p:nvPr>
            <p:ph type="sldNum" idx="38"/>
          </p:nvPr>
        </p:nvSpPr>
        <p:spPr/>
        <p:txBody>
          <a:bodyPr/>
          <a:p>
            <a:fld id="{C17EAD41-C419-4D41-BB6C-F1CD53D836DA}" type="slidenum">
              <a:t>&lt;#&gt;</a:t>
            </a:fld>
          </a:p>
        </p:txBody>
      </p:sp>
      <p:sp>
        <p:nvSpPr>
          <p:cNvPr id="8" name="PlaceHolder 7"/>
          <p:cNvSpPr>
            <a:spLocks noGrp="1"/>
          </p:cNvSpPr>
          <p:nvPr>
            <p:ph type="dt" idx="39"/>
          </p:nvPr>
        </p:nvSpPr>
        <p:spPr/>
        <p:txBody>
          <a:bodyPr/>
          <a:p>
            <a:r>
              <a:rPr lang="en-US"/>
              <a:t/>
            </a:r>
          </a:p>
        </p:txBody>
      </p:sp>
    </p:spTree>
  </p:cSld>
</p:sldLayout>
</file>

<file path=ppt/slideLayouts/slideLayout15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51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11"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12"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13"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37"/>
          </p:nvPr>
        </p:nvSpPr>
        <p:spPr/>
        <p:txBody>
          <a:bodyPr/>
          <a:p>
            <a:r>
              <a:t>Footer</a:t>
            </a:r>
          </a:p>
        </p:txBody>
      </p:sp>
      <p:sp>
        <p:nvSpPr>
          <p:cNvPr id="7" name="PlaceHolder 6"/>
          <p:cNvSpPr>
            <a:spLocks noGrp="1"/>
          </p:cNvSpPr>
          <p:nvPr>
            <p:ph type="sldNum" idx="38"/>
          </p:nvPr>
        </p:nvSpPr>
        <p:spPr/>
        <p:txBody>
          <a:bodyPr/>
          <a:p>
            <a:fld id="{36F6A896-D3E8-4A9F-931B-7FB56215BAED}" type="slidenum">
              <a:t>&lt;#&gt;</a:t>
            </a:fld>
          </a:p>
        </p:txBody>
      </p:sp>
      <p:sp>
        <p:nvSpPr>
          <p:cNvPr id="8" name="PlaceHolder 7"/>
          <p:cNvSpPr>
            <a:spLocks noGrp="1"/>
          </p:cNvSpPr>
          <p:nvPr>
            <p:ph type="dt" idx="39"/>
          </p:nvPr>
        </p:nvSpPr>
        <p:spPr/>
        <p:txBody>
          <a:bodyPr/>
          <a:p>
            <a:r>
              <a:rPr lang="en-US"/>
              <a:t/>
            </a:r>
          </a:p>
        </p:txBody>
      </p:sp>
    </p:spTree>
  </p:cSld>
</p:sldLayout>
</file>

<file path=ppt/slideLayouts/slideLayout15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51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15"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16"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17"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37"/>
          </p:nvPr>
        </p:nvSpPr>
        <p:spPr/>
        <p:txBody>
          <a:bodyPr/>
          <a:p>
            <a:r>
              <a:t>Footer</a:t>
            </a:r>
          </a:p>
        </p:txBody>
      </p:sp>
      <p:sp>
        <p:nvSpPr>
          <p:cNvPr id="7" name="PlaceHolder 6"/>
          <p:cNvSpPr>
            <a:spLocks noGrp="1"/>
          </p:cNvSpPr>
          <p:nvPr>
            <p:ph type="sldNum" idx="38"/>
          </p:nvPr>
        </p:nvSpPr>
        <p:spPr/>
        <p:txBody>
          <a:bodyPr/>
          <a:p>
            <a:fld id="{5B0EB3DA-834A-42D4-86DE-24423AB941CA}" type="slidenum">
              <a:t>&lt;#&gt;</a:t>
            </a:fld>
          </a:p>
        </p:txBody>
      </p:sp>
      <p:sp>
        <p:nvSpPr>
          <p:cNvPr id="8" name="PlaceHolder 7"/>
          <p:cNvSpPr>
            <a:spLocks noGrp="1"/>
          </p:cNvSpPr>
          <p:nvPr>
            <p:ph type="dt" idx="39"/>
          </p:nvPr>
        </p:nvSpPr>
        <p:spPr/>
        <p:txBody>
          <a:bodyPr/>
          <a:p>
            <a:r>
              <a:rPr lang="en-US"/>
              <a:t/>
            </a:r>
          </a:p>
        </p:txBody>
      </p:sp>
    </p:spTree>
  </p:cSld>
</p:sldLayout>
</file>

<file path=ppt/slideLayouts/slideLayout15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51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19"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20"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37"/>
          </p:nvPr>
        </p:nvSpPr>
        <p:spPr/>
        <p:txBody>
          <a:bodyPr/>
          <a:p>
            <a:r>
              <a:t>Footer</a:t>
            </a:r>
          </a:p>
        </p:txBody>
      </p:sp>
      <p:sp>
        <p:nvSpPr>
          <p:cNvPr id="6" name="PlaceHolder 5"/>
          <p:cNvSpPr>
            <a:spLocks noGrp="1"/>
          </p:cNvSpPr>
          <p:nvPr>
            <p:ph type="sldNum" idx="38"/>
          </p:nvPr>
        </p:nvSpPr>
        <p:spPr/>
        <p:txBody>
          <a:bodyPr/>
          <a:p>
            <a:fld id="{21578106-1021-46E4-8D99-6757660B6CAC}" type="slidenum">
              <a:t>&lt;#&gt;</a:t>
            </a:fld>
          </a:p>
        </p:txBody>
      </p:sp>
      <p:sp>
        <p:nvSpPr>
          <p:cNvPr id="7" name="PlaceHolder 6"/>
          <p:cNvSpPr>
            <a:spLocks noGrp="1"/>
          </p:cNvSpPr>
          <p:nvPr>
            <p:ph type="dt" idx="39"/>
          </p:nvPr>
        </p:nvSpPr>
        <p:spPr/>
        <p:txBody>
          <a:bodyPr/>
          <a:p>
            <a:r>
              <a:rPr lang="en-US"/>
              <a:t/>
            </a:r>
          </a:p>
        </p:txBody>
      </p:sp>
    </p:spTree>
  </p:cSld>
</p:sldLayout>
</file>

<file path=ppt/slideLayouts/slideLayout15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52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22"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23"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24"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25"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37"/>
          </p:nvPr>
        </p:nvSpPr>
        <p:spPr/>
        <p:txBody>
          <a:bodyPr/>
          <a:p>
            <a:r>
              <a:t>Footer</a:t>
            </a:r>
          </a:p>
        </p:txBody>
      </p:sp>
      <p:sp>
        <p:nvSpPr>
          <p:cNvPr id="8" name="PlaceHolder 7"/>
          <p:cNvSpPr>
            <a:spLocks noGrp="1"/>
          </p:cNvSpPr>
          <p:nvPr>
            <p:ph type="sldNum" idx="38"/>
          </p:nvPr>
        </p:nvSpPr>
        <p:spPr/>
        <p:txBody>
          <a:bodyPr/>
          <a:p>
            <a:fld id="{C04586D9-D360-4426-8D3F-6B2C5D1ED17E}" type="slidenum">
              <a:t>&lt;#&gt;</a:t>
            </a:fld>
          </a:p>
        </p:txBody>
      </p:sp>
      <p:sp>
        <p:nvSpPr>
          <p:cNvPr id="9" name="PlaceHolder 8"/>
          <p:cNvSpPr>
            <a:spLocks noGrp="1"/>
          </p:cNvSpPr>
          <p:nvPr>
            <p:ph type="dt" idx="39"/>
          </p:nvPr>
        </p:nvSpPr>
        <p:spPr/>
        <p:txBody>
          <a:bodyPr/>
          <a:p>
            <a:r>
              <a:rPr lang="en-US"/>
              <a:t/>
            </a:r>
          </a:p>
        </p:txBody>
      </p:sp>
    </p:spTree>
  </p:cSld>
</p:sldLayout>
</file>

<file path=ppt/slideLayouts/slideLayout15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52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27"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28"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29"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30"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31"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32"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37"/>
          </p:nvPr>
        </p:nvSpPr>
        <p:spPr/>
        <p:txBody>
          <a:bodyPr/>
          <a:p>
            <a:r>
              <a:t>Footer</a:t>
            </a:r>
          </a:p>
        </p:txBody>
      </p:sp>
      <p:sp>
        <p:nvSpPr>
          <p:cNvPr id="10" name="PlaceHolder 9"/>
          <p:cNvSpPr>
            <a:spLocks noGrp="1"/>
          </p:cNvSpPr>
          <p:nvPr>
            <p:ph type="sldNum" idx="38"/>
          </p:nvPr>
        </p:nvSpPr>
        <p:spPr/>
        <p:txBody>
          <a:bodyPr/>
          <a:p>
            <a:fld id="{6702828C-69DE-4178-A240-F666962168A4}" type="slidenum">
              <a:t>&lt;#&gt;</a:t>
            </a:fld>
          </a:p>
        </p:txBody>
      </p:sp>
      <p:sp>
        <p:nvSpPr>
          <p:cNvPr id="11" name="PlaceHolder 10"/>
          <p:cNvSpPr>
            <a:spLocks noGrp="1"/>
          </p:cNvSpPr>
          <p:nvPr>
            <p:ph type="dt" idx="39"/>
          </p:nvPr>
        </p:nvSpPr>
        <p:spPr/>
        <p:txBody>
          <a:bodyPr/>
          <a:p>
            <a:r>
              <a:rPr lang="en-US"/>
              <a:t/>
            </a:r>
          </a:p>
        </p:txBody>
      </p:sp>
    </p:spTree>
  </p:cSld>
</p:sldLayout>
</file>

<file path=ppt/slideLayouts/slideLayout15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40"/>
          </p:nvPr>
        </p:nvSpPr>
        <p:spPr/>
        <p:txBody>
          <a:bodyPr/>
          <a:p>
            <a:r>
              <a:t>Footer</a:t>
            </a:r>
          </a:p>
        </p:txBody>
      </p:sp>
      <p:sp>
        <p:nvSpPr>
          <p:cNvPr id="3" name="PlaceHolder 2"/>
          <p:cNvSpPr>
            <a:spLocks noGrp="1"/>
          </p:cNvSpPr>
          <p:nvPr>
            <p:ph type="sldNum" idx="41"/>
          </p:nvPr>
        </p:nvSpPr>
        <p:spPr/>
        <p:txBody>
          <a:bodyPr/>
          <a:p>
            <a:fld id="{B7380CB3-687A-4CD1-9FA5-0F01F29A54BB}" type="slidenum">
              <a:t>&lt;#&gt;</a:t>
            </a:fld>
          </a:p>
        </p:txBody>
      </p:sp>
      <p:sp>
        <p:nvSpPr>
          <p:cNvPr id="4" name="PlaceHolder 3"/>
          <p:cNvSpPr>
            <a:spLocks noGrp="1"/>
          </p:cNvSpPr>
          <p:nvPr>
            <p:ph type="dt" idx="42"/>
          </p:nvPr>
        </p:nvSpPr>
        <p:spPr/>
        <p:txBody>
          <a:bodyPr/>
          <a:p>
            <a:r>
              <a:rPr lang="en-US"/>
              <a:t/>
            </a:r>
          </a:p>
        </p:txBody>
      </p:sp>
    </p:spTree>
  </p:cSld>
</p:sldLayout>
</file>

<file path=ppt/slideLayouts/slideLayout15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3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39"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40"/>
          </p:nvPr>
        </p:nvSpPr>
        <p:spPr/>
        <p:txBody>
          <a:bodyPr/>
          <a:p>
            <a:r>
              <a:t>Footer</a:t>
            </a:r>
          </a:p>
        </p:txBody>
      </p:sp>
      <p:sp>
        <p:nvSpPr>
          <p:cNvPr id="5" name="PlaceHolder 4"/>
          <p:cNvSpPr>
            <a:spLocks noGrp="1"/>
          </p:cNvSpPr>
          <p:nvPr>
            <p:ph type="sldNum" idx="41"/>
          </p:nvPr>
        </p:nvSpPr>
        <p:spPr/>
        <p:txBody>
          <a:bodyPr/>
          <a:p>
            <a:fld id="{AE31B5E5-969C-4C98-9BA2-AE0B603B75E6}" type="slidenum">
              <a:t>&lt;#&gt;</a:t>
            </a:fld>
          </a:p>
        </p:txBody>
      </p:sp>
      <p:sp>
        <p:nvSpPr>
          <p:cNvPr id="6" name="PlaceHolder 5"/>
          <p:cNvSpPr>
            <a:spLocks noGrp="1"/>
          </p:cNvSpPr>
          <p:nvPr>
            <p:ph type="dt" idx="42"/>
          </p:nvPr>
        </p:nvSpPr>
        <p:spPr/>
        <p:txBody>
          <a:bodyPr/>
          <a:p>
            <a:r>
              <a:rPr lang="en-US"/>
              <a:t/>
            </a:r>
          </a:p>
        </p:txBody>
      </p:sp>
    </p:spTree>
  </p:cSld>
</p:sldLayout>
</file>

<file path=ppt/slideLayouts/slideLayout15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54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41"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40"/>
          </p:nvPr>
        </p:nvSpPr>
        <p:spPr/>
        <p:txBody>
          <a:bodyPr/>
          <a:p>
            <a:r>
              <a:t>Footer</a:t>
            </a:r>
          </a:p>
        </p:txBody>
      </p:sp>
      <p:sp>
        <p:nvSpPr>
          <p:cNvPr id="5" name="PlaceHolder 4"/>
          <p:cNvSpPr>
            <a:spLocks noGrp="1"/>
          </p:cNvSpPr>
          <p:nvPr>
            <p:ph type="sldNum" idx="41"/>
          </p:nvPr>
        </p:nvSpPr>
        <p:spPr/>
        <p:txBody>
          <a:bodyPr/>
          <a:p>
            <a:fld id="{D7A2AC51-E2B7-4608-A72E-9B45FA718537}" type="slidenum">
              <a:t>&lt;#&gt;</a:t>
            </a:fld>
          </a:p>
        </p:txBody>
      </p:sp>
      <p:sp>
        <p:nvSpPr>
          <p:cNvPr id="6" name="PlaceHolder 5"/>
          <p:cNvSpPr>
            <a:spLocks noGrp="1"/>
          </p:cNvSpPr>
          <p:nvPr>
            <p:ph type="dt" idx="42"/>
          </p:nvPr>
        </p:nvSpPr>
        <p:spPr/>
        <p:txBody>
          <a:bodyPr/>
          <a:p>
            <a:r>
              <a:rPr lang="en-US"/>
              <a:t/>
            </a:r>
          </a:p>
        </p:txBody>
      </p:sp>
    </p:spTree>
  </p:cSld>
</p:sldLayout>
</file>

<file path=ppt/slideLayouts/slideLayout16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4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43"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44"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0"/>
          </p:nvPr>
        </p:nvSpPr>
        <p:spPr/>
        <p:txBody>
          <a:bodyPr/>
          <a:p>
            <a:r>
              <a:t>Footer</a:t>
            </a:r>
          </a:p>
        </p:txBody>
      </p:sp>
      <p:sp>
        <p:nvSpPr>
          <p:cNvPr id="6" name="PlaceHolder 5"/>
          <p:cNvSpPr>
            <a:spLocks noGrp="1"/>
          </p:cNvSpPr>
          <p:nvPr>
            <p:ph type="sldNum" idx="41"/>
          </p:nvPr>
        </p:nvSpPr>
        <p:spPr/>
        <p:txBody>
          <a:bodyPr/>
          <a:p>
            <a:fld id="{59A41E7F-F569-47AF-B6B9-3CD38F2F46BD}" type="slidenum">
              <a:t>&lt;#&gt;</a:t>
            </a:fld>
          </a:p>
        </p:txBody>
      </p:sp>
      <p:sp>
        <p:nvSpPr>
          <p:cNvPr id="7" name="PlaceHolder 6"/>
          <p:cNvSpPr>
            <a:spLocks noGrp="1"/>
          </p:cNvSpPr>
          <p:nvPr>
            <p:ph type="dt" idx="42"/>
          </p:nvPr>
        </p:nvSpPr>
        <p:spPr/>
        <p:txBody>
          <a:bodyPr/>
          <a:p>
            <a:r>
              <a:rPr lang="en-US"/>
              <a:t/>
            </a:r>
          </a:p>
        </p:txBody>
      </p:sp>
    </p:spTree>
  </p:cSld>
</p:sldLayout>
</file>

<file path=ppt/slideLayouts/slideLayout16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4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40"/>
          </p:nvPr>
        </p:nvSpPr>
        <p:spPr/>
        <p:txBody>
          <a:bodyPr/>
          <a:p>
            <a:r>
              <a:t>Footer</a:t>
            </a:r>
          </a:p>
        </p:txBody>
      </p:sp>
      <p:sp>
        <p:nvSpPr>
          <p:cNvPr id="4" name="PlaceHolder 3"/>
          <p:cNvSpPr>
            <a:spLocks noGrp="1"/>
          </p:cNvSpPr>
          <p:nvPr>
            <p:ph type="sldNum" idx="41"/>
          </p:nvPr>
        </p:nvSpPr>
        <p:spPr/>
        <p:txBody>
          <a:bodyPr/>
          <a:p>
            <a:fld id="{34B7922E-0AD4-4DA3-AC9D-AB62F72EF0D4}" type="slidenum">
              <a:t>&lt;#&gt;</a:t>
            </a:fld>
          </a:p>
        </p:txBody>
      </p:sp>
      <p:sp>
        <p:nvSpPr>
          <p:cNvPr id="5" name="PlaceHolder 4"/>
          <p:cNvSpPr>
            <a:spLocks noGrp="1"/>
          </p:cNvSpPr>
          <p:nvPr>
            <p:ph type="dt" idx="42"/>
          </p:nvPr>
        </p:nvSpPr>
        <p:spPr/>
        <p:txBody>
          <a:bodyPr/>
          <a:p>
            <a:r>
              <a:rPr lang="en-US"/>
              <a:t/>
            </a:r>
          </a:p>
        </p:txBody>
      </p:sp>
    </p:spTree>
  </p:cSld>
</p:sldLayout>
</file>

<file path=ppt/slideLayouts/slideLayout16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546"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40"/>
          </p:nvPr>
        </p:nvSpPr>
        <p:spPr/>
        <p:txBody>
          <a:bodyPr/>
          <a:p>
            <a:r>
              <a:t>Footer</a:t>
            </a:r>
          </a:p>
        </p:txBody>
      </p:sp>
      <p:sp>
        <p:nvSpPr>
          <p:cNvPr id="4" name="PlaceHolder 3"/>
          <p:cNvSpPr>
            <a:spLocks noGrp="1"/>
          </p:cNvSpPr>
          <p:nvPr>
            <p:ph type="sldNum" idx="41"/>
          </p:nvPr>
        </p:nvSpPr>
        <p:spPr/>
        <p:txBody>
          <a:bodyPr/>
          <a:p>
            <a:fld id="{12874E37-6908-451B-8D0C-4CC65529AF02}" type="slidenum">
              <a:t>&lt;#&gt;</a:t>
            </a:fld>
          </a:p>
        </p:txBody>
      </p:sp>
      <p:sp>
        <p:nvSpPr>
          <p:cNvPr id="5" name="PlaceHolder 4"/>
          <p:cNvSpPr>
            <a:spLocks noGrp="1"/>
          </p:cNvSpPr>
          <p:nvPr>
            <p:ph type="dt" idx="42"/>
          </p:nvPr>
        </p:nvSpPr>
        <p:spPr/>
        <p:txBody>
          <a:bodyPr/>
          <a:p>
            <a:r>
              <a:rPr lang="en-US"/>
              <a:t/>
            </a:r>
          </a:p>
        </p:txBody>
      </p:sp>
    </p:spTree>
  </p:cSld>
</p:sldLayout>
</file>

<file path=ppt/slideLayouts/slideLayout16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54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48"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49"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50"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0"/>
          </p:nvPr>
        </p:nvSpPr>
        <p:spPr/>
        <p:txBody>
          <a:bodyPr/>
          <a:p>
            <a:r>
              <a:t>Footer</a:t>
            </a:r>
          </a:p>
        </p:txBody>
      </p:sp>
      <p:sp>
        <p:nvSpPr>
          <p:cNvPr id="7" name="PlaceHolder 6"/>
          <p:cNvSpPr>
            <a:spLocks noGrp="1"/>
          </p:cNvSpPr>
          <p:nvPr>
            <p:ph type="sldNum" idx="41"/>
          </p:nvPr>
        </p:nvSpPr>
        <p:spPr/>
        <p:txBody>
          <a:bodyPr/>
          <a:p>
            <a:fld id="{379D7CB8-3387-4128-B488-743E425FA57B}" type="slidenum">
              <a:t>&lt;#&gt;</a:t>
            </a:fld>
          </a:p>
        </p:txBody>
      </p:sp>
      <p:sp>
        <p:nvSpPr>
          <p:cNvPr id="8" name="PlaceHolder 7"/>
          <p:cNvSpPr>
            <a:spLocks noGrp="1"/>
          </p:cNvSpPr>
          <p:nvPr>
            <p:ph type="dt" idx="42"/>
          </p:nvPr>
        </p:nvSpPr>
        <p:spPr/>
        <p:txBody>
          <a:bodyPr/>
          <a:p>
            <a:r>
              <a:rPr lang="en-US"/>
              <a:t/>
            </a:r>
          </a:p>
        </p:txBody>
      </p:sp>
    </p:spTree>
  </p:cSld>
</p:sldLayout>
</file>

<file path=ppt/slideLayouts/slideLayout16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55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52"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53"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54"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0"/>
          </p:nvPr>
        </p:nvSpPr>
        <p:spPr/>
        <p:txBody>
          <a:bodyPr/>
          <a:p>
            <a:r>
              <a:t>Footer</a:t>
            </a:r>
          </a:p>
        </p:txBody>
      </p:sp>
      <p:sp>
        <p:nvSpPr>
          <p:cNvPr id="7" name="PlaceHolder 6"/>
          <p:cNvSpPr>
            <a:spLocks noGrp="1"/>
          </p:cNvSpPr>
          <p:nvPr>
            <p:ph type="sldNum" idx="41"/>
          </p:nvPr>
        </p:nvSpPr>
        <p:spPr/>
        <p:txBody>
          <a:bodyPr/>
          <a:p>
            <a:fld id="{024AD7DE-E519-4944-8053-047577277369}" type="slidenum">
              <a:t>&lt;#&gt;</a:t>
            </a:fld>
          </a:p>
        </p:txBody>
      </p:sp>
      <p:sp>
        <p:nvSpPr>
          <p:cNvPr id="8" name="PlaceHolder 7"/>
          <p:cNvSpPr>
            <a:spLocks noGrp="1"/>
          </p:cNvSpPr>
          <p:nvPr>
            <p:ph type="dt" idx="42"/>
          </p:nvPr>
        </p:nvSpPr>
        <p:spPr/>
        <p:txBody>
          <a:bodyPr/>
          <a:p>
            <a:r>
              <a:rPr lang="en-US"/>
              <a:t/>
            </a:r>
          </a:p>
        </p:txBody>
      </p:sp>
    </p:spTree>
  </p:cSld>
</p:sldLayout>
</file>

<file path=ppt/slideLayouts/slideLayout16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55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56"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57"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58"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0"/>
          </p:nvPr>
        </p:nvSpPr>
        <p:spPr/>
        <p:txBody>
          <a:bodyPr/>
          <a:p>
            <a:r>
              <a:t>Footer</a:t>
            </a:r>
          </a:p>
        </p:txBody>
      </p:sp>
      <p:sp>
        <p:nvSpPr>
          <p:cNvPr id="7" name="PlaceHolder 6"/>
          <p:cNvSpPr>
            <a:spLocks noGrp="1"/>
          </p:cNvSpPr>
          <p:nvPr>
            <p:ph type="sldNum" idx="41"/>
          </p:nvPr>
        </p:nvSpPr>
        <p:spPr/>
        <p:txBody>
          <a:bodyPr/>
          <a:p>
            <a:fld id="{E7474B9D-7DE0-4E68-AD99-1C4B2F01C522}" type="slidenum">
              <a:t>&lt;#&gt;</a:t>
            </a:fld>
          </a:p>
        </p:txBody>
      </p:sp>
      <p:sp>
        <p:nvSpPr>
          <p:cNvPr id="8" name="PlaceHolder 7"/>
          <p:cNvSpPr>
            <a:spLocks noGrp="1"/>
          </p:cNvSpPr>
          <p:nvPr>
            <p:ph type="dt" idx="42"/>
          </p:nvPr>
        </p:nvSpPr>
        <p:spPr/>
        <p:txBody>
          <a:bodyPr/>
          <a:p>
            <a:r>
              <a:rPr lang="en-US"/>
              <a:t/>
            </a:r>
          </a:p>
        </p:txBody>
      </p:sp>
    </p:spTree>
  </p:cSld>
</p:sldLayout>
</file>

<file path=ppt/slideLayouts/slideLayout16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55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60"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61"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0"/>
          </p:nvPr>
        </p:nvSpPr>
        <p:spPr/>
        <p:txBody>
          <a:bodyPr/>
          <a:p>
            <a:r>
              <a:t>Footer</a:t>
            </a:r>
          </a:p>
        </p:txBody>
      </p:sp>
      <p:sp>
        <p:nvSpPr>
          <p:cNvPr id="6" name="PlaceHolder 5"/>
          <p:cNvSpPr>
            <a:spLocks noGrp="1"/>
          </p:cNvSpPr>
          <p:nvPr>
            <p:ph type="sldNum" idx="41"/>
          </p:nvPr>
        </p:nvSpPr>
        <p:spPr/>
        <p:txBody>
          <a:bodyPr/>
          <a:p>
            <a:fld id="{F6569EFC-9DDF-4B09-BD6B-F25EC4BA329B}" type="slidenum">
              <a:t>&lt;#&gt;</a:t>
            </a:fld>
          </a:p>
        </p:txBody>
      </p:sp>
      <p:sp>
        <p:nvSpPr>
          <p:cNvPr id="7" name="PlaceHolder 6"/>
          <p:cNvSpPr>
            <a:spLocks noGrp="1"/>
          </p:cNvSpPr>
          <p:nvPr>
            <p:ph type="dt" idx="42"/>
          </p:nvPr>
        </p:nvSpPr>
        <p:spPr/>
        <p:txBody>
          <a:bodyPr/>
          <a:p>
            <a:r>
              <a:rPr lang="en-US"/>
              <a:t/>
            </a:r>
          </a:p>
        </p:txBody>
      </p:sp>
    </p:spTree>
  </p:cSld>
</p:sldLayout>
</file>

<file path=ppt/slideLayouts/slideLayout16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56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63"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64"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65"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66"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40"/>
          </p:nvPr>
        </p:nvSpPr>
        <p:spPr/>
        <p:txBody>
          <a:bodyPr/>
          <a:p>
            <a:r>
              <a:t>Footer</a:t>
            </a:r>
          </a:p>
        </p:txBody>
      </p:sp>
      <p:sp>
        <p:nvSpPr>
          <p:cNvPr id="8" name="PlaceHolder 7"/>
          <p:cNvSpPr>
            <a:spLocks noGrp="1"/>
          </p:cNvSpPr>
          <p:nvPr>
            <p:ph type="sldNum" idx="41"/>
          </p:nvPr>
        </p:nvSpPr>
        <p:spPr/>
        <p:txBody>
          <a:bodyPr/>
          <a:p>
            <a:fld id="{97F9E63F-4FCB-4F29-903E-4730873B2FD7}" type="slidenum">
              <a:t>&lt;#&gt;</a:t>
            </a:fld>
          </a:p>
        </p:txBody>
      </p:sp>
      <p:sp>
        <p:nvSpPr>
          <p:cNvPr id="9" name="PlaceHolder 8"/>
          <p:cNvSpPr>
            <a:spLocks noGrp="1"/>
          </p:cNvSpPr>
          <p:nvPr>
            <p:ph type="dt" idx="42"/>
          </p:nvPr>
        </p:nvSpPr>
        <p:spPr/>
        <p:txBody>
          <a:bodyPr/>
          <a:p>
            <a:r>
              <a:rPr lang="en-US"/>
              <a:t/>
            </a:r>
          </a:p>
        </p:txBody>
      </p:sp>
    </p:spTree>
  </p:cSld>
</p:sldLayout>
</file>

<file path=ppt/slideLayouts/slideLayout16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56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68"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69"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70"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71"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72"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73"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40"/>
          </p:nvPr>
        </p:nvSpPr>
        <p:spPr/>
        <p:txBody>
          <a:bodyPr/>
          <a:p>
            <a:r>
              <a:t>Footer</a:t>
            </a:r>
          </a:p>
        </p:txBody>
      </p:sp>
      <p:sp>
        <p:nvSpPr>
          <p:cNvPr id="10" name="PlaceHolder 9"/>
          <p:cNvSpPr>
            <a:spLocks noGrp="1"/>
          </p:cNvSpPr>
          <p:nvPr>
            <p:ph type="sldNum" idx="41"/>
          </p:nvPr>
        </p:nvSpPr>
        <p:spPr/>
        <p:txBody>
          <a:bodyPr/>
          <a:p>
            <a:fld id="{820830A9-9281-471D-8312-D237A49CF5F4}" type="slidenum">
              <a:t>&lt;#&gt;</a:t>
            </a:fld>
          </a:p>
        </p:txBody>
      </p:sp>
      <p:sp>
        <p:nvSpPr>
          <p:cNvPr id="11" name="PlaceHolder 10"/>
          <p:cNvSpPr>
            <a:spLocks noGrp="1"/>
          </p:cNvSpPr>
          <p:nvPr>
            <p:ph type="dt" idx="42"/>
          </p:nvPr>
        </p:nvSpPr>
        <p:spPr/>
        <p:txBody>
          <a:bodyPr/>
          <a:p>
            <a:r>
              <a:rPr lang="en-US"/>
              <a:t/>
            </a:r>
          </a:p>
        </p:txBody>
      </p:sp>
    </p:spTree>
  </p:cSld>
</p:sldLayout>
</file>

<file path=ppt/slideLayouts/slideLayout16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43"/>
          </p:nvPr>
        </p:nvSpPr>
        <p:spPr/>
        <p:txBody>
          <a:bodyPr/>
          <a:p>
            <a:r>
              <a:t>Footer</a:t>
            </a:r>
          </a:p>
        </p:txBody>
      </p:sp>
      <p:sp>
        <p:nvSpPr>
          <p:cNvPr id="3" name="PlaceHolder 2"/>
          <p:cNvSpPr>
            <a:spLocks noGrp="1"/>
          </p:cNvSpPr>
          <p:nvPr>
            <p:ph type="sldNum" idx="44"/>
          </p:nvPr>
        </p:nvSpPr>
        <p:spPr/>
        <p:txBody>
          <a:bodyPr/>
          <a:p>
            <a:fld id="{653CFD85-0E92-4750-A2C7-CB736F070FE8}" type="slidenum">
              <a:t>&lt;#&gt;</a:t>
            </a:fld>
          </a:p>
        </p:txBody>
      </p:sp>
      <p:sp>
        <p:nvSpPr>
          <p:cNvPr id="4" name="PlaceHolder 3"/>
          <p:cNvSpPr>
            <a:spLocks noGrp="1"/>
          </p:cNvSpPr>
          <p:nvPr>
            <p:ph type="dt" idx="45"/>
          </p:nvPr>
        </p:nvSpPr>
        <p:spPr/>
        <p:txBody>
          <a:bodyPr/>
          <a:p>
            <a:r>
              <a:rPr lang="en-US"/>
              <a:t/>
            </a:r>
          </a:p>
        </p:txBody>
      </p:sp>
    </p:spTree>
  </p:cSld>
</p:sldLayout>
</file>

<file path=ppt/slideLayouts/slideLayout17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7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80"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43"/>
          </p:nvPr>
        </p:nvSpPr>
        <p:spPr/>
        <p:txBody>
          <a:bodyPr/>
          <a:p>
            <a:r>
              <a:t>Footer</a:t>
            </a:r>
          </a:p>
        </p:txBody>
      </p:sp>
      <p:sp>
        <p:nvSpPr>
          <p:cNvPr id="5" name="PlaceHolder 4"/>
          <p:cNvSpPr>
            <a:spLocks noGrp="1"/>
          </p:cNvSpPr>
          <p:nvPr>
            <p:ph type="sldNum" idx="44"/>
          </p:nvPr>
        </p:nvSpPr>
        <p:spPr/>
        <p:txBody>
          <a:bodyPr/>
          <a:p>
            <a:fld id="{1EE2A53D-36F5-4A0B-8F30-5CEDF8A2F7F6}" type="slidenum">
              <a:t>&lt;#&gt;</a:t>
            </a:fld>
          </a:p>
        </p:txBody>
      </p:sp>
      <p:sp>
        <p:nvSpPr>
          <p:cNvPr id="6" name="PlaceHolder 5"/>
          <p:cNvSpPr>
            <a:spLocks noGrp="1"/>
          </p:cNvSpPr>
          <p:nvPr>
            <p:ph type="dt" idx="45"/>
          </p:nvPr>
        </p:nvSpPr>
        <p:spPr/>
        <p:txBody>
          <a:bodyPr/>
          <a:p>
            <a:r>
              <a:rPr lang="en-US"/>
              <a:t/>
            </a:r>
          </a:p>
        </p:txBody>
      </p:sp>
    </p:spTree>
  </p:cSld>
</p:sldLayout>
</file>

<file path=ppt/slideLayouts/slideLayout17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58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82"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43"/>
          </p:nvPr>
        </p:nvSpPr>
        <p:spPr/>
        <p:txBody>
          <a:bodyPr/>
          <a:p>
            <a:r>
              <a:t>Footer</a:t>
            </a:r>
          </a:p>
        </p:txBody>
      </p:sp>
      <p:sp>
        <p:nvSpPr>
          <p:cNvPr id="5" name="PlaceHolder 4"/>
          <p:cNvSpPr>
            <a:spLocks noGrp="1"/>
          </p:cNvSpPr>
          <p:nvPr>
            <p:ph type="sldNum" idx="44"/>
          </p:nvPr>
        </p:nvSpPr>
        <p:spPr/>
        <p:txBody>
          <a:bodyPr/>
          <a:p>
            <a:fld id="{15D8B55E-148C-4978-961A-7EE6ECAE2B63}" type="slidenum">
              <a:t>&lt;#&gt;</a:t>
            </a:fld>
          </a:p>
        </p:txBody>
      </p:sp>
      <p:sp>
        <p:nvSpPr>
          <p:cNvPr id="6" name="PlaceHolder 5"/>
          <p:cNvSpPr>
            <a:spLocks noGrp="1"/>
          </p:cNvSpPr>
          <p:nvPr>
            <p:ph type="dt" idx="45"/>
          </p:nvPr>
        </p:nvSpPr>
        <p:spPr/>
        <p:txBody>
          <a:bodyPr/>
          <a:p>
            <a:r>
              <a:rPr lang="en-US"/>
              <a:t/>
            </a:r>
          </a:p>
        </p:txBody>
      </p:sp>
    </p:spTree>
  </p:cSld>
</p:sldLayout>
</file>

<file path=ppt/slideLayouts/slideLayout17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8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84"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85"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3"/>
          </p:nvPr>
        </p:nvSpPr>
        <p:spPr/>
        <p:txBody>
          <a:bodyPr/>
          <a:p>
            <a:r>
              <a:t>Footer</a:t>
            </a:r>
          </a:p>
        </p:txBody>
      </p:sp>
      <p:sp>
        <p:nvSpPr>
          <p:cNvPr id="6" name="PlaceHolder 5"/>
          <p:cNvSpPr>
            <a:spLocks noGrp="1"/>
          </p:cNvSpPr>
          <p:nvPr>
            <p:ph type="sldNum" idx="44"/>
          </p:nvPr>
        </p:nvSpPr>
        <p:spPr/>
        <p:txBody>
          <a:bodyPr/>
          <a:p>
            <a:fld id="{D68743C2-A6EA-4F5C-8F51-8C920C9A7EB4}" type="slidenum">
              <a:t>&lt;#&gt;</a:t>
            </a:fld>
          </a:p>
        </p:txBody>
      </p:sp>
      <p:sp>
        <p:nvSpPr>
          <p:cNvPr id="7" name="PlaceHolder 6"/>
          <p:cNvSpPr>
            <a:spLocks noGrp="1"/>
          </p:cNvSpPr>
          <p:nvPr>
            <p:ph type="dt" idx="45"/>
          </p:nvPr>
        </p:nvSpPr>
        <p:spPr/>
        <p:txBody>
          <a:bodyPr/>
          <a:p>
            <a:r>
              <a:rPr lang="en-US"/>
              <a:t/>
            </a:r>
          </a:p>
        </p:txBody>
      </p:sp>
    </p:spTree>
  </p:cSld>
</p:sldLayout>
</file>

<file path=ppt/slideLayouts/slideLayout17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8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43"/>
          </p:nvPr>
        </p:nvSpPr>
        <p:spPr/>
        <p:txBody>
          <a:bodyPr/>
          <a:p>
            <a:r>
              <a:t>Footer</a:t>
            </a:r>
          </a:p>
        </p:txBody>
      </p:sp>
      <p:sp>
        <p:nvSpPr>
          <p:cNvPr id="4" name="PlaceHolder 3"/>
          <p:cNvSpPr>
            <a:spLocks noGrp="1"/>
          </p:cNvSpPr>
          <p:nvPr>
            <p:ph type="sldNum" idx="44"/>
          </p:nvPr>
        </p:nvSpPr>
        <p:spPr/>
        <p:txBody>
          <a:bodyPr/>
          <a:p>
            <a:fld id="{5390C277-2E4E-4DA1-AC34-6528F472FCBC}" type="slidenum">
              <a:t>&lt;#&gt;</a:t>
            </a:fld>
          </a:p>
        </p:txBody>
      </p:sp>
      <p:sp>
        <p:nvSpPr>
          <p:cNvPr id="5" name="PlaceHolder 4"/>
          <p:cNvSpPr>
            <a:spLocks noGrp="1"/>
          </p:cNvSpPr>
          <p:nvPr>
            <p:ph type="dt" idx="45"/>
          </p:nvPr>
        </p:nvSpPr>
        <p:spPr/>
        <p:txBody>
          <a:bodyPr/>
          <a:p>
            <a:r>
              <a:rPr lang="en-US"/>
              <a:t/>
            </a:r>
          </a:p>
        </p:txBody>
      </p:sp>
    </p:spTree>
  </p:cSld>
</p:sldLayout>
</file>

<file path=ppt/slideLayouts/slideLayout17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587"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43"/>
          </p:nvPr>
        </p:nvSpPr>
        <p:spPr/>
        <p:txBody>
          <a:bodyPr/>
          <a:p>
            <a:r>
              <a:t>Footer</a:t>
            </a:r>
          </a:p>
        </p:txBody>
      </p:sp>
      <p:sp>
        <p:nvSpPr>
          <p:cNvPr id="4" name="PlaceHolder 3"/>
          <p:cNvSpPr>
            <a:spLocks noGrp="1"/>
          </p:cNvSpPr>
          <p:nvPr>
            <p:ph type="sldNum" idx="44"/>
          </p:nvPr>
        </p:nvSpPr>
        <p:spPr/>
        <p:txBody>
          <a:bodyPr/>
          <a:p>
            <a:fld id="{6484B496-2BF4-4DB9-98C0-31FA5DB22FBF}" type="slidenum">
              <a:t>&lt;#&gt;</a:t>
            </a:fld>
          </a:p>
        </p:txBody>
      </p:sp>
      <p:sp>
        <p:nvSpPr>
          <p:cNvPr id="5" name="PlaceHolder 4"/>
          <p:cNvSpPr>
            <a:spLocks noGrp="1"/>
          </p:cNvSpPr>
          <p:nvPr>
            <p:ph type="dt" idx="45"/>
          </p:nvPr>
        </p:nvSpPr>
        <p:spPr/>
        <p:txBody>
          <a:bodyPr/>
          <a:p>
            <a:r>
              <a:rPr lang="en-US"/>
              <a:t/>
            </a:r>
          </a:p>
        </p:txBody>
      </p:sp>
    </p:spTree>
  </p:cSld>
</p:sldLayout>
</file>

<file path=ppt/slideLayouts/slideLayout17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58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89"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90"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91"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3"/>
          </p:nvPr>
        </p:nvSpPr>
        <p:spPr/>
        <p:txBody>
          <a:bodyPr/>
          <a:p>
            <a:r>
              <a:t>Footer</a:t>
            </a:r>
          </a:p>
        </p:txBody>
      </p:sp>
      <p:sp>
        <p:nvSpPr>
          <p:cNvPr id="7" name="PlaceHolder 6"/>
          <p:cNvSpPr>
            <a:spLocks noGrp="1"/>
          </p:cNvSpPr>
          <p:nvPr>
            <p:ph type="sldNum" idx="44"/>
          </p:nvPr>
        </p:nvSpPr>
        <p:spPr/>
        <p:txBody>
          <a:bodyPr/>
          <a:p>
            <a:fld id="{C66F786E-59E8-487E-B19B-4D7CDF98929A}" type="slidenum">
              <a:t>&lt;#&gt;</a:t>
            </a:fld>
          </a:p>
        </p:txBody>
      </p:sp>
      <p:sp>
        <p:nvSpPr>
          <p:cNvPr id="8" name="PlaceHolder 7"/>
          <p:cNvSpPr>
            <a:spLocks noGrp="1"/>
          </p:cNvSpPr>
          <p:nvPr>
            <p:ph type="dt" idx="45"/>
          </p:nvPr>
        </p:nvSpPr>
        <p:spPr/>
        <p:txBody>
          <a:bodyPr/>
          <a:p>
            <a:r>
              <a:rPr lang="en-US"/>
              <a:t/>
            </a:r>
          </a:p>
        </p:txBody>
      </p:sp>
    </p:spTree>
  </p:cSld>
</p:sldLayout>
</file>

<file path=ppt/slideLayouts/slideLayout17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59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93"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94"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95"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3"/>
          </p:nvPr>
        </p:nvSpPr>
        <p:spPr/>
        <p:txBody>
          <a:bodyPr/>
          <a:p>
            <a:r>
              <a:t>Footer</a:t>
            </a:r>
          </a:p>
        </p:txBody>
      </p:sp>
      <p:sp>
        <p:nvSpPr>
          <p:cNvPr id="7" name="PlaceHolder 6"/>
          <p:cNvSpPr>
            <a:spLocks noGrp="1"/>
          </p:cNvSpPr>
          <p:nvPr>
            <p:ph type="sldNum" idx="44"/>
          </p:nvPr>
        </p:nvSpPr>
        <p:spPr/>
        <p:txBody>
          <a:bodyPr/>
          <a:p>
            <a:fld id="{40DE9883-E513-48D0-A230-97BCF58589A3}" type="slidenum">
              <a:t>&lt;#&gt;</a:t>
            </a:fld>
          </a:p>
        </p:txBody>
      </p:sp>
      <p:sp>
        <p:nvSpPr>
          <p:cNvPr id="8" name="PlaceHolder 7"/>
          <p:cNvSpPr>
            <a:spLocks noGrp="1"/>
          </p:cNvSpPr>
          <p:nvPr>
            <p:ph type="dt" idx="45"/>
          </p:nvPr>
        </p:nvSpPr>
        <p:spPr/>
        <p:txBody>
          <a:bodyPr/>
          <a:p>
            <a:r>
              <a:rPr lang="en-US"/>
              <a:t/>
            </a:r>
          </a:p>
        </p:txBody>
      </p:sp>
    </p:spTree>
  </p:cSld>
</p:sldLayout>
</file>

<file path=ppt/slideLayouts/slideLayout17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59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97"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98"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99"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3"/>
          </p:nvPr>
        </p:nvSpPr>
        <p:spPr/>
        <p:txBody>
          <a:bodyPr/>
          <a:p>
            <a:r>
              <a:t>Footer</a:t>
            </a:r>
          </a:p>
        </p:txBody>
      </p:sp>
      <p:sp>
        <p:nvSpPr>
          <p:cNvPr id="7" name="PlaceHolder 6"/>
          <p:cNvSpPr>
            <a:spLocks noGrp="1"/>
          </p:cNvSpPr>
          <p:nvPr>
            <p:ph type="sldNum" idx="44"/>
          </p:nvPr>
        </p:nvSpPr>
        <p:spPr/>
        <p:txBody>
          <a:bodyPr/>
          <a:p>
            <a:fld id="{06D73CD0-A64B-4C3A-8B93-2EF35329378F}" type="slidenum">
              <a:t>&lt;#&gt;</a:t>
            </a:fld>
          </a:p>
        </p:txBody>
      </p:sp>
      <p:sp>
        <p:nvSpPr>
          <p:cNvPr id="8" name="PlaceHolder 7"/>
          <p:cNvSpPr>
            <a:spLocks noGrp="1"/>
          </p:cNvSpPr>
          <p:nvPr>
            <p:ph type="dt" idx="45"/>
          </p:nvPr>
        </p:nvSpPr>
        <p:spPr/>
        <p:txBody>
          <a:bodyPr/>
          <a:p>
            <a:r>
              <a:rPr lang="en-US"/>
              <a:t/>
            </a:r>
          </a:p>
        </p:txBody>
      </p:sp>
    </p:spTree>
  </p:cSld>
</p:sldLayout>
</file>

<file path=ppt/slideLayouts/slideLayout17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60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01"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02"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3"/>
          </p:nvPr>
        </p:nvSpPr>
        <p:spPr/>
        <p:txBody>
          <a:bodyPr/>
          <a:p>
            <a:r>
              <a:t>Footer</a:t>
            </a:r>
          </a:p>
        </p:txBody>
      </p:sp>
      <p:sp>
        <p:nvSpPr>
          <p:cNvPr id="6" name="PlaceHolder 5"/>
          <p:cNvSpPr>
            <a:spLocks noGrp="1"/>
          </p:cNvSpPr>
          <p:nvPr>
            <p:ph type="sldNum" idx="44"/>
          </p:nvPr>
        </p:nvSpPr>
        <p:spPr/>
        <p:txBody>
          <a:bodyPr/>
          <a:p>
            <a:fld id="{6A664120-3348-4967-B104-089CF7D32B1E}" type="slidenum">
              <a:t>&lt;#&gt;</a:t>
            </a:fld>
          </a:p>
        </p:txBody>
      </p:sp>
      <p:sp>
        <p:nvSpPr>
          <p:cNvPr id="7" name="PlaceHolder 6"/>
          <p:cNvSpPr>
            <a:spLocks noGrp="1"/>
          </p:cNvSpPr>
          <p:nvPr>
            <p:ph type="dt" idx="45"/>
          </p:nvPr>
        </p:nvSpPr>
        <p:spPr/>
        <p:txBody>
          <a:bodyPr/>
          <a:p>
            <a:r>
              <a:rPr lang="en-US"/>
              <a:t/>
            </a:r>
          </a:p>
        </p:txBody>
      </p:sp>
    </p:spTree>
  </p:cSld>
</p:sldLayout>
</file>

<file path=ppt/slideLayouts/slideLayout17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60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04"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05"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06"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07"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43"/>
          </p:nvPr>
        </p:nvSpPr>
        <p:spPr/>
        <p:txBody>
          <a:bodyPr/>
          <a:p>
            <a:r>
              <a:t>Footer</a:t>
            </a:r>
          </a:p>
        </p:txBody>
      </p:sp>
      <p:sp>
        <p:nvSpPr>
          <p:cNvPr id="8" name="PlaceHolder 7"/>
          <p:cNvSpPr>
            <a:spLocks noGrp="1"/>
          </p:cNvSpPr>
          <p:nvPr>
            <p:ph type="sldNum" idx="44"/>
          </p:nvPr>
        </p:nvSpPr>
        <p:spPr/>
        <p:txBody>
          <a:bodyPr/>
          <a:p>
            <a:fld id="{06BBA8A5-3D9C-4C7F-B1B2-3950EE09131F}" type="slidenum">
              <a:t>&lt;#&gt;</a:t>
            </a:fld>
          </a:p>
        </p:txBody>
      </p:sp>
      <p:sp>
        <p:nvSpPr>
          <p:cNvPr id="9" name="PlaceHolder 8"/>
          <p:cNvSpPr>
            <a:spLocks noGrp="1"/>
          </p:cNvSpPr>
          <p:nvPr>
            <p:ph type="dt" idx="45"/>
          </p:nvPr>
        </p:nvSpPr>
        <p:spPr/>
        <p:txBody>
          <a:bodyPr/>
          <a:p>
            <a:r>
              <a:rPr lang="en-US"/>
              <a:t/>
            </a:r>
          </a:p>
        </p:txBody>
      </p:sp>
    </p:spTree>
  </p:cSld>
</p:sldLayout>
</file>

<file path=ppt/slideLayouts/slideLayout18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60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09"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10"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11"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12"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13"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14"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43"/>
          </p:nvPr>
        </p:nvSpPr>
        <p:spPr/>
        <p:txBody>
          <a:bodyPr/>
          <a:p>
            <a:r>
              <a:t>Footer</a:t>
            </a:r>
          </a:p>
        </p:txBody>
      </p:sp>
      <p:sp>
        <p:nvSpPr>
          <p:cNvPr id="10" name="PlaceHolder 9"/>
          <p:cNvSpPr>
            <a:spLocks noGrp="1"/>
          </p:cNvSpPr>
          <p:nvPr>
            <p:ph type="sldNum" idx="44"/>
          </p:nvPr>
        </p:nvSpPr>
        <p:spPr/>
        <p:txBody>
          <a:bodyPr/>
          <a:p>
            <a:fld id="{EC123B29-48AD-4316-87B7-1CD9371D074E}" type="slidenum">
              <a:t>&lt;#&gt;</a:t>
            </a:fld>
          </a:p>
        </p:txBody>
      </p:sp>
      <p:sp>
        <p:nvSpPr>
          <p:cNvPr id="11" name="PlaceHolder 10"/>
          <p:cNvSpPr>
            <a:spLocks noGrp="1"/>
          </p:cNvSpPr>
          <p:nvPr>
            <p:ph type="dt" idx="45"/>
          </p:nvPr>
        </p:nvSpPr>
        <p:spPr/>
        <p:txBody>
          <a:bodyPr/>
          <a:p>
            <a:r>
              <a:rPr lang="en-US"/>
              <a:t/>
            </a:r>
          </a:p>
        </p:txBody>
      </p:sp>
    </p:spTree>
  </p:cSld>
</p:sldLayout>
</file>

<file path=ppt/slideLayouts/slideLayout18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46"/>
          </p:nvPr>
        </p:nvSpPr>
        <p:spPr/>
        <p:txBody>
          <a:bodyPr/>
          <a:p>
            <a:r>
              <a:t>Footer</a:t>
            </a:r>
          </a:p>
        </p:txBody>
      </p:sp>
      <p:sp>
        <p:nvSpPr>
          <p:cNvPr id="3" name="PlaceHolder 2"/>
          <p:cNvSpPr>
            <a:spLocks noGrp="1"/>
          </p:cNvSpPr>
          <p:nvPr>
            <p:ph type="sldNum" idx="47"/>
          </p:nvPr>
        </p:nvSpPr>
        <p:spPr/>
        <p:txBody>
          <a:bodyPr/>
          <a:p>
            <a:fld id="{87038F92-9D15-4380-973D-489134388E51}" type="slidenum">
              <a:t>&lt;#&gt;</a:t>
            </a:fld>
          </a:p>
        </p:txBody>
      </p:sp>
      <p:sp>
        <p:nvSpPr>
          <p:cNvPr id="4" name="PlaceHolder 3"/>
          <p:cNvSpPr>
            <a:spLocks noGrp="1"/>
          </p:cNvSpPr>
          <p:nvPr>
            <p:ph type="dt" idx="48"/>
          </p:nvPr>
        </p:nvSpPr>
        <p:spPr/>
        <p:txBody>
          <a:bodyPr/>
          <a:p>
            <a:r>
              <a:rPr lang="en-US"/>
              <a:t/>
            </a:r>
          </a:p>
        </p:txBody>
      </p:sp>
    </p:spTree>
  </p:cSld>
</p:sldLayout>
</file>

<file path=ppt/slideLayouts/slideLayout18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62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21"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46"/>
          </p:nvPr>
        </p:nvSpPr>
        <p:spPr/>
        <p:txBody>
          <a:bodyPr/>
          <a:p>
            <a:r>
              <a:t>Footer</a:t>
            </a:r>
          </a:p>
        </p:txBody>
      </p:sp>
      <p:sp>
        <p:nvSpPr>
          <p:cNvPr id="5" name="PlaceHolder 4"/>
          <p:cNvSpPr>
            <a:spLocks noGrp="1"/>
          </p:cNvSpPr>
          <p:nvPr>
            <p:ph type="sldNum" idx="47"/>
          </p:nvPr>
        </p:nvSpPr>
        <p:spPr/>
        <p:txBody>
          <a:bodyPr/>
          <a:p>
            <a:fld id="{FF097EBF-D3B8-4CC7-A697-2F992B7EB8DB}" type="slidenum">
              <a:t>&lt;#&gt;</a:t>
            </a:fld>
          </a:p>
        </p:txBody>
      </p:sp>
      <p:sp>
        <p:nvSpPr>
          <p:cNvPr id="6" name="PlaceHolder 5"/>
          <p:cNvSpPr>
            <a:spLocks noGrp="1"/>
          </p:cNvSpPr>
          <p:nvPr>
            <p:ph type="dt" idx="48"/>
          </p:nvPr>
        </p:nvSpPr>
        <p:spPr/>
        <p:txBody>
          <a:bodyPr/>
          <a:p>
            <a:r>
              <a:rPr lang="en-US"/>
              <a:t/>
            </a:r>
          </a:p>
        </p:txBody>
      </p:sp>
    </p:spTree>
  </p:cSld>
</p:sldLayout>
</file>

<file path=ppt/slideLayouts/slideLayout18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62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23"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46"/>
          </p:nvPr>
        </p:nvSpPr>
        <p:spPr/>
        <p:txBody>
          <a:bodyPr/>
          <a:p>
            <a:r>
              <a:t>Footer</a:t>
            </a:r>
          </a:p>
        </p:txBody>
      </p:sp>
      <p:sp>
        <p:nvSpPr>
          <p:cNvPr id="5" name="PlaceHolder 4"/>
          <p:cNvSpPr>
            <a:spLocks noGrp="1"/>
          </p:cNvSpPr>
          <p:nvPr>
            <p:ph type="sldNum" idx="47"/>
          </p:nvPr>
        </p:nvSpPr>
        <p:spPr/>
        <p:txBody>
          <a:bodyPr/>
          <a:p>
            <a:fld id="{77001253-2B3D-4C0E-88D1-BABECE46FF6A}" type="slidenum">
              <a:t>&lt;#&gt;</a:t>
            </a:fld>
          </a:p>
        </p:txBody>
      </p:sp>
      <p:sp>
        <p:nvSpPr>
          <p:cNvPr id="6" name="PlaceHolder 5"/>
          <p:cNvSpPr>
            <a:spLocks noGrp="1"/>
          </p:cNvSpPr>
          <p:nvPr>
            <p:ph type="dt" idx="48"/>
          </p:nvPr>
        </p:nvSpPr>
        <p:spPr/>
        <p:txBody>
          <a:bodyPr/>
          <a:p>
            <a:r>
              <a:rPr lang="en-US"/>
              <a:t/>
            </a:r>
          </a:p>
        </p:txBody>
      </p:sp>
    </p:spTree>
  </p:cSld>
</p:sldLayout>
</file>

<file path=ppt/slideLayouts/slideLayout18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2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25"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26"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6"/>
          </p:nvPr>
        </p:nvSpPr>
        <p:spPr/>
        <p:txBody>
          <a:bodyPr/>
          <a:p>
            <a:r>
              <a:t>Footer</a:t>
            </a:r>
          </a:p>
        </p:txBody>
      </p:sp>
      <p:sp>
        <p:nvSpPr>
          <p:cNvPr id="6" name="PlaceHolder 5"/>
          <p:cNvSpPr>
            <a:spLocks noGrp="1"/>
          </p:cNvSpPr>
          <p:nvPr>
            <p:ph type="sldNum" idx="47"/>
          </p:nvPr>
        </p:nvSpPr>
        <p:spPr/>
        <p:txBody>
          <a:bodyPr/>
          <a:p>
            <a:fld id="{4BFECD7C-5D39-402F-AD59-965F7027E777}" type="slidenum">
              <a:t>&lt;#&gt;</a:t>
            </a:fld>
          </a:p>
        </p:txBody>
      </p:sp>
      <p:sp>
        <p:nvSpPr>
          <p:cNvPr id="7" name="PlaceHolder 6"/>
          <p:cNvSpPr>
            <a:spLocks noGrp="1"/>
          </p:cNvSpPr>
          <p:nvPr>
            <p:ph type="dt" idx="48"/>
          </p:nvPr>
        </p:nvSpPr>
        <p:spPr/>
        <p:txBody>
          <a:bodyPr/>
          <a:p>
            <a:r>
              <a:rPr lang="en-US"/>
              <a:t/>
            </a:r>
          </a:p>
        </p:txBody>
      </p:sp>
    </p:spTree>
  </p:cSld>
</p:sldLayout>
</file>

<file path=ppt/slideLayouts/slideLayout18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62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46"/>
          </p:nvPr>
        </p:nvSpPr>
        <p:spPr/>
        <p:txBody>
          <a:bodyPr/>
          <a:p>
            <a:r>
              <a:t>Footer</a:t>
            </a:r>
          </a:p>
        </p:txBody>
      </p:sp>
      <p:sp>
        <p:nvSpPr>
          <p:cNvPr id="4" name="PlaceHolder 3"/>
          <p:cNvSpPr>
            <a:spLocks noGrp="1"/>
          </p:cNvSpPr>
          <p:nvPr>
            <p:ph type="sldNum" idx="47"/>
          </p:nvPr>
        </p:nvSpPr>
        <p:spPr/>
        <p:txBody>
          <a:bodyPr/>
          <a:p>
            <a:fld id="{566ADA03-9D4B-4DCE-8262-ECF9141C1FAD}" type="slidenum">
              <a:t>&lt;#&gt;</a:t>
            </a:fld>
          </a:p>
        </p:txBody>
      </p:sp>
      <p:sp>
        <p:nvSpPr>
          <p:cNvPr id="5" name="PlaceHolder 4"/>
          <p:cNvSpPr>
            <a:spLocks noGrp="1"/>
          </p:cNvSpPr>
          <p:nvPr>
            <p:ph type="dt" idx="48"/>
          </p:nvPr>
        </p:nvSpPr>
        <p:spPr/>
        <p:txBody>
          <a:bodyPr/>
          <a:p>
            <a:r>
              <a:rPr lang="en-US"/>
              <a:t/>
            </a:r>
          </a:p>
        </p:txBody>
      </p:sp>
    </p:spTree>
  </p:cSld>
</p:sldLayout>
</file>

<file path=ppt/slideLayouts/slideLayout18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628"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46"/>
          </p:nvPr>
        </p:nvSpPr>
        <p:spPr/>
        <p:txBody>
          <a:bodyPr/>
          <a:p>
            <a:r>
              <a:t>Footer</a:t>
            </a:r>
          </a:p>
        </p:txBody>
      </p:sp>
      <p:sp>
        <p:nvSpPr>
          <p:cNvPr id="4" name="PlaceHolder 3"/>
          <p:cNvSpPr>
            <a:spLocks noGrp="1"/>
          </p:cNvSpPr>
          <p:nvPr>
            <p:ph type="sldNum" idx="47"/>
          </p:nvPr>
        </p:nvSpPr>
        <p:spPr/>
        <p:txBody>
          <a:bodyPr/>
          <a:p>
            <a:fld id="{9EB867F6-66AD-446E-BD47-AAB070711525}" type="slidenum">
              <a:t>&lt;#&gt;</a:t>
            </a:fld>
          </a:p>
        </p:txBody>
      </p:sp>
      <p:sp>
        <p:nvSpPr>
          <p:cNvPr id="5" name="PlaceHolder 4"/>
          <p:cNvSpPr>
            <a:spLocks noGrp="1"/>
          </p:cNvSpPr>
          <p:nvPr>
            <p:ph type="dt" idx="48"/>
          </p:nvPr>
        </p:nvSpPr>
        <p:spPr/>
        <p:txBody>
          <a:bodyPr/>
          <a:p>
            <a:r>
              <a:rPr lang="en-US"/>
              <a:t/>
            </a:r>
          </a:p>
        </p:txBody>
      </p:sp>
    </p:spTree>
  </p:cSld>
</p:sldLayout>
</file>

<file path=ppt/slideLayouts/slideLayout18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62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30"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31"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32"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6"/>
          </p:nvPr>
        </p:nvSpPr>
        <p:spPr/>
        <p:txBody>
          <a:bodyPr/>
          <a:p>
            <a:r>
              <a:t>Footer</a:t>
            </a:r>
          </a:p>
        </p:txBody>
      </p:sp>
      <p:sp>
        <p:nvSpPr>
          <p:cNvPr id="7" name="PlaceHolder 6"/>
          <p:cNvSpPr>
            <a:spLocks noGrp="1"/>
          </p:cNvSpPr>
          <p:nvPr>
            <p:ph type="sldNum" idx="47"/>
          </p:nvPr>
        </p:nvSpPr>
        <p:spPr/>
        <p:txBody>
          <a:bodyPr/>
          <a:p>
            <a:fld id="{A2D13AB6-C3A5-4A46-807A-B23E627F633B}" type="slidenum">
              <a:t>&lt;#&gt;</a:t>
            </a:fld>
          </a:p>
        </p:txBody>
      </p:sp>
      <p:sp>
        <p:nvSpPr>
          <p:cNvPr id="8" name="PlaceHolder 7"/>
          <p:cNvSpPr>
            <a:spLocks noGrp="1"/>
          </p:cNvSpPr>
          <p:nvPr>
            <p:ph type="dt" idx="48"/>
          </p:nvPr>
        </p:nvSpPr>
        <p:spPr/>
        <p:txBody>
          <a:bodyPr/>
          <a:p>
            <a:r>
              <a:rPr lang="en-US"/>
              <a:t/>
            </a:r>
          </a:p>
        </p:txBody>
      </p:sp>
    </p:spTree>
  </p:cSld>
</p:sldLayout>
</file>

<file path=ppt/slideLayouts/slideLayout18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63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34"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35"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36"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6"/>
          </p:nvPr>
        </p:nvSpPr>
        <p:spPr/>
        <p:txBody>
          <a:bodyPr/>
          <a:p>
            <a:r>
              <a:t>Footer</a:t>
            </a:r>
          </a:p>
        </p:txBody>
      </p:sp>
      <p:sp>
        <p:nvSpPr>
          <p:cNvPr id="7" name="PlaceHolder 6"/>
          <p:cNvSpPr>
            <a:spLocks noGrp="1"/>
          </p:cNvSpPr>
          <p:nvPr>
            <p:ph type="sldNum" idx="47"/>
          </p:nvPr>
        </p:nvSpPr>
        <p:spPr/>
        <p:txBody>
          <a:bodyPr/>
          <a:p>
            <a:fld id="{DD70482B-6B9F-40B5-82E2-C16AA07B9F0F}" type="slidenum">
              <a:t>&lt;#&gt;</a:t>
            </a:fld>
          </a:p>
        </p:txBody>
      </p:sp>
      <p:sp>
        <p:nvSpPr>
          <p:cNvPr id="8" name="PlaceHolder 7"/>
          <p:cNvSpPr>
            <a:spLocks noGrp="1"/>
          </p:cNvSpPr>
          <p:nvPr>
            <p:ph type="dt" idx="48"/>
          </p:nvPr>
        </p:nvSpPr>
        <p:spPr/>
        <p:txBody>
          <a:bodyPr/>
          <a:p>
            <a:r>
              <a:rPr lang="en-US"/>
              <a:t/>
            </a:r>
          </a:p>
        </p:txBody>
      </p:sp>
    </p:spTree>
  </p:cSld>
</p:sldLayout>
</file>

<file path=ppt/slideLayouts/slideLayout18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63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38"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39"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40"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6"/>
          </p:nvPr>
        </p:nvSpPr>
        <p:spPr/>
        <p:txBody>
          <a:bodyPr/>
          <a:p>
            <a:r>
              <a:t>Footer</a:t>
            </a:r>
          </a:p>
        </p:txBody>
      </p:sp>
      <p:sp>
        <p:nvSpPr>
          <p:cNvPr id="7" name="PlaceHolder 6"/>
          <p:cNvSpPr>
            <a:spLocks noGrp="1"/>
          </p:cNvSpPr>
          <p:nvPr>
            <p:ph type="sldNum" idx="47"/>
          </p:nvPr>
        </p:nvSpPr>
        <p:spPr/>
        <p:txBody>
          <a:bodyPr/>
          <a:p>
            <a:fld id="{6E0DA9FA-33C0-4DAE-B09F-0A51E83C631F}" type="slidenum">
              <a:t>&lt;#&gt;</a:t>
            </a:fld>
          </a:p>
        </p:txBody>
      </p:sp>
      <p:sp>
        <p:nvSpPr>
          <p:cNvPr id="8" name="PlaceHolder 7"/>
          <p:cNvSpPr>
            <a:spLocks noGrp="1"/>
          </p:cNvSpPr>
          <p:nvPr>
            <p:ph type="dt" idx="48"/>
          </p:nvPr>
        </p:nvSpPr>
        <p:spPr/>
        <p:txBody>
          <a:bodyPr/>
          <a:p>
            <a:r>
              <a:rPr lang="en-US"/>
              <a:t/>
            </a:r>
          </a:p>
        </p:txBody>
      </p:sp>
    </p:spTree>
  </p:cSld>
</p:sldLayout>
</file>

<file path=ppt/slideLayouts/slideLayout19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64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42"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43"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6"/>
          </p:nvPr>
        </p:nvSpPr>
        <p:spPr/>
        <p:txBody>
          <a:bodyPr/>
          <a:p>
            <a:r>
              <a:t>Footer</a:t>
            </a:r>
          </a:p>
        </p:txBody>
      </p:sp>
      <p:sp>
        <p:nvSpPr>
          <p:cNvPr id="6" name="PlaceHolder 5"/>
          <p:cNvSpPr>
            <a:spLocks noGrp="1"/>
          </p:cNvSpPr>
          <p:nvPr>
            <p:ph type="sldNum" idx="47"/>
          </p:nvPr>
        </p:nvSpPr>
        <p:spPr/>
        <p:txBody>
          <a:bodyPr/>
          <a:p>
            <a:fld id="{B4CA6FE0-9DC3-4F95-B967-64CF4E2E41D1}" type="slidenum">
              <a:t>&lt;#&gt;</a:t>
            </a:fld>
          </a:p>
        </p:txBody>
      </p:sp>
      <p:sp>
        <p:nvSpPr>
          <p:cNvPr id="7" name="PlaceHolder 6"/>
          <p:cNvSpPr>
            <a:spLocks noGrp="1"/>
          </p:cNvSpPr>
          <p:nvPr>
            <p:ph type="dt" idx="48"/>
          </p:nvPr>
        </p:nvSpPr>
        <p:spPr/>
        <p:txBody>
          <a:bodyPr/>
          <a:p>
            <a:r>
              <a:rPr lang="en-US"/>
              <a:t/>
            </a:r>
          </a:p>
        </p:txBody>
      </p:sp>
    </p:spTree>
  </p:cSld>
</p:sldLayout>
</file>

<file path=ppt/slideLayouts/slideLayout19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64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45"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46"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47"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48"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46"/>
          </p:nvPr>
        </p:nvSpPr>
        <p:spPr/>
        <p:txBody>
          <a:bodyPr/>
          <a:p>
            <a:r>
              <a:t>Footer</a:t>
            </a:r>
          </a:p>
        </p:txBody>
      </p:sp>
      <p:sp>
        <p:nvSpPr>
          <p:cNvPr id="8" name="PlaceHolder 7"/>
          <p:cNvSpPr>
            <a:spLocks noGrp="1"/>
          </p:cNvSpPr>
          <p:nvPr>
            <p:ph type="sldNum" idx="47"/>
          </p:nvPr>
        </p:nvSpPr>
        <p:spPr/>
        <p:txBody>
          <a:bodyPr/>
          <a:p>
            <a:fld id="{CF6ADE3D-DFB2-4F88-9FC8-978320450886}" type="slidenum">
              <a:t>&lt;#&gt;</a:t>
            </a:fld>
          </a:p>
        </p:txBody>
      </p:sp>
      <p:sp>
        <p:nvSpPr>
          <p:cNvPr id="9" name="PlaceHolder 8"/>
          <p:cNvSpPr>
            <a:spLocks noGrp="1"/>
          </p:cNvSpPr>
          <p:nvPr>
            <p:ph type="dt" idx="48"/>
          </p:nvPr>
        </p:nvSpPr>
        <p:spPr/>
        <p:txBody>
          <a:bodyPr/>
          <a:p>
            <a:r>
              <a:rPr lang="en-US"/>
              <a:t/>
            </a:r>
          </a:p>
        </p:txBody>
      </p:sp>
    </p:spTree>
  </p:cSld>
</p:sldLayout>
</file>

<file path=ppt/slideLayouts/slideLayout19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64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50"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51"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52"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53"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54"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55"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46"/>
          </p:nvPr>
        </p:nvSpPr>
        <p:spPr/>
        <p:txBody>
          <a:bodyPr/>
          <a:p>
            <a:r>
              <a:t>Footer</a:t>
            </a:r>
          </a:p>
        </p:txBody>
      </p:sp>
      <p:sp>
        <p:nvSpPr>
          <p:cNvPr id="10" name="PlaceHolder 9"/>
          <p:cNvSpPr>
            <a:spLocks noGrp="1"/>
          </p:cNvSpPr>
          <p:nvPr>
            <p:ph type="sldNum" idx="47"/>
          </p:nvPr>
        </p:nvSpPr>
        <p:spPr/>
        <p:txBody>
          <a:bodyPr/>
          <a:p>
            <a:fld id="{D356109C-7207-4F01-B3CA-58F73C5A62CB}" type="slidenum">
              <a:t>&lt;#&gt;</a:t>
            </a:fld>
          </a:p>
        </p:txBody>
      </p:sp>
      <p:sp>
        <p:nvSpPr>
          <p:cNvPr id="11" name="PlaceHolder 10"/>
          <p:cNvSpPr>
            <a:spLocks noGrp="1"/>
          </p:cNvSpPr>
          <p:nvPr>
            <p:ph type="dt" idx="48"/>
          </p:nvPr>
        </p:nvSpPr>
        <p:spPr/>
        <p:txBody>
          <a:bodyPr/>
          <a:p>
            <a:r>
              <a:rPr lang="en-US"/>
              <a:t/>
            </a:r>
          </a:p>
        </p:txBody>
      </p:sp>
    </p:spTree>
  </p:cSld>
</p:sldLayout>
</file>

<file path=ppt/slideLayouts/slideLayout19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49"/>
          </p:nvPr>
        </p:nvSpPr>
        <p:spPr/>
        <p:txBody>
          <a:bodyPr/>
          <a:p>
            <a:r>
              <a:t>Footer</a:t>
            </a:r>
          </a:p>
        </p:txBody>
      </p:sp>
      <p:sp>
        <p:nvSpPr>
          <p:cNvPr id="3" name="PlaceHolder 2"/>
          <p:cNvSpPr>
            <a:spLocks noGrp="1"/>
          </p:cNvSpPr>
          <p:nvPr>
            <p:ph type="sldNum" idx="50"/>
          </p:nvPr>
        </p:nvSpPr>
        <p:spPr/>
        <p:txBody>
          <a:bodyPr/>
          <a:p>
            <a:fld id="{34508DEC-B3A5-44EC-9742-F9089860672C}" type="slidenum">
              <a:t>&lt;#&gt;</a:t>
            </a:fld>
          </a:p>
        </p:txBody>
      </p:sp>
      <p:sp>
        <p:nvSpPr>
          <p:cNvPr id="4" name="PlaceHolder 3"/>
          <p:cNvSpPr>
            <a:spLocks noGrp="1"/>
          </p:cNvSpPr>
          <p:nvPr>
            <p:ph type="dt" idx="51"/>
          </p:nvPr>
        </p:nvSpPr>
        <p:spPr/>
        <p:txBody>
          <a:bodyPr/>
          <a:p>
            <a:r>
              <a:rPr lang="en-US"/>
              <a:t/>
            </a:r>
          </a:p>
        </p:txBody>
      </p:sp>
    </p:spTree>
  </p:cSld>
</p:sldLayout>
</file>

<file path=ppt/slideLayouts/slideLayout19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66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62"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49"/>
          </p:nvPr>
        </p:nvSpPr>
        <p:spPr/>
        <p:txBody>
          <a:bodyPr/>
          <a:p>
            <a:r>
              <a:t>Footer</a:t>
            </a:r>
          </a:p>
        </p:txBody>
      </p:sp>
      <p:sp>
        <p:nvSpPr>
          <p:cNvPr id="5" name="PlaceHolder 4"/>
          <p:cNvSpPr>
            <a:spLocks noGrp="1"/>
          </p:cNvSpPr>
          <p:nvPr>
            <p:ph type="sldNum" idx="50"/>
          </p:nvPr>
        </p:nvSpPr>
        <p:spPr/>
        <p:txBody>
          <a:bodyPr/>
          <a:p>
            <a:fld id="{4E027681-874A-4471-ADF6-8789488FA1E4}" type="slidenum">
              <a:t>&lt;#&gt;</a:t>
            </a:fld>
          </a:p>
        </p:txBody>
      </p:sp>
      <p:sp>
        <p:nvSpPr>
          <p:cNvPr id="6" name="PlaceHolder 5"/>
          <p:cNvSpPr>
            <a:spLocks noGrp="1"/>
          </p:cNvSpPr>
          <p:nvPr>
            <p:ph type="dt" idx="51"/>
          </p:nvPr>
        </p:nvSpPr>
        <p:spPr/>
        <p:txBody>
          <a:bodyPr/>
          <a:p>
            <a:r>
              <a:rPr lang="en-US"/>
              <a:t/>
            </a:r>
          </a:p>
        </p:txBody>
      </p:sp>
    </p:spTree>
  </p:cSld>
</p:sldLayout>
</file>

<file path=ppt/slideLayouts/slideLayout19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66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64"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49"/>
          </p:nvPr>
        </p:nvSpPr>
        <p:spPr/>
        <p:txBody>
          <a:bodyPr/>
          <a:p>
            <a:r>
              <a:t>Footer</a:t>
            </a:r>
          </a:p>
        </p:txBody>
      </p:sp>
      <p:sp>
        <p:nvSpPr>
          <p:cNvPr id="5" name="PlaceHolder 4"/>
          <p:cNvSpPr>
            <a:spLocks noGrp="1"/>
          </p:cNvSpPr>
          <p:nvPr>
            <p:ph type="sldNum" idx="50"/>
          </p:nvPr>
        </p:nvSpPr>
        <p:spPr/>
        <p:txBody>
          <a:bodyPr/>
          <a:p>
            <a:fld id="{70FB296A-7D5F-4B08-A8EE-783FBB8AA7A7}" type="slidenum">
              <a:t>&lt;#&gt;</a:t>
            </a:fld>
          </a:p>
        </p:txBody>
      </p:sp>
      <p:sp>
        <p:nvSpPr>
          <p:cNvPr id="6" name="PlaceHolder 5"/>
          <p:cNvSpPr>
            <a:spLocks noGrp="1"/>
          </p:cNvSpPr>
          <p:nvPr>
            <p:ph type="dt" idx="51"/>
          </p:nvPr>
        </p:nvSpPr>
        <p:spPr/>
        <p:txBody>
          <a:bodyPr/>
          <a:p>
            <a:r>
              <a:rPr lang="en-US"/>
              <a:t/>
            </a:r>
          </a:p>
        </p:txBody>
      </p:sp>
    </p:spTree>
  </p:cSld>
</p:sldLayout>
</file>

<file path=ppt/slideLayouts/slideLayout19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6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66"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67"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9"/>
          </p:nvPr>
        </p:nvSpPr>
        <p:spPr/>
        <p:txBody>
          <a:bodyPr/>
          <a:p>
            <a:r>
              <a:t>Footer</a:t>
            </a:r>
          </a:p>
        </p:txBody>
      </p:sp>
      <p:sp>
        <p:nvSpPr>
          <p:cNvPr id="6" name="PlaceHolder 5"/>
          <p:cNvSpPr>
            <a:spLocks noGrp="1"/>
          </p:cNvSpPr>
          <p:nvPr>
            <p:ph type="sldNum" idx="50"/>
          </p:nvPr>
        </p:nvSpPr>
        <p:spPr/>
        <p:txBody>
          <a:bodyPr/>
          <a:p>
            <a:fld id="{C5EAA82E-2E5A-47B1-8028-FD48BA7C0ED1}" type="slidenum">
              <a:t>&lt;#&gt;</a:t>
            </a:fld>
          </a:p>
        </p:txBody>
      </p:sp>
      <p:sp>
        <p:nvSpPr>
          <p:cNvPr id="7" name="PlaceHolder 6"/>
          <p:cNvSpPr>
            <a:spLocks noGrp="1"/>
          </p:cNvSpPr>
          <p:nvPr>
            <p:ph type="dt" idx="51"/>
          </p:nvPr>
        </p:nvSpPr>
        <p:spPr/>
        <p:txBody>
          <a:bodyPr/>
          <a:p>
            <a:r>
              <a:rPr lang="en-US"/>
              <a:t/>
            </a:r>
          </a:p>
        </p:txBody>
      </p:sp>
    </p:spTree>
  </p:cSld>
</p:sldLayout>
</file>

<file path=ppt/slideLayouts/slideLayout19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66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49"/>
          </p:nvPr>
        </p:nvSpPr>
        <p:spPr/>
        <p:txBody>
          <a:bodyPr/>
          <a:p>
            <a:r>
              <a:t>Footer</a:t>
            </a:r>
          </a:p>
        </p:txBody>
      </p:sp>
      <p:sp>
        <p:nvSpPr>
          <p:cNvPr id="4" name="PlaceHolder 3"/>
          <p:cNvSpPr>
            <a:spLocks noGrp="1"/>
          </p:cNvSpPr>
          <p:nvPr>
            <p:ph type="sldNum" idx="50"/>
          </p:nvPr>
        </p:nvSpPr>
        <p:spPr/>
        <p:txBody>
          <a:bodyPr/>
          <a:p>
            <a:fld id="{835C11C0-2B36-4785-BCA2-A90F0F7A6DB0}" type="slidenum">
              <a:t>&lt;#&gt;</a:t>
            </a:fld>
          </a:p>
        </p:txBody>
      </p:sp>
      <p:sp>
        <p:nvSpPr>
          <p:cNvPr id="5" name="PlaceHolder 4"/>
          <p:cNvSpPr>
            <a:spLocks noGrp="1"/>
          </p:cNvSpPr>
          <p:nvPr>
            <p:ph type="dt" idx="51"/>
          </p:nvPr>
        </p:nvSpPr>
        <p:spPr/>
        <p:txBody>
          <a:bodyPr/>
          <a:p>
            <a:r>
              <a:rPr lang="en-US"/>
              <a:t/>
            </a:r>
          </a:p>
        </p:txBody>
      </p:sp>
    </p:spTree>
  </p:cSld>
</p:sldLayout>
</file>

<file path=ppt/slideLayouts/slideLayout19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669"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49"/>
          </p:nvPr>
        </p:nvSpPr>
        <p:spPr/>
        <p:txBody>
          <a:bodyPr/>
          <a:p>
            <a:r>
              <a:t>Footer</a:t>
            </a:r>
          </a:p>
        </p:txBody>
      </p:sp>
      <p:sp>
        <p:nvSpPr>
          <p:cNvPr id="4" name="PlaceHolder 3"/>
          <p:cNvSpPr>
            <a:spLocks noGrp="1"/>
          </p:cNvSpPr>
          <p:nvPr>
            <p:ph type="sldNum" idx="50"/>
          </p:nvPr>
        </p:nvSpPr>
        <p:spPr/>
        <p:txBody>
          <a:bodyPr/>
          <a:p>
            <a:fld id="{9196D2C6-7CE6-4888-8F2C-E06D72AB3538}" type="slidenum">
              <a:t>&lt;#&gt;</a:t>
            </a:fld>
          </a:p>
        </p:txBody>
      </p:sp>
      <p:sp>
        <p:nvSpPr>
          <p:cNvPr id="5" name="PlaceHolder 4"/>
          <p:cNvSpPr>
            <a:spLocks noGrp="1"/>
          </p:cNvSpPr>
          <p:nvPr>
            <p:ph type="dt" idx="51"/>
          </p:nvPr>
        </p:nvSpPr>
        <p:spPr/>
        <p:txBody>
          <a:bodyPr/>
          <a:p>
            <a:r>
              <a:rPr lang="en-US"/>
              <a:t/>
            </a:r>
          </a:p>
        </p:txBody>
      </p:sp>
    </p:spTree>
  </p:cSld>
</p:sldLayout>
</file>

<file path=ppt/slideLayouts/slideLayout19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67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71"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72"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73"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9"/>
          </p:nvPr>
        </p:nvSpPr>
        <p:spPr/>
        <p:txBody>
          <a:bodyPr/>
          <a:p>
            <a:r>
              <a:t>Footer</a:t>
            </a:r>
          </a:p>
        </p:txBody>
      </p:sp>
      <p:sp>
        <p:nvSpPr>
          <p:cNvPr id="7" name="PlaceHolder 6"/>
          <p:cNvSpPr>
            <a:spLocks noGrp="1"/>
          </p:cNvSpPr>
          <p:nvPr>
            <p:ph type="sldNum" idx="50"/>
          </p:nvPr>
        </p:nvSpPr>
        <p:spPr/>
        <p:txBody>
          <a:bodyPr/>
          <a:p>
            <a:fld id="{B8AD375F-EFF4-4D79-A470-843C5DB84ECC}" type="slidenum">
              <a:t>&lt;#&gt;</a:t>
            </a:fld>
          </a:p>
        </p:txBody>
      </p:sp>
      <p:sp>
        <p:nvSpPr>
          <p:cNvPr id="8" name="PlaceHolder 7"/>
          <p:cNvSpPr>
            <a:spLocks noGrp="1"/>
          </p:cNvSpPr>
          <p:nvPr>
            <p:ph type="dt" idx="51"/>
          </p:nvPr>
        </p:nvSpPr>
        <p:spPr/>
        <p:txBody>
          <a:bodyPr/>
          <a:p>
            <a:r>
              <a:rPr lang="en-US"/>
              <a:t/>
            </a:r>
          </a:p>
        </p:txBody>
      </p:sp>
    </p:spTree>
  </p:cSld>
</p:sldLayout>
</file>

<file path=ppt/slideLayouts/slideLayout20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67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75"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76"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77"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9"/>
          </p:nvPr>
        </p:nvSpPr>
        <p:spPr/>
        <p:txBody>
          <a:bodyPr/>
          <a:p>
            <a:r>
              <a:t>Footer</a:t>
            </a:r>
          </a:p>
        </p:txBody>
      </p:sp>
      <p:sp>
        <p:nvSpPr>
          <p:cNvPr id="7" name="PlaceHolder 6"/>
          <p:cNvSpPr>
            <a:spLocks noGrp="1"/>
          </p:cNvSpPr>
          <p:nvPr>
            <p:ph type="sldNum" idx="50"/>
          </p:nvPr>
        </p:nvSpPr>
        <p:spPr/>
        <p:txBody>
          <a:bodyPr/>
          <a:p>
            <a:fld id="{64914DE8-003C-4033-AE8E-45F7221ACDA2}" type="slidenum">
              <a:t>&lt;#&gt;</a:t>
            </a:fld>
          </a:p>
        </p:txBody>
      </p:sp>
      <p:sp>
        <p:nvSpPr>
          <p:cNvPr id="8" name="PlaceHolder 7"/>
          <p:cNvSpPr>
            <a:spLocks noGrp="1"/>
          </p:cNvSpPr>
          <p:nvPr>
            <p:ph type="dt" idx="51"/>
          </p:nvPr>
        </p:nvSpPr>
        <p:spPr/>
        <p:txBody>
          <a:bodyPr/>
          <a:p>
            <a:r>
              <a:rPr lang="en-US"/>
              <a:t/>
            </a:r>
          </a:p>
        </p:txBody>
      </p:sp>
    </p:spTree>
  </p:cSld>
</p:sldLayout>
</file>

<file path=ppt/slideLayouts/slideLayout20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67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79"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80"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81"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9"/>
          </p:nvPr>
        </p:nvSpPr>
        <p:spPr/>
        <p:txBody>
          <a:bodyPr/>
          <a:p>
            <a:r>
              <a:t>Footer</a:t>
            </a:r>
          </a:p>
        </p:txBody>
      </p:sp>
      <p:sp>
        <p:nvSpPr>
          <p:cNvPr id="7" name="PlaceHolder 6"/>
          <p:cNvSpPr>
            <a:spLocks noGrp="1"/>
          </p:cNvSpPr>
          <p:nvPr>
            <p:ph type="sldNum" idx="50"/>
          </p:nvPr>
        </p:nvSpPr>
        <p:spPr/>
        <p:txBody>
          <a:bodyPr/>
          <a:p>
            <a:fld id="{9DCA2C09-8541-470E-B038-625B25DDFC88}" type="slidenum">
              <a:t>&lt;#&gt;</a:t>
            </a:fld>
          </a:p>
        </p:txBody>
      </p:sp>
      <p:sp>
        <p:nvSpPr>
          <p:cNvPr id="8" name="PlaceHolder 7"/>
          <p:cNvSpPr>
            <a:spLocks noGrp="1"/>
          </p:cNvSpPr>
          <p:nvPr>
            <p:ph type="dt" idx="51"/>
          </p:nvPr>
        </p:nvSpPr>
        <p:spPr/>
        <p:txBody>
          <a:bodyPr/>
          <a:p>
            <a:r>
              <a:rPr lang="en-US"/>
              <a:t/>
            </a:r>
          </a:p>
        </p:txBody>
      </p:sp>
    </p:spTree>
  </p:cSld>
</p:sldLayout>
</file>

<file path=ppt/slideLayouts/slideLayout20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68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83"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84"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9"/>
          </p:nvPr>
        </p:nvSpPr>
        <p:spPr/>
        <p:txBody>
          <a:bodyPr/>
          <a:p>
            <a:r>
              <a:t>Footer</a:t>
            </a:r>
          </a:p>
        </p:txBody>
      </p:sp>
      <p:sp>
        <p:nvSpPr>
          <p:cNvPr id="6" name="PlaceHolder 5"/>
          <p:cNvSpPr>
            <a:spLocks noGrp="1"/>
          </p:cNvSpPr>
          <p:nvPr>
            <p:ph type="sldNum" idx="50"/>
          </p:nvPr>
        </p:nvSpPr>
        <p:spPr/>
        <p:txBody>
          <a:bodyPr/>
          <a:p>
            <a:fld id="{633235AE-663A-4934-A4E3-4546C176B7BE}" type="slidenum">
              <a:t>&lt;#&gt;</a:t>
            </a:fld>
          </a:p>
        </p:txBody>
      </p:sp>
      <p:sp>
        <p:nvSpPr>
          <p:cNvPr id="7" name="PlaceHolder 6"/>
          <p:cNvSpPr>
            <a:spLocks noGrp="1"/>
          </p:cNvSpPr>
          <p:nvPr>
            <p:ph type="dt" idx="51"/>
          </p:nvPr>
        </p:nvSpPr>
        <p:spPr/>
        <p:txBody>
          <a:bodyPr/>
          <a:p>
            <a:r>
              <a:rPr lang="en-US"/>
              <a:t/>
            </a:r>
          </a:p>
        </p:txBody>
      </p:sp>
    </p:spTree>
  </p:cSld>
</p:sldLayout>
</file>

<file path=ppt/slideLayouts/slideLayout20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68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86"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87"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88"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89"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49"/>
          </p:nvPr>
        </p:nvSpPr>
        <p:spPr/>
        <p:txBody>
          <a:bodyPr/>
          <a:p>
            <a:r>
              <a:t>Footer</a:t>
            </a:r>
          </a:p>
        </p:txBody>
      </p:sp>
      <p:sp>
        <p:nvSpPr>
          <p:cNvPr id="8" name="PlaceHolder 7"/>
          <p:cNvSpPr>
            <a:spLocks noGrp="1"/>
          </p:cNvSpPr>
          <p:nvPr>
            <p:ph type="sldNum" idx="50"/>
          </p:nvPr>
        </p:nvSpPr>
        <p:spPr/>
        <p:txBody>
          <a:bodyPr/>
          <a:p>
            <a:fld id="{1C7EED4C-B575-448D-8CCE-700E10BD16BC}" type="slidenum">
              <a:t>&lt;#&gt;</a:t>
            </a:fld>
          </a:p>
        </p:txBody>
      </p:sp>
      <p:sp>
        <p:nvSpPr>
          <p:cNvPr id="9" name="PlaceHolder 8"/>
          <p:cNvSpPr>
            <a:spLocks noGrp="1"/>
          </p:cNvSpPr>
          <p:nvPr>
            <p:ph type="dt" idx="51"/>
          </p:nvPr>
        </p:nvSpPr>
        <p:spPr/>
        <p:txBody>
          <a:bodyPr/>
          <a:p>
            <a:r>
              <a:rPr lang="en-US"/>
              <a:t/>
            </a:r>
          </a:p>
        </p:txBody>
      </p:sp>
    </p:spTree>
  </p:cSld>
</p:sldLayout>
</file>

<file path=ppt/slideLayouts/slideLayout20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69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91"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92"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93"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94"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95"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96"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49"/>
          </p:nvPr>
        </p:nvSpPr>
        <p:spPr/>
        <p:txBody>
          <a:bodyPr/>
          <a:p>
            <a:r>
              <a:t>Footer</a:t>
            </a:r>
          </a:p>
        </p:txBody>
      </p:sp>
      <p:sp>
        <p:nvSpPr>
          <p:cNvPr id="10" name="PlaceHolder 9"/>
          <p:cNvSpPr>
            <a:spLocks noGrp="1"/>
          </p:cNvSpPr>
          <p:nvPr>
            <p:ph type="sldNum" idx="50"/>
          </p:nvPr>
        </p:nvSpPr>
        <p:spPr/>
        <p:txBody>
          <a:bodyPr/>
          <a:p>
            <a:fld id="{61839EF7-3B79-4681-AB98-6CA269BBC8FF}" type="slidenum">
              <a:t>&lt;#&gt;</a:t>
            </a:fld>
          </a:p>
        </p:txBody>
      </p:sp>
      <p:sp>
        <p:nvSpPr>
          <p:cNvPr id="11" name="PlaceHolder 10"/>
          <p:cNvSpPr>
            <a:spLocks noGrp="1"/>
          </p:cNvSpPr>
          <p:nvPr>
            <p:ph type="dt" idx="51"/>
          </p:nvPr>
        </p:nvSpPr>
        <p:spPr/>
        <p:txBody>
          <a:bodyPr/>
          <a:p>
            <a:r>
              <a:rPr lang="en-US"/>
              <a:t/>
            </a:r>
          </a:p>
        </p:txBody>
      </p:sp>
    </p:spTree>
  </p:cSld>
</p:sldLayout>
</file>

<file path=ppt/slideLayouts/slideLayout20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52"/>
          </p:nvPr>
        </p:nvSpPr>
        <p:spPr/>
        <p:txBody>
          <a:bodyPr/>
          <a:p>
            <a:r>
              <a:t>Footer</a:t>
            </a:r>
          </a:p>
        </p:txBody>
      </p:sp>
      <p:sp>
        <p:nvSpPr>
          <p:cNvPr id="3" name="PlaceHolder 2"/>
          <p:cNvSpPr>
            <a:spLocks noGrp="1"/>
          </p:cNvSpPr>
          <p:nvPr>
            <p:ph type="sldNum" idx="53"/>
          </p:nvPr>
        </p:nvSpPr>
        <p:spPr/>
        <p:txBody>
          <a:bodyPr/>
          <a:p>
            <a:fld id="{7EE84E67-2F3D-4F53-8910-DE4BBDCED7F2}" type="slidenum">
              <a:t>&lt;#&gt;</a:t>
            </a:fld>
          </a:p>
        </p:txBody>
      </p:sp>
      <p:sp>
        <p:nvSpPr>
          <p:cNvPr id="4" name="PlaceHolder 3"/>
          <p:cNvSpPr>
            <a:spLocks noGrp="1"/>
          </p:cNvSpPr>
          <p:nvPr>
            <p:ph type="dt" idx="54"/>
          </p:nvPr>
        </p:nvSpPr>
        <p:spPr/>
        <p:txBody>
          <a:bodyPr/>
          <a:p>
            <a:r>
              <a:rPr lang="en-US"/>
              <a:t/>
            </a:r>
          </a:p>
        </p:txBody>
      </p:sp>
    </p:spTree>
  </p:cSld>
</p:sldLayout>
</file>

<file path=ppt/slideLayouts/slideLayout20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70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03"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52"/>
          </p:nvPr>
        </p:nvSpPr>
        <p:spPr/>
        <p:txBody>
          <a:bodyPr/>
          <a:p>
            <a:r>
              <a:t>Footer</a:t>
            </a:r>
          </a:p>
        </p:txBody>
      </p:sp>
      <p:sp>
        <p:nvSpPr>
          <p:cNvPr id="5" name="PlaceHolder 4"/>
          <p:cNvSpPr>
            <a:spLocks noGrp="1"/>
          </p:cNvSpPr>
          <p:nvPr>
            <p:ph type="sldNum" idx="53"/>
          </p:nvPr>
        </p:nvSpPr>
        <p:spPr/>
        <p:txBody>
          <a:bodyPr/>
          <a:p>
            <a:fld id="{1E389865-6998-4269-85D3-08A80C557F6C}" type="slidenum">
              <a:t>&lt;#&gt;</a:t>
            </a:fld>
          </a:p>
        </p:txBody>
      </p:sp>
      <p:sp>
        <p:nvSpPr>
          <p:cNvPr id="6" name="PlaceHolder 5"/>
          <p:cNvSpPr>
            <a:spLocks noGrp="1"/>
          </p:cNvSpPr>
          <p:nvPr>
            <p:ph type="dt" idx="54"/>
          </p:nvPr>
        </p:nvSpPr>
        <p:spPr/>
        <p:txBody>
          <a:bodyPr/>
          <a:p>
            <a:r>
              <a:rPr lang="en-US"/>
              <a:t/>
            </a:r>
          </a:p>
        </p:txBody>
      </p:sp>
    </p:spTree>
  </p:cSld>
</p:sldLayout>
</file>

<file path=ppt/slideLayouts/slideLayout20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70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05"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52"/>
          </p:nvPr>
        </p:nvSpPr>
        <p:spPr/>
        <p:txBody>
          <a:bodyPr/>
          <a:p>
            <a:r>
              <a:t>Footer</a:t>
            </a:r>
          </a:p>
        </p:txBody>
      </p:sp>
      <p:sp>
        <p:nvSpPr>
          <p:cNvPr id="5" name="PlaceHolder 4"/>
          <p:cNvSpPr>
            <a:spLocks noGrp="1"/>
          </p:cNvSpPr>
          <p:nvPr>
            <p:ph type="sldNum" idx="53"/>
          </p:nvPr>
        </p:nvSpPr>
        <p:spPr/>
        <p:txBody>
          <a:bodyPr/>
          <a:p>
            <a:fld id="{8718A88E-7A4C-467D-901A-1CEFB6C8E6F1}" type="slidenum">
              <a:t>&lt;#&gt;</a:t>
            </a:fld>
          </a:p>
        </p:txBody>
      </p:sp>
      <p:sp>
        <p:nvSpPr>
          <p:cNvPr id="6" name="PlaceHolder 5"/>
          <p:cNvSpPr>
            <a:spLocks noGrp="1"/>
          </p:cNvSpPr>
          <p:nvPr>
            <p:ph type="dt" idx="54"/>
          </p:nvPr>
        </p:nvSpPr>
        <p:spPr/>
        <p:txBody>
          <a:bodyPr/>
          <a:p>
            <a:r>
              <a:rPr lang="en-US"/>
              <a:t/>
            </a:r>
          </a:p>
        </p:txBody>
      </p:sp>
    </p:spTree>
  </p:cSld>
</p:sldLayout>
</file>

<file path=ppt/slideLayouts/slideLayout20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70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07"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08"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52"/>
          </p:nvPr>
        </p:nvSpPr>
        <p:spPr/>
        <p:txBody>
          <a:bodyPr/>
          <a:p>
            <a:r>
              <a:t>Footer</a:t>
            </a:r>
          </a:p>
        </p:txBody>
      </p:sp>
      <p:sp>
        <p:nvSpPr>
          <p:cNvPr id="6" name="PlaceHolder 5"/>
          <p:cNvSpPr>
            <a:spLocks noGrp="1"/>
          </p:cNvSpPr>
          <p:nvPr>
            <p:ph type="sldNum" idx="53"/>
          </p:nvPr>
        </p:nvSpPr>
        <p:spPr/>
        <p:txBody>
          <a:bodyPr/>
          <a:p>
            <a:fld id="{E32B59FB-BD12-4D76-8BC9-D10A21E27CCA}" type="slidenum">
              <a:t>&lt;#&gt;</a:t>
            </a:fld>
          </a:p>
        </p:txBody>
      </p:sp>
      <p:sp>
        <p:nvSpPr>
          <p:cNvPr id="7" name="PlaceHolder 6"/>
          <p:cNvSpPr>
            <a:spLocks noGrp="1"/>
          </p:cNvSpPr>
          <p:nvPr>
            <p:ph type="dt" idx="54"/>
          </p:nvPr>
        </p:nvSpPr>
        <p:spPr/>
        <p:txBody>
          <a:bodyPr/>
          <a:p>
            <a:r>
              <a:rPr lang="en-US"/>
              <a:t/>
            </a:r>
          </a:p>
        </p:txBody>
      </p:sp>
    </p:spTree>
  </p:cSld>
</p:sldLayout>
</file>

<file path=ppt/slideLayouts/slideLayout20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70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52"/>
          </p:nvPr>
        </p:nvSpPr>
        <p:spPr/>
        <p:txBody>
          <a:bodyPr/>
          <a:p>
            <a:r>
              <a:t>Footer</a:t>
            </a:r>
          </a:p>
        </p:txBody>
      </p:sp>
      <p:sp>
        <p:nvSpPr>
          <p:cNvPr id="4" name="PlaceHolder 3"/>
          <p:cNvSpPr>
            <a:spLocks noGrp="1"/>
          </p:cNvSpPr>
          <p:nvPr>
            <p:ph type="sldNum" idx="53"/>
          </p:nvPr>
        </p:nvSpPr>
        <p:spPr/>
        <p:txBody>
          <a:bodyPr/>
          <a:p>
            <a:fld id="{8143B11A-1269-424D-B0F1-539EDD62FC67}" type="slidenum">
              <a:t>&lt;#&gt;</a:t>
            </a:fld>
          </a:p>
        </p:txBody>
      </p:sp>
      <p:sp>
        <p:nvSpPr>
          <p:cNvPr id="5" name="PlaceHolder 4"/>
          <p:cNvSpPr>
            <a:spLocks noGrp="1"/>
          </p:cNvSpPr>
          <p:nvPr>
            <p:ph type="dt" idx="54"/>
          </p:nvPr>
        </p:nvSpPr>
        <p:spPr/>
        <p:txBody>
          <a:bodyPr/>
          <a:p>
            <a:r>
              <a:rPr lang="en-US"/>
              <a:t/>
            </a:r>
          </a:p>
        </p:txBody>
      </p:sp>
    </p:spTree>
  </p:cSld>
</p:sldLayout>
</file>

<file path=ppt/slideLayouts/slideLayout2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710"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52"/>
          </p:nvPr>
        </p:nvSpPr>
        <p:spPr/>
        <p:txBody>
          <a:bodyPr/>
          <a:p>
            <a:r>
              <a:t>Footer</a:t>
            </a:r>
          </a:p>
        </p:txBody>
      </p:sp>
      <p:sp>
        <p:nvSpPr>
          <p:cNvPr id="4" name="PlaceHolder 3"/>
          <p:cNvSpPr>
            <a:spLocks noGrp="1"/>
          </p:cNvSpPr>
          <p:nvPr>
            <p:ph type="sldNum" idx="53"/>
          </p:nvPr>
        </p:nvSpPr>
        <p:spPr/>
        <p:txBody>
          <a:bodyPr/>
          <a:p>
            <a:fld id="{BEC9F37E-2794-4F88-AC5A-A11D87B996CC}" type="slidenum">
              <a:t>&lt;#&gt;</a:t>
            </a:fld>
          </a:p>
        </p:txBody>
      </p:sp>
      <p:sp>
        <p:nvSpPr>
          <p:cNvPr id="5" name="PlaceHolder 4"/>
          <p:cNvSpPr>
            <a:spLocks noGrp="1"/>
          </p:cNvSpPr>
          <p:nvPr>
            <p:ph type="dt" idx="54"/>
          </p:nvPr>
        </p:nvSpPr>
        <p:spPr/>
        <p:txBody>
          <a:bodyPr/>
          <a:p>
            <a:r>
              <a:rPr lang="en-US"/>
              <a:t/>
            </a:r>
          </a:p>
        </p:txBody>
      </p:sp>
    </p:spTree>
  </p:cSld>
</p:sldLayout>
</file>

<file path=ppt/slideLayouts/slideLayout2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71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12"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13"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14"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52"/>
          </p:nvPr>
        </p:nvSpPr>
        <p:spPr/>
        <p:txBody>
          <a:bodyPr/>
          <a:p>
            <a:r>
              <a:t>Footer</a:t>
            </a:r>
          </a:p>
        </p:txBody>
      </p:sp>
      <p:sp>
        <p:nvSpPr>
          <p:cNvPr id="7" name="PlaceHolder 6"/>
          <p:cNvSpPr>
            <a:spLocks noGrp="1"/>
          </p:cNvSpPr>
          <p:nvPr>
            <p:ph type="sldNum" idx="53"/>
          </p:nvPr>
        </p:nvSpPr>
        <p:spPr/>
        <p:txBody>
          <a:bodyPr/>
          <a:p>
            <a:fld id="{9F26CB30-A576-427E-AD85-BE325B1B7F77}" type="slidenum">
              <a:t>&lt;#&gt;</a:t>
            </a:fld>
          </a:p>
        </p:txBody>
      </p:sp>
      <p:sp>
        <p:nvSpPr>
          <p:cNvPr id="8" name="PlaceHolder 7"/>
          <p:cNvSpPr>
            <a:spLocks noGrp="1"/>
          </p:cNvSpPr>
          <p:nvPr>
            <p:ph type="dt" idx="54"/>
          </p:nvPr>
        </p:nvSpPr>
        <p:spPr/>
        <p:txBody>
          <a:bodyPr/>
          <a:p>
            <a:r>
              <a:rPr lang="en-US"/>
              <a:t/>
            </a:r>
          </a:p>
        </p:txBody>
      </p:sp>
    </p:spTree>
  </p:cSld>
</p:sldLayout>
</file>

<file path=ppt/slideLayouts/slideLayout2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71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16"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17"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18"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52"/>
          </p:nvPr>
        </p:nvSpPr>
        <p:spPr/>
        <p:txBody>
          <a:bodyPr/>
          <a:p>
            <a:r>
              <a:t>Footer</a:t>
            </a:r>
          </a:p>
        </p:txBody>
      </p:sp>
      <p:sp>
        <p:nvSpPr>
          <p:cNvPr id="7" name="PlaceHolder 6"/>
          <p:cNvSpPr>
            <a:spLocks noGrp="1"/>
          </p:cNvSpPr>
          <p:nvPr>
            <p:ph type="sldNum" idx="53"/>
          </p:nvPr>
        </p:nvSpPr>
        <p:spPr/>
        <p:txBody>
          <a:bodyPr/>
          <a:p>
            <a:fld id="{57E94906-E242-4F47-8E44-66900BECADEF}" type="slidenum">
              <a:t>&lt;#&gt;</a:t>
            </a:fld>
          </a:p>
        </p:txBody>
      </p:sp>
      <p:sp>
        <p:nvSpPr>
          <p:cNvPr id="8" name="PlaceHolder 7"/>
          <p:cNvSpPr>
            <a:spLocks noGrp="1"/>
          </p:cNvSpPr>
          <p:nvPr>
            <p:ph type="dt" idx="54"/>
          </p:nvPr>
        </p:nvSpPr>
        <p:spPr/>
        <p:txBody>
          <a:bodyPr/>
          <a:p>
            <a:r>
              <a:rPr lang="en-US"/>
              <a:t/>
            </a:r>
          </a:p>
        </p:txBody>
      </p:sp>
    </p:spTree>
  </p:cSld>
</p:sldLayout>
</file>

<file path=ppt/slideLayouts/slideLayout2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71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20"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21"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22"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52"/>
          </p:nvPr>
        </p:nvSpPr>
        <p:spPr/>
        <p:txBody>
          <a:bodyPr/>
          <a:p>
            <a:r>
              <a:t>Footer</a:t>
            </a:r>
          </a:p>
        </p:txBody>
      </p:sp>
      <p:sp>
        <p:nvSpPr>
          <p:cNvPr id="7" name="PlaceHolder 6"/>
          <p:cNvSpPr>
            <a:spLocks noGrp="1"/>
          </p:cNvSpPr>
          <p:nvPr>
            <p:ph type="sldNum" idx="53"/>
          </p:nvPr>
        </p:nvSpPr>
        <p:spPr/>
        <p:txBody>
          <a:bodyPr/>
          <a:p>
            <a:fld id="{0054A10F-C7F7-402E-B289-FA6386F33206}" type="slidenum">
              <a:t>&lt;#&gt;</a:t>
            </a:fld>
          </a:p>
        </p:txBody>
      </p:sp>
      <p:sp>
        <p:nvSpPr>
          <p:cNvPr id="8" name="PlaceHolder 7"/>
          <p:cNvSpPr>
            <a:spLocks noGrp="1"/>
          </p:cNvSpPr>
          <p:nvPr>
            <p:ph type="dt" idx="54"/>
          </p:nvPr>
        </p:nvSpPr>
        <p:spPr/>
        <p:txBody>
          <a:bodyPr/>
          <a:p>
            <a:r>
              <a:rPr lang="en-US"/>
              <a:t/>
            </a:r>
          </a:p>
        </p:txBody>
      </p:sp>
    </p:spTree>
  </p:cSld>
</p:sldLayout>
</file>

<file path=ppt/slideLayouts/slideLayout2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72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24"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25"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52"/>
          </p:nvPr>
        </p:nvSpPr>
        <p:spPr/>
        <p:txBody>
          <a:bodyPr/>
          <a:p>
            <a:r>
              <a:t>Footer</a:t>
            </a:r>
          </a:p>
        </p:txBody>
      </p:sp>
      <p:sp>
        <p:nvSpPr>
          <p:cNvPr id="6" name="PlaceHolder 5"/>
          <p:cNvSpPr>
            <a:spLocks noGrp="1"/>
          </p:cNvSpPr>
          <p:nvPr>
            <p:ph type="sldNum" idx="53"/>
          </p:nvPr>
        </p:nvSpPr>
        <p:spPr/>
        <p:txBody>
          <a:bodyPr/>
          <a:p>
            <a:fld id="{BD72C5DE-F6CD-4750-B4CD-DA82B25A7B05}" type="slidenum">
              <a:t>&lt;#&gt;</a:t>
            </a:fld>
          </a:p>
        </p:txBody>
      </p:sp>
      <p:sp>
        <p:nvSpPr>
          <p:cNvPr id="7" name="PlaceHolder 6"/>
          <p:cNvSpPr>
            <a:spLocks noGrp="1"/>
          </p:cNvSpPr>
          <p:nvPr>
            <p:ph type="dt" idx="54"/>
          </p:nvPr>
        </p:nvSpPr>
        <p:spPr/>
        <p:txBody>
          <a:bodyPr/>
          <a:p>
            <a:r>
              <a:rPr lang="en-US"/>
              <a:t/>
            </a:r>
          </a:p>
        </p:txBody>
      </p:sp>
    </p:spTree>
  </p:cSld>
</p:sldLayout>
</file>

<file path=ppt/slideLayouts/slideLayout2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72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27"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28"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29"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30"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52"/>
          </p:nvPr>
        </p:nvSpPr>
        <p:spPr/>
        <p:txBody>
          <a:bodyPr/>
          <a:p>
            <a:r>
              <a:t>Footer</a:t>
            </a:r>
          </a:p>
        </p:txBody>
      </p:sp>
      <p:sp>
        <p:nvSpPr>
          <p:cNvPr id="8" name="PlaceHolder 7"/>
          <p:cNvSpPr>
            <a:spLocks noGrp="1"/>
          </p:cNvSpPr>
          <p:nvPr>
            <p:ph type="sldNum" idx="53"/>
          </p:nvPr>
        </p:nvSpPr>
        <p:spPr/>
        <p:txBody>
          <a:bodyPr/>
          <a:p>
            <a:fld id="{8BC5C4AB-EE5D-4AD2-83D3-778A01A41D15}" type="slidenum">
              <a:t>&lt;#&gt;</a:t>
            </a:fld>
          </a:p>
        </p:txBody>
      </p:sp>
      <p:sp>
        <p:nvSpPr>
          <p:cNvPr id="9" name="PlaceHolder 8"/>
          <p:cNvSpPr>
            <a:spLocks noGrp="1"/>
          </p:cNvSpPr>
          <p:nvPr>
            <p:ph type="dt" idx="54"/>
          </p:nvPr>
        </p:nvSpPr>
        <p:spPr/>
        <p:txBody>
          <a:bodyPr/>
          <a:p>
            <a:r>
              <a:rPr lang="en-US"/>
              <a:t/>
            </a:r>
          </a:p>
        </p:txBody>
      </p:sp>
    </p:spTree>
  </p:cSld>
</p:sldLayout>
</file>

<file path=ppt/slideLayouts/slideLayout2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73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32"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33"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34"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35"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36"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37"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52"/>
          </p:nvPr>
        </p:nvSpPr>
        <p:spPr/>
        <p:txBody>
          <a:bodyPr/>
          <a:p>
            <a:r>
              <a:t>Footer</a:t>
            </a:r>
          </a:p>
        </p:txBody>
      </p:sp>
      <p:sp>
        <p:nvSpPr>
          <p:cNvPr id="10" name="PlaceHolder 9"/>
          <p:cNvSpPr>
            <a:spLocks noGrp="1"/>
          </p:cNvSpPr>
          <p:nvPr>
            <p:ph type="sldNum" idx="53"/>
          </p:nvPr>
        </p:nvSpPr>
        <p:spPr/>
        <p:txBody>
          <a:bodyPr/>
          <a:p>
            <a:fld id="{21B46123-F622-42B4-8A64-7E25830FFF56}" type="slidenum">
              <a:t>&lt;#&gt;</a:t>
            </a:fld>
          </a:p>
        </p:txBody>
      </p:sp>
      <p:sp>
        <p:nvSpPr>
          <p:cNvPr id="11" name="PlaceHolder 10"/>
          <p:cNvSpPr>
            <a:spLocks noGrp="1"/>
          </p:cNvSpPr>
          <p:nvPr>
            <p:ph type="dt" idx="54"/>
          </p:nvPr>
        </p:nvSpPr>
        <p:spPr/>
        <p:txBody>
          <a:bodyPr/>
          <a:p>
            <a:r>
              <a:rPr lang="en-US"/>
              <a:t/>
            </a:r>
          </a:p>
        </p:txBody>
      </p:sp>
    </p:spTree>
  </p:cSld>
</p:sldLayout>
</file>

<file path=ppt/slideLayouts/slideLayout2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55"/>
          </p:nvPr>
        </p:nvSpPr>
        <p:spPr/>
        <p:txBody>
          <a:bodyPr/>
          <a:p>
            <a:r>
              <a:t>Footer</a:t>
            </a:r>
          </a:p>
        </p:txBody>
      </p:sp>
      <p:sp>
        <p:nvSpPr>
          <p:cNvPr id="3" name="PlaceHolder 2"/>
          <p:cNvSpPr>
            <a:spLocks noGrp="1"/>
          </p:cNvSpPr>
          <p:nvPr>
            <p:ph type="sldNum" idx="56"/>
          </p:nvPr>
        </p:nvSpPr>
        <p:spPr/>
        <p:txBody>
          <a:bodyPr/>
          <a:p>
            <a:fld id="{B86769C6-7616-4D84-9807-166CBCD14C38}" type="slidenum">
              <a:t>&lt;#&gt;</a:t>
            </a:fld>
          </a:p>
        </p:txBody>
      </p:sp>
      <p:sp>
        <p:nvSpPr>
          <p:cNvPr id="4" name="PlaceHolder 3"/>
          <p:cNvSpPr>
            <a:spLocks noGrp="1"/>
          </p:cNvSpPr>
          <p:nvPr>
            <p:ph type="dt" idx="57"/>
          </p:nvPr>
        </p:nvSpPr>
        <p:spPr/>
        <p:txBody>
          <a:bodyPr/>
          <a:p>
            <a:r>
              <a:rPr lang="en-US"/>
              <a:t/>
            </a:r>
          </a:p>
        </p:txBody>
      </p:sp>
    </p:spTree>
  </p:cSld>
</p:sldLayout>
</file>

<file path=ppt/slideLayouts/slideLayout2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74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44"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55"/>
          </p:nvPr>
        </p:nvSpPr>
        <p:spPr/>
        <p:txBody>
          <a:bodyPr/>
          <a:p>
            <a:r>
              <a:t>Footer</a:t>
            </a:r>
          </a:p>
        </p:txBody>
      </p:sp>
      <p:sp>
        <p:nvSpPr>
          <p:cNvPr id="5" name="PlaceHolder 4"/>
          <p:cNvSpPr>
            <a:spLocks noGrp="1"/>
          </p:cNvSpPr>
          <p:nvPr>
            <p:ph type="sldNum" idx="56"/>
          </p:nvPr>
        </p:nvSpPr>
        <p:spPr/>
        <p:txBody>
          <a:bodyPr/>
          <a:p>
            <a:fld id="{C7FBCCA4-1721-48EA-9012-749A52621650}" type="slidenum">
              <a:t>&lt;#&gt;</a:t>
            </a:fld>
          </a:p>
        </p:txBody>
      </p:sp>
      <p:sp>
        <p:nvSpPr>
          <p:cNvPr id="6" name="PlaceHolder 5"/>
          <p:cNvSpPr>
            <a:spLocks noGrp="1"/>
          </p:cNvSpPr>
          <p:nvPr>
            <p:ph type="dt" idx="57"/>
          </p:nvPr>
        </p:nvSpPr>
        <p:spPr/>
        <p:txBody>
          <a:bodyPr/>
          <a:p>
            <a:r>
              <a:rPr lang="en-US"/>
              <a:t/>
            </a:r>
          </a:p>
        </p:txBody>
      </p:sp>
    </p:spTree>
  </p:cSld>
</p:sldLayout>
</file>

<file path=ppt/slideLayouts/slideLayout2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74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46"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55"/>
          </p:nvPr>
        </p:nvSpPr>
        <p:spPr/>
        <p:txBody>
          <a:bodyPr/>
          <a:p>
            <a:r>
              <a:t>Footer</a:t>
            </a:r>
          </a:p>
        </p:txBody>
      </p:sp>
      <p:sp>
        <p:nvSpPr>
          <p:cNvPr id="5" name="PlaceHolder 4"/>
          <p:cNvSpPr>
            <a:spLocks noGrp="1"/>
          </p:cNvSpPr>
          <p:nvPr>
            <p:ph type="sldNum" idx="56"/>
          </p:nvPr>
        </p:nvSpPr>
        <p:spPr/>
        <p:txBody>
          <a:bodyPr/>
          <a:p>
            <a:fld id="{56A5B03D-0E1B-49CA-AFCB-1D4A5A138E3E}" type="slidenum">
              <a:t>&lt;#&gt;</a:t>
            </a:fld>
          </a:p>
        </p:txBody>
      </p:sp>
      <p:sp>
        <p:nvSpPr>
          <p:cNvPr id="6" name="PlaceHolder 5"/>
          <p:cNvSpPr>
            <a:spLocks noGrp="1"/>
          </p:cNvSpPr>
          <p:nvPr>
            <p:ph type="dt" idx="57"/>
          </p:nvPr>
        </p:nvSpPr>
        <p:spPr/>
        <p:txBody>
          <a:bodyPr/>
          <a:p>
            <a:r>
              <a:rPr lang="en-US"/>
              <a:t/>
            </a:r>
          </a:p>
        </p:txBody>
      </p:sp>
    </p:spTree>
  </p:cSld>
</p:sldLayout>
</file>

<file path=ppt/slideLayouts/slideLayout2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74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48"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49"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55"/>
          </p:nvPr>
        </p:nvSpPr>
        <p:spPr/>
        <p:txBody>
          <a:bodyPr/>
          <a:p>
            <a:r>
              <a:t>Footer</a:t>
            </a:r>
          </a:p>
        </p:txBody>
      </p:sp>
      <p:sp>
        <p:nvSpPr>
          <p:cNvPr id="6" name="PlaceHolder 5"/>
          <p:cNvSpPr>
            <a:spLocks noGrp="1"/>
          </p:cNvSpPr>
          <p:nvPr>
            <p:ph type="sldNum" idx="56"/>
          </p:nvPr>
        </p:nvSpPr>
        <p:spPr/>
        <p:txBody>
          <a:bodyPr/>
          <a:p>
            <a:fld id="{B66B9930-D3CB-47BF-AEC3-D50E71BADF56}" type="slidenum">
              <a:t>&lt;#&gt;</a:t>
            </a:fld>
          </a:p>
        </p:txBody>
      </p:sp>
      <p:sp>
        <p:nvSpPr>
          <p:cNvPr id="7" name="PlaceHolder 6"/>
          <p:cNvSpPr>
            <a:spLocks noGrp="1"/>
          </p:cNvSpPr>
          <p:nvPr>
            <p:ph type="dt" idx="57"/>
          </p:nvPr>
        </p:nvSpPr>
        <p:spPr/>
        <p:txBody>
          <a:bodyPr/>
          <a:p>
            <a:r>
              <a:rPr lang="en-US"/>
              <a:t/>
            </a:r>
          </a:p>
        </p:txBody>
      </p:sp>
    </p:spTree>
  </p:cSld>
</p:sldLayout>
</file>

<file path=ppt/slideLayouts/slideLayout2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75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55"/>
          </p:nvPr>
        </p:nvSpPr>
        <p:spPr/>
        <p:txBody>
          <a:bodyPr/>
          <a:p>
            <a:r>
              <a:t>Footer</a:t>
            </a:r>
          </a:p>
        </p:txBody>
      </p:sp>
      <p:sp>
        <p:nvSpPr>
          <p:cNvPr id="4" name="PlaceHolder 3"/>
          <p:cNvSpPr>
            <a:spLocks noGrp="1"/>
          </p:cNvSpPr>
          <p:nvPr>
            <p:ph type="sldNum" idx="56"/>
          </p:nvPr>
        </p:nvSpPr>
        <p:spPr/>
        <p:txBody>
          <a:bodyPr/>
          <a:p>
            <a:fld id="{32707083-59D6-4827-8311-66CCBB1106FF}" type="slidenum">
              <a:t>&lt;#&gt;</a:t>
            </a:fld>
          </a:p>
        </p:txBody>
      </p:sp>
      <p:sp>
        <p:nvSpPr>
          <p:cNvPr id="5" name="PlaceHolder 4"/>
          <p:cNvSpPr>
            <a:spLocks noGrp="1"/>
          </p:cNvSpPr>
          <p:nvPr>
            <p:ph type="dt" idx="57"/>
          </p:nvPr>
        </p:nvSpPr>
        <p:spPr/>
        <p:txBody>
          <a:bodyPr/>
          <a:p>
            <a:r>
              <a:rPr lang="en-US"/>
              <a:t/>
            </a:r>
          </a:p>
        </p:txBody>
      </p:sp>
    </p:spTree>
  </p:cSld>
</p:sldLayout>
</file>

<file path=ppt/slideLayouts/slideLayout2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751"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55"/>
          </p:nvPr>
        </p:nvSpPr>
        <p:spPr/>
        <p:txBody>
          <a:bodyPr/>
          <a:p>
            <a:r>
              <a:t>Footer</a:t>
            </a:r>
          </a:p>
        </p:txBody>
      </p:sp>
      <p:sp>
        <p:nvSpPr>
          <p:cNvPr id="4" name="PlaceHolder 3"/>
          <p:cNvSpPr>
            <a:spLocks noGrp="1"/>
          </p:cNvSpPr>
          <p:nvPr>
            <p:ph type="sldNum" idx="56"/>
          </p:nvPr>
        </p:nvSpPr>
        <p:spPr/>
        <p:txBody>
          <a:bodyPr/>
          <a:p>
            <a:fld id="{A8F76066-93EE-4781-9432-DB14D1758317}" type="slidenum">
              <a:t>&lt;#&gt;</a:t>
            </a:fld>
          </a:p>
        </p:txBody>
      </p:sp>
      <p:sp>
        <p:nvSpPr>
          <p:cNvPr id="5" name="PlaceHolder 4"/>
          <p:cNvSpPr>
            <a:spLocks noGrp="1"/>
          </p:cNvSpPr>
          <p:nvPr>
            <p:ph type="dt" idx="57"/>
          </p:nvPr>
        </p:nvSpPr>
        <p:spPr/>
        <p:txBody>
          <a:bodyPr/>
          <a:p>
            <a:r>
              <a:rPr lang="en-US"/>
              <a:t/>
            </a:r>
          </a:p>
        </p:txBody>
      </p:sp>
    </p:spTree>
  </p:cSld>
</p:sldLayout>
</file>

<file path=ppt/slideLayouts/slideLayout2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75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53"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54"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55"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55"/>
          </p:nvPr>
        </p:nvSpPr>
        <p:spPr/>
        <p:txBody>
          <a:bodyPr/>
          <a:p>
            <a:r>
              <a:t>Footer</a:t>
            </a:r>
          </a:p>
        </p:txBody>
      </p:sp>
      <p:sp>
        <p:nvSpPr>
          <p:cNvPr id="7" name="PlaceHolder 6"/>
          <p:cNvSpPr>
            <a:spLocks noGrp="1"/>
          </p:cNvSpPr>
          <p:nvPr>
            <p:ph type="sldNum" idx="56"/>
          </p:nvPr>
        </p:nvSpPr>
        <p:spPr/>
        <p:txBody>
          <a:bodyPr/>
          <a:p>
            <a:fld id="{00F9B7C1-6C74-4C0E-A848-1241E434AAC3}" type="slidenum">
              <a:t>&lt;#&gt;</a:t>
            </a:fld>
          </a:p>
        </p:txBody>
      </p:sp>
      <p:sp>
        <p:nvSpPr>
          <p:cNvPr id="8" name="PlaceHolder 7"/>
          <p:cNvSpPr>
            <a:spLocks noGrp="1"/>
          </p:cNvSpPr>
          <p:nvPr>
            <p:ph type="dt" idx="57"/>
          </p:nvPr>
        </p:nvSpPr>
        <p:spPr/>
        <p:txBody>
          <a:bodyPr/>
          <a:p>
            <a:r>
              <a:rPr lang="en-US"/>
              <a:t/>
            </a:r>
          </a:p>
        </p:txBody>
      </p:sp>
    </p:spTree>
  </p:cSld>
</p:sldLayout>
</file>

<file path=ppt/slideLayouts/slideLayout2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75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57"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58"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59"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55"/>
          </p:nvPr>
        </p:nvSpPr>
        <p:spPr/>
        <p:txBody>
          <a:bodyPr/>
          <a:p>
            <a:r>
              <a:t>Footer</a:t>
            </a:r>
          </a:p>
        </p:txBody>
      </p:sp>
      <p:sp>
        <p:nvSpPr>
          <p:cNvPr id="7" name="PlaceHolder 6"/>
          <p:cNvSpPr>
            <a:spLocks noGrp="1"/>
          </p:cNvSpPr>
          <p:nvPr>
            <p:ph type="sldNum" idx="56"/>
          </p:nvPr>
        </p:nvSpPr>
        <p:spPr/>
        <p:txBody>
          <a:bodyPr/>
          <a:p>
            <a:fld id="{E43FF110-C4A4-4935-8E94-13E9E0646923}" type="slidenum">
              <a:t>&lt;#&gt;</a:t>
            </a:fld>
          </a:p>
        </p:txBody>
      </p:sp>
      <p:sp>
        <p:nvSpPr>
          <p:cNvPr id="8" name="PlaceHolder 7"/>
          <p:cNvSpPr>
            <a:spLocks noGrp="1"/>
          </p:cNvSpPr>
          <p:nvPr>
            <p:ph type="dt" idx="57"/>
          </p:nvPr>
        </p:nvSpPr>
        <p:spPr/>
        <p:txBody>
          <a:bodyPr/>
          <a:p>
            <a:r>
              <a:rPr lang="en-US"/>
              <a:t/>
            </a:r>
          </a:p>
        </p:txBody>
      </p:sp>
    </p:spTree>
  </p:cSld>
</p:sldLayout>
</file>

<file path=ppt/slideLayouts/slideLayout22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76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61"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62"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63"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55"/>
          </p:nvPr>
        </p:nvSpPr>
        <p:spPr/>
        <p:txBody>
          <a:bodyPr/>
          <a:p>
            <a:r>
              <a:t>Footer</a:t>
            </a:r>
          </a:p>
        </p:txBody>
      </p:sp>
      <p:sp>
        <p:nvSpPr>
          <p:cNvPr id="7" name="PlaceHolder 6"/>
          <p:cNvSpPr>
            <a:spLocks noGrp="1"/>
          </p:cNvSpPr>
          <p:nvPr>
            <p:ph type="sldNum" idx="56"/>
          </p:nvPr>
        </p:nvSpPr>
        <p:spPr/>
        <p:txBody>
          <a:bodyPr/>
          <a:p>
            <a:fld id="{A550911F-82BD-45A2-97CD-DBB94802A4D9}" type="slidenum">
              <a:t>&lt;#&gt;</a:t>
            </a:fld>
          </a:p>
        </p:txBody>
      </p:sp>
      <p:sp>
        <p:nvSpPr>
          <p:cNvPr id="8" name="PlaceHolder 7"/>
          <p:cNvSpPr>
            <a:spLocks noGrp="1"/>
          </p:cNvSpPr>
          <p:nvPr>
            <p:ph type="dt" idx="57"/>
          </p:nvPr>
        </p:nvSpPr>
        <p:spPr/>
        <p:txBody>
          <a:bodyPr/>
          <a:p>
            <a:r>
              <a:rPr lang="en-US"/>
              <a:t/>
            </a:r>
          </a:p>
        </p:txBody>
      </p:sp>
    </p:spTree>
  </p:cSld>
</p:sldLayout>
</file>

<file path=ppt/slideLayouts/slideLayout22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76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65"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66"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55"/>
          </p:nvPr>
        </p:nvSpPr>
        <p:spPr/>
        <p:txBody>
          <a:bodyPr/>
          <a:p>
            <a:r>
              <a:t>Footer</a:t>
            </a:r>
          </a:p>
        </p:txBody>
      </p:sp>
      <p:sp>
        <p:nvSpPr>
          <p:cNvPr id="6" name="PlaceHolder 5"/>
          <p:cNvSpPr>
            <a:spLocks noGrp="1"/>
          </p:cNvSpPr>
          <p:nvPr>
            <p:ph type="sldNum" idx="56"/>
          </p:nvPr>
        </p:nvSpPr>
        <p:spPr/>
        <p:txBody>
          <a:bodyPr/>
          <a:p>
            <a:fld id="{DD9CA17C-5D36-4CEF-8DDA-E4B6933108B8}" type="slidenum">
              <a:t>&lt;#&gt;</a:t>
            </a:fld>
          </a:p>
        </p:txBody>
      </p:sp>
      <p:sp>
        <p:nvSpPr>
          <p:cNvPr id="7" name="PlaceHolder 6"/>
          <p:cNvSpPr>
            <a:spLocks noGrp="1"/>
          </p:cNvSpPr>
          <p:nvPr>
            <p:ph type="dt" idx="57"/>
          </p:nvPr>
        </p:nvSpPr>
        <p:spPr/>
        <p:txBody>
          <a:bodyPr/>
          <a:p>
            <a:r>
              <a:rPr lang="en-US"/>
              <a:t/>
            </a:r>
          </a:p>
        </p:txBody>
      </p:sp>
    </p:spTree>
  </p:cSld>
</p:sldLayout>
</file>

<file path=ppt/slideLayouts/slideLayout22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76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68"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69"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70"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71"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55"/>
          </p:nvPr>
        </p:nvSpPr>
        <p:spPr/>
        <p:txBody>
          <a:bodyPr/>
          <a:p>
            <a:r>
              <a:t>Footer</a:t>
            </a:r>
          </a:p>
        </p:txBody>
      </p:sp>
      <p:sp>
        <p:nvSpPr>
          <p:cNvPr id="8" name="PlaceHolder 7"/>
          <p:cNvSpPr>
            <a:spLocks noGrp="1"/>
          </p:cNvSpPr>
          <p:nvPr>
            <p:ph type="sldNum" idx="56"/>
          </p:nvPr>
        </p:nvSpPr>
        <p:spPr/>
        <p:txBody>
          <a:bodyPr/>
          <a:p>
            <a:fld id="{8FCA48AA-1D7E-4103-A4AD-04D4F63BD2EA}" type="slidenum">
              <a:t>&lt;#&gt;</a:t>
            </a:fld>
          </a:p>
        </p:txBody>
      </p:sp>
      <p:sp>
        <p:nvSpPr>
          <p:cNvPr id="9" name="PlaceHolder 8"/>
          <p:cNvSpPr>
            <a:spLocks noGrp="1"/>
          </p:cNvSpPr>
          <p:nvPr>
            <p:ph type="dt" idx="57"/>
          </p:nvPr>
        </p:nvSpPr>
        <p:spPr/>
        <p:txBody>
          <a:bodyPr/>
          <a:p>
            <a:r>
              <a:rPr lang="en-US"/>
              <a:t/>
            </a:r>
          </a:p>
        </p:txBody>
      </p:sp>
    </p:spTree>
  </p:cSld>
</p:sldLayout>
</file>

<file path=ppt/slideLayouts/slideLayout22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77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73"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74"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75"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76"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77"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78"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55"/>
          </p:nvPr>
        </p:nvSpPr>
        <p:spPr/>
        <p:txBody>
          <a:bodyPr/>
          <a:p>
            <a:r>
              <a:t>Footer</a:t>
            </a:r>
          </a:p>
        </p:txBody>
      </p:sp>
      <p:sp>
        <p:nvSpPr>
          <p:cNvPr id="10" name="PlaceHolder 9"/>
          <p:cNvSpPr>
            <a:spLocks noGrp="1"/>
          </p:cNvSpPr>
          <p:nvPr>
            <p:ph type="sldNum" idx="56"/>
          </p:nvPr>
        </p:nvSpPr>
        <p:spPr/>
        <p:txBody>
          <a:bodyPr/>
          <a:p>
            <a:fld id="{74C13806-A24F-4D6F-ACA8-07E1C8BE120B}" type="slidenum">
              <a:t>&lt;#&gt;</a:t>
            </a:fld>
          </a:p>
        </p:txBody>
      </p:sp>
      <p:sp>
        <p:nvSpPr>
          <p:cNvPr id="11" name="PlaceHolder 10"/>
          <p:cNvSpPr>
            <a:spLocks noGrp="1"/>
          </p:cNvSpPr>
          <p:nvPr>
            <p:ph type="dt" idx="57"/>
          </p:nvPr>
        </p:nvSpPr>
        <p:spPr/>
        <p:txBody>
          <a:bodyPr/>
          <a:p>
            <a:r>
              <a:rPr lang="en-US"/>
              <a:t/>
            </a:r>
          </a:p>
        </p:txBody>
      </p:sp>
    </p:spTree>
  </p:cSld>
</p:sldLayout>
</file>

<file path=ppt/slideLayouts/slideLayout22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58"/>
          </p:nvPr>
        </p:nvSpPr>
        <p:spPr/>
        <p:txBody>
          <a:bodyPr/>
          <a:p>
            <a:r>
              <a:t>Footer</a:t>
            </a:r>
          </a:p>
        </p:txBody>
      </p:sp>
      <p:sp>
        <p:nvSpPr>
          <p:cNvPr id="3" name="PlaceHolder 2"/>
          <p:cNvSpPr>
            <a:spLocks noGrp="1"/>
          </p:cNvSpPr>
          <p:nvPr>
            <p:ph type="sldNum" idx="59"/>
          </p:nvPr>
        </p:nvSpPr>
        <p:spPr/>
        <p:txBody>
          <a:bodyPr/>
          <a:p>
            <a:fld id="{C69D5933-2122-4549-8B14-152424CD75BD}" type="slidenum">
              <a:t>&lt;#&gt;</a:t>
            </a:fld>
          </a:p>
        </p:txBody>
      </p:sp>
      <p:sp>
        <p:nvSpPr>
          <p:cNvPr id="4" name="PlaceHolder 3"/>
          <p:cNvSpPr>
            <a:spLocks noGrp="1"/>
          </p:cNvSpPr>
          <p:nvPr>
            <p:ph type="dt" idx="60"/>
          </p:nvPr>
        </p:nvSpPr>
        <p:spPr/>
        <p:txBody>
          <a:bodyPr/>
          <a:p>
            <a:r>
              <a:rPr lang="en-US"/>
              <a:t/>
            </a:r>
          </a:p>
        </p:txBody>
      </p:sp>
    </p:spTree>
  </p:cSld>
</p:sldLayout>
</file>

<file path=ppt/slideLayouts/slideLayout23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78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85"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58"/>
          </p:nvPr>
        </p:nvSpPr>
        <p:spPr/>
        <p:txBody>
          <a:bodyPr/>
          <a:p>
            <a:r>
              <a:t>Footer</a:t>
            </a:r>
          </a:p>
        </p:txBody>
      </p:sp>
      <p:sp>
        <p:nvSpPr>
          <p:cNvPr id="5" name="PlaceHolder 4"/>
          <p:cNvSpPr>
            <a:spLocks noGrp="1"/>
          </p:cNvSpPr>
          <p:nvPr>
            <p:ph type="sldNum" idx="59"/>
          </p:nvPr>
        </p:nvSpPr>
        <p:spPr/>
        <p:txBody>
          <a:bodyPr/>
          <a:p>
            <a:fld id="{2804D175-A345-41A8-8056-881AB3857470}" type="slidenum">
              <a:t>&lt;#&gt;</a:t>
            </a:fld>
          </a:p>
        </p:txBody>
      </p:sp>
      <p:sp>
        <p:nvSpPr>
          <p:cNvPr id="6" name="PlaceHolder 5"/>
          <p:cNvSpPr>
            <a:spLocks noGrp="1"/>
          </p:cNvSpPr>
          <p:nvPr>
            <p:ph type="dt" idx="60"/>
          </p:nvPr>
        </p:nvSpPr>
        <p:spPr/>
        <p:txBody>
          <a:bodyPr/>
          <a:p>
            <a:r>
              <a:rPr lang="en-US"/>
              <a:t/>
            </a:r>
          </a:p>
        </p:txBody>
      </p:sp>
    </p:spTree>
  </p:cSld>
</p:sldLayout>
</file>

<file path=ppt/slideLayouts/slideLayout23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78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87"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58"/>
          </p:nvPr>
        </p:nvSpPr>
        <p:spPr/>
        <p:txBody>
          <a:bodyPr/>
          <a:p>
            <a:r>
              <a:t>Footer</a:t>
            </a:r>
          </a:p>
        </p:txBody>
      </p:sp>
      <p:sp>
        <p:nvSpPr>
          <p:cNvPr id="5" name="PlaceHolder 4"/>
          <p:cNvSpPr>
            <a:spLocks noGrp="1"/>
          </p:cNvSpPr>
          <p:nvPr>
            <p:ph type="sldNum" idx="59"/>
          </p:nvPr>
        </p:nvSpPr>
        <p:spPr/>
        <p:txBody>
          <a:bodyPr/>
          <a:p>
            <a:fld id="{AB5DBAF1-2E4D-49B6-96E2-7243352C50C3}" type="slidenum">
              <a:t>&lt;#&gt;</a:t>
            </a:fld>
          </a:p>
        </p:txBody>
      </p:sp>
      <p:sp>
        <p:nvSpPr>
          <p:cNvPr id="6" name="PlaceHolder 5"/>
          <p:cNvSpPr>
            <a:spLocks noGrp="1"/>
          </p:cNvSpPr>
          <p:nvPr>
            <p:ph type="dt" idx="60"/>
          </p:nvPr>
        </p:nvSpPr>
        <p:spPr/>
        <p:txBody>
          <a:bodyPr/>
          <a:p>
            <a:r>
              <a:rPr lang="en-US"/>
              <a:t/>
            </a:r>
          </a:p>
        </p:txBody>
      </p:sp>
    </p:spTree>
  </p:cSld>
</p:sldLayout>
</file>

<file path=ppt/slideLayouts/slideLayout23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78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89"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90"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58"/>
          </p:nvPr>
        </p:nvSpPr>
        <p:spPr/>
        <p:txBody>
          <a:bodyPr/>
          <a:p>
            <a:r>
              <a:t>Footer</a:t>
            </a:r>
          </a:p>
        </p:txBody>
      </p:sp>
      <p:sp>
        <p:nvSpPr>
          <p:cNvPr id="6" name="PlaceHolder 5"/>
          <p:cNvSpPr>
            <a:spLocks noGrp="1"/>
          </p:cNvSpPr>
          <p:nvPr>
            <p:ph type="sldNum" idx="59"/>
          </p:nvPr>
        </p:nvSpPr>
        <p:spPr/>
        <p:txBody>
          <a:bodyPr/>
          <a:p>
            <a:fld id="{B8DCF645-9A1E-49FD-B697-0C8A04DDBA01}" type="slidenum">
              <a:t>&lt;#&gt;</a:t>
            </a:fld>
          </a:p>
        </p:txBody>
      </p:sp>
      <p:sp>
        <p:nvSpPr>
          <p:cNvPr id="7" name="PlaceHolder 6"/>
          <p:cNvSpPr>
            <a:spLocks noGrp="1"/>
          </p:cNvSpPr>
          <p:nvPr>
            <p:ph type="dt" idx="60"/>
          </p:nvPr>
        </p:nvSpPr>
        <p:spPr/>
        <p:txBody>
          <a:bodyPr/>
          <a:p>
            <a:r>
              <a:rPr lang="en-US"/>
              <a:t/>
            </a:r>
          </a:p>
        </p:txBody>
      </p:sp>
    </p:spTree>
  </p:cSld>
</p:sldLayout>
</file>

<file path=ppt/slideLayouts/slideLayout23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79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58"/>
          </p:nvPr>
        </p:nvSpPr>
        <p:spPr/>
        <p:txBody>
          <a:bodyPr/>
          <a:p>
            <a:r>
              <a:t>Footer</a:t>
            </a:r>
          </a:p>
        </p:txBody>
      </p:sp>
      <p:sp>
        <p:nvSpPr>
          <p:cNvPr id="4" name="PlaceHolder 3"/>
          <p:cNvSpPr>
            <a:spLocks noGrp="1"/>
          </p:cNvSpPr>
          <p:nvPr>
            <p:ph type="sldNum" idx="59"/>
          </p:nvPr>
        </p:nvSpPr>
        <p:spPr/>
        <p:txBody>
          <a:bodyPr/>
          <a:p>
            <a:fld id="{E4645283-ACB9-4BAE-9048-BDB27CADC9FD}" type="slidenum">
              <a:t>&lt;#&gt;</a:t>
            </a:fld>
          </a:p>
        </p:txBody>
      </p:sp>
      <p:sp>
        <p:nvSpPr>
          <p:cNvPr id="5" name="PlaceHolder 4"/>
          <p:cNvSpPr>
            <a:spLocks noGrp="1"/>
          </p:cNvSpPr>
          <p:nvPr>
            <p:ph type="dt" idx="60"/>
          </p:nvPr>
        </p:nvSpPr>
        <p:spPr/>
        <p:txBody>
          <a:bodyPr/>
          <a:p>
            <a:r>
              <a:rPr lang="en-US"/>
              <a:t/>
            </a:r>
          </a:p>
        </p:txBody>
      </p:sp>
    </p:spTree>
  </p:cSld>
</p:sldLayout>
</file>

<file path=ppt/slideLayouts/slideLayout23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792"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58"/>
          </p:nvPr>
        </p:nvSpPr>
        <p:spPr/>
        <p:txBody>
          <a:bodyPr/>
          <a:p>
            <a:r>
              <a:t>Footer</a:t>
            </a:r>
          </a:p>
        </p:txBody>
      </p:sp>
      <p:sp>
        <p:nvSpPr>
          <p:cNvPr id="4" name="PlaceHolder 3"/>
          <p:cNvSpPr>
            <a:spLocks noGrp="1"/>
          </p:cNvSpPr>
          <p:nvPr>
            <p:ph type="sldNum" idx="59"/>
          </p:nvPr>
        </p:nvSpPr>
        <p:spPr/>
        <p:txBody>
          <a:bodyPr/>
          <a:p>
            <a:fld id="{33ECC654-D36E-4D98-B959-7D4CC3779BA3}" type="slidenum">
              <a:t>&lt;#&gt;</a:t>
            </a:fld>
          </a:p>
        </p:txBody>
      </p:sp>
      <p:sp>
        <p:nvSpPr>
          <p:cNvPr id="5" name="PlaceHolder 4"/>
          <p:cNvSpPr>
            <a:spLocks noGrp="1"/>
          </p:cNvSpPr>
          <p:nvPr>
            <p:ph type="dt" idx="60"/>
          </p:nvPr>
        </p:nvSpPr>
        <p:spPr/>
        <p:txBody>
          <a:bodyPr/>
          <a:p>
            <a:r>
              <a:rPr lang="en-US"/>
              <a:t/>
            </a:r>
          </a:p>
        </p:txBody>
      </p:sp>
    </p:spTree>
  </p:cSld>
</p:sldLayout>
</file>

<file path=ppt/slideLayouts/slideLayout23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79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94"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95"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96"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58"/>
          </p:nvPr>
        </p:nvSpPr>
        <p:spPr/>
        <p:txBody>
          <a:bodyPr/>
          <a:p>
            <a:r>
              <a:t>Footer</a:t>
            </a:r>
          </a:p>
        </p:txBody>
      </p:sp>
      <p:sp>
        <p:nvSpPr>
          <p:cNvPr id="7" name="PlaceHolder 6"/>
          <p:cNvSpPr>
            <a:spLocks noGrp="1"/>
          </p:cNvSpPr>
          <p:nvPr>
            <p:ph type="sldNum" idx="59"/>
          </p:nvPr>
        </p:nvSpPr>
        <p:spPr/>
        <p:txBody>
          <a:bodyPr/>
          <a:p>
            <a:fld id="{C45A6525-77C5-41EF-91F7-2D6403FBDC97}" type="slidenum">
              <a:t>&lt;#&gt;</a:t>
            </a:fld>
          </a:p>
        </p:txBody>
      </p:sp>
      <p:sp>
        <p:nvSpPr>
          <p:cNvPr id="8" name="PlaceHolder 7"/>
          <p:cNvSpPr>
            <a:spLocks noGrp="1"/>
          </p:cNvSpPr>
          <p:nvPr>
            <p:ph type="dt" idx="60"/>
          </p:nvPr>
        </p:nvSpPr>
        <p:spPr/>
        <p:txBody>
          <a:bodyPr/>
          <a:p>
            <a:r>
              <a:rPr lang="en-US"/>
              <a:t/>
            </a:r>
          </a:p>
        </p:txBody>
      </p:sp>
    </p:spTree>
  </p:cSld>
</p:sldLayout>
</file>

<file path=ppt/slideLayouts/slideLayout23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79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98"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99"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00"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58"/>
          </p:nvPr>
        </p:nvSpPr>
        <p:spPr/>
        <p:txBody>
          <a:bodyPr/>
          <a:p>
            <a:r>
              <a:t>Footer</a:t>
            </a:r>
          </a:p>
        </p:txBody>
      </p:sp>
      <p:sp>
        <p:nvSpPr>
          <p:cNvPr id="7" name="PlaceHolder 6"/>
          <p:cNvSpPr>
            <a:spLocks noGrp="1"/>
          </p:cNvSpPr>
          <p:nvPr>
            <p:ph type="sldNum" idx="59"/>
          </p:nvPr>
        </p:nvSpPr>
        <p:spPr/>
        <p:txBody>
          <a:bodyPr/>
          <a:p>
            <a:fld id="{B5C39749-04B4-4C50-AEEC-8FBE226A2089}" type="slidenum">
              <a:t>&lt;#&gt;</a:t>
            </a:fld>
          </a:p>
        </p:txBody>
      </p:sp>
      <p:sp>
        <p:nvSpPr>
          <p:cNvPr id="8" name="PlaceHolder 7"/>
          <p:cNvSpPr>
            <a:spLocks noGrp="1"/>
          </p:cNvSpPr>
          <p:nvPr>
            <p:ph type="dt" idx="60"/>
          </p:nvPr>
        </p:nvSpPr>
        <p:spPr/>
        <p:txBody>
          <a:bodyPr/>
          <a:p>
            <a:r>
              <a:rPr lang="en-US"/>
              <a:t/>
            </a:r>
          </a:p>
        </p:txBody>
      </p:sp>
    </p:spTree>
  </p:cSld>
</p:sldLayout>
</file>

<file path=ppt/slideLayouts/slideLayout23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80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02"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03"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04"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58"/>
          </p:nvPr>
        </p:nvSpPr>
        <p:spPr/>
        <p:txBody>
          <a:bodyPr/>
          <a:p>
            <a:r>
              <a:t>Footer</a:t>
            </a:r>
          </a:p>
        </p:txBody>
      </p:sp>
      <p:sp>
        <p:nvSpPr>
          <p:cNvPr id="7" name="PlaceHolder 6"/>
          <p:cNvSpPr>
            <a:spLocks noGrp="1"/>
          </p:cNvSpPr>
          <p:nvPr>
            <p:ph type="sldNum" idx="59"/>
          </p:nvPr>
        </p:nvSpPr>
        <p:spPr/>
        <p:txBody>
          <a:bodyPr/>
          <a:p>
            <a:fld id="{F625DFD1-CE55-45B7-A013-2DFF5A590706}" type="slidenum">
              <a:t>&lt;#&gt;</a:t>
            </a:fld>
          </a:p>
        </p:txBody>
      </p:sp>
      <p:sp>
        <p:nvSpPr>
          <p:cNvPr id="8" name="PlaceHolder 7"/>
          <p:cNvSpPr>
            <a:spLocks noGrp="1"/>
          </p:cNvSpPr>
          <p:nvPr>
            <p:ph type="dt" idx="60"/>
          </p:nvPr>
        </p:nvSpPr>
        <p:spPr/>
        <p:txBody>
          <a:bodyPr/>
          <a:p>
            <a:r>
              <a:rPr lang="en-US"/>
              <a:t/>
            </a:r>
          </a:p>
        </p:txBody>
      </p:sp>
    </p:spTree>
  </p:cSld>
</p:sldLayout>
</file>

<file path=ppt/slideLayouts/slideLayout23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80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06"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07"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58"/>
          </p:nvPr>
        </p:nvSpPr>
        <p:spPr/>
        <p:txBody>
          <a:bodyPr/>
          <a:p>
            <a:r>
              <a:t>Footer</a:t>
            </a:r>
          </a:p>
        </p:txBody>
      </p:sp>
      <p:sp>
        <p:nvSpPr>
          <p:cNvPr id="6" name="PlaceHolder 5"/>
          <p:cNvSpPr>
            <a:spLocks noGrp="1"/>
          </p:cNvSpPr>
          <p:nvPr>
            <p:ph type="sldNum" idx="59"/>
          </p:nvPr>
        </p:nvSpPr>
        <p:spPr/>
        <p:txBody>
          <a:bodyPr/>
          <a:p>
            <a:fld id="{11057A4F-7DD2-4A98-8B11-AE5A1D9F1CE6}" type="slidenum">
              <a:t>&lt;#&gt;</a:t>
            </a:fld>
          </a:p>
        </p:txBody>
      </p:sp>
      <p:sp>
        <p:nvSpPr>
          <p:cNvPr id="7" name="PlaceHolder 6"/>
          <p:cNvSpPr>
            <a:spLocks noGrp="1"/>
          </p:cNvSpPr>
          <p:nvPr>
            <p:ph type="dt" idx="60"/>
          </p:nvPr>
        </p:nvSpPr>
        <p:spPr/>
        <p:txBody>
          <a:bodyPr/>
          <a:p>
            <a:r>
              <a:rPr lang="en-US"/>
              <a:t/>
            </a:r>
          </a:p>
        </p:txBody>
      </p:sp>
    </p:spTree>
  </p:cSld>
</p:sldLayout>
</file>

<file path=ppt/slideLayouts/slideLayout23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80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09"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10"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11"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12"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58"/>
          </p:nvPr>
        </p:nvSpPr>
        <p:spPr/>
        <p:txBody>
          <a:bodyPr/>
          <a:p>
            <a:r>
              <a:t>Footer</a:t>
            </a:r>
          </a:p>
        </p:txBody>
      </p:sp>
      <p:sp>
        <p:nvSpPr>
          <p:cNvPr id="8" name="PlaceHolder 7"/>
          <p:cNvSpPr>
            <a:spLocks noGrp="1"/>
          </p:cNvSpPr>
          <p:nvPr>
            <p:ph type="sldNum" idx="59"/>
          </p:nvPr>
        </p:nvSpPr>
        <p:spPr/>
        <p:txBody>
          <a:bodyPr/>
          <a:p>
            <a:fld id="{886DE763-0E4F-47F4-A869-D8EA0377CAE3}" type="slidenum">
              <a:t>&lt;#&gt;</a:t>
            </a:fld>
          </a:p>
        </p:txBody>
      </p:sp>
      <p:sp>
        <p:nvSpPr>
          <p:cNvPr id="9" name="PlaceHolder 8"/>
          <p:cNvSpPr>
            <a:spLocks noGrp="1"/>
          </p:cNvSpPr>
          <p:nvPr>
            <p:ph type="dt" idx="60"/>
          </p:nvPr>
        </p:nvSpPr>
        <p:spPr/>
        <p:txBody>
          <a:bodyPr/>
          <a:p>
            <a:r>
              <a:rPr lang="en-US"/>
              <a:t/>
            </a:r>
          </a:p>
        </p:txBody>
      </p:sp>
    </p:spTree>
  </p:cSld>
</p:sldLayout>
</file>

<file path=ppt/slideLayouts/slideLayout24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81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14"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15"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16"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17"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18"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19"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58"/>
          </p:nvPr>
        </p:nvSpPr>
        <p:spPr/>
        <p:txBody>
          <a:bodyPr/>
          <a:p>
            <a:r>
              <a:t>Footer</a:t>
            </a:r>
          </a:p>
        </p:txBody>
      </p:sp>
      <p:sp>
        <p:nvSpPr>
          <p:cNvPr id="10" name="PlaceHolder 9"/>
          <p:cNvSpPr>
            <a:spLocks noGrp="1"/>
          </p:cNvSpPr>
          <p:nvPr>
            <p:ph type="sldNum" idx="59"/>
          </p:nvPr>
        </p:nvSpPr>
        <p:spPr/>
        <p:txBody>
          <a:bodyPr/>
          <a:p>
            <a:fld id="{8849946A-8138-48C4-98EA-99A6D9E1C99E}" type="slidenum">
              <a:t>&lt;#&gt;</a:t>
            </a:fld>
          </a:p>
        </p:txBody>
      </p:sp>
      <p:sp>
        <p:nvSpPr>
          <p:cNvPr id="11" name="PlaceHolder 10"/>
          <p:cNvSpPr>
            <a:spLocks noGrp="1"/>
          </p:cNvSpPr>
          <p:nvPr>
            <p:ph type="dt" idx="60"/>
          </p:nvPr>
        </p:nvSpPr>
        <p:spPr/>
        <p:txBody>
          <a:bodyPr/>
          <a:p>
            <a:r>
              <a:rPr lang="en-US"/>
              <a:t/>
            </a:r>
          </a:p>
        </p:txBody>
      </p:sp>
    </p:spTree>
  </p:cSld>
</p:sldLayout>
</file>

<file path=ppt/slideLayouts/slideLayout24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61"/>
          </p:nvPr>
        </p:nvSpPr>
        <p:spPr/>
        <p:txBody>
          <a:bodyPr/>
          <a:p>
            <a:r>
              <a:t>Footer</a:t>
            </a:r>
          </a:p>
        </p:txBody>
      </p:sp>
      <p:sp>
        <p:nvSpPr>
          <p:cNvPr id="3" name="PlaceHolder 2"/>
          <p:cNvSpPr>
            <a:spLocks noGrp="1"/>
          </p:cNvSpPr>
          <p:nvPr>
            <p:ph type="sldNum" idx="62"/>
          </p:nvPr>
        </p:nvSpPr>
        <p:spPr/>
        <p:txBody>
          <a:bodyPr/>
          <a:p>
            <a:fld id="{4AD95860-F42A-41A6-8E7A-47168B5699E3}" type="slidenum">
              <a:t>&lt;#&gt;</a:t>
            </a:fld>
          </a:p>
        </p:txBody>
      </p:sp>
      <p:sp>
        <p:nvSpPr>
          <p:cNvPr id="4" name="PlaceHolder 3"/>
          <p:cNvSpPr>
            <a:spLocks noGrp="1"/>
          </p:cNvSpPr>
          <p:nvPr>
            <p:ph type="dt" idx="63"/>
          </p:nvPr>
        </p:nvSpPr>
        <p:spPr/>
        <p:txBody>
          <a:bodyPr/>
          <a:p>
            <a:r>
              <a:rPr lang="en-US"/>
              <a:t/>
            </a:r>
          </a:p>
        </p:txBody>
      </p:sp>
    </p:spTree>
  </p:cSld>
</p:sldLayout>
</file>

<file path=ppt/slideLayouts/slideLayout24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82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24"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61"/>
          </p:nvPr>
        </p:nvSpPr>
        <p:spPr/>
        <p:txBody>
          <a:bodyPr/>
          <a:p>
            <a:r>
              <a:t>Footer</a:t>
            </a:r>
          </a:p>
        </p:txBody>
      </p:sp>
      <p:sp>
        <p:nvSpPr>
          <p:cNvPr id="5" name="PlaceHolder 4"/>
          <p:cNvSpPr>
            <a:spLocks noGrp="1"/>
          </p:cNvSpPr>
          <p:nvPr>
            <p:ph type="sldNum" idx="62"/>
          </p:nvPr>
        </p:nvSpPr>
        <p:spPr/>
        <p:txBody>
          <a:bodyPr/>
          <a:p>
            <a:fld id="{DA3D340F-B3E3-4C65-8B7E-2A30AA93F035}" type="slidenum">
              <a:t>&lt;#&gt;</a:t>
            </a:fld>
          </a:p>
        </p:txBody>
      </p:sp>
      <p:sp>
        <p:nvSpPr>
          <p:cNvPr id="6" name="PlaceHolder 5"/>
          <p:cNvSpPr>
            <a:spLocks noGrp="1"/>
          </p:cNvSpPr>
          <p:nvPr>
            <p:ph type="dt" idx="63"/>
          </p:nvPr>
        </p:nvSpPr>
        <p:spPr/>
        <p:txBody>
          <a:bodyPr/>
          <a:p>
            <a:r>
              <a:rPr lang="en-US"/>
              <a:t/>
            </a:r>
          </a:p>
        </p:txBody>
      </p:sp>
    </p:spTree>
  </p:cSld>
</p:sldLayout>
</file>

<file path=ppt/slideLayouts/slideLayout24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82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26"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61"/>
          </p:nvPr>
        </p:nvSpPr>
        <p:spPr/>
        <p:txBody>
          <a:bodyPr/>
          <a:p>
            <a:r>
              <a:t>Footer</a:t>
            </a:r>
          </a:p>
        </p:txBody>
      </p:sp>
      <p:sp>
        <p:nvSpPr>
          <p:cNvPr id="5" name="PlaceHolder 4"/>
          <p:cNvSpPr>
            <a:spLocks noGrp="1"/>
          </p:cNvSpPr>
          <p:nvPr>
            <p:ph type="sldNum" idx="62"/>
          </p:nvPr>
        </p:nvSpPr>
        <p:spPr/>
        <p:txBody>
          <a:bodyPr/>
          <a:p>
            <a:fld id="{A0DDE534-371A-4DD5-B0E5-64FC99B41670}" type="slidenum">
              <a:t>&lt;#&gt;</a:t>
            </a:fld>
          </a:p>
        </p:txBody>
      </p:sp>
      <p:sp>
        <p:nvSpPr>
          <p:cNvPr id="6" name="PlaceHolder 5"/>
          <p:cNvSpPr>
            <a:spLocks noGrp="1"/>
          </p:cNvSpPr>
          <p:nvPr>
            <p:ph type="dt" idx="63"/>
          </p:nvPr>
        </p:nvSpPr>
        <p:spPr/>
        <p:txBody>
          <a:bodyPr/>
          <a:p>
            <a:r>
              <a:rPr lang="en-US"/>
              <a:t/>
            </a:r>
          </a:p>
        </p:txBody>
      </p:sp>
    </p:spTree>
  </p:cSld>
</p:sldLayout>
</file>

<file path=ppt/slideLayouts/slideLayout24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82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28"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29"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61"/>
          </p:nvPr>
        </p:nvSpPr>
        <p:spPr/>
        <p:txBody>
          <a:bodyPr/>
          <a:p>
            <a:r>
              <a:t>Footer</a:t>
            </a:r>
          </a:p>
        </p:txBody>
      </p:sp>
      <p:sp>
        <p:nvSpPr>
          <p:cNvPr id="6" name="PlaceHolder 5"/>
          <p:cNvSpPr>
            <a:spLocks noGrp="1"/>
          </p:cNvSpPr>
          <p:nvPr>
            <p:ph type="sldNum" idx="62"/>
          </p:nvPr>
        </p:nvSpPr>
        <p:spPr/>
        <p:txBody>
          <a:bodyPr/>
          <a:p>
            <a:fld id="{CF8084F5-FA0D-4D6B-AFED-3714FC7DB1E4}" type="slidenum">
              <a:t>&lt;#&gt;</a:t>
            </a:fld>
          </a:p>
        </p:txBody>
      </p:sp>
      <p:sp>
        <p:nvSpPr>
          <p:cNvPr id="7" name="PlaceHolder 6"/>
          <p:cNvSpPr>
            <a:spLocks noGrp="1"/>
          </p:cNvSpPr>
          <p:nvPr>
            <p:ph type="dt" idx="63"/>
          </p:nvPr>
        </p:nvSpPr>
        <p:spPr/>
        <p:txBody>
          <a:bodyPr/>
          <a:p>
            <a:r>
              <a:rPr lang="en-US"/>
              <a:t/>
            </a:r>
          </a:p>
        </p:txBody>
      </p:sp>
    </p:spTree>
  </p:cSld>
</p:sldLayout>
</file>

<file path=ppt/slideLayouts/slideLayout24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83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61"/>
          </p:nvPr>
        </p:nvSpPr>
        <p:spPr/>
        <p:txBody>
          <a:bodyPr/>
          <a:p>
            <a:r>
              <a:t>Footer</a:t>
            </a:r>
          </a:p>
        </p:txBody>
      </p:sp>
      <p:sp>
        <p:nvSpPr>
          <p:cNvPr id="4" name="PlaceHolder 3"/>
          <p:cNvSpPr>
            <a:spLocks noGrp="1"/>
          </p:cNvSpPr>
          <p:nvPr>
            <p:ph type="sldNum" idx="62"/>
          </p:nvPr>
        </p:nvSpPr>
        <p:spPr/>
        <p:txBody>
          <a:bodyPr/>
          <a:p>
            <a:fld id="{B721E7E3-038B-4BB9-8051-5A6D2169726A}" type="slidenum">
              <a:t>&lt;#&gt;</a:t>
            </a:fld>
          </a:p>
        </p:txBody>
      </p:sp>
      <p:sp>
        <p:nvSpPr>
          <p:cNvPr id="5" name="PlaceHolder 4"/>
          <p:cNvSpPr>
            <a:spLocks noGrp="1"/>
          </p:cNvSpPr>
          <p:nvPr>
            <p:ph type="dt" idx="63"/>
          </p:nvPr>
        </p:nvSpPr>
        <p:spPr/>
        <p:txBody>
          <a:bodyPr/>
          <a:p>
            <a:r>
              <a:rPr lang="en-US"/>
              <a:t/>
            </a:r>
          </a:p>
        </p:txBody>
      </p:sp>
    </p:spTree>
  </p:cSld>
</p:sldLayout>
</file>

<file path=ppt/slideLayouts/slideLayout24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831"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61"/>
          </p:nvPr>
        </p:nvSpPr>
        <p:spPr/>
        <p:txBody>
          <a:bodyPr/>
          <a:p>
            <a:r>
              <a:t>Footer</a:t>
            </a:r>
          </a:p>
        </p:txBody>
      </p:sp>
      <p:sp>
        <p:nvSpPr>
          <p:cNvPr id="4" name="PlaceHolder 3"/>
          <p:cNvSpPr>
            <a:spLocks noGrp="1"/>
          </p:cNvSpPr>
          <p:nvPr>
            <p:ph type="sldNum" idx="62"/>
          </p:nvPr>
        </p:nvSpPr>
        <p:spPr/>
        <p:txBody>
          <a:bodyPr/>
          <a:p>
            <a:fld id="{3D9095D7-6DE8-450C-898C-14D312821412}" type="slidenum">
              <a:t>&lt;#&gt;</a:t>
            </a:fld>
          </a:p>
        </p:txBody>
      </p:sp>
      <p:sp>
        <p:nvSpPr>
          <p:cNvPr id="5" name="PlaceHolder 4"/>
          <p:cNvSpPr>
            <a:spLocks noGrp="1"/>
          </p:cNvSpPr>
          <p:nvPr>
            <p:ph type="dt" idx="63"/>
          </p:nvPr>
        </p:nvSpPr>
        <p:spPr/>
        <p:txBody>
          <a:bodyPr/>
          <a:p>
            <a:r>
              <a:rPr lang="en-US"/>
              <a:t/>
            </a:r>
          </a:p>
        </p:txBody>
      </p:sp>
    </p:spTree>
  </p:cSld>
</p:sldLayout>
</file>

<file path=ppt/slideLayouts/slideLayout24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83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33"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34"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35"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61"/>
          </p:nvPr>
        </p:nvSpPr>
        <p:spPr/>
        <p:txBody>
          <a:bodyPr/>
          <a:p>
            <a:r>
              <a:t>Footer</a:t>
            </a:r>
          </a:p>
        </p:txBody>
      </p:sp>
      <p:sp>
        <p:nvSpPr>
          <p:cNvPr id="7" name="PlaceHolder 6"/>
          <p:cNvSpPr>
            <a:spLocks noGrp="1"/>
          </p:cNvSpPr>
          <p:nvPr>
            <p:ph type="sldNum" idx="62"/>
          </p:nvPr>
        </p:nvSpPr>
        <p:spPr/>
        <p:txBody>
          <a:bodyPr/>
          <a:p>
            <a:fld id="{F86F6AB9-4442-4467-B147-252C99E02C85}" type="slidenum">
              <a:t>&lt;#&gt;</a:t>
            </a:fld>
          </a:p>
        </p:txBody>
      </p:sp>
      <p:sp>
        <p:nvSpPr>
          <p:cNvPr id="8" name="PlaceHolder 7"/>
          <p:cNvSpPr>
            <a:spLocks noGrp="1"/>
          </p:cNvSpPr>
          <p:nvPr>
            <p:ph type="dt" idx="63"/>
          </p:nvPr>
        </p:nvSpPr>
        <p:spPr/>
        <p:txBody>
          <a:bodyPr/>
          <a:p>
            <a:r>
              <a:rPr lang="en-US"/>
              <a:t/>
            </a:r>
          </a:p>
        </p:txBody>
      </p:sp>
    </p:spTree>
  </p:cSld>
</p:sldLayout>
</file>

<file path=ppt/slideLayouts/slideLayout24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83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37"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38"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39"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61"/>
          </p:nvPr>
        </p:nvSpPr>
        <p:spPr/>
        <p:txBody>
          <a:bodyPr/>
          <a:p>
            <a:r>
              <a:t>Footer</a:t>
            </a:r>
          </a:p>
        </p:txBody>
      </p:sp>
      <p:sp>
        <p:nvSpPr>
          <p:cNvPr id="7" name="PlaceHolder 6"/>
          <p:cNvSpPr>
            <a:spLocks noGrp="1"/>
          </p:cNvSpPr>
          <p:nvPr>
            <p:ph type="sldNum" idx="62"/>
          </p:nvPr>
        </p:nvSpPr>
        <p:spPr/>
        <p:txBody>
          <a:bodyPr/>
          <a:p>
            <a:fld id="{F1DB3B3C-E504-4FF1-95B1-272C407B8E18}" type="slidenum">
              <a:t>&lt;#&gt;</a:t>
            </a:fld>
          </a:p>
        </p:txBody>
      </p:sp>
      <p:sp>
        <p:nvSpPr>
          <p:cNvPr id="8" name="PlaceHolder 7"/>
          <p:cNvSpPr>
            <a:spLocks noGrp="1"/>
          </p:cNvSpPr>
          <p:nvPr>
            <p:ph type="dt" idx="63"/>
          </p:nvPr>
        </p:nvSpPr>
        <p:spPr/>
        <p:txBody>
          <a:bodyPr/>
          <a:p>
            <a:r>
              <a:rPr lang="en-US"/>
              <a:t/>
            </a:r>
          </a:p>
        </p:txBody>
      </p:sp>
    </p:spTree>
  </p:cSld>
</p:sldLayout>
</file>

<file path=ppt/slideLayouts/slideLayout24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84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41"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42"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43"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61"/>
          </p:nvPr>
        </p:nvSpPr>
        <p:spPr/>
        <p:txBody>
          <a:bodyPr/>
          <a:p>
            <a:r>
              <a:t>Footer</a:t>
            </a:r>
          </a:p>
        </p:txBody>
      </p:sp>
      <p:sp>
        <p:nvSpPr>
          <p:cNvPr id="7" name="PlaceHolder 6"/>
          <p:cNvSpPr>
            <a:spLocks noGrp="1"/>
          </p:cNvSpPr>
          <p:nvPr>
            <p:ph type="sldNum" idx="62"/>
          </p:nvPr>
        </p:nvSpPr>
        <p:spPr/>
        <p:txBody>
          <a:bodyPr/>
          <a:p>
            <a:fld id="{686BAD58-6FF4-4E72-872D-0C61A2C6250F}" type="slidenum">
              <a:t>&lt;#&gt;</a:t>
            </a:fld>
          </a:p>
        </p:txBody>
      </p:sp>
      <p:sp>
        <p:nvSpPr>
          <p:cNvPr id="8" name="PlaceHolder 7"/>
          <p:cNvSpPr>
            <a:spLocks noGrp="1"/>
          </p:cNvSpPr>
          <p:nvPr>
            <p:ph type="dt" idx="63"/>
          </p:nvPr>
        </p:nvSpPr>
        <p:spPr/>
        <p:txBody>
          <a:bodyPr/>
          <a:p>
            <a:r>
              <a:rPr lang="en-US"/>
              <a:t/>
            </a:r>
          </a:p>
        </p:txBody>
      </p:sp>
    </p:spTree>
  </p:cSld>
</p:sldLayout>
</file>

<file path=ppt/slideLayouts/slideLayout25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84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45"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46"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61"/>
          </p:nvPr>
        </p:nvSpPr>
        <p:spPr/>
        <p:txBody>
          <a:bodyPr/>
          <a:p>
            <a:r>
              <a:t>Footer</a:t>
            </a:r>
          </a:p>
        </p:txBody>
      </p:sp>
      <p:sp>
        <p:nvSpPr>
          <p:cNvPr id="6" name="PlaceHolder 5"/>
          <p:cNvSpPr>
            <a:spLocks noGrp="1"/>
          </p:cNvSpPr>
          <p:nvPr>
            <p:ph type="sldNum" idx="62"/>
          </p:nvPr>
        </p:nvSpPr>
        <p:spPr/>
        <p:txBody>
          <a:bodyPr/>
          <a:p>
            <a:fld id="{58054B46-2612-466B-91BB-478E25A40B5E}" type="slidenum">
              <a:t>&lt;#&gt;</a:t>
            </a:fld>
          </a:p>
        </p:txBody>
      </p:sp>
      <p:sp>
        <p:nvSpPr>
          <p:cNvPr id="7" name="PlaceHolder 6"/>
          <p:cNvSpPr>
            <a:spLocks noGrp="1"/>
          </p:cNvSpPr>
          <p:nvPr>
            <p:ph type="dt" idx="63"/>
          </p:nvPr>
        </p:nvSpPr>
        <p:spPr/>
        <p:txBody>
          <a:bodyPr/>
          <a:p>
            <a:r>
              <a:rPr lang="en-US"/>
              <a:t/>
            </a:r>
          </a:p>
        </p:txBody>
      </p:sp>
    </p:spTree>
  </p:cSld>
</p:sldLayout>
</file>

<file path=ppt/slideLayouts/slideLayout25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84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48"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49"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50"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51"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61"/>
          </p:nvPr>
        </p:nvSpPr>
        <p:spPr/>
        <p:txBody>
          <a:bodyPr/>
          <a:p>
            <a:r>
              <a:t>Footer</a:t>
            </a:r>
          </a:p>
        </p:txBody>
      </p:sp>
      <p:sp>
        <p:nvSpPr>
          <p:cNvPr id="8" name="PlaceHolder 7"/>
          <p:cNvSpPr>
            <a:spLocks noGrp="1"/>
          </p:cNvSpPr>
          <p:nvPr>
            <p:ph type="sldNum" idx="62"/>
          </p:nvPr>
        </p:nvSpPr>
        <p:spPr/>
        <p:txBody>
          <a:bodyPr/>
          <a:p>
            <a:fld id="{6BFD133F-5F1A-4AD8-A232-A00BB3E3BC62}" type="slidenum">
              <a:t>&lt;#&gt;</a:t>
            </a:fld>
          </a:p>
        </p:txBody>
      </p:sp>
      <p:sp>
        <p:nvSpPr>
          <p:cNvPr id="9" name="PlaceHolder 8"/>
          <p:cNvSpPr>
            <a:spLocks noGrp="1"/>
          </p:cNvSpPr>
          <p:nvPr>
            <p:ph type="dt" idx="63"/>
          </p:nvPr>
        </p:nvSpPr>
        <p:spPr/>
        <p:txBody>
          <a:bodyPr/>
          <a:p>
            <a:r>
              <a:rPr lang="en-US"/>
              <a:t/>
            </a:r>
          </a:p>
        </p:txBody>
      </p:sp>
    </p:spTree>
  </p:cSld>
</p:sldLayout>
</file>

<file path=ppt/slideLayouts/slideLayout25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85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53"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54"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55"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56"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57"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58"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61"/>
          </p:nvPr>
        </p:nvSpPr>
        <p:spPr/>
        <p:txBody>
          <a:bodyPr/>
          <a:p>
            <a:r>
              <a:t>Footer</a:t>
            </a:r>
          </a:p>
        </p:txBody>
      </p:sp>
      <p:sp>
        <p:nvSpPr>
          <p:cNvPr id="10" name="PlaceHolder 9"/>
          <p:cNvSpPr>
            <a:spLocks noGrp="1"/>
          </p:cNvSpPr>
          <p:nvPr>
            <p:ph type="sldNum" idx="62"/>
          </p:nvPr>
        </p:nvSpPr>
        <p:spPr/>
        <p:txBody>
          <a:bodyPr/>
          <a:p>
            <a:fld id="{84551E91-AFED-424F-B940-01B9D1566CD0}" type="slidenum">
              <a:t>&lt;#&gt;</a:t>
            </a:fld>
          </a:p>
        </p:txBody>
      </p:sp>
      <p:sp>
        <p:nvSpPr>
          <p:cNvPr id="11" name="PlaceHolder 10"/>
          <p:cNvSpPr>
            <a:spLocks noGrp="1"/>
          </p:cNvSpPr>
          <p:nvPr>
            <p:ph type="dt" idx="63"/>
          </p:nvPr>
        </p:nvSpPr>
        <p:spPr/>
        <p:txBody>
          <a:bodyPr/>
          <a:p>
            <a:r>
              <a:rPr lang="en-US"/>
              <a:t/>
            </a:r>
          </a:p>
        </p:txBody>
      </p:sp>
    </p:spTree>
  </p:cSld>
</p:sldLayout>
</file>

<file path=ppt/slideLayouts/slideLayout25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64"/>
          </p:nvPr>
        </p:nvSpPr>
        <p:spPr/>
        <p:txBody>
          <a:bodyPr/>
          <a:p>
            <a:r>
              <a:t>Footer</a:t>
            </a:r>
          </a:p>
        </p:txBody>
      </p:sp>
      <p:sp>
        <p:nvSpPr>
          <p:cNvPr id="3" name="PlaceHolder 2"/>
          <p:cNvSpPr>
            <a:spLocks noGrp="1"/>
          </p:cNvSpPr>
          <p:nvPr>
            <p:ph type="sldNum" idx="65"/>
          </p:nvPr>
        </p:nvSpPr>
        <p:spPr/>
        <p:txBody>
          <a:bodyPr/>
          <a:p>
            <a:fld id="{E4C1C8D3-B80E-4105-A1EB-5F235C30D35C}" type="slidenum">
              <a:t>&lt;#&gt;</a:t>
            </a:fld>
          </a:p>
        </p:txBody>
      </p:sp>
      <p:sp>
        <p:nvSpPr>
          <p:cNvPr id="4" name="PlaceHolder 3"/>
          <p:cNvSpPr>
            <a:spLocks noGrp="1"/>
          </p:cNvSpPr>
          <p:nvPr>
            <p:ph type="dt" idx="66"/>
          </p:nvPr>
        </p:nvSpPr>
        <p:spPr/>
        <p:txBody>
          <a:bodyPr/>
          <a:p>
            <a:r>
              <a:rPr lang="en-US"/>
              <a:t/>
            </a:r>
          </a:p>
        </p:txBody>
      </p:sp>
    </p:spTree>
  </p:cSld>
</p:sldLayout>
</file>

<file path=ppt/slideLayouts/slideLayout25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86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65"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64"/>
          </p:nvPr>
        </p:nvSpPr>
        <p:spPr/>
        <p:txBody>
          <a:bodyPr/>
          <a:p>
            <a:r>
              <a:t>Footer</a:t>
            </a:r>
          </a:p>
        </p:txBody>
      </p:sp>
      <p:sp>
        <p:nvSpPr>
          <p:cNvPr id="5" name="PlaceHolder 4"/>
          <p:cNvSpPr>
            <a:spLocks noGrp="1"/>
          </p:cNvSpPr>
          <p:nvPr>
            <p:ph type="sldNum" idx="65"/>
          </p:nvPr>
        </p:nvSpPr>
        <p:spPr/>
        <p:txBody>
          <a:bodyPr/>
          <a:p>
            <a:fld id="{51FDD01F-742E-41D3-9055-532E26223EFA}" type="slidenum">
              <a:t>&lt;#&gt;</a:t>
            </a:fld>
          </a:p>
        </p:txBody>
      </p:sp>
      <p:sp>
        <p:nvSpPr>
          <p:cNvPr id="6" name="PlaceHolder 5"/>
          <p:cNvSpPr>
            <a:spLocks noGrp="1"/>
          </p:cNvSpPr>
          <p:nvPr>
            <p:ph type="dt" idx="66"/>
          </p:nvPr>
        </p:nvSpPr>
        <p:spPr/>
        <p:txBody>
          <a:bodyPr/>
          <a:p>
            <a:r>
              <a:rPr lang="en-US"/>
              <a:t/>
            </a:r>
          </a:p>
        </p:txBody>
      </p:sp>
    </p:spTree>
  </p:cSld>
</p:sldLayout>
</file>

<file path=ppt/slideLayouts/slideLayout25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86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67"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64"/>
          </p:nvPr>
        </p:nvSpPr>
        <p:spPr/>
        <p:txBody>
          <a:bodyPr/>
          <a:p>
            <a:r>
              <a:t>Footer</a:t>
            </a:r>
          </a:p>
        </p:txBody>
      </p:sp>
      <p:sp>
        <p:nvSpPr>
          <p:cNvPr id="5" name="PlaceHolder 4"/>
          <p:cNvSpPr>
            <a:spLocks noGrp="1"/>
          </p:cNvSpPr>
          <p:nvPr>
            <p:ph type="sldNum" idx="65"/>
          </p:nvPr>
        </p:nvSpPr>
        <p:spPr/>
        <p:txBody>
          <a:bodyPr/>
          <a:p>
            <a:fld id="{D73BF068-AB0D-455A-AB87-46AA0F47FB03}" type="slidenum">
              <a:t>&lt;#&gt;</a:t>
            </a:fld>
          </a:p>
        </p:txBody>
      </p:sp>
      <p:sp>
        <p:nvSpPr>
          <p:cNvPr id="6" name="PlaceHolder 5"/>
          <p:cNvSpPr>
            <a:spLocks noGrp="1"/>
          </p:cNvSpPr>
          <p:nvPr>
            <p:ph type="dt" idx="66"/>
          </p:nvPr>
        </p:nvSpPr>
        <p:spPr/>
        <p:txBody>
          <a:bodyPr/>
          <a:p>
            <a:r>
              <a:rPr lang="en-US"/>
              <a:t/>
            </a:r>
          </a:p>
        </p:txBody>
      </p:sp>
    </p:spTree>
  </p:cSld>
</p:sldLayout>
</file>

<file path=ppt/slideLayouts/slideLayout25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86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69"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70"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64"/>
          </p:nvPr>
        </p:nvSpPr>
        <p:spPr/>
        <p:txBody>
          <a:bodyPr/>
          <a:p>
            <a:r>
              <a:t>Footer</a:t>
            </a:r>
          </a:p>
        </p:txBody>
      </p:sp>
      <p:sp>
        <p:nvSpPr>
          <p:cNvPr id="6" name="PlaceHolder 5"/>
          <p:cNvSpPr>
            <a:spLocks noGrp="1"/>
          </p:cNvSpPr>
          <p:nvPr>
            <p:ph type="sldNum" idx="65"/>
          </p:nvPr>
        </p:nvSpPr>
        <p:spPr/>
        <p:txBody>
          <a:bodyPr/>
          <a:p>
            <a:fld id="{11AE936B-EDA9-4926-94C8-96EF9F74DC9B}" type="slidenum">
              <a:t>&lt;#&gt;</a:t>
            </a:fld>
          </a:p>
        </p:txBody>
      </p:sp>
      <p:sp>
        <p:nvSpPr>
          <p:cNvPr id="7" name="PlaceHolder 6"/>
          <p:cNvSpPr>
            <a:spLocks noGrp="1"/>
          </p:cNvSpPr>
          <p:nvPr>
            <p:ph type="dt" idx="66"/>
          </p:nvPr>
        </p:nvSpPr>
        <p:spPr/>
        <p:txBody>
          <a:bodyPr/>
          <a:p>
            <a:r>
              <a:rPr lang="en-US"/>
              <a:t/>
            </a:r>
          </a:p>
        </p:txBody>
      </p:sp>
    </p:spTree>
  </p:cSld>
</p:sldLayout>
</file>

<file path=ppt/slideLayouts/slideLayout25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87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64"/>
          </p:nvPr>
        </p:nvSpPr>
        <p:spPr/>
        <p:txBody>
          <a:bodyPr/>
          <a:p>
            <a:r>
              <a:t>Footer</a:t>
            </a:r>
          </a:p>
        </p:txBody>
      </p:sp>
      <p:sp>
        <p:nvSpPr>
          <p:cNvPr id="4" name="PlaceHolder 3"/>
          <p:cNvSpPr>
            <a:spLocks noGrp="1"/>
          </p:cNvSpPr>
          <p:nvPr>
            <p:ph type="sldNum" idx="65"/>
          </p:nvPr>
        </p:nvSpPr>
        <p:spPr/>
        <p:txBody>
          <a:bodyPr/>
          <a:p>
            <a:fld id="{521E718B-B954-4249-860B-4900960F1CEE}" type="slidenum">
              <a:t>&lt;#&gt;</a:t>
            </a:fld>
          </a:p>
        </p:txBody>
      </p:sp>
      <p:sp>
        <p:nvSpPr>
          <p:cNvPr id="5" name="PlaceHolder 4"/>
          <p:cNvSpPr>
            <a:spLocks noGrp="1"/>
          </p:cNvSpPr>
          <p:nvPr>
            <p:ph type="dt" idx="66"/>
          </p:nvPr>
        </p:nvSpPr>
        <p:spPr/>
        <p:txBody>
          <a:bodyPr/>
          <a:p>
            <a:r>
              <a:rPr lang="en-US"/>
              <a:t/>
            </a:r>
          </a:p>
        </p:txBody>
      </p:sp>
    </p:spTree>
  </p:cSld>
</p:sldLayout>
</file>

<file path=ppt/slideLayouts/slideLayout25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872"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64"/>
          </p:nvPr>
        </p:nvSpPr>
        <p:spPr/>
        <p:txBody>
          <a:bodyPr/>
          <a:p>
            <a:r>
              <a:t>Footer</a:t>
            </a:r>
          </a:p>
        </p:txBody>
      </p:sp>
      <p:sp>
        <p:nvSpPr>
          <p:cNvPr id="4" name="PlaceHolder 3"/>
          <p:cNvSpPr>
            <a:spLocks noGrp="1"/>
          </p:cNvSpPr>
          <p:nvPr>
            <p:ph type="sldNum" idx="65"/>
          </p:nvPr>
        </p:nvSpPr>
        <p:spPr/>
        <p:txBody>
          <a:bodyPr/>
          <a:p>
            <a:fld id="{EB825C43-CE84-45A8-B337-47A0F1CA5AF6}" type="slidenum">
              <a:t>&lt;#&gt;</a:t>
            </a:fld>
          </a:p>
        </p:txBody>
      </p:sp>
      <p:sp>
        <p:nvSpPr>
          <p:cNvPr id="5" name="PlaceHolder 4"/>
          <p:cNvSpPr>
            <a:spLocks noGrp="1"/>
          </p:cNvSpPr>
          <p:nvPr>
            <p:ph type="dt" idx="66"/>
          </p:nvPr>
        </p:nvSpPr>
        <p:spPr/>
        <p:txBody>
          <a:bodyPr/>
          <a:p>
            <a:r>
              <a:rPr lang="en-US"/>
              <a:t/>
            </a:r>
          </a:p>
        </p:txBody>
      </p:sp>
    </p:spTree>
  </p:cSld>
</p:sldLayout>
</file>

<file path=ppt/slideLayouts/slideLayout25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87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74"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75"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76"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64"/>
          </p:nvPr>
        </p:nvSpPr>
        <p:spPr/>
        <p:txBody>
          <a:bodyPr/>
          <a:p>
            <a:r>
              <a:t>Footer</a:t>
            </a:r>
          </a:p>
        </p:txBody>
      </p:sp>
      <p:sp>
        <p:nvSpPr>
          <p:cNvPr id="7" name="PlaceHolder 6"/>
          <p:cNvSpPr>
            <a:spLocks noGrp="1"/>
          </p:cNvSpPr>
          <p:nvPr>
            <p:ph type="sldNum" idx="65"/>
          </p:nvPr>
        </p:nvSpPr>
        <p:spPr/>
        <p:txBody>
          <a:bodyPr/>
          <a:p>
            <a:fld id="{52854758-61C1-4072-AC1F-142303D30A66}" type="slidenum">
              <a:t>&lt;#&gt;</a:t>
            </a:fld>
          </a:p>
        </p:txBody>
      </p:sp>
      <p:sp>
        <p:nvSpPr>
          <p:cNvPr id="8" name="PlaceHolder 7"/>
          <p:cNvSpPr>
            <a:spLocks noGrp="1"/>
          </p:cNvSpPr>
          <p:nvPr>
            <p:ph type="dt" idx="66"/>
          </p:nvPr>
        </p:nvSpPr>
        <p:spPr/>
        <p:txBody>
          <a:bodyPr/>
          <a:p>
            <a:r>
              <a:rPr lang="en-US"/>
              <a:t/>
            </a:r>
          </a:p>
        </p:txBody>
      </p:sp>
    </p:spTree>
  </p:cSld>
</p:sldLayout>
</file>

<file path=ppt/slideLayouts/slideLayout26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87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78"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79"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80"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64"/>
          </p:nvPr>
        </p:nvSpPr>
        <p:spPr/>
        <p:txBody>
          <a:bodyPr/>
          <a:p>
            <a:r>
              <a:t>Footer</a:t>
            </a:r>
          </a:p>
        </p:txBody>
      </p:sp>
      <p:sp>
        <p:nvSpPr>
          <p:cNvPr id="7" name="PlaceHolder 6"/>
          <p:cNvSpPr>
            <a:spLocks noGrp="1"/>
          </p:cNvSpPr>
          <p:nvPr>
            <p:ph type="sldNum" idx="65"/>
          </p:nvPr>
        </p:nvSpPr>
        <p:spPr/>
        <p:txBody>
          <a:bodyPr/>
          <a:p>
            <a:fld id="{7E61781F-F242-4EB9-AFC6-A40182F4B0B4}" type="slidenum">
              <a:t>&lt;#&gt;</a:t>
            </a:fld>
          </a:p>
        </p:txBody>
      </p:sp>
      <p:sp>
        <p:nvSpPr>
          <p:cNvPr id="8" name="PlaceHolder 7"/>
          <p:cNvSpPr>
            <a:spLocks noGrp="1"/>
          </p:cNvSpPr>
          <p:nvPr>
            <p:ph type="dt" idx="66"/>
          </p:nvPr>
        </p:nvSpPr>
        <p:spPr/>
        <p:txBody>
          <a:bodyPr/>
          <a:p>
            <a:r>
              <a:rPr lang="en-US"/>
              <a:t/>
            </a:r>
          </a:p>
        </p:txBody>
      </p:sp>
    </p:spTree>
  </p:cSld>
</p:sldLayout>
</file>

<file path=ppt/slideLayouts/slideLayout26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88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82"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83"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84"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64"/>
          </p:nvPr>
        </p:nvSpPr>
        <p:spPr/>
        <p:txBody>
          <a:bodyPr/>
          <a:p>
            <a:r>
              <a:t>Footer</a:t>
            </a:r>
          </a:p>
        </p:txBody>
      </p:sp>
      <p:sp>
        <p:nvSpPr>
          <p:cNvPr id="7" name="PlaceHolder 6"/>
          <p:cNvSpPr>
            <a:spLocks noGrp="1"/>
          </p:cNvSpPr>
          <p:nvPr>
            <p:ph type="sldNum" idx="65"/>
          </p:nvPr>
        </p:nvSpPr>
        <p:spPr/>
        <p:txBody>
          <a:bodyPr/>
          <a:p>
            <a:fld id="{703F1738-EB46-428E-AF57-24999E551556}" type="slidenum">
              <a:t>&lt;#&gt;</a:t>
            </a:fld>
          </a:p>
        </p:txBody>
      </p:sp>
      <p:sp>
        <p:nvSpPr>
          <p:cNvPr id="8" name="PlaceHolder 7"/>
          <p:cNvSpPr>
            <a:spLocks noGrp="1"/>
          </p:cNvSpPr>
          <p:nvPr>
            <p:ph type="dt" idx="66"/>
          </p:nvPr>
        </p:nvSpPr>
        <p:spPr/>
        <p:txBody>
          <a:bodyPr/>
          <a:p>
            <a:r>
              <a:rPr lang="en-US"/>
              <a:t/>
            </a:r>
          </a:p>
        </p:txBody>
      </p:sp>
    </p:spTree>
  </p:cSld>
</p:sldLayout>
</file>

<file path=ppt/slideLayouts/slideLayout26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88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86"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87"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64"/>
          </p:nvPr>
        </p:nvSpPr>
        <p:spPr/>
        <p:txBody>
          <a:bodyPr/>
          <a:p>
            <a:r>
              <a:t>Footer</a:t>
            </a:r>
          </a:p>
        </p:txBody>
      </p:sp>
      <p:sp>
        <p:nvSpPr>
          <p:cNvPr id="6" name="PlaceHolder 5"/>
          <p:cNvSpPr>
            <a:spLocks noGrp="1"/>
          </p:cNvSpPr>
          <p:nvPr>
            <p:ph type="sldNum" idx="65"/>
          </p:nvPr>
        </p:nvSpPr>
        <p:spPr/>
        <p:txBody>
          <a:bodyPr/>
          <a:p>
            <a:fld id="{CEFA2254-7815-4FE0-AAD6-A9CA9E5901B4}" type="slidenum">
              <a:t>&lt;#&gt;</a:t>
            </a:fld>
          </a:p>
        </p:txBody>
      </p:sp>
      <p:sp>
        <p:nvSpPr>
          <p:cNvPr id="7" name="PlaceHolder 6"/>
          <p:cNvSpPr>
            <a:spLocks noGrp="1"/>
          </p:cNvSpPr>
          <p:nvPr>
            <p:ph type="dt" idx="66"/>
          </p:nvPr>
        </p:nvSpPr>
        <p:spPr/>
        <p:txBody>
          <a:bodyPr/>
          <a:p>
            <a:r>
              <a:rPr lang="en-US"/>
              <a:t/>
            </a:r>
          </a:p>
        </p:txBody>
      </p:sp>
    </p:spTree>
  </p:cSld>
</p:sldLayout>
</file>

<file path=ppt/slideLayouts/slideLayout26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88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89"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90"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91"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92"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64"/>
          </p:nvPr>
        </p:nvSpPr>
        <p:spPr/>
        <p:txBody>
          <a:bodyPr/>
          <a:p>
            <a:r>
              <a:t>Footer</a:t>
            </a:r>
          </a:p>
        </p:txBody>
      </p:sp>
      <p:sp>
        <p:nvSpPr>
          <p:cNvPr id="8" name="PlaceHolder 7"/>
          <p:cNvSpPr>
            <a:spLocks noGrp="1"/>
          </p:cNvSpPr>
          <p:nvPr>
            <p:ph type="sldNum" idx="65"/>
          </p:nvPr>
        </p:nvSpPr>
        <p:spPr/>
        <p:txBody>
          <a:bodyPr/>
          <a:p>
            <a:fld id="{69F720D9-857D-487E-96AA-8525DB5C9DCB}" type="slidenum">
              <a:t>&lt;#&gt;</a:t>
            </a:fld>
          </a:p>
        </p:txBody>
      </p:sp>
      <p:sp>
        <p:nvSpPr>
          <p:cNvPr id="9" name="PlaceHolder 8"/>
          <p:cNvSpPr>
            <a:spLocks noGrp="1"/>
          </p:cNvSpPr>
          <p:nvPr>
            <p:ph type="dt" idx="66"/>
          </p:nvPr>
        </p:nvSpPr>
        <p:spPr/>
        <p:txBody>
          <a:bodyPr/>
          <a:p>
            <a:r>
              <a:rPr lang="en-US"/>
              <a:t/>
            </a:r>
          </a:p>
        </p:txBody>
      </p:sp>
    </p:spTree>
  </p:cSld>
</p:sldLayout>
</file>

<file path=ppt/slideLayouts/slideLayout26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89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94"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95"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96"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97"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98"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99"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64"/>
          </p:nvPr>
        </p:nvSpPr>
        <p:spPr/>
        <p:txBody>
          <a:bodyPr/>
          <a:p>
            <a:r>
              <a:t>Footer</a:t>
            </a:r>
          </a:p>
        </p:txBody>
      </p:sp>
      <p:sp>
        <p:nvSpPr>
          <p:cNvPr id="10" name="PlaceHolder 9"/>
          <p:cNvSpPr>
            <a:spLocks noGrp="1"/>
          </p:cNvSpPr>
          <p:nvPr>
            <p:ph type="sldNum" idx="65"/>
          </p:nvPr>
        </p:nvSpPr>
        <p:spPr/>
        <p:txBody>
          <a:bodyPr/>
          <a:p>
            <a:fld id="{49A3DDA4-D9F6-47C2-B3B1-5FBEF703C394}" type="slidenum">
              <a:t>&lt;#&gt;</a:t>
            </a:fld>
          </a:p>
        </p:txBody>
      </p:sp>
      <p:sp>
        <p:nvSpPr>
          <p:cNvPr id="11" name="PlaceHolder 10"/>
          <p:cNvSpPr>
            <a:spLocks noGrp="1"/>
          </p:cNvSpPr>
          <p:nvPr>
            <p:ph type="dt" idx="66"/>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25.xml"/><Relationship Id="rId3" Type="http://schemas.openxmlformats.org/officeDocument/2006/relationships/slideLayout" Target="../slideLayouts/slideLayout26.xml"/><Relationship Id="rId4" Type="http://schemas.openxmlformats.org/officeDocument/2006/relationships/slideLayout" Target="../slideLayouts/slideLayout27.xml"/><Relationship Id="rId5" Type="http://schemas.openxmlformats.org/officeDocument/2006/relationships/slideLayout" Target="../slideLayouts/slideLayout28.xml"/><Relationship Id="rId6" Type="http://schemas.openxmlformats.org/officeDocument/2006/relationships/slideLayout" Target="../slideLayouts/slideLayout29.xml"/><Relationship Id="rId7" Type="http://schemas.openxmlformats.org/officeDocument/2006/relationships/slideLayout" Target="../slideLayouts/slideLayout30.xml"/><Relationship Id="rId8" Type="http://schemas.openxmlformats.org/officeDocument/2006/relationships/slideLayout" Target="../slideLayouts/slideLayout31.xml"/><Relationship Id="rId9" Type="http://schemas.openxmlformats.org/officeDocument/2006/relationships/slideLayout" Target="../slideLayouts/slideLayout32.xml"/><Relationship Id="rId10" Type="http://schemas.openxmlformats.org/officeDocument/2006/relationships/slideLayout" Target="../slideLayouts/slideLayout33.xml"/><Relationship Id="rId11" Type="http://schemas.openxmlformats.org/officeDocument/2006/relationships/slideLayout" Target="../slideLayouts/slideLayout34.xml"/><Relationship Id="rId12" Type="http://schemas.openxmlformats.org/officeDocument/2006/relationships/slideLayout" Target="../slideLayouts/slideLayout35.xml"/><Relationship Id="rId13" Type="http://schemas.openxmlformats.org/officeDocument/2006/relationships/slideLayout" Target="../slideLayouts/slideLayout36.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37.xml"/><Relationship Id="rId3" Type="http://schemas.openxmlformats.org/officeDocument/2006/relationships/slideLayout" Target="../slideLayouts/slideLayout38.xml"/><Relationship Id="rId4" Type="http://schemas.openxmlformats.org/officeDocument/2006/relationships/slideLayout" Target="../slideLayouts/slideLayout39.xml"/><Relationship Id="rId5" Type="http://schemas.openxmlformats.org/officeDocument/2006/relationships/slideLayout" Target="../slideLayouts/slideLayout40.xml"/><Relationship Id="rId6" Type="http://schemas.openxmlformats.org/officeDocument/2006/relationships/slideLayout" Target="../slideLayouts/slideLayout41.xml"/><Relationship Id="rId7" Type="http://schemas.openxmlformats.org/officeDocument/2006/relationships/slideLayout" Target="../slideLayouts/slideLayout42.xml"/><Relationship Id="rId8" Type="http://schemas.openxmlformats.org/officeDocument/2006/relationships/slideLayout" Target="../slideLayouts/slideLayout43.xml"/><Relationship Id="rId9" Type="http://schemas.openxmlformats.org/officeDocument/2006/relationships/slideLayout" Target="../slideLayouts/slideLayout44.xml"/><Relationship Id="rId10" Type="http://schemas.openxmlformats.org/officeDocument/2006/relationships/slideLayout" Target="../slideLayouts/slideLayout45.xml"/><Relationship Id="rId11" Type="http://schemas.openxmlformats.org/officeDocument/2006/relationships/slideLayout" Target="../slideLayouts/slideLayout46.xml"/><Relationship Id="rId12" Type="http://schemas.openxmlformats.org/officeDocument/2006/relationships/slideLayout" Target="../slideLayouts/slideLayout47.xml"/><Relationship Id="rId13" Type="http://schemas.openxmlformats.org/officeDocument/2006/relationships/slideLayout" Target="../slideLayouts/slideLayout48.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49.xml"/><Relationship Id="rId3" Type="http://schemas.openxmlformats.org/officeDocument/2006/relationships/slideLayout" Target="../slideLayouts/slideLayout50.xml"/><Relationship Id="rId4" Type="http://schemas.openxmlformats.org/officeDocument/2006/relationships/slideLayout" Target="../slideLayouts/slideLayout51.xml"/><Relationship Id="rId5" Type="http://schemas.openxmlformats.org/officeDocument/2006/relationships/slideLayout" Target="../slideLayouts/slideLayout52.xml"/><Relationship Id="rId6" Type="http://schemas.openxmlformats.org/officeDocument/2006/relationships/slideLayout" Target="../slideLayouts/slideLayout53.xml"/><Relationship Id="rId7" Type="http://schemas.openxmlformats.org/officeDocument/2006/relationships/slideLayout" Target="../slideLayouts/slideLayout54.xml"/><Relationship Id="rId8" Type="http://schemas.openxmlformats.org/officeDocument/2006/relationships/slideLayout" Target="../slideLayouts/slideLayout55.xml"/><Relationship Id="rId9" Type="http://schemas.openxmlformats.org/officeDocument/2006/relationships/slideLayout" Target="../slideLayouts/slideLayout56.xml"/><Relationship Id="rId10" Type="http://schemas.openxmlformats.org/officeDocument/2006/relationships/slideLayout" Target="../slideLayouts/slideLayout57.xml"/><Relationship Id="rId11" Type="http://schemas.openxmlformats.org/officeDocument/2006/relationships/slideLayout" Target="../slideLayouts/slideLayout58.xml"/><Relationship Id="rId12" Type="http://schemas.openxmlformats.org/officeDocument/2006/relationships/slideLayout" Target="../slideLayouts/slideLayout59.xml"/><Relationship Id="rId13" Type="http://schemas.openxmlformats.org/officeDocument/2006/relationships/slideLayout" Target="../slideLayouts/slideLayout60.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1.xml"/><Relationship Id="rId3" Type="http://schemas.openxmlformats.org/officeDocument/2006/relationships/slideLayout" Target="../slideLayouts/slideLayout62.xml"/><Relationship Id="rId4" Type="http://schemas.openxmlformats.org/officeDocument/2006/relationships/slideLayout" Target="../slideLayouts/slideLayout63.xml"/><Relationship Id="rId5" Type="http://schemas.openxmlformats.org/officeDocument/2006/relationships/slideLayout" Target="../slideLayouts/slideLayout64.xml"/><Relationship Id="rId6" Type="http://schemas.openxmlformats.org/officeDocument/2006/relationships/slideLayout" Target="../slideLayouts/slideLayout65.xml"/><Relationship Id="rId7" Type="http://schemas.openxmlformats.org/officeDocument/2006/relationships/slideLayout" Target="../slideLayouts/slideLayout66.xml"/><Relationship Id="rId8" Type="http://schemas.openxmlformats.org/officeDocument/2006/relationships/slideLayout" Target="../slideLayouts/slideLayout67.xml"/><Relationship Id="rId9" Type="http://schemas.openxmlformats.org/officeDocument/2006/relationships/slideLayout" Target="../slideLayouts/slideLayout68.xml"/><Relationship Id="rId10" Type="http://schemas.openxmlformats.org/officeDocument/2006/relationships/slideLayout" Target="../slideLayouts/slideLayout69.xml"/><Relationship Id="rId11" Type="http://schemas.openxmlformats.org/officeDocument/2006/relationships/slideLayout" Target="../slideLayouts/slideLayout70.xml"/><Relationship Id="rId12" Type="http://schemas.openxmlformats.org/officeDocument/2006/relationships/slideLayout" Target="../slideLayouts/slideLayout71.xml"/><Relationship Id="rId13" Type="http://schemas.openxmlformats.org/officeDocument/2006/relationships/slideLayout" Target="../slideLayouts/slideLayout72.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3.xml"/><Relationship Id="rId3" Type="http://schemas.openxmlformats.org/officeDocument/2006/relationships/slideLayout" Target="../slideLayouts/slideLayout74.xml"/><Relationship Id="rId4" Type="http://schemas.openxmlformats.org/officeDocument/2006/relationships/slideLayout" Target="../slideLayouts/slideLayout75.xml"/><Relationship Id="rId5" Type="http://schemas.openxmlformats.org/officeDocument/2006/relationships/slideLayout" Target="../slideLayouts/slideLayout76.xml"/><Relationship Id="rId6" Type="http://schemas.openxmlformats.org/officeDocument/2006/relationships/slideLayout" Target="../slideLayouts/slideLayout77.xml"/><Relationship Id="rId7" Type="http://schemas.openxmlformats.org/officeDocument/2006/relationships/slideLayout" Target="../slideLayouts/slideLayout78.xml"/><Relationship Id="rId8" Type="http://schemas.openxmlformats.org/officeDocument/2006/relationships/slideLayout" Target="../slideLayouts/slideLayout79.xml"/><Relationship Id="rId9" Type="http://schemas.openxmlformats.org/officeDocument/2006/relationships/slideLayout" Target="../slideLayouts/slideLayout80.xml"/><Relationship Id="rId10" Type="http://schemas.openxmlformats.org/officeDocument/2006/relationships/slideLayout" Target="../slideLayouts/slideLayout81.xml"/><Relationship Id="rId11" Type="http://schemas.openxmlformats.org/officeDocument/2006/relationships/slideLayout" Target="../slideLayouts/slideLayout82.xml"/><Relationship Id="rId12" Type="http://schemas.openxmlformats.org/officeDocument/2006/relationships/slideLayout" Target="../slideLayouts/slideLayout83.xml"/><Relationship Id="rId13" Type="http://schemas.openxmlformats.org/officeDocument/2006/relationships/slideLayout" Target="../slideLayouts/slideLayout84.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9" Type="http://schemas.openxmlformats.org/officeDocument/2006/relationships/slideLayout" Target="../slideLayouts/slideLayout92.xml"/><Relationship Id="rId10" Type="http://schemas.openxmlformats.org/officeDocument/2006/relationships/slideLayout" Target="../slideLayouts/slideLayout93.xml"/><Relationship Id="rId11" Type="http://schemas.openxmlformats.org/officeDocument/2006/relationships/slideLayout" Target="../slideLayouts/slideLayout94.xml"/><Relationship Id="rId12" Type="http://schemas.openxmlformats.org/officeDocument/2006/relationships/slideLayout" Target="../slideLayouts/slideLayout95.xml"/><Relationship Id="rId13" Type="http://schemas.openxmlformats.org/officeDocument/2006/relationships/slideLayout" Target="../slideLayouts/slideLayout96.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7.xml"/><Relationship Id="rId3" Type="http://schemas.openxmlformats.org/officeDocument/2006/relationships/slideLayout" Target="../slideLayouts/slideLayout98.xml"/><Relationship Id="rId4" Type="http://schemas.openxmlformats.org/officeDocument/2006/relationships/slideLayout" Target="../slideLayouts/slideLayout99.xml"/><Relationship Id="rId5" Type="http://schemas.openxmlformats.org/officeDocument/2006/relationships/slideLayout" Target="../slideLayouts/slideLayout100.xml"/><Relationship Id="rId6" Type="http://schemas.openxmlformats.org/officeDocument/2006/relationships/slideLayout" Target="../slideLayouts/slideLayout101.xml"/><Relationship Id="rId7" Type="http://schemas.openxmlformats.org/officeDocument/2006/relationships/slideLayout" Target="../slideLayouts/slideLayout102.xml"/><Relationship Id="rId8" Type="http://schemas.openxmlformats.org/officeDocument/2006/relationships/slideLayout" Target="../slideLayouts/slideLayout103.xml"/><Relationship Id="rId9" Type="http://schemas.openxmlformats.org/officeDocument/2006/relationships/slideLayout" Target="../slideLayouts/slideLayout104.xml"/><Relationship Id="rId10" Type="http://schemas.openxmlformats.org/officeDocument/2006/relationships/slideLayout" Target="../slideLayouts/slideLayout105.xml"/><Relationship Id="rId11" Type="http://schemas.openxmlformats.org/officeDocument/2006/relationships/slideLayout" Target="../slideLayouts/slideLayout106.xml"/><Relationship Id="rId12" Type="http://schemas.openxmlformats.org/officeDocument/2006/relationships/slideLayout" Target="../slideLayouts/slideLayout107.xml"/><Relationship Id="rId13" Type="http://schemas.openxmlformats.org/officeDocument/2006/relationships/slideLayout" Target="../slideLayouts/slideLayout108.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9.xml"/><Relationship Id="rId3" Type="http://schemas.openxmlformats.org/officeDocument/2006/relationships/slideLayout" Target="../slideLayouts/slideLayout110.xml"/><Relationship Id="rId4" Type="http://schemas.openxmlformats.org/officeDocument/2006/relationships/slideLayout" Target="../slideLayouts/slideLayout111.xml"/><Relationship Id="rId5" Type="http://schemas.openxmlformats.org/officeDocument/2006/relationships/slideLayout" Target="../slideLayouts/slideLayout112.xml"/><Relationship Id="rId6" Type="http://schemas.openxmlformats.org/officeDocument/2006/relationships/slideLayout" Target="../slideLayouts/slideLayout113.xml"/><Relationship Id="rId7" Type="http://schemas.openxmlformats.org/officeDocument/2006/relationships/slideLayout" Target="../slideLayouts/slideLayout114.xml"/><Relationship Id="rId8" Type="http://schemas.openxmlformats.org/officeDocument/2006/relationships/slideLayout" Target="../slideLayouts/slideLayout115.xml"/><Relationship Id="rId9" Type="http://schemas.openxmlformats.org/officeDocument/2006/relationships/slideLayout" Target="../slideLayouts/slideLayout116.xml"/><Relationship Id="rId10" Type="http://schemas.openxmlformats.org/officeDocument/2006/relationships/slideLayout" Target="../slideLayouts/slideLayout117.xml"/><Relationship Id="rId11" Type="http://schemas.openxmlformats.org/officeDocument/2006/relationships/slideLayout" Target="../slideLayouts/slideLayout118.xml"/><Relationship Id="rId12" Type="http://schemas.openxmlformats.org/officeDocument/2006/relationships/slideLayout" Target="../slideLayouts/slideLayout119.xml"/><Relationship Id="rId13" Type="http://schemas.openxmlformats.org/officeDocument/2006/relationships/slideLayout" Target="../slideLayouts/slideLayout12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21.xml"/><Relationship Id="rId3" Type="http://schemas.openxmlformats.org/officeDocument/2006/relationships/slideLayout" Target="../slideLayouts/slideLayout122.xml"/><Relationship Id="rId4" Type="http://schemas.openxmlformats.org/officeDocument/2006/relationships/slideLayout" Target="../slideLayouts/slideLayout123.xml"/><Relationship Id="rId5" Type="http://schemas.openxmlformats.org/officeDocument/2006/relationships/slideLayout" Target="../slideLayouts/slideLayout124.xml"/><Relationship Id="rId6" Type="http://schemas.openxmlformats.org/officeDocument/2006/relationships/slideLayout" Target="../slideLayouts/slideLayout125.xml"/><Relationship Id="rId7" Type="http://schemas.openxmlformats.org/officeDocument/2006/relationships/slideLayout" Target="../slideLayouts/slideLayout126.xml"/><Relationship Id="rId8" Type="http://schemas.openxmlformats.org/officeDocument/2006/relationships/slideLayout" Target="../slideLayouts/slideLayout127.xml"/><Relationship Id="rId9" Type="http://schemas.openxmlformats.org/officeDocument/2006/relationships/slideLayout" Target="../slideLayouts/slideLayout128.xml"/><Relationship Id="rId10" Type="http://schemas.openxmlformats.org/officeDocument/2006/relationships/slideLayout" Target="../slideLayouts/slideLayout129.xml"/><Relationship Id="rId11" Type="http://schemas.openxmlformats.org/officeDocument/2006/relationships/slideLayout" Target="../slideLayouts/slideLayout130.xml"/><Relationship Id="rId12" Type="http://schemas.openxmlformats.org/officeDocument/2006/relationships/slideLayout" Target="../slideLayouts/slideLayout131.xml"/><Relationship Id="rId13" Type="http://schemas.openxmlformats.org/officeDocument/2006/relationships/slideLayout" Target="../slideLayouts/slideLayout132.xml"/>
</Relationships>
</file>

<file path=ppt/slideMasters/_rels/slideMaster12.xml.rels><?xml version="1.0" encoding="UTF-8"?>
<Relationships xmlns="http://schemas.openxmlformats.org/package/2006/relationships"><Relationship Id="rId1" Type="http://schemas.openxmlformats.org/officeDocument/2006/relationships/theme" Target="../theme/theme12.xml"/><Relationship Id="rId2" Type="http://schemas.openxmlformats.org/officeDocument/2006/relationships/slideLayout" Target="../slideLayouts/slideLayout133.xml"/><Relationship Id="rId3" Type="http://schemas.openxmlformats.org/officeDocument/2006/relationships/slideLayout" Target="../slideLayouts/slideLayout134.xml"/><Relationship Id="rId4" Type="http://schemas.openxmlformats.org/officeDocument/2006/relationships/slideLayout" Target="../slideLayouts/slideLayout135.xml"/><Relationship Id="rId5" Type="http://schemas.openxmlformats.org/officeDocument/2006/relationships/slideLayout" Target="../slideLayouts/slideLayout136.xml"/><Relationship Id="rId6" Type="http://schemas.openxmlformats.org/officeDocument/2006/relationships/slideLayout" Target="../slideLayouts/slideLayout137.xml"/><Relationship Id="rId7" Type="http://schemas.openxmlformats.org/officeDocument/2006/relationships/slideLayout" Target="../slideLayouts/slideLayout138.xml"/><Relationship Id="rId8" Type="http://schemas.openxmlformats.org/officeDocument/2006/relationships/slideLayout" Target="../slideLayouts/slideLayout139.xml"/><Relationship Id="rId9" Type="http://schemas.openxmlformats.org/officeDocument/2006/relationships/slideLayout" Target="../slideLayouts/slideLayout140.xml"/><Relationship Id="rId10" Type="http://schemas.openxmlformats.org/officeDocument/2006/relationships/slideLayout" Target="../slideLayouts/slideLayout141.xml"/><Relationship Id="rId11" Type="http://schemas.openxmlformats.org/officeDocument/2006/relationships/slideLayout" Target="../slideLayouts/slideLayout142.xml"/><Relationship Id="rId12" Type="http://schemas.openxmlformats.org/officeDocument/2006/relationships/slideLayout" Target="../slideLayouts/slideLayout143.xml"/><Relationship Id="rId13" Type="http://schemas.openxmlformats.org/officeDocument/2006/relationships/slideLayout" Target="../slideLayouts/slideLayout144.xml"/>
</Relationships>
</file>

<file path=ppt/slideMasters/_rels/slideMaster13.xml.rels><?xml version="1.0" encoding="UTF-8"?>
<Relationships xmlns="http://schemas.openxmlformats.org/package/2006/relationships"><Relationship Id="rId1" Type="http://schemas.openxmlformats.org/officeDocument/2006/relationships/theme" Target="../theme/theme13.xml"/><Relationship Id="rId2" Type="http://schemas.openxmlformats.org/officeDocument/2006/relationships/slideLayout" Target="../slideLayouts/slideLayout145.xml"/><Relationship Id="rId3" Type="http://schemas.openxmlformats.org/officeDocument/2006/relationships/slideLayout" Target="../slideLayouts/slideLayout146.xml"/><Relationship Id="rId4" Type="http://schemas.openxmlformats.org/officeDocument/2006/relationships/slideLayout" Target="../slideLayouts/slideLayout147.xml"/><Relationship Id="rId5" Type="http://schemas.openxmlformats.org/officeDocument/2006/relationships/slideLayout" Target="../slideLayouts/slideLayout148.xml"/><Relationship Id="rId6" Type="http://schemas.openxmlformats.org/officeDocument/2006/relationships/slideLayout" Target="../slideLayouts/slideLayout149.xml"/><Relationship Id="rId7" Type="http://schemas.openxmlformats.org/officeDocument/2006/relationships/slideLayout" Target="../slideLayouts/slideLayout150.xml"/><Relationship Id="rId8" Type="http://schemas.openxmlformats.org/officeDocument/2006/relationships/slideLayout" Target="../slideLayouts/slideLayout151.xml"/><Relationship Id="rId9" Type="http://schemas.openxmlformats.org/officeDocument/2006/relationships/slideLayout" Target="../slideLayouts/slideLayout152.xml"/><Relationship Id="rId10" Type="http://schemas.openxmlformats.org/officeDocument/2006/relationships/slideLayout" Target="../slideLayouts/slideLayout153.xml"/><Relationship Id="rId11" Type="http://schemas.openxmlformats.org/officeDocument/2006/relationships/slideLayout" Target="../slideLayouts/slideLayout154.xml"/><Relationship Id="rId12" Type="http://schemas.openxmlformats.org/officeDocument/2006/relationships/slideLayout" Target="../slideLayouts/slideLayout155.xml"/><Relationship Id="rId13" Type="http://schemas.openxmlformats.org/officeDocument/2006/relationships/slideLayout" Target="../slideLayouts/slideLayout156.xml"/>
</Relationships>
</file>

<file path=ppt/slideMasters/_rels/slideMaster14.xml.rels><?xml version="1.0" encoding="UTF-8"?>
<Relationships xmlns="http://schemas.openxmlformats.org/package/2006/relationships"><Relationship Id="rId1" Type="http://schemas.openxmlformats.org/officeDocument/2006/relationships/theme" Target="../theme/theme14.xml"/><Relationship Id="rId2" Type="http://schemas.openxmlformats.org/officeDocument/2006/relationships/slideLayout" Target="../slideLayouts/slideLayout157.xml"/><Relationship Id="rId3" Type="http://schemas.openxmlformats.org/officeDocument/2006/relationships/slideLayout" Target="../slideLayouts/slideLayout158.xml"/><Relationship Id="rId4" Type="http://schemas.openxmlformats.org/officeDocument/2006/relationships/slideLayout" Target="../slideLayouts/slideLayout159.xml"/><Relationship Id="rId5" Type="http://schemas.openxmlformats.org/officeDocument/2006/relationships/slideLayout" Target="../slideLayouts/slideLayout160.xml"/><Relationship Id="rId6" Type="http://schemas.openxmlformats.org/officeDocument/2006/relationships/slideLayout" Target="../slideLayouts/slideLayout161.xml"/><Relationship Id="rId7" Type="http://schemas.openxmlformats.org/officeDocument/2006/relationships/slideLayout" Target="../slideLayouts/slideLayout162.xml"/><Relationship Id="rId8" Type="http://schemas.openxmlformats.org/officeDocument/2006/relationships/slideLayout" Target="../slideLayouts/slideLayout163.xml"/><Relationship Id="rId9" Type="http://schemas.openxmlformats.org/officeDocument/2006/relationships/slideLayout" Target="../slideLayouts/slideLayout164.xml"/><Relationship Id="rId10" Type="http://schemas.openxmlformats.org/officeDocument/2006/relationships/slideLayout" Target="../slideLayouts/slideLayout165.xml"/><Relationship Id="rId11" Type="http://schemas.openxmlformats.org/officeDocument/2006/relationships/slideLayout" Target="../slideLayouts/slideLayout166.xml"/><Relationship Id="rId12" Type="http://schemas.openxmlformats.org/officeDocument/2006/relationships/slideLayout" Target="../slideLayouts/slideLayout167.xml"/><Relationship Id="rId13" Type="http://schemas.openxmlformats.org/officeDocument/2006/relationships/slideLayout" Target="../slideLayouts/slideLayout168.xml"/>
</Relationships>
</file>

<file path=ppt/slideMasters/_rels/slideMaster15.xml.rels><?xml version="1.0" encoding="UTF-8"?>
<Relationships xmlns="http://schemas.openxmlformats.org/package/2006/relationships"><Relationship Id="rId1" Type="http://schemas.openxmlformats.org/officeDocument/2006/relationships/theme" Target="../theme/theme15.xml"/><Relationship Id="rId2" Type="http://schemas.openxmlformats.org/officeDocument/2006/relationships/slideLayout" Target="../slideLayouts/slideLayout169.xml"/><Relationship Id="rId3" Type="http://schemas.openxmlformats.org/officeDocument/2006/relationships/slideLayout" Target="../slideLayouts/slideLayout170.xml"/><Relationship Id="rId4" Type="http://schemas.openxmlformats.org/officeDocument/2006/relationships/slideLayout" Target="../slideLayouts/slideLayout171.xml"/><Relationship Id="rId5" Type="http://schemas.openxmlformats.org/officeDocument/2006/relationships/slideLayout" Target="../slideLayouts/slideLayout172.xml"/><Relationship Id="rId6" Type="http://schemas.openxmlformats.org/officeDocument/2006/relationships/slideLayout" Target="../slideLayouts/slideLayout173.xml"/><Relationship Id="rId7" Type="http://schemas.openxmlformats.org/officeDocument/2006/relationships/slideLayout" Target="../slideLayouts/slideLayout174.xml"/><Relationship Id="rId8" Type="http://schemas.openxmlformats.org/officeDocument/2006/relationships/slideLayout" Target="../slideLayouts/slideLayout175.xml"/><Relationship Id="rId9" Type="http://schemas.openxmlformats.org/officeDocument/2006/relationships/slideLayout" Target="../slideLayouts/slideLayout176.xml"/><Relationship Id="rId10" Type="http://schemas.openxmlformats.org/officeDocument/2006/relationships/slideLayout" Target="../slideLayouts/slideLayout177.xml"/><Relationship Id="rId11" Type="http://schemas.openxmlformats.org/officeDocument/2006/relationships/slideLayout" Target="../slideLayouts/slideLayout178.xml"/><Relationship Id="rId12" Type="http://schemas.openxmlformats.org/officeDocument/2006/relationships/slideLayout" Target="../slideLayouts/slideLayout179.xml"/><Relationship Id="rId13" Type="http://schemas.openxmlformats.org/officeDocument/2006/relationships/slideLayout" Target="../slideLayouts/slideLayout180.xml"/>
</Relationships>
</file>

<file path=ppt/slideMasters/_rels/slideMaster16.xml.rels><?xml version="1.0" encoding="UTF-8"?>
<Relationships xmlns="http://schemas.openxmlformats.org/package/2006/relationships"><Relationship Id="rId1" Type="http://schemas.openxmlformats.org/officeDocument/2006/relationships/theme" Target="../theme/theme16.xml"/><Relationship Id="rId2" Type="http://schemas.openxmlformats.org/officeDocument/2006/relationships/slideLayout" Target="../slideLayouts/slideLayout181.xml"/><Relationship Id="rId3" Type="http://schemas.openxmlformats.org/officeDocument/2006/relationships/slideLayout" Target="../slideLayouts/slideLayout182.xml"/><Relationship Id="rId4" Type="http://schemas.openxmlformats.org/officeDocument/2006/relationships/slideLayout" Target="../slideLayouts/slideLayout183.xml"/><Relationship Id="rId5" Type="http://schemas.openxmlformats.org/officeDocument/2006/relationships/slideLayout" Target="../slideLayouts/slideLayout184.xml"/><Relationship Id="rId6" Type="http://schemas.openxmlformats.org/officeDocument/2006/relationships/slideLayout" Target="../slideLayouts/slideLayout185.xml"/><Relationship Id="rId7" Type="http://schemas.openxmlformats.org/officeDocument/2006/relationships/slideLayout" Target="../slideLayouts/slideLayout186.xml"/><Relationship Id="rId8" Type="http://schemas.openxmlformats.org/officeDocument/2006/relationships/slideLayout" Target="../slideLayouts/slideLayout187.xml"/><Relationship Id="rId9" Type="http://schemas.openxmlformats.org/officeDocument/2006/relationships/slideLayout" Target="../slideLayouts/slideLayout188.xml"/><Relationship Id="rId10" Type="http://schemas.openxmlformats.org/officeDocument/2006/relationships/slideLayout" Target="../slideLayouts/slideLayout189.xml"/><Relationship Id="rId11" Type="http://schemas.openxmlformats.org/officeDocument/2006/relationships/slideLayout" Target="../slideLayouts/slideLayout190.xml"/><Relationship Id="rId12" Type="http://schemas.openxmlformats.org/officeDocument/2006/relationships/slideLayout" Target="../slideLayouts/slideLayout191.xml"/><Relationship Id="rId13" Type="http://schemas.openxmlformats.org/officeDocument/2006/relationships/slideLayout" Target="../slideLayouts/slideLayout192.xml"/>
</Relationships>
</file>

<file path=ppt/slideMasters/_rels/slideMaster17.xml.rels><?xml version="1.0" encoding="UTF-8"?>
<Relationships xmlns="http://schemas.openxmlformats.org/package/2006/relationships"><Relationship Id="rId1" Type="http://schemas.openxmlformats.org/officeDocument/2006/relationships/theme" Target="../theme/theme17.xml"/><Relationship Id="rId2" Type="http://schemas.openxmlformats.org/officeDocument/2006/relationships/slideLayout" Target="../slideLayouts/slideLayout193.xml"/><Relationship Id="rId3" Type="http://schemas.openxmlformats.org/officeDocument/2006/relationships/slideLayout" Target="../slideLayouts/slideLayout194.xml"/><Relationship Id="rId4" Type="http://schemas.openxmlformats.org/officeDocument/2006/relationships/slideLayout" Target="../slideLayouts/slideLayout195.xml"/><Relationship Id="rId5" Type="http://schemas.openxmlformats.org/officeDocument/2006/relationships/slideLayout" Target="../slideLayouts/slideLayout196.xml"/><Relationship Id="rId6" Type="http://schemas.openxmlformats.org/officeDocument/2006/relationships/slideLayout" Target="../slideLayouts/slideLayout197.xml"/><Relationship Id="rId7" Type="http://schemas.openxmlformats.org/officeDocument/2006/relationships/slideLayout" Target="../slideLayouts/slideLayout198.xml"/><Relationship Id="rId8" Type="http://schemas.openxmlformats.org/officeDocument/2006/relationships/slideLayout" Target="../slideLayouts/slideLayout199.xml"/><Relationship Id="rId9" Type="http://schemas.openxmlformats.org/officeDocument/2006/relationships/slideLayout" Target="../slideLayouts/slideLayout200.xml"/><Relationship Id="rId10" Type="http://schemas.openxmlformats.org/officeDocument/2006/relationships/slideLayout" Target="../slideLayouts/slideLayout201.xml"/><Relationship Id="rId11" Type="http://schemas.openxmlformats.org/officeDocument/2006/relationships/slideLayout" Target="../slideLayouts/slideLayout202.xml"/><Relationship Id="rId12" Type="http://schemas.openxmlformats.org/officeDocument/2006/relationships/slideLayout" Target="../slideLayouts/slideLayout203.xml"/><Relationship Id="rId13" Type="http://schemas.openxmlformats.org/officeDocument/2006/relationships/slideLayout" Target="../slideLayouts/slideLayout204.xml"/>
</Relationships>
</file>

<file path=ppt/slideMasters/_rels/slideMaster18.xml.rels><?xml version="1.0" encoding="UTF-8"?>
<Relationships xmlns="http://schemas.openxmlformats.org/package/2006/relationships"><Relationship Id="rId1" Type="http://schemas.openxmlformats.org/officeDocument/2006/relationships/theme" Target="../theme/theme18.xml"/><Relationship Id="rId2" Type="http://schemas.openxmlformats.org/officeDocument/2006/relationships/slideLayout" Target="../slideLayouts/slideLayout205.xml"/><Relationship Id="rId3" Type="http://schemas.openxmlformats.org/officeDocument/2006/relationships/slideLayout" Target="../slideLayouts/slideLayout206.xml"/><Relationship Id="rId4" Type="http://schemas.openxmlformats.org/officeDocument/2006/relationships/slideLayout" Target="../slideLayouts/slideLayout207.xml"/><Relationship Id="rId5" Type="http://schemas.openxmlformats.org/officeDocument/2006/relationships/slideLayout" Target="../slideLayouts/slideLayout208.xml"/><Relationship Id="rId6" Type="http://schemas.openxmlformats.org/officeDocument/2006/relationships/slideLayout" Target="../slideLayouts/slideLayout209.xml"/><Relationship Id="rId7" Type="http://schemas.openxmlformats.org/officeDocument/2006/relationships/slideLayout" Target="../slideLayouts/slideLayout210.xml"/><Relationship Id="rId8" Type="http://schemas.openxmlformats.org/officeDocument/2006/relationships/slideLayout" Target="../slideLayouts/slideLayout211.xml"/><Relationship Id="rId9" Type="http://schemas.openxmlformats.org/officeDocument/2006/relationships/slideLayout" Target="../slideLayouts/slideLayout212.xml"/><Relationship Id="rId10" Type="http://schemas.openxmlformats.org/officeDocument/2006/relationships/slideLayout" Target="../slideLayouts/slideLayout213.xml"/><Relationship Id="rId11" Type="http://schemas.openxmlformats.org/officeDocument/2006/relationships/slideLayout" Target="../slideLayouts/slideLayout214.xml"/><Relationship Id="rId12" Type="http://schemas.openxmlformats.org/officeDocument/2006/relationships/slideLayout" Target="../slideLayouts/slideLayout215.xml"/><Relationship Id="rId13" Type="http://schemas.openxmlformats.org/officeDocument/2006/relationships/slideLayout" Target="../slideLayouts/slideLayout216.xml"/>
</Relationships>
</file>

<file path=ppt/slideMasters/_rels/slideMaster19.xml.rels><?xml version="1.0" encoding="UTF-8"?>
<Relationships xmlns="http://schemas.openxmlformats.org/package/2006/relationships"><Relationship Id="rId1" Type="http://schemas.openxmlformats.org/officeDocument/2006/relationships/theme" Target="../theme/theme19.xml"/><Relationship Id="rId2" Type="http://schemas.openxmlformats.org/officeDocument/2006/relationships/slideLayout" Target="../slideLayouts/slideLayout217.xml"/><Relationship Id="rId3" Type="http://schemas.openxmlformats.org/officeDocument/2006/relationships/slideLayout" Target="../slideLayouts/slideLayout218.xml"/><Relationship Id="rId4" Type="http://schemas.openxmlformats.org/officeDocument/2006/relationships/slideLayout" Target="../slideLayouts/slideLayout219.xml"/><Relationship Id="rId5" Type="http://schemas.openxmlformats.org/officeDocument/2006/relationships/slideLayout" Target="../slideLayouts/slideLayout220.xml"/><Relationship Id="rId6" Type="http://schemas.openxmlformats.org/officeDocument/2006/relationships/slideLayout" Target="../slideLayouts/slideLayout221.xml"/><Relationship Id="rId7" Type="http://schemas.openxmlformats.org/officeDocument/2006/relationships/slideLayout" Target="../slideLayouts/slideLayout222.xml"/><Relationship Id="rId8" Type="http://schemas.openxmlformats.org/officeDocument/2006/relationships/slideLayout" Target="../slideLayouts/slideLayout223.xml"/><Relationship Id="rId9" Type="http://schemas.openxmlformats.org/officeDocument/2006/relationships/slideLayout" Target="../slideLayouts/slideLayout224.xml"/><Relationship Id="rId10" Type="http://schemas.openxmlformats.org/officeDocument/2006/relationships/slideLayout" Target="../slideLayouts/slideLayout225.xml"/><Relationship Id="rId11" Type="http://schemas.openxmlformats.org/officeDocument/2006/relationships/slideLayout" Target="../slideLayouts/slideLayout226.xml"/><Relationship Id="rId12" Type="http://schemas.openxmlformats.org/officeDocument/2006/relationships/slideLayout" Target="../slideLayouts/slideLayout227.xml"/><Relationship Id="rId13" Type="http://schemas.openxmlformats.org/officeDocument/2006/relationships/slideLayout" Target="../slideLayouts/slideLayout228.xml"/>
</Relationships>
</file>

<file path=ppt/slideMasters/_rels/slideMaster20.xml.rels><?xml version="1.0" encoding="UTF-8"?>
<Relationships xmlns="http://schemas.openxmlformats.org/package/2006/relationships"><Relationship Id="rId1" Type="http://schemas.openxmlformats.org/officeDocument/2006/relationships/theme" Target="../theme/theme20.xml"/><Relationship Id="rId2" Type="http://schemas.openxmlformats.org/officeDocument/2006/relationships/slideLayout" Target="../slideLayouts/slideLayout229.xml"/><Relationship Id="rId3" Type="http://schemas.openxmlformats.org/officeDocument/2006/relationships/slideLayout" Target="../slideLayouts/slideLayout230.xml"/><Relationship Id="rId4" Type="http://schemas.openxmlformats.org/officeDocument/2006/relationships/slideLayout" Target="../slideLayouts/slideLayout231.xml"/><Relationship Id="rId5" Type="http://schemas.openxmlformats.org/officeDocument/2006/relationships/slideLayout" Target="../slideLayouts/slideLayout232.xml"/><Relationship Id="rId6" Type="http://schemas.openxmlformats.org/officeDocument/2006/relationships/slideLayout" Target="../slideLayouts/slideLayout233.xml"/><Relationship Id="rId7" Type="http://schemas.openxmlformats.org/officeDocument/2006/relationships/slideLayout" Target="../slideLayouts/slideLayout234.xml"/><Relationship Id="rId8" Type="http://schemas.openxmlformats.org/officeDocument/2006/relationships/slideLayout" Target="../slideLayouts/slideLayout235.xml"/><Relationship Id="rId9" Type="http://schemas.openxmlformats.org/officeDocument/2006/relationships/slideLayout" Target="../slideLayouts/slideLayout236.xml"/><Relationship Id="rId10" Type="http://schemas.openxmlformats.org/officeDocument/2006/relationships/slideLayout" Target="../slideLayouts/slideLayout237.xml"/><Relationship Id="rId11" Type="http://schemas.openxmlformats.org/officeDocument/2006/relationships/slideLayout" Target="../slideLayouts/slideLayout238.xml"/><Relationship Id="rId12" Type="http://schemas.openxmlformats.org/officeDocument/2006/relationships/slideLayout" Target="../slideLayouts/slideLayout239.xml"/><Relationship Id="rId13" Type="http://schemas.openxmlformats.org/officeDocument/2006/relationships/slideLayout" Target="../slideLayouts/slideLayout240.xml"/>
</Relationships>
</file>

<file path=ppt/slideMasters/_rels/slideMaster21.xml.rels><?xml version="1.0" encoding="UTF-8"?>
<Relationships xmlns="http://schemas.openxmlformats.org/package/2006/relationships"><Relationship Id="rId1" Type="http://schemas.openxmlformats.org/officeDocument/2006/relationships/theme" Target="../theme/theme21.xml"/><Relationship Id="rId2" Type="http://schemas.openxmlformats.org/officeDocument/2006/relationships/slideLayout" Target="../slideLayouts/slideLayout241.xml"/><Relationship Id="rId3" Type="http://schemas.openxmlformats.org/officeDocument/2006/relationships/slideLayout" Target="../slideLayouts/slideLayout242.xml"/><Relationship Id="rId4" Type="http://schemas.openxmlformats.org/officeDocument/2006/relationships/slideLayout" Target="../slideLayouts/slideLayout243.xml"/><Relationship Id="rId5" Type="http://schemas.openxmlformats.org/officeDocument/2006/relationships/slideLayout" Target="../slideLayouts/slideLayout244.xml"/><Relationship Id="rId6" Type="http://schemas.openxmlformats.org/officeDocument/2006/relationships/slideLayout" Target="../slideLayouts/slideLayout245.xml"/><Relationship Id="rId7" Type="http://schemas.openxmlformats.org/officeDocument/2006/relationships/slideLayout" Target="../slideLayouts/slideLayout246.xml"/><Relationship Id="rId8" Type="http://schemas.openxmlformats.org/officeDocument/2006/relationships/slideLayout" Target="../slideLayouts/slideLayout247.xml"/><Relationship Id="rId9" Type="http://schemas.openxmlformats.org/officeDocument/2006/relationships/slideLayout" Target="../slideLayouts/slideLayout248.xml"/><Relationship Id="rId10" Type="http://schemas.openxmlformats.org/officeDocument/2006/relationships/slideLayout" Target="../slideLayouts/slideLayout249.xml"/><Relationship Id="rId11" Type="http://schemas.openxmlformats.org/officeDocument/2006/relationships/slideLayout" Target="../slideLayouts/slideLayout250.xml"/><Relationship Id="rId12" Type="http://schemas.openxmlformats.org/officeDocument/2006/relationships/slideLayout" Target="../slideLayouts/slideLayout251.xml"/><Relationship Id="rId13" Type="http://schemas.openxmlformats.org/officeDocument/2006/relationships/slideLayout" Target="../slideLayouts/slideLayout252.xml"/>
</Relationships>
</file>

<file path=ppt/slideMasters/_rels/slideMaster22.xml.rels><?xml version="1.0" encoding="UTF-8"?>
<Relationships xmlns="http://schemas.openxmlformats.org/package/2006/relationships"><Relationship Id="rId1" Type="http://schemas.openxmlformats.org/officeDocument/2006/relationships/theme" Target="../theme/theme22.xml"/><Relationship Id="rId2" Type="http://schemas.openxmlformats.org/officeDocument/2006/relationships/slideLayout" Target="../slideLayouts/slideLayout253.xml"/><Relationship Id="rId3" Type="http://schemas.openxmlformats.org/officeDocument/2006/relationships/slideLayout" Target="../slideLayouts/slideLayout254.xml"/><Relationship Id="rId4" Type="http://schemas.openxmlformats.org/officeDocument/2006/relationships/slideLayout" Target="../slideLayouts/slideLayout255.xml"/><Relationship Id="rId5" Type="http://schemas.openxmlformats.org/officeDocument/2006/relationships/slideLayout" Target="../slideLayouts/slideLayout256.xml"/><Relationship Id="rId6" Type="http://schemas.openxmlformats.org/officeDocument/2006/relationships/slideLayout" Target="../slideLayouts/slideLayout257.xml"/><Relationship Id="rId7" Type="http://schemas.openxmlformats.org/officeDocument/2006/relationships/slideLayout" Target="../slideLayouts/slideLayout258.xml"/><Relationship Id="rId8" Type="http://schemas.openxmlformats.org/officeDocument/2006/relationships/slideLayout" Target="../slideLayouts/slideLayout259.xml"/><Relationship Id="rId9" Type="http://schemas.openxmlformats.org/officeDocument/2006/relationships/slideLayout" Target="../slideLayouts/slideLayout260.xml"/><Relationship Id="rId10" Type="http://schemas.openxmlformats.org/officeDocument/2006/relationships/slideLayout" Target="../slideLayouts/slideLayout261.xml"/><Relationship Id="rId11" Type="http://schemas.openxmlformats.org/officeDocument/2006/relationships/slideLayout" Target="../slideLayouts/slideLayout262.xml"/><Relationship Id="rId12" Type="http://schemas.openxmlformats.org/officeDocument/2006/relationships/slideLayout" Target="../slideLayouts/slideLayout263.xml"/><Relationship Id="rId13" Type="http://schemas.openxmlformats.org/officeDocument/2006/relationships/slideLayout" Target="../slideLayouts/slideLayout264.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ftr" idx="1"/>
          </p:nvPr>
        </p:nvSpPr>
        <p:spPr>
          <a:xfrm>
            <a:off x="3124080" y="6356520"/>
            <a:ext cx="2885760" cy="35532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 name="PlaceHolder 2"/>
          <p:cNvSpPr>
            <a:spLocks noGrp="1"/>
          </p:cNvSpPr>
          <p:nvPr>
            <p:ph type="sldNum" idx="2"/>
          </p:nvPr>
        </p:nvSpPr>
        <p:spPr>
          <a:xfrm>
            <a:off x="6553080" y="6356520"/>
            <a:ext cx="2124000" cy="35532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9A8ACED2-E76D-4EEE-B77B-D4CCBB3B86A6}"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2" name="PlaceHolder 3"/>
          <p:cNvSpPr>
            <a:spLocks noGrp="1"/>
          </p:cNvSpPr>
          <p:nvPr>
            <p:ph type="dt" idx="3"/>
          </p:nvPr>
        </p:nvSpPr>
        <p:spPr>
          <a:xfrm>
            <a:off x="457200" y="6356520"/>
            <a:ext cx="2124000" cy="35532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3"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4"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1" name="PlaceHolder 1"/>
          <p:cNvSpPr>
            <a:spLocks noGrp="1"/>
          </p:cNvSpPr>
          <p:nvPr>
            <p:ph type="ftr" idx="4"/>
          </p:nvPr>
        </p:nvSpPr>
        <p:spPr>
          <a:xfrm>
            <a:off x="3124080" y="6356520"/>
            <a:ext cx="2887920" cy="35748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2" name="PlaceHolder 2"/>
          <p:cNvSpPr>
            <a:spLocks noGrp="1"/>
          </p:cNvSpPr>
          <p:nvPr>
            <p:ph type="sldNum" idx="5"/>
          </p:nvPr>
        </p:nvSpPr>
        <p:spPr>
          <a:xfrm>
            <a:off x="6553080" y="6356520"/>
            <a:ext cx="2126160" cy="35748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FA0976C9-394F-4012-92E4-F032235DBA34}"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43" name="PlaceHolder 3"/>
          <p:cNvSpPr>
            <a:spLocks noGrp="1"/>
          </p:cNvSpPr>
          <p:nvPr>
            <p:ph type="dt" idx="6"/>
          </p:nvPr>
        </p:nvSpPr>
        <p:spPr>
          <a:xfrm>
            <a:off x="457200" y="6356520"/>
            <a:ext cx="2126160" cy="35748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44"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45"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2" name="PlaceHolder 1"/>
          <p:cNvSpPr>
            <a:spLocks noGrp="1"/>
          </p:cNvSpPr>
          <p:nvPr>
            <p:ph type="ftr" idx="7"/>
          </p:nvPr>
        </p:nvSpPr>
        <p:spPr>
          <a:xfrm>
            <a:off x="3124080" y="6356520"/>
            <a:ext cx="2887560" cy="35712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83" name="PlaceHolder 2"/>
          <p:cNvSpPr>
            <a:spLocks noGrp="1"/>
          </p:cNvSpPr>
          <p:nvPr>
            <p:ph type="sldNum" idx="8"/>
          </p:nvPr>
        </p:nvSpPr>
        <p:spPr>
          <a:xfrm>
            <a:off x="6553080" y="6356520"/>
            <a:ext cx="2125800" cy="35712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1B2B2E4F-95FF-418E-B0E3-3F6021325BB6}"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84" name="PlaceHolder 3"/>
          <p:cNvSpPr>
            <a:spLocks noGrp="1"/>
          </p:cNvSpPr>
          <p:nvPr>
            <p:ph type="dt" idx="9"/>
          </p:nvPr>
        </p:nvSpPr>
        <p:spPr>
          <a:xfrm>
            <a:off x="457200" y="6356520"/>
            <a:ext cx="2125800" cy="35712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85"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86"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 id="2147483686" r:id="rId13"/>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3" name="PlaceHolder 1"/>
          <p:cNvSpPr>
            <a:spLocks noGrp="1"/>
          </p:cNvSpPr>
          <p:nvPr>
            <p:ph type="ftr" idx="10"/>
          </p:nvPr>
        </p:nvSpPr>
        <p:spPr>
          <a:xfrm>
            <a:off x="3124080" y="6356520"/>
            <a:ext cx="2885760" cy="35532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24" name="PlaceHolder 2"/>
          <p:cNvSpPr>
            <a:spLocks noGrp="1"/>
          </p:cNvSpPr>
          <p:nvPr>
            <p:ph type="sldNum" idx="11"/>
          </p:nvPr>
        </p:nvSpPr>
        <p:spPr>
          <a:xfrm>
            <a:off x="6553080" y="6356520"/>
            <a:ext cx="2124000" cy="35532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EE5ABF12-31A0-4064-9994-397D65977CC1}"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125" name="PlaceHolder 3"/>
          <p:cNvSpPr>
            <a:spLocks noGrp="1"/>
          </p:cNvSpPr>
          <p:nvPr>
            <p:ph type="dt" idx="12"/>
          </p:nvPr>
        </p:nvSpPr>
        <p:spPr>
          <a:xfrm>
            <a:off x="457200" y="6356520"/>
            <a:ext cx="2124000" cy="35532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126"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127"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 id="2147483698" r:id="rId12"/>
    <p:sldLayoutId id="2147483699" r:id="rId13"/>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64" name="PlaceHolder 1"/>
          <p:cNvSpPr>
            <a:spLocks noGrp="1"/>
          </p:cNvSpPr>
          <p:nvPr>
            <p:ph type="ftr" idx="13"/>
          </p:nvPr>
        </p:nvSpPr>
        <p:spPr>
          <a:xfrm>
            <a:off x="3124080" y="6356520"/>
            <a:ext cx="2886120" cy="35568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65" name="PlaceHolder 2"/>
          <p:cNvSpPr>
            <a:spLocks noGrp="1"/>
          </p:cNvSpPr>
          <p:nvPr>
            <p:ph type="sldNum" idx="14"/>
          </p:nvPr>
        </p:nvSpPr>
        <p:spPr>
          <a:xfrm>
            <a:off x="6553080" y="6356520"/>
            <a:ext cx="2124360" cy="35568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41AE2B47-04A0-4ACF-8AC4-A5B961AFA950}"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166" name="PlaceHolder 3"/>
          <p:cNvSpPr>
            <a:spLocks noGrp="1"/>
          </p:cNvSpPr>
          <p:nvPr>
            <p:ph type="dt" idx="15"/>
          </p:nvPr>
        </p:nvSpPr>
        <p:spPr>
          <a:xfrm>
            <a:off x="457200" y="6356520"/>
            <a:ext cx="2124360" cy="35568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167"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168"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01" r:id="rId2"/>
    <p:sldLayoutId id="2147483702" r:id="rId3"/>
    <p:sldLayoutId id="2147483703" r:id="rId4"/>
    <p:sldLayoutId id="2147483704" r:id="rId5"/>
    <p:sldLayoutId id="2147483705" r:id="rId6"/>
    <p:sldLayoutId id="2147483706" r:id="rId7"/>
    <p:sldLayoutId id="2147483707" r:id="rId8"/>
    <p:sldLayoutId id="2147483708" r:id="rId9"/>
    <p:sldLayoutId id="2147483709" r:id="rId10"/>
    <p:sldLayoutId id="2147483710" r:id="rId11"/>
    <p:sldLayoutId id="2147483711" r:id="rId12"/>
    <p:sldLayoutId id="2147483712" r:id="rId13"/>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05" name="PlaceHolder 1"/>
          <p:cNvSpPr>
            <a:spLocks noGrp="1"/>
          </p:cNvSpPr>
          <p:nvPr>
            <p:ph type="ftr" idx="16"/>
          </p:nvPr>
        </p:nvSpPr>
        <p:spPr>
          <a:xfrm>
            <a:off x="3124080" y="6356520"/>
            <a:ext cx="2886480" cy="35604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06" name="PlaceHolder 2"/>
          <p:cNvSpPr>
            <a:spLocks noGrp="1"/>
          </p:cNvSpPr>
          <p:nvPr>
            <p:ph type="sldNum" idx="17"/>
          </p:nvPr>
        </p:nvSpPr>
        <p:spPr>
          <a:xfrm>
            <a:off x="6553080" y="6356520"/>
            <a:ext cx="2124720" cy="35604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16F24FC7-1053-490D-A280-43B3D177CD08}"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207" name="PlaceHolder 3"/>
          <p:cNvSpPr>
            <a:spLocks noGrp="1"/>
          </p:cNvSpPr>
          <p:nvPr>
            <p:ph type="dt" idx="18"/>
          </p:nvPr>
        </p:nvSpPr>
        <p:spPr>
          <a:xfrm>
            <a:off x="457200" y="6356520"/>
            <a:ext cx="2124720" cy="35604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208"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209"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14" r:id="rId2"/>
    <p:sldLayoutId id="2147483715" r:id="rId3"/>
    <p:sldLayoutId id="2147483716" r:id="rId4"/>
    <p:sldLayoutId id="2147483717" r:id="rId5"/>
    <p:sldLayoutId id="2147483718" r:id="rId6"/>
    <p:sldLayoutId id="2147483719" r:id="rId7"/>
    <p:sldLayoutId id="2147483720" r:id="rId8"/>
    <p:sldLayoutId id="2147483721" r:id="rId9"/>
    <p:sldLayoutId id="2147483722" r:id="rId10"/>
    <p:sldLayoutId id="2147483723" r:id="rId11"/>
    <p:sldLayoutId id="2147483724" r:id="rId12"/>
    <p:sldLayoutId id="2147483725" r:id="rId13"/>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46" name="PlaceHolder 1"/>
          <p:cNvSpPr>
            <a:spLocks noGrp="1"/>
          </p:cNvSpPr>
          <p:nvPr>
            <p:ph type="ftr" idx="19"/>
          </p:nvPr>
        </p:nvSpPr>
        <p:spPr>
          <a:xfrm>
            <a:off x="3124080" y="6356520"/>
            <a:ext cx="2887200" cy="3567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47" name="PlaceHolder 2"/>
          <p:cNvSpPr>
            <a:spLocks noGrp="1"/>
          </p:cNvSpPr>
          <p:nvPr>
            <p:ph type="sldNum" idx="20"/>
          </p:nvPr>
        </p:nvSpPr>
        <p:spPr>
          <a:xfrm>
            <a:off x="6553080" y="6356520"/>
            <a:ext cx="2125440" cy="3567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AC4BE718-BC7B-4B87-AC28-395D955B6B26}"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248" name="PlaceHolder 3"/>
          <p:cNvSpPr>
            <a:spLocks noGrp="1"/>
          </p:cNvSpPr>
          <p:nvPr>
            <p:ph type="dt" idx="21"/>
          </p:nvPr>
        </p:nvSpPr>
        <p:spPr>
          <a:xfrm>
            <a:off x="457200" y="6356520"/>
            <a:ext cx="2125440" cy="35676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249"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250"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8" r:id="rId13"/>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87" name="PlaceHolder 1"/>
          <p:cNvSpPr>
            <a:spLocks noGrp="1"/>
          </p:cNvSpPr>
          <p:nvPr>
            <p:ph type="ftr" idx="22"/>
          </p:nvPr>
        </p:nvSpPr>
        <p:spPr>
          <a:xfrm>
            <a:off x="3124080" y="6356520"/>
            <a:ext cx="2888280" cy="35784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88" name="PlaceHolder 2"/>
          <p:cNvSpPr>
            <a:spLocks noGrp="1"/>
          </p:cNvSpPr>
          <p:nvPr>
            <p:ph type="sldNum" idx="23"/>
          </p:nvPr>
        </p:nvSpPr>
        <p:spPr>
          <a:xfrm>
            <a:off x="6553080" y="6356520"/>
            <a:ext cx="2126520" cy="35784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5A699F5E-6D4E-4A5D-BBCC-7BBB7796B626}"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289" name="PlaceHolder 3"/>
          <p:cNvSpPr>
            <a:spLocks noGrp="1"/>
          </p:cNvSpPr>
          <p:nvPr>
            <p:ph type="dt" idx="24"/>
          </p:nvPr>
        </p:nvSpPr>
        <p:spPr>
          <a:xfrm>
            <a:off x="457200" y="6356520"/>
            <a:ext cx="2126520" cy="35784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290"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291"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40" r:id="rId2"/>
    <p:sldLayoutId id="2147483741" r:id="rId3"/>
    <p:sldLayoutId id="2147483742" r:id="rId4"/>
    <p:sldLayoutId id="2147483743" r:id="rId5"/>
    <p:sldLayoutId id="2147483744" r:id="rId6"/>
    <p:sldLayoutId id="2147483745" r:id="rId7"/>
    <p:sldLayoutId id="2147483746" r:id="rId8"/>
    <p:sldLayoutId id="2147483747" r:id="rId9"/>
    <p:sldLayoutId id="2147483748" r:id="rId10"/>
    <p:sldLayoutId id="2147483749" r:id="rId11"/>
    <p:sldLayoutId id="2147483750" r:id="rId12"/>
    <p:sldLayoutId id="2147483751" r:id="rId13"/>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28" name="PlaceHolder 1"/>
          <p:cNvSpPr>
            <a:spLocks noGrp="1"/>
          </p:cNvSpPr>
          <p:nvPr>
            <p:ph type="ftr" idx="25"/>
          </p:nvPr>
        </p:nvSpPr>
        <p:spPr>
          <a:xfrm>
            <a:off x="3124080" y="6356520"/>
            <a:ext cx="2888640" cy="35820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29" name="PlaceHolder 2"/>
          <p:cNvSpPr>
            <a:spLocks noGrp="1"/>
          </p:cNvSpPr>
          <p:nvPr>
            <p:ph type="sldNum" idx="26"/>
          </p:nvPr>
        </p:nvSpPr>
        <p:spPr>
          <a:xfrm>
            <a:off x="6553080" y="6356520"/>
            <a:ext cx="2126880" cy="35820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CCBC5035-1817-4C93-AD83-DAAB267805A4}"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330" name="PlaceHolder 3"/>
          <p:cNvSpPr>
            <a:spLocks noGrp="1"/>
          </p:cNvSpPr>
          <p:nvPr>
            <p:ph type="dt" idx="27"/>
          </p:nvPr>
        </p:nvSpPr>
        <p:spPr>
          <a:xfrm>
            <a:off x="457200" y="6356520"/>
            <a:ext cx="2126880" cy="35820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331"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332"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53" r:id="rId2"/>
    <p:sldLayoutId id="2147483754" r:id="rId3"/>
    <p:sldLayoutId id="2147483755" r:id="rId4"/>
    <p:sldLayoutId id="2147483756" r:id="rId5"/>
    <p:sldLayoutId id="2147483757" r:id="rId6"/>
    <p:sldLayoutId id="2147483758" r:id="rId7"/>
    <p:sldLayoutId id="2147483759" r:id="rId8"/>
    <p:sldLayoutId id="2147483760" r:id="rId9"/>
    <p:sldLayoutId id="2147483761" r:id="rId10"/>
    <p:sldLayoutId id="2147483762" r:id="rId11"/>
    <p:sldLayoutId id="2147483763" r:id="rId12"/>
    <p:sldLayoutId id="2147483764" r:id="rId13"/>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69" name="PlaceHolder 1"/>
          <p:cNvSpPr>
            <a:spLocks noGrp="1"/>
          </p:cNvSpPr>
          <p:nvPr>
            <p:ph type="ftr" idx="28"/>
          </p:nvPr>
        </p:nvSpPr>
        <p:spPr>
          <a:xfrm>
            <a:off x="3124080" y="6356520"/>
            <a:ext cx="2889000" cy="3585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70" name="PlaceHolder 2"/>
          <p:cNvSpPr>
            <a:spLocks noGrp="1"/>
          </p:cNvSpPr>
          <p:nvPr>
            <p:ph type="sldNum" idx="29"/>
          </p:nvPr>
        </p:nvSpPr>
        <p:spPr>
          <a:xfrm>
            <a:off x="6553080" y="6356520"/>
            <a:ext cx="2127240" cy="3585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4358365E-DEA8-40B6-A249-572F7AAA4573}"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371" name="PlaceHolder 3"/>
          <p:cNvSpPr>
            <a:spLocks noGrp="1"/>
          </p:cNvSpPr>
          <p:nvPr>
            <p:ph type="dt" idx="30"/>
          </p:nvPr>
        </p:nvSpPr>
        <p:spPr>
          <a:xfrm>
            <a:off x="457200" y="6356520"/>
            <a:ext cx="2127240" cy="35856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372"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373"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66" r:id="rId2"/>
    <p:sldLayoutId id="2147483767" r:id="rId3"/>
    <p:sldLayoutId id="2147483768" r:id="rId4"/>
    <p:sldLayoutId id="2147483769" r:id="rId5"/>
    <p:sldLayoutId id="2147483770" r:id="rId6"/>
    <p:sldLayoutId id="2147483771" r:id="rId7"/>
    <p:sldLayoutId id="2147483772" r:id="rId8"/>
    <p:sldLayoutId id="2147483773" r:id="rId9"/>
    <p:sldLayoutId id="2147483774" r:id="rId10"/>
    <p:sldLayoutId id="2147483775" r:id="rId11"/>
    <p:sldLayoutId id="2147483776" r:id="rId12"/>
    <p:sldLayoutId id="2147483777" r:id="rId13"/>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10" name="PlaceHolder 1"/>
          <p:cNvSpPr>
            <a:spLocks noGrp="1"/>
          </p:cNvSpPr>
          <p:nvPr>
            <p:ph type="ftr" idx="31"/>
          </p:nvPr>
        </p:nvSpPr>
        <p:spPr>
          <a:xfrm>
            <a:off x="3124080" y="6356520"/>
            <a:ext cx="2889360" cy="35892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11" name="PlaceHolder 2"/>
          <p:cNvSpPr>
            <a:spLocks noGrp="1"/>
          </p:cNvSpPr>
          <p:nvPr>
            <p:ph type="sldNum" idx="32"/>
          </p:nvPr>
        </p:nvSpPr>
        <p:spPr>
          <a:xfrm>
            <a:off x="6553080" y="6356520"/>
            <a:ext cx="2127600" cy="35892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03CE3D82-16AF-4398-BB30-2B1293FCD9B3}"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412" name="PlaceHolder 3"/>
          <p:cNvSpPr>
            <a:spLocks noGrp="1"/>
          </p:cNvSpPr>
          <p:nvPr>
            <p:ph type="dt" idx="33"/>
          </p:nvPr>
        </p:nvSpPr>
        <p:spPr>
          <a:xfrm>
            <a:off x="457200" y="6356520"/>
            <a:ext cx="2127600" cy="35892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413"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414"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79" r:id="rId2"/>
    <p:sldLayoutId id="2147483780" r:id="rId3"/>
    <p:sldLayoutId id="2147483781" r:id="rId4"/>
    <p:sldLayoutId id="2147483782" r:id="rId5"/>
    <p:sldLayoutId id="2147483783" r:id="rId6"/>
    <p:sldLayoutId id="2147483784" r:id="rId7"/>
    <p:sldLayoutId id="2147483785" r:id="rId8"/>
    <p:sldLayoutId id="2147483786" r:id="rId9"/>
    <p:sldLayoutId id="2147483787" r:id="rId10"/>
    <p:sldLayoutId id="2147483788" r:id="rId11"/>
    <p:sldLayoutId id="2147483789" r:id="rId12"/>
    <p:sldLayoutId id="2147483790" r:id="rId13"/>
  </p:sldLayoutIdLst>
</p:sldMaster>
</file>

<file path=ppt/slideMasters/slideMaster1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51" name="PlaceHolder 1"/>
          <p:cNvSpPr>
            <a:spLocks noGrp="1"/>
          </p:cNvSpPr>
          <p:nvPr>
            <p:ph type="ftr" idx="34"/>
          </p:nvPr>
        </p:nvSpPr>
        <p:spPr>
          <a:xfrm>
            <a:off x="3124080" y="6356520"/>
            <a:ext cx="2890080" cy="35964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52" name="PlaceHolder 2"/>
          <p:cNvSpPr>
            <a:spLocks noGrp="1"/>
          </p:cNvSpPr>
          <p:nvPr>
            <p:ph type="sldNum" idx="35"/>
          </p:nvPr>
        </p:nvSpPr>
        <p:spPr>
          <a:xfrm>
            <a:off x="6553080" y="6356520"/>
            <a:ext cx="2128320" cy="35964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E0731EDF-33C1-443E-9BAA-A98349583994}"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453" name="PlaceHolder 3"/>
          <p:cNvSpPr>
            <a:spLocks noGrp="1"/>
          </p:cNvSpPr>
          <p:nvPr>
            <p:ph type="dt" idx="36"/>
          </p:nvPr>
        </p:nvSpPr>
        <p:spPr>
          <a:xfrm>
            <a:off x="457200" y="6356520"/>
            <a:ext cx="2128320" cy="35964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454"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455"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92" r:id="rId2"/>
    <p:sldLayoutId id="2147483793" r:id="rId3"/>
    <p:sldLayoutId id="2147483794" r:id="rId4"/>
    <p:sldLayoutId id="2147483795" r:id="rId5"/>
    <p:sldLayoutId id="2147483796" r:id="rId6"/>
    <p:sldLayoutId id="2147483797" r:id="rId7"/>
    <p:sldLayoutId id="2147483798" r:id="rId8"/>
    <p:sldLayoutId id="2147483799" r:id="rId9"/>
    <p:sldLayoutId id="2147483800" r:id="rId10"/>
    <p:sldLayoutId id="2147483801" r:id="rId11"/>
    <p:sldLayoutId id="2147483802" r:id="rId12"/>
    <p:sldLayoutId id="2147483803" r:id="rId13"/>
  </p:sldLayoutIdLst>
</p:sldMaster>
</file>

<file path=ppt/slideMasters/slideMaster1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92" name="PlaceHolder 1"/>
          <p:cNvSpPr>
            <a:spLocks noGrp="1"/>
          </p:cNvSpPr>
          <p:nvPr>
            <p:ph type="ftr" idx="37"/>
          </p:nvPr>
        </p:nvSpPr>
        <p:spPr>
          <a:xfrm>
            <a:off x="3124080" y="6356520"/>
            <a:ext cx="2890800" cy="3603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93" name="PlaceHolder 2"/>
          <p:cNvSpPr>
            <a:spLocks noGrp="1"/>
          </p:cNvSpPr>
          <p:nvPr>
            <p:ph type="sldNum" idx="38"/>
          </p:nvPr>
        </p:nvSpPr>
        <p:spPr>
          <a:xfrm>
            <a:off x="6553080" y="6356520"/>
            <a:ext cx="2129040" cy="3603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3E99E5B1-09C7-442D-A3F8-3790FA129CE8}"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494" name="PlaceHolder 3"/>
          <p:cNvSpPr>
            <a:spLocks noGrp="1"/>
          </p:cNvSpPr>
          <p:nvPr>
            <p:ph type="dt" idx="39"/>
          </p:nvPr>
        </p:nvSpPr>
        <p:spPr>
          <a:xfrm>
            <a:off x="457200" y="6356520"/>
            <a:ext cx="2129040" cy="36036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495"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496"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805" r:id="rId2"/>
    <p:sldLayoutId id="2147483806" r:id="rId3"/>
    <p:sldLayoutId id="2147483807" r:id="rId4"/>
    <p:sldLayoutId id="2147483808" r:id="rId5"/>
    <p:sldLayoutId id="2147483809" r:id="rId6"/>
    <p:sldLayoutId id="2147483810" r:id="rId7"/>
    <p:sldLayoutId id="2147483811" r:id="rId8"/>
    <p:sldLayoutId id="2147483812" r:id="rId9"/>
    <p:sldLayoutId id="2147483813" r:id="rId10"/>
    <p:sldLayoutId id="2147483814" r:id="rId11"/>
    <p:sldLayoutId id="2147483815" r:id="rId12"/>
    <p:sldLayoutId id="2147483816" r:id="rId13"/>
  </p:sldLayoutIdLst>
</p:sldMaster>
</file>

<file path=ppt/slideMasters/slideMaster1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33" name="PlaceHolder 1"/>
          <p:cNvSpPr>
            <a:spLocks noGrp="1"/>
          </p:cNvSpPr>
          <p:nvPr>
            <p:ph type="ftr" idx="40"/>
          </p:nvPr>
        </p:nvSpPr>
        <p:spPr>
          <a:xfrm>
            <a:off x="3124080" y="6356520"/>
            <a:ext cx="2891160" cy="36072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534" name="PlaceHolder 2"/>
          <p:cNvSpPr>
            <a:spLocks noGrp="1"/>
          </p:cNvSpPr>
          <p:nvPr>
            <p:ph type="sldNum" idx="41"/>
          </p:nvPr>
        </p:nvSpPr>
        <p:spPr>
          <a:xfrm>
            <a:off x="6553080" y="6356520"/>
            <a:ext cx="2129400" cy="36072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012E8C97-2D22-43B7-AC4B-55E25BBF7E69}"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535" name="PlaceHolder 3"/>
          <p:cNvSpPr>
            <a:spLocks noGrp="1"/>
          </p:cNvSpPr>
          <p:nvPr>
            <p:ph type="dt" idx="42"/>
          </p:nvPr>
        </p:nvSpPr>
        <p:spPr>
          <a:xfrm>
            <a:off x="457200" y="6356520"/>
            <a:ext cx="2129400" cy="36072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536"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537"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818" r:id="rId2"/>
    <p:sldLayoutId id="2147483819" r:id="rId3"/>
    <p:sldLayoutId id="2147483820" r:id="rId4"/>
    <p:sldLayoutId id="2147483821" r:id="rId5"/>
    <p:sldLayoutId id="2147483822" r:id="rId6"/>
    <p:sldLayoutId id="2147483823" r:id="rId7"/>
    <p:sldLayoutId id="2147483824" r:id="rId8"/>
    <p:sldLayoutId id="2147483825" r:id="rId9"/>
    <p:sldLayoutId id="2147483826" r:id="rId10"/>
    <p:sldLayoutId id="2147483827" r:id="rId11"/>
    <p:sldLayoutId id="2147483828" r:id="rId12"/>
    <p:sldLayoutId id="2147483829" r:id="rId13"/>
  </p:sldLayoutIdLst>
</p:sldMaster>
</file>

<file path=ppt/slideMasters/slideMaster1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74" name="PlaceHolder 1"/>
          <p:cNvSpPr>
            <a:spLocks noGrp="1"/>
          </p:cNvSpPr>
          <p:nvPr>
            <p:ph type="ftr" idx="43"/>
          </p:nvPr>
        </p:nvSpPr>
        <p:spPr>
          <a:xfrm>
            <a:off x="3124080" y="6356520"/>
            <a:ext cx="2891520" cy="36108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575" name="PlaceHolder 2"/>
          <p:cNvSpPr>
            <a:spLocks noGrp="1"/>
          </p:cNvSpPr>
          <p:nvPr>
            <p:ph type="sldNum" idx="44"/>
          </p:nvPr>
        </p:nvSpPr>
        <p:spPr>
          <a:xfrm>
            <a:off x="6553080" y="6356520"/>
            <a:ext cx="2129760" cy="36108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70A4165C-CB30-47F4-8AF7-45F9ECA47EF0}"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576" name="PlaceHolder 3"/>
          <p:cNvSpPr>
            <a:spLocks noGrp="1"/>
          </p:cNvSpPr>
          <p:nvPr>
            <p:ph type="dt" idx="45"/>
          </p:nvPr>
        </p:nvSpPr>
        <p:spPr>
          <a:xfrm>
            <a:off x="457200" y="6356520"/>
            <a:ext cx="2129760" cy="36108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577"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578"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831" r:id="rId2"/>
    <p:sldLayoutId id="2147483832" r:id="rId3"/>
    <p:sldLayoutId id="2147483833" r:id="rId4"/>
    <p:sldLayoutId id="2147483834" r:id="rId5"/>
    <p:sldLayoutId id="2147483835" r:id="rId6"/>
    <p:sldLayoutId id="2147483836" r:id="rId7"/>
    <p:sldLayoutId id="2147483837" r:id="rId8"/>
    <p:sldLayoutId id="2147483838" r:id="rId9"/>
    <p:sldLayoutId id="2147483839" r:id="rId10"/>
    <p:sldLayoutId id="2147483840" r:id="rId11"/>
    <p:sldLayoutId id="2147483841" r:id="rId12"/>
    <p:sldLayoutId id="2147483842" r:id="rId13"/>
  </p:sldLayoutIdLst>
</p:sldMaster>
</file>

<file path=ppt/slideMasters/slideMaster1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15" name="PlaceHolder 1"/>
          <p:cNvSpPr>
            <a:spLocks noGrp="1"/>
          </p:cNvSpPr>
          <p:nvPr>
            <p:ph type="ftr" idx="46"/>
          </p:nvPr>
        </p:nvSpPr>
        <p:spPr>
          <a:xfrm>
            <a:off x="3124080" y="6356520"/>
            <a:ext cx="2891880" cy="36144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616" name="PlaceHolder 2"/>
          <p:cNvSpPr>
            <a:spLocks noGrp="1"/>
          </p:cNvSpPr>
          <p:nvPr>
            <p:ph type="sldNum" idx="47"/>
          </p:nvPr>
        </p:nvSpPr>
        <p:spPr>
          <a:xfrm>
            <a:off x="6553080" y="6356520"/>
            <a:ext cx="2130120" cy="36144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9B07B3D3-0B62-4B4E-9218-E51B55E8596B}"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617" name="PlaceHolder 3"/>
          <p:cNvSpPr>
            <a:spLocks noGrp="1"/>
          </p:cNvSpPr>
          <p:nvPr>
            <p:ph type="dt" idx="48"/>
          </p:nvPr>
        </p:nvSpPr>
        <p:spPr>
          <a:xfrm>
            <a:off x="457200" y="6356520"/>
            <a:ext cx="2130120" cy="36144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618"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619"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844" r:id="rId2"/>
    <p:sldLayoutId id="2147483845" r:id="rId3"/>
    <p:sldLayoutId id="2147483846" r:id="rId4"/>
    <p:sldLayoutId id="2147483847" r:id="rId5"/>
    <p:sldLayoutId id="2147483848" r:id="rId6"/>
    <p:sldLayoutId id="2147483849" r:id="rId7"/>
    <p:sldLayoutId id="2147483850" r:id="rId8"/>
    <p:sldLayoutId id="2147483851" r:id="rId9"/>
    <p:sldLayoutId id="2147483852" r:id="rId10"/>
    <p:sldLayoutId id="2147483853" r:id="rId11"/>
    <p:sldLayoutId id="2147483854" r:id="rId12"/>
    <p:sldLayoutId id="2147483855" r:id="rId13"/>
  </p:sldLayoutIdLst>
</p:sldMaster>
</file>

<file path=ppt/slideMasters/slideMaster1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56" name="PlaceHolder 1"/>
          <p:cNvSpPr>
            <a:spLocks noGrp="1"/>
          </p:cNvSpPr>
          <p:nvPr>
            <p:ph type="ftr" idx="49"/>
          </p:nvPr>
        </p:nvSpPr>
        <p:spPr>
          <a:xfrm>
            <a:off x="3124080" y="6356520"/>
            <a:ext cx="2892600" cy="3621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657" name="PlaceHolder 2"/>
          <p:cNvSpPr>
            <a:spLocks noGrp="1"/>
          </p:cNvSpPr>
          <p:nvPr>
            <p:ph type="sldNum" idx="50"/>
          </p:nvPr>
        </p:nvSpPr>
        <p:spPr>
          <a:xfrm>
            <a:off x="6553080" y="6356520"/>
            <a:ext cx="2130840" cy="3621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37629E4F-EDBA-455F-B354-BD6F816F0DDE}"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658" name="PlaceHolder 3"/>
          <p:cNvSpPr>
            <a:spLocks noGrp="1"/>
          </p:cNvSpPr>
          <p:nvPr>
            <p:ph type="dt" idx="51"/>
          </p:nvPr>
        </p:nvSpPr>
        <p:spPr>
          <a:xfrm>
            <a:off x="457200" y="6356520"/>
            <a:ext cx="2130840" cy="36216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659"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660"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857" r:id="rId2"/>
    <p:sldLayoutId id="2147483858" r:id="rId3"/>
    <p:sldLayoutId id="2147483859" r:id="rId4"/>
    <p:sldLayoutId id="2147483860" r:id="rId5"/>
    <p:sldLayoutId id="2147483861" r:id="rId6"/>
    <p:sldLayoutId id="2147483862" r:id="rId7"/>
    <p:sldLayoutId id="2147483863" r:id="rId8"/>
    <p:sldLayoutId id="2147483864" r:id="rId9"/>
    <p:sldLayoutId id="2147483865" r:id="rId10"/>
    <p:sldLayoutId id="2147483866" r:id="rId11"/>
    <p:sldLayoutId id="2147483867" r:id="rId12"/>
    <p:sldLayoutId id="2147483868" r:id="rId13"/>
  </p:sldLayoutIdLst>
</p:sldMaster>
</file>

<file path=ppt/slideMasters/slideMaster1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97" name="PlaceHolder 1"/>
          <p:cNvSpPr>
            <a:spLocks noGrp="1"/>
          </p:cNvSpPr>
          <p:nvPr>
            <p:ph type="ftr" idx="52"/>
          </p:nvPr>
        </p:nvSpPr>
        <p:spPr>
          <a:xfrm>
            <a:off x="3124080" y="6356520"/>
            <a:ext cx="2892960" cy="36252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698" name="PlaceHolder 2"/>
          <p:cNvSpPr>
            <a:spLocks noGrp="1"/>
          </p:cNvSpPr>
          <p:nvPr>
            <p:ph type="sldNum" idx="53"/>
          </p:nvPr>
        </p:nvSpPr>
        <p:spPr>
          <a:xfrm>
            <a:off x="6553080" y="6356520"/>
            <a:ext cx="2131200" cy="36252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CCA17C10-C060-4E88-AC88-A3010FF872EF}"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699" name="PlaceHolder 3"/>
          <p:cNvSpPr>
            <a:spLocks noGrp="1"/>
          </p:cNvSpPr>
          <p:nvPr>
            <p:ph type="dt" idx="54"/>
          </p:nvPr>
        </p:nvSpPr>
        <p:spPr>
          <a:xfrm>
            <a:off x="457200" y="6356520"/>
            <a:ext cx="2131200" cy="36252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700"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701"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870" r:id="rId2"/>
    <p:sldLayoutId id="2147483871" r:id="rId3"/>
    <p:sldLayoutId id="2147483872" r:id="rId4"/>
    <p:sldLayoutId id="2147483873" r:id="rId5"/>
    <p:sldLayoutId id="2147483874" r:id="rId6"/>
    <p:sldLayoutId id="2147483875" r:id="rId7"/>
    <p:sldLayoutId id="2147483876" r:id="rId8"/>
    <p:sldLayoutId id="2147483877" r:id="rId9"/>
    <p:sldLayoutId id="2147483878" r:id="rId10"/>
    <p:sldLayoutId id="2147483879" r:id="rId11"/>
    <p:sldLayoutId id="2147483880" r:id="rId12"/>
    <p:sldLayoutId id="2147483881" r:id="rId13"/>
  </p:sldLayoutIdLst>
</p:sldMaster>
</file>

<file path=ppt/slideMasters/slideMaster1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38" name="PlaceHolder 1"/>
          <p:cNvSpPr>
            <a:spLocks noGrp="1"/>
          </p:cNvSpPr>
          <p:nvPr>
            <p:ph type="ftr" idx="55"/>
          </p:nvPr>
        </p:nvSpPr>
        <p:spPr>
          <a:xfrm>
            <a:off x="3124080" y="6356520"/>
            <a:ext cx="2893320" cy="36288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739" name="PlaceHolder 2"/>
          <p:cNvSpPr>
            <a:spLocks noGrp="1"/>
          </p:cNvSpPr>
          <p:nvPr>
            <p:ph type="sldNum" idx="56"/>
          </p:nvPr>
        </p:nvSpPr>
        <p:spPr>
          <a:xfrm>
            <a:off x="6553080" y="6356520"/>
            <a:ext cx="2131560" cy="36288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952A1AA0-22D4-4337-81B4-DDF1B5C865B2}"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740" name="PlaceHolder 3"/>
          <p:cNvSpPr>
            <a:spLocks noGrp="1"/>
          </p:cNvSpPr>
          <p:nvPr>
            <p:ph type="dt" idx="57"/>
          </p:nvPr>
        </p:nvSpPr>
        <p:spPr>
          <a:xfrm>
            <a:off x="457200" y="6356520"/>
            <a:ext cx="2131560" cy="36288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741"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742"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883" r:id="rId2"/>
    <p:sldLayoutId id="2147483884" r:id="rId3"/>
    <p:sldLayoutId id="2147483885" r:id="rId4"/>
    <p:sldLayoutId id="2147483886" r:id="rId5"/>
    <p:sldLayoutId id="2147483887" r:id="rId6"/>
    <p:sldLayoutId id="2147483888" r:id="rId7"/>
    <p:sldLayoutId id="2147483889" r:id="rId8"/>
    <p:sldLayoutId id="2147483890" r:id="rId9"/>
    <p:sldLayoutId id="2147483891" r:id="rId10"/>
    <p:sldLayoutId id="2147483892" r:id="rId11"/>
    <p:sldLayoutId id="2147483893" r:id="rId12"/>
    <p:sldLayoutId id="2147483894" r:id="rId13"/>
  </p:sldLayoutIdLst>
</p:sldMaster>
</file>

<file path=ppt/slideMasters/slideMaster2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79" name="PlaceHolder 1"/>
          <p:cNvSpPr>
            <a:spLocks noGrp="1"/>
          </p:cNvSpPr>
          <p:nvPr>
            <p:ph type="ftr" idx="58"/>
          </p:nvPr>
        </p:nvSpPr>
        <p:spPr>
          <a:xfrm>
            <a:off x="3124080" y="6356520"/>
            <a:ext cx="2893680" cy="36324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780" name="PlaceHolder 2"/>
          <p:cNvSpPr>
            <a:spLocks noGrp="1"/>
          </p:cNvSpPr>
          <p:nvPr>
            <p:ph type="sldNum" idx="59"/>
          </p:nvPr>
        </p:nvSpPr>
        <p:spPr>
          <a:xfrm>
            <a:off x="6553080" y="6356520"/>
            <a:ext cx="2131920" cy="36324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530142E3-6133-44D1-9988-03AD8815456E}"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781" name="PlaceHolder 3"/>
          <p:cNvSpPr>
            <a:spLocks noGrp="1"/>
          </p:cNvSpPr>
          <p:nvPr>
            <p:ph type="dt" idx="60"/>
          </p:nvPr>
        </p:nvSpPr>
        <p:spPr>
          <a:xfrm>
            <a:off x="457200" y="6356520"/>
            <a:ext cx="2131920" cy="36324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782"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783"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896" r:id="rId2"/>
    <p:sldLayoutId id="2147483897" r:id="rId3"/>
    <p:sldLayoutId id="2147483898" r:id="rId4"/>
    <p:sldLayoutId id="2147483899" r:id="rId5"/>
    <p:sldLayoutId id="2147483900" r:id="rId6"/>
    <p:sldLayoutId id="2147483901" r:id="rId7"/>
    <p:sldLayoutId id="2147483902" r:id="rId8"/>
    <p:sldLayoutId id="2147483903" r:id="rId9"/>
    <p:sldLayoutId id="2147483904" r:id="rId10"/>
    <p:sldLayoutId id="2147483905" r:id="rId11"/>
    <p:sldLayoutId id="2147483906" r:id="rId12"/>
    <p:sldLayoutId id="2147483907" r:id="rId13"/>
  </p:sldLayoutIdLst>
</p:sldMaster>
</file>

<file path=ppt/slideMasters/slideMaster2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20" name="PlaceHolder 1"/>
          <p:cNvSpPr>
            <a:spLocks noGrp="1"/>
          </p:cNvSpPr>
          <p:nvPr>
            <p:ph type="ftr" idx="61"/>
          </p:nvPr>
        </p:nvSpPr>
        <p:spPr>
          <a:xfrm>
            <a:off x="3124080" y="6356520"/>
            <a:ext cx="2894040" cy="36360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821" name="PlaceHolder 2"/>
          <p:cNvSpPr>
            <a:spLocks noGrp="1"/>
          </p:cNvSpPr>
          <p:nvPr>
            <p:ph type="sldNum" idx="62"/>
          </p:nvPr>
        </p:nvSpPr>
        <p:spPr>
          <a:xfrm>
            <a:off x="6553080" y="6356520"/>
            <a:ext cx="2132280" cy="36360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C42D0902-9DB3-4388-84A9-D60364A887BE}"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822" name="PlaceHolder 3"/>
          <p:cNvSpPr>
            <a:spLocks noGrp="1"/>
          </p:cNvSpPr>
          <p:nvPr>
            <p:ph type="dt" idx="63"/>
          </p:nvPr>
        </p:nvSpPr>
        <p:spPr>
          <a:xfrm>
            <a:off x="457200" y="6356520"/>
            <a:ext cx="2132280" cy="36360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909" r:id="rId2"/>
    <p:sldLayoutId id="2147483910" r:id="rId3"/>
    <p:sldLayoutId id="2147483911" r:id="rId4"/>
    <p:sldLayoutId id="2147483912" r:id="rId5"/>
    <p:sldLayoutId id="2147483913" r:id="rId6"/>
    <p:sldLayoutId id="2147483914" r:id="rId7"/>
    <p:sldLayoutId id="2147483915" r:id="rId8"/>
    <p:sldLayoutId id="2147483916" r:id="rId9"/>
    <p:sldLayoutId id="2147483917" r:id="rId10"/>
    <p:sldLayoutId id="2147483918" r:id="rId11"/>
    <p:sldLayoutId id="2147483919" r:id="rId12"/>
    <p:sldLayoutId id="2147483920" r:id="rId13"/>
  </p:sldLayoutIdLst>
</p:sldMaster>
</file>

<file path=ppt/slideMasters/slideMaster2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59" name="PlaceHolder 1"/>
          <p:cNvSpPr>
            <a:spLocks noGrp="1"/>
          </p:cNvSpPr>
          <p:nvPr>
            <p:ph type="ftr" idx="64"/>
          </p:nvPr>
        </p:nvSpPr>
        <p:spPr>
          <a:xfrm>
            <a:off x="3124080" y="6356520"/>
            <a:ext cx="2894400" cy="3639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860" name="PlaceHolder 2"/>
          <p:cNvSpPr>
            <a:spLocks noGrp="1"/>
          </p:cNvSpPr>
          <p:nvPr>
            <p:ph type="sldNum" idx="65"/>
          </p:nvPr>
        </p:nvSpPr>
        <p:spPr>
          <a:xfrm>
            <a:off x="6553080" y="6356520"/>
            <a:ext cx="2132640" cy="3639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74DE2D2F-AF43-4950-9F4A-31B9C2D24D18}"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861" name="PlaceHolder 3"/>
          <p:cNvSpPr>
            <a:spLocks noGrp="1"/>
          </p:cNvSpPr>
          <p:nvPr>
            <p:ph type="dt" idx="66"/>
          </p:nvPr>
        </p:nvSpPr>
        <p:spPr>
          <a:xfrm>
            <a:off x="457200" y="6356520"/>
            <a:ext cx="2132640" cy="36396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862"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863"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922" r:id="rId2"/>
    <p:sldLayoutId id="2147483923" r:id="rId3"/>
    <p:sldLayoutId id="2147483924" r:id="rId4"/>
    <p:sldLayoutId id="2147483925" r:id="rId5"/>
    <p:sldLayoutId id="2147483926" r:id="rId6"/>
    <p:sldLayoutId id="2147483927" r:id="rId7"/>
    <p:sldLayoutId id="2147483928" r:id="rId8"/>
    <p:sldLayoutId id="2147483929" r:id="rId9"/>
    <p:sldLayoutId id="2147483930" r:id="rId10"/>
    <p:sldLayoutId id="2147483931" r:id="rId11"/>
    <p:sldLayoutId id="2147483932" r:id="rId12"/>
    <p:sldLayoutId id="2147483933" r:id="rId13"/>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25.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37.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49.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49.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61.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61.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73.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85.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97.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09.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21.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33.xml"/>
</Relationships>
</file>

<file path=ppt/slides/_rels/slide17.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45.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157.xml"/>
</Relationships>
</file>

<file path=ppt/slides/_rels/slide19.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57.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169.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18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193.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205.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217.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217.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229.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241.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253.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0" name="Rectangle 1"/>
          <p:cNvSpPr/>
          <p:nvPr/>
        </p:nvSpPr>
        <p:spPr>
          <a:xfrm>
            <a:off x="0" y="0"/>
            <a:ext cx="12179160" cy="684828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901" name="Rectangle 2"/>
          <p:cNvSpPr/>
          <p:nvPr/>
        </p:nvSpPr>
        <p:spPr>
          <a:xfrm>
            <a:off x="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902" name="Rectangle 3"/>
          <p:cNvSpPr/>
          <p:nvPr/>
        </p:nvSpPr>
        <p:spPr>
          <a:xfrm>
            <a:off x="91440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903" name="Rectangle 4"/>
          <p:cNvSpPr/>
          <p:nvPr/>
        </p:nvSpPr>
        <p:spPr>
          <a:xfrm>
            <a:off x="182880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904" name="Rectangle 5"/>
          <p:cNvSpPr/>
          <p:nvPr/>
        </p:nvSpPr>
        <p:spPr>
          <a:xfrm>
            <a:off x="274320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905" name="Rectangle 6"/>
          <p:cNvSpPr/>
          <p:nvPr/>
        </p:nvSpPr>
        <p:spPr>
          <a:xfrm>
            <a:off x="365760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906" name="Rectangle 7"/>
          <p:cNvSpPr/>
          <p:nvPr/>
        </p:nvSpPr>
        <p:spPr>
          <a:xfrm>
            <a:off x="457200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907" name="Rectangle 8"/>
          <p:cNvSpPr/>
          <p:nvPr/>
        </p:nvSpPr>
        <p:spPr>
          <a:xfrm>
            <a:off x="548640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908" name="Rectangle 9"/>
          <p:cNvSpPr/>
          <p:nvPr/>
        </p:nvSpPr>
        <p:spPr>
          <a:xfrm>
            <a:off x="640080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909" name="Rectangle 10"/>
          <p:cNvSpPr/>
          <p:nvPr/>
        </p:nvSpPr>
        <p:spPr>
          <a:xfrm>
            <a:off x="731520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910" name="Rectangle 11"/>
          <p:cNvSpPr/>
          <p:nvPr/>
        </p:nvSpPr>
        <p:spPr>
          <a:xfrm>
            <a:off x="822960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911" name="Rectangle 12"/>
          <p:cNvSpPr/>
          <p:nvPr/>
        </p:nvSpPr>
        <p:spPr>
          <a:xfrm>
            <a:off x="914400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912" name="Rectangle 13"/>
          <p:cNvSpPr/>
          <p:nvPr/>
        </p:nvSpPr>
        <p:spPr>
          <a:xfrm>
            <a:off x="1005840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913" name="Rectangle 14"/>
          <p:cNvSpPr/>
          <p:nvPr/>
        </p:nvSpPr>
        <p:spPr>
          <a:xfrm>
            <a:off x="1097280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914" name="Rectangle 15"/>
          <p:cNvSpPr/>
          <p:nvPr/>
        </p:nvSpPr>
        <p:spPr>
          <a:xfrm>
            <a:off x="1188720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915" name="Rectangle 16"/>
          <p:cNvSpPr/>
          <p:nvPr/>
        </p:nvSpPr>
        <p:spPr>
          <a:xfrm>
            <a:off x="0" y="0"/>
            <a:ext cx="310320" cy="684828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916" name="Rounded Rectangle 17"/>
          <p:cNvSpPr/>
          <p:nvPr/>
        </p:nvSpPr>
        <p:spPr>
          <a:xfrm>
            <a:off x="9875520" y="365760"/>
            <a:ext cx="2001960" cy="49320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917" name="TextBox 18"/>
          <p:cNvSpPr/>
          <p:nvPr/>
        </p:nvSpPr>
        <p:spPr>
          <a:xfrm>
            <a:off x="3340800" y="1005840"/>
            <a:ext cx="428976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JAVA VARIABLES</a:t>
            </a:r>
            <a:endParaRPr b="0" lang="en-US" sz="4800" spc="-1" strike="noStrike">
              <a:solidFill>
                <a:srgbClr val="000000"/>
              </a:solidFill>
              <a:latin typeface="Arial"/>
            </a:endParaRPr>
          </a:p>
        </p:txBody>
      </p:sp>
      <p:sp>
        <p:nvSpPr>
          <p:cNvPr id="918" name="TextBox 19"/>
          <p:cNvSpPr/>
          <p:nvPr/>
        </p:nvSpPr>
        <p:spPr>
          <a:xfrm>
            <a:off x="1470960" y="2057400"/>
            <a:ext cx="950184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Variables are named memory locations used to store data in a program.</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In Java, every variable must have a specific data type that defines what kind of data it can store.</a:t>
            </a:r>
            <a:endParaRPr b="0" lang="en-US" sz="1900" spc="-1" strike="noStrike">
              <a:solidFill>
                <a:srgbClr val="000000"/>
              </a:solidFill>
              <a:latin typeface="Arial"/>
            </a:endParaRPr>
          </a:p>
        </p:txBody>
      </p:sp>
      <p:sp>
        <p:nvSpPr>
          <p:cNvPr id="919" name="Rounded Rectangle 20"/>
          <p:cNvSpPr/>
          <p:nvPr/>
        </p:nvSpPr>
        <p:spPr>
          <a:xfrm>
            <a:off x="987480" y="3182040"/>
            <a:ext cx="3282120" cy="27334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920" name="Rounded Rectangle 21"/>
          <p:cNvSpPr/>
          <p:nvPr/>
        </p:nvSpPr>
        <p:spPr>
          <a:xfrm>
            <a:off x="914400" y="3108960"/>
            <a:ext cx="3282120" cy="32832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100" spc="-1" strike="noStrike">
                <a:solidFill>
                  <a:schemeClr val="lt1"/>
                </a:solidFill>
                <a:latin typeface="Calibri"/>
                <a:ea typeface="DejaVu Sans"/>
              </a:rPr>
              <a:t>Variable Definition</a:t>
            </a:r>
            <a:endParaRPr b="0" lang="en-US" sz="1100" spc="-1" strike="noStrike">
              <a:solidFill>
                <a:srgbClr val="ffffff"/>
              </a:solidFill>
              <a:latin typeface="Arial"/>
            </a:endParaRPr>
          </a:p>
          <a:p>
            <a:pPr>
              <a:lnSpc>
                <a:spcPct val="100000"/>
              </a:lnSpc>
            </a:pPr>
            <a:r>
              <a:rPr b="0" lang="en-US" sz="1100" spc="-1" strike="noStrike">
                <a:solidFill>
                  <a:schemeClr val="lt1"/>
                </a:solidFill>
                <a:latin typeface="Calibri"/>
                <a:ea typeface="DejaVu Sans"/>
              </a:rPr>
              <a:t>A variable is a named memory location used to store data.</a:t>
            </a:r>
            <a:endParaRPr b="0" lang="en-US" sz="1100" spc="-1" strike="noStrike">
              <a:solidFill>
                <a:srgbClr val="ffffff"/>
              </a:solidFill>
              <a:latin typeface="Arial"/>
            </a:endParaRPr>
          </a:p>
          <a:p>
            <a:pPr>
              <a:lnSpc>
                <a:spcPct val="100000"/>
              </a:lnSpc>
            </a:pPr>
            <a:endParaRPr b="0" lang="en-US" sz="1100" spc="-1" strike="noStrike">
              <a:solidFill>
                <a:srgbClr val="ffffff"/>
              </a:solidFill>
              <a:latin typeface="Arial"/>
            </a:endParaRPr>
          </a:p>
          <a:p>
            <a:pPr>
              <a:lnSpc>
                <a:spcPct val="100000"/>
              </a:lnSpc>
            </a:pPr>
            <a:r>
              <a:rPr b="1" lang="en-US" sz="1100" spc="-1" strike="noStrike">
                <a:solidFill>
                  <a:schemeClr val="lt1"/>
                </a:solidFill>
                <a:latin typeface="Calibri"/>
                <a:ea typeface="DejaVu Sans"/>
              </a:rPr>
              <a:t>Data Type Requirement</a:t>
            </a:r>
            <a:endParaRPr b="0" lang="en-US" sz="1100" spc="-1" strike="noStrike">
              <a:solidFill>
                <a:srgbClr val="ffffff"/>
              </a:solidFill>
              <a:latin typeface="Arial"/>
            </a:endParaRPr>
          </a:p>
          <a:p>
            <a:pPr>
              <a:lnSpc>
                <a:spcPct val="100000"/>
              </a:lnSpc>
            </a:pPr>
            <a:r>
              <a:rPr b="0" lang="en-US" sz="1100" spc="-1" strike="noStrike">
                <a:solidFill>
                  <a:schemeClr val="lt1"/>
                </a:solidFill>
                <a:latin typeface="Calibri"/>
                <a:ea typeface="DejaVu Sans"/>
              </a:rPr>
              <a:t>In Java, every variable must be declared with a specific data type.</a:t>
            </a:r>
            <a:endParaRPr b="0" lang="en-US" sz="1100" spc="-1" strike="noStrike">
              <a:solidFill>
                <a:srgbClr val="ffffff"/>
              </a:solidFill>
              <a:latin typeface="Arial"/>
            </a:endParaRPr>
          </a:p>
          <a:p>
            <a:pPr>
              <a:lnSpc>
                <a:spcPct val="100000"/>
              </a:lnSpc>
            </a:pPr>
            <a:endParaRPr b="0" lang="en-US" sz="1100" spc="-1" strike="noStrike">
              <a:solidFill>
                <a:srgbClr val="ffffff"/>
              </a:solidFill>
              <a:latin typeface="Arial"/>
            </a:endParaRPr>
          </a:p>
          <a:p>
            <a:pPr>
              <a:lnSpc>
                <a:spcPct val="100000"/>
              </a:lnSpc>
            </a:pPr>
            <a:r>
              <a:rPr b="1" lang="en-US" sz="1100" spc="-1" strike="noStrike">
                <a:solidFill>
                  <a:schemeClr val="lt1"/>
                </a:solidFill>
                <a:latin typeface="Calibri"/>
                <a:ea typeface="DejaVu Sans"/>
              </a:rPr>
              <a:t>Memory Allocation</a:t>
            </a:r>
            <a:endParaRPr b="0" lang="en-US" sz="1100" spc="-1" strike="noStrike">
              <a:solidFill>
                <a:srgbClr val="ffffff"/>
              </a:solidFill>
              <a:latin typeface="Arial"/>
            </a:endParaRPr>
          </a:p>
          <a:p>
            <a:pPr>
              <a:lnSpc>
                <a:spcPct val="100000"/>
              </a:lnSpc>
            </a:pPr>
            <a:r>
              <a:rPr b="0" lang="en-US" sz="1100" spc="-1" strike="noStrike">
                <a:solidFill>
                  <a:schemeClr val="lt1"/>
                </a:solidFill>
                <a:latin typeface="Calibri"/>
                <a:ea typeface="DejaVu Sans"/>
              </a:rPr>
              <a:t>The data type determines the type of value and the memory size.</a:t>
            </a:r>
            <a:endParaRPr b="0" lang="en-US" sz="1100" spc="-1" strike="noStrike">
              <a:solidFill>
                <a:srgbClr val="ffffff"/>
              </a:solidFill>
              <a:latin typeface="Arial"/>
            </a:endParaRPr>
          </a:p>
          <a:p>
            <a:pPr>
              <a:lnSpc>
                <a:spcPct val="100000"/>
              </a:lnSpc>
            </a:pPr>
            <a:endParaRPr b="0" lang="en-US" sz="1100" spc="-1" strike="noStrike">
              <a:solidFill>
                <a:srgbClr val="ffffff"/>
              </a:solidFill>
              <a:latin typeface="Arial"/>
            </a:endParaRPr>
          </a:p>
          <a:p>
            <a:pPr>
              <a:lnSpc>
                <a:spcPct val="100000"/>
              </a:lnSpc>
            </a:pPr>
            <a:r>
              <a:rPr b="1" lang="en-US" sz="1100" spc="-1" strike="noStrike">
                <a:solidFill>
                  <a:schemeClr val="lt1"/>
                </a:solidFill>
                <a:latin typeface="Calibri"/>
                <a:ea typeface="DejaVu Sans"/>
              </a:rPr>
              <a:t>Example Data Types</a:t>
            </a:r>
            <a:endParaRPr b="0" lang="en-US" sz="1100" spc="-1" strike="noStrike">
              <a:solidFill>
                <a:srgbClr val="ffffff"/>
              </a:solidFill>
              <a:latin typeface="Arial"/>
            </a:endParaRPr>
          </a:p>
          <a:p>
            <a:pPr>
              <a:lnSpc>
                <a:spcPct val="100000"/>
              </a:lnSpc>
            </a:pPr>
            <a:r>
              <a:rPr b="0" lang="en-US" sz="1100" spc="-1" strike="noStrike">
                <a:solidFill>
                  <a:schemeClr val="lt1"/>
                </a:solidFill>
                <a:latin typeface="Calibri"/>
                <a:ea typeface="DejaVu Sans"/>
              </a:rPr>
              <a:t>For example, int stores whole numbers, double stores decimals, and String stores text.</a:t>
            </a:r>
            <a:endParaRPr b="0" lang="en-US" sz="1100" spc="-1" strike="noStrike">
              <a:solidFill>
                <a:srgbClr val="ffffff"/>
              </a:solidFill>
              <a:latin typeface="Arial"/>
            </a:endParaRPr>
          </a:p>
          <a:p>
            <a:pPr>
              <a:lnSpc>
                <a:spcPct val="100000"/>
              </a:lnSpc>
            </a:pPr>
            <a:endParaRPr b="0" lang="en-US" sz="1100" spc="-1" strike="noStrike">
              <a:solidFill>
                <a:srgbClr val="ffffff"/>
              </a:solidFill>
              <a:latin typeface="Arial"/>
            </a:endParaRPr>
          </a:p>
          <a:p>
            <a:pPr>
              <a:lnSpc>
                <a:spcPct val="100000"/>
              </a:lnSpc>
            </a:pPr>
            <a:r>
              <a:rPr b="1" lang="en-US" sz="1100" spc="-1" strike="noStrike">
                <a:solidFill>
                  <a:schemeClr val="lt1"/>
                </a:solidFill>
                <a:latin typeface="Calibri"/>
                <a:ea typeface="DejaVu Sans"/>
              </a:rPr>
              <a:t>Program Flexibility</a:t>
            </a:r>
            <a:endParaRPr b="0" lang="en-US" sz="1100" spc="-1" strike="noStrike">
              <a:solidFill>
                <a:srgbClr val="ffffff"/>
              </a:solidFill>
              <a:latin typeface="Arial"/>
            </a:endParaRPr>
          </a:p>
          <a:p>
            <a:pPr>
              <a:lnSpc>
                <a:spcPct val="100000"/>
              </a:lnSpc>
            </a:pPr>
            <a:r>
              <a:rPr b="0" lang="en-US" sz="1100" spc="-1" strike="noStrike">
                <a:solidFill>
                  <a:schemeClr val="lt1"/>
                </a:solidFill>
                <a:latin typeface="Calibri"/>
                <a:ea typeface="DejaVu Sans"/>
              </a:rPr>
              <a:t>Variables allow programs to store and modify data during execution.</a:t>
            </a:r>
            <a:endParaRPr b="0" lang="en-US" sz="1100" spc="-1" strike="noStrike">
              <a:solidFill>
                <a:srgbClr val="ffffff"/>
              </a:solidFill>
              <a:latin typeface="Arial"/>
            </a:endParaRPr>
          </a:p>
        </p:txBody>
      </p:sp>
      <p:sp>
        <p:nvSpPr>
          <p:cNvPr id="921" name="Rounded Rectangle 22"/>
          <p:cNvSpPr/>
          <p:nvPr/>
        </p:nvSpPr>
        <p:spPr>
          <a:xfrm>
            <a:off x="4507920" y="3182040"/>
            <a:ext cx="3282120" cy="27334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922" name="Rounded Rectangle 23"/>
          <p:cNvSpPr/>
          <p:nvPr/>
        </p:nvSpPr>
        <p:spPr>
          <a:xfrm>
            <a:off x="4434840" y="3108960"/>
            <a:ext cx="3282120" cy="27334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Start Program</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Declare Variable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(data type + name)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Assign Value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Use Variable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(print / calculate)</a:t>
            </a:r>
            <a:endParaRPr b="0" lang="en-US" sz="1800" spc="-1" strike="noStrike">
              <a:solidFill>
                <a:srgbClr val="ffffff"/>
              </a:solidFill>
              <a:latin typeface="Arial"/>
            </a:endParaRPr>
          </a:p>
        </p:txBody>
      </p:sp>
      <p:sp>
        <p:nvSpPr>
          <p:cNvPr id="923" name="Rounded Rectangle 24"/>
          <p:cNvSpPr/>
          <p:nvPr/>
        </p:nvSpPr>
        <p:spPr>
          <a:xfrm>
            <a:off x="8028360" y="3182040"/>
            <a:ext cx="3282120" cy="27334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924" name="Rounded Rectangle 25"/>
          <p:cNvSpPr/>
          <p:nvPr/>
        </p:nvSpPr>
        <p:spPr>
          <a:xfrm>
            <a:off x="7955280" y="3108960"/>
            <a:ext cx="3466080" cy="32832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400" spc="-1" strike="noStrike">
                <a:solidFill>
                  <a:srgbClr val="78ffc8"/>
                </a:solidFill>
                <a:latin typeface="Consolas"/>
                <a:ea typeface="DejaVu Sans"/>
              </a:rPr>
              <a:t>public class VariableExample{</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public static void main(String[] args) {</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int age = 21;</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double price = 49.99;</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String name = "Java";</a:t>
            </a:r>
            <a:br>
              <a:rPr sz="1400"/>
            </a:b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System.out.println(age);</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System.out.println(price);    System.out.println(name);</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a:t>
            </a:r>
            <a:endParaRPr b="0" lang="en-US" sz="1400" spc="-1" strike="noStrike">
              <a:solidFill>
                <a:srgbClr val="ffffff"/>
              </a:solidFill>
              <a:latin typeface="Arial"/>
            </a:endParaRPr>
          </a:p>
        </p:txBody>
      </p:sp>
      <p:sp>
        <p:nvSpPr>
          <p:cNvPr id="925" name="TextBox 26"/>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6" name="Rectangle 32"/>
          <p:cNvSpPr/>
          <p:nvPr/>
        </p:nvSpPr>
        <p:spPr>
          <a:xfrm>
            <a:off x="0" y="0"/>
            <a:ext cx="12179160" cy="684828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27" name="Rectangle 33"/>
          <p:cNvSpPr/>
          <p:nvPr/>
        </p:nvSpPr>
        <p:spPr>
          <a:xfrm>
            <a:off x="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28" name="Rectangle 34"/>
          <p:cNvSpPr/>
          <p:nvPr/>
        </p:nvSpPr>
        <p:spPr>
          <a:xfrm>
            <a:off x="91440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29" name="Rectangle 35"/>
          <p:cNvSpPr/>
          <p:nvPr/>
        </p:nvSpPr>
        <p:spPr>
          <a:xfrm>
            <a:off x="182880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30" name="Rectangle 36"/>
          <p:cNvSpPr/>
          <p:nvPr/>
        </p:nvSpPr>
        <p:spPr>
          <a:xfrm>
            <a:off x="274320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31" name="Rectangle 37"/>
          <p:cNvSpPr/>
          <p:nvPr/>
        </p:nvSpPr>
        <p:spPr>
          <a:xfrm>
            <a:off x="365760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32" name="Rectangle 38"/>
          <p:cNvSpPr/>
          <p:nvPr/>
        </p:nvSpPr>
        <p:spPr>
          <a:xfrm>
            <a:off x="457200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33" name="Rectangle 39"/>
          <p:cNvSpPr/>
          <p:nvPr/>
        </p:nvSpPr>
        <p:spPr>
          <a:xfrm>
            <a:off x="548640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34" name="Rectangle 40"/>
          <p:cNvSpPr/>
          <p:nvPr/>
        </p:nvSpPr>
        <p:spPr>
          <a:xfrm>
            <a:off x="640080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35" name="Rectangle 41"/>
          <p:cNvSpPr/>
          <p:nvPr/>
        </p:nvSpPr>
        <p:spPr>
          <a:xfrm>
            <a:off x="731520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36" name="Rectangle 42"/>
          <p:cNvSpPr/>
          <p:nvPr/>
        </p:nvSpPr>
        <p:spPr>
          <a:xfrm>
            <a:off x="822960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37" name="Rectangle 43"/>
          <p:cNvSpPr/>
          <p:nvPr/>
        </p:nvSpPr>
        <p:spPr>
          <a:xfrm>
            <a:off x="914400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38" name="Rectangle 44"/>
          <p:cNvSpPr/>
          <p:nvPr/>
        </p:nvSpPr>
        <p:spPr>
          <a:xfrm>
            <a:off x="1005840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39" name="Rectangle 45"/>
          <p:cNvSpPr/>
          <p:nvPr/>
        </p:nvSpPr>
        <p:spPr>
          <a:xfrm>
            <a:off x="1097280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40" name="Rectangle 46"/>
          <p:cNvSpPr/>
          <p:nvPr/>
        </p:nvSpPr>
        <p:spPr>
          <a:xfrm>
            <a:off x="1188720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41" name="Rectangle 47"/>
          <p:cNvSpPr/>
          <p:nvPr/>
        </p:nvSpPr>
        <p:spPr>
          <a:xfrm>
            <a:off x="0" y="0"/>
            <a:ext cx="310320" cy="684828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42" name="Rounded Rectangle 8"/>
          <p:cNvSpPr/>
          <p:nvPr/>
        </p:nvSpPr>
        <p:spPr>
          <a:xfrm>
            <a:off x="9875520" y="365760"/>
            <a:ext cx="2001960" cy="49320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943" name="TextBox 4"/>
          <p:cNvSpPr/>
          <p:nvPr/>
        </p:nvSpPr>
        <p:spPr>
          <a:xfrm>
            <a:off x="2652120" y="1005840"/>
            <a:ext cx="566748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JAVA VARIABLE TYPES</a:t>
            </a:r>
            <a:endParaRPr b="0" lang="en-US" sz="4800" spc="-1" strike="noStrike">
              <a:solidFill>
                <a:srgbClr val="000000"/>
              </a:solidFill>
              <a:latin typeface="Arial"/>
            </a:endParaRPr>
          </a:p>
        </p:txBody>
      </p:sp>
      <p:sp>
        <p:nvSpPr>
          <p:cNvPr id="944" name="TextBox 5"/>
          <p:cNvSpPr/>
          <p:nvPr/>
        </p:nvSpPr>
        <p:spPr>
          <a:xfrm>
            <a:off x="712800" y="2057400"/>
            <a:ext cx="11018160" cy="37908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Java variables are classified based on where they are declared and how they are used within a class or method.</a:t>
            </a:r>
            <a:endParaRPr b="0" lang="en-US" sz="1900" spc="-1" strike="noStrike">
              <a:solidFill>
                <a:srgbClr val="000000"/>
              </a:solidFill>
              <a:latin typeface="Arial"/>
            </a:endParaRPr>
          </a:p>
        </p:txBody>
      </p:sp>
      <p:sp>
        <p:nvSpPr>
          <p:cNvPr id="945" name="Rounded Rectangle 9"/>
          <p:cNvSpPr/>
          <p:nvPr/>
        </p:nvSpPr>
        <p:spPr>
          <a:xfrm>
            <a:off x="987480" y="3182040"/>
            <a:ext cx="3282120" cy="27334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46" name="Rounded Rectangle 10"/>
          <p:cNvSpPr/>
          <p:nvPr/>
        </p:nvSpPr>
        <p:spPr>
          <a:xfrm>
            <a:off x="826200" y="2925720"/>
            <a:ext cx="3385800" cy="36972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300" spc="-1" strike="noStrike">
                <a:solidFill>
                  <a:schemeClr val="lt1"/>
                </a:solidFill>
                <a:latin typeface="Calibri"/>
                <a:ea typeface="DejaVu Sans"/>
              </a:rPr>
              <a:t>Local Variables</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Local variables are declared inside a method, constructor, or block. They can only be accessed within that specific method or block where they are created.</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Instance Variables</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Instance variables are declared inside a class but outside methods. Each object of the class has its own copy of these variables.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Static Variables</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Static variables are declared using the static keyword. They belong to the class itself and are shared among all objects of that class.</a:t>
            </a:r>
            <a:endParaRPr b="0" lang="en-US" sz="1300" spc="-1" strike="noStrike">
              <a:solidFill>
                <a:srgbClr val="ffffff"/>
              </a:solidFill>
              <a:latin typeface="Arial"/>
            </a:endParaRPr>
          </a:p>
        </p:txBody>
      </p:sp>
      <p:sp>
        <p:nvSpPr>
          <p:cNvPr id="947" name="Rounded Rectangle 11"/>
          <p:cNvSpPr/>
          <p:nvPr/>
        </p:nvSpPr>
        <p:spPr>
          <a:xfrm>
            <a:off x="4507920" y="3182040"/>
            <a:ext cx="3282120" cy="27334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48" name="Rounded Rectangle 12"/>
          <p:cNvSpPr/>
          <p:nvPr/>
        </p:nvSpPr>
        <p:spPr>
          <a:xfrm>
            <a:off x="4434840" y="3108960"/>
            <a:ext cx="3282120" cy="30546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Class</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Static Variable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Instance Variable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Method</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Local Variable</a:t>
            </a:r>
            <a:endParaRPr b="0" lang="en-US" sz="1800" spc="-1" strike="noStrike">
              <a:solidFill>
                <a:srgbClr val="ffffff"/>
              </a:solidFill>
              <a:latin typeface="Arial"/>
            </a:endParaRPr>
          </a:p>
        </p:txBody>
      </p:sp>
      <p:sp>
        <p:nvSpPr>
          <p:cNvPr id="949" name="Rounded Rectangle 13"/>
          <p:cNvSpPr/>
          <p:nvPr/>
        </p:nvSpPr>
        <p:spPr>
          <a:xfrm>
            <a:off x="8028360" y="3182040"/>
            <a:ext cx="3282120" cy="27334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50" name="Rounded Rectangle 14"/>
          <p:cNvSpPr/>
          <p:nvPr/>
        </p:nvSpPr>
        <p:spPr>
          <a:xfrm>
            <a:off x="7955280" y="3108960"/>
            <a:ext cx="3466080" cy="32832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200" spc="-1" strike="noStrike">
                <a:solidFill>
                  <a:srgbClr val="78ffc8"/>
                </a:solidFill>
                <a:latin typeface="Consolas"/>
                <a:ea typeface="DejaVu Sans"/>
              </a:rPr>
              <a:t>public class VariableTypes {</a:t>
            </a:r>
            <a:endParaRPr b="0" lang="en-US" sz="1200" spc="-1" strike="noStrike">
              <a:solidFill>
                <a:srgbClr val="ffffff"/>
              </a:solidFill>
              <a:latin typeface="Arial"/>
            </a:endParaRPr>
          </a:p>
          <a:p>
            <a:pPr algn="ctr">
              <a:lnSpc>
                <a:spcPct val="100000"/>
              </a:lnSpc>
            </a:pP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int instanceVar = 10;        // instance variable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static int staticVar = 20;   // static variable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public void showVariables() {</a:t>
            </a:r>
            <a:endParaRPr b="0" lang="en-US" sz="1200" spc="-1" strike="noStrike">
              <a:solidFill>
                <a:srgbClr val="ffffff"/>
              </a:solidFill>
              <a:latin typeface="Arial"/>
            </a:endParaRPr>
          </a:p>
          <a:p>
            <a:pPr algn="ctr">
              <a:lnSpc>
                <a:spcPct val="100000"/>
              </a:lnSpc>
            </a:pP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int localVar = 30;       // local variable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System.out.println(localVar);        System.out.println(instanceVar);        System.out.println(staticVar);</a:t>
            </a:r>
            <a:endParaRPr b="0" lang="en-US" sz="1200" spc="-1" strike="noStrike">
              <a:solidFill>
                <a:srgbClr val="ffffff"/>
              </a:solidFill>
              <a:latin typeface="Arial"/>
            </a:endParaRPr>
          </a:p>
          <a:p>
            <a:pPr algn="ctr">
              <a:lnSpc>
                <a:spcPct val="100000"/>
              </a:lnSpc>
            </a:pP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a:t>
            </a:r>
            <a:endParaRPr b="0" lang="en-US" sz="1200" spc="-1" strike="noStrike">
              <a:solidFill>
                <a:srgbClr val="ffffff"/>
              </a:solidFill>
              <a:latin typeface="Arial"/>
            </a:endParaRPr>
          </a:p>
          <a:p>
            <a:pPr algn="ctr">
              <a:lnSpc>
                <a:spcPct val="100000"/>
              </a:lnSpc>
            </a:pP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a:t>
            </a:r>
            <a:endParaRPr b="0" lang="en-US" sz="1200" spc="-1" strike="noStrike">
              <a:solidFill>
                <a:srgbClr val="ffffff"/>
              </a:solidFill>
              <a:latin typeface="Arial"/>
            </a:endParaRPr>
          </a:p>
        </p:txBody>
      </p:sp>
      <p:sp>
        <p:nvSpPr>
          <p:cNvPr id="951" name="TextBox 6"/>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52" name="Rectangle 160"/>
          <p:cNvSpPr/>
          <p:nvPr/>
        </p:nvSpPr>
        <p:spPr>
          <a:xfrm>
            <a:off x="0" y="0"/>
            <a:ext cx="12181320" cy="685044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53" name="Rectangle 161"/>
          <p:cNvSpPr/>
          <p:nvPr/>
        </p:nvSpPr>
        <p:spPr>
          <a:xfrm>
            <a:off x="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54" name="Rectangle 162"/>
          <p:cNvSpPr/>
          <p:nvPr/>
        </p:nvSpPr>
        <p:spPr>
          <a:xfrm>
            <a:off x="9144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55" name="Rectangle 163"/>
          <p:cNvSpPr/>
          <p:nvPr/>
        </p:nvSpPr>
        <p:spPr>
          <a:xfrm>
            <a:off x="18288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56" name="Rectangle 164"/>
          <p:cNvSpPr/>
          <p:nvPr/>
        </p:nvSpPr>
        <p:spPr>
          <a:xfrm>
            <a:off x="27432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57" name="Rectangle 165"/>
          <p:cNvSpPr/>
          <p:nvPr/>
        </p:nvSpPr>
        <p:spPr>
          <a:xfrm>
            <a:off x="36576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58" name="Rectangle 166"/>
          <p:cNvSpPr/>
          <p:nvPr/>
        </p:nvSpPr>
        <p:spPr>
          <a:xfrm>
            <a:off x="45720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59" name="Rectangle 167"/>
          <p:cNvSpPr/>
          <p:nvPr/>
        </p:nvSpPr>
        <p:spPr>
          <a:xfrm>
            <a:off x="54864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60" name="Rectangle 168"/>
          <p:cNvSpPr/>
          <p:nvPr/>
        </p:nvSpPr>
        <p:spPr>
          <a:xfrm>
            <a:off x="64008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61" name="Rectangle 169"/>
          <p:cNvSpPr/>
          <p:nvPr/>
        </p:nvSpPr>
        <p:spPr>
          <a:xfrm>
            <a:off x="73152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62" name="Rectangle 170"/>
          <p:cNvSpPr/>
          <p:nvPr/>
        </p:nvSpPr>
        <p:spPr>
          <a:xfrm>
            <a:off x="82296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63" name="Rectangle 171"/>
          <p:cNvSpPr/>
          <p:nvPr/>
        </p:nvSpPr>
        <p:spPr>
          <a:xfrm>
            <a:off x="91440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64" name="Rectangle 172"/>
          <p:cNvSpPr/>
          <p:nvPr/>
        </p:nvSpPr>
        <p:spPr>
          <a:xfrm>
            <a:off x="100584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65" name="Rectangle 173"/>
          <p:cNvSpPr/>
          <p:nvPr/>
        </p:nvSpPr>
        <p:spPr>
          <a:xfrm>
            <a:off x="109728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66" name="Rectangle 174"/>
          <p:cNvSpPr/>
          <p:nvPr/>
        </p:nvSpPr>
        <p:spPr>
          <a:xfrm>
            <a:off x="118872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67" name="Rectangle 175"/>
          <p:cNvSpPr/>
          <p:nvPr/>
        </p:nvSpPr>
        <p:spPr>
          <a:xfrm>
            <a:off x="0" y="0"/>
            <a:ext cx="312480" cy="685044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68" name="Rounded Rectangle 71"/>
          <p:cNvSpPr/>
          <p:nvPr/>
        </p:nvSpPr>
        <p:spPr>
          <a:xfrm>
            <a:off x="9875520" y="365760"/>
            <a:ext cx="2004120" cy="49536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969" name="TextBox 31"/>
          <p:cNvSpPr/>
          <p:nvPr/>
        </p:nvSpPr>
        <p:spPr>
          <a:xfrm>
            <a:off x="2074320" y="685800"/>
            <a:ext cx="684108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JAVA VARIABLES EXAMPLE</a:t>
            </a:r>
            <a:endParaRPr b="0" lang="en-US" sz="4800" spc="-1" strike="noStrike">
              <a:solidFill>
                <a:srgbClr val="000000"/>
              </a:solidFill>
              <a:latin typeface="Arial"/>
            </a:endParaRPr>
          </a:p>
        </p:txBody>
      </p:sp>
      <p:sp>
        <p:nvSpPr>
          <p:cNvPr id="970" name="TextBox 32"/>
          <p:cNvSpPr/>
          <p:nvPr/>
        </p:nvSpPr>
        <p:spPr>
          <a:xfrm>
            <a:off x="2312280" y="1679400"/>
            <a:ext cx="6373080" cy="106308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600" spc="-1" strike="noStrike">
                <a:solidFill>
                  <a:srgbClr val="aaaaaa"/>
                </a:solidFill>
                <a:latin typeface="Calibri"/>
                <a:ea typeface="DejaVu Sans"/>
              </a:rPr>
              <a:t>Java programs use different variable types together.</a:t>
            </a:r>
            <a:endParaRPr b="0" lang="en-US" sz="1600" spc="-1" strike="noStrike">
              <a:solidFill>
                <a:srgbClr val="000000"/>
              </a:solidFill>
              <a:latin typeface="Arial"/>
            </a:endParaRPr>
          </a:p>
          <a:p>
            <a:pPr>
              <a:lnSpc>
                <a:spcPct val="100000"/>
              </a:lnSpc>
            </a:pPr>
            <a:r>
              <a:rPr b="0" lang="en-US" sz="1600" spc="-1" strike="noStrike">
                <a:solidFill>
                  <a:srgbClr val="aaaaaa"/>
                </a:solidFill>
                <a:latin typeface="Calibri"/>
                <a:ea typeface="DejaVu Sans"/>
              </a:rPr>
              <a:t>Each type has a different scope and lifetime.</a:t>
            </a:r>
            <a:endParaRPr b="0" lang="en-US" sz="1600" spc="-1" strike="noStrike">
              <a:solidFill>
                <a:srgbClr val="000000"/>
              </a:solidFill>
              <a:latin typeface="Arial"/>
            </a:endParaRPr>
          </a:p>
          <a:p>
            <a:pPr>
              <a:lnSpc>
                <a:spcPct val="100000"/>
              </a:lnSpc>
            </a:pPr>
            <a:r>
              <a:rPr b="0" lang="en-US" sz="1600" spc="-1" strike="noStrike">
                <a:solidFill>
                  <a:srgbClr val="aaaaaa"/>
                </a:solidFill>
                <a:latin typeface="Calibri"/>
                <a:ea typeface="DejaVu Sans"/>
              </a:rPr>
              <a:t>Local variables exist in methods, I</a:t>
            </a:r>
            <a:endParaRPr b="0" lang="en-US" sz="1600" spc="-1" strike="noStrike">
              <a:solidFill>
                <a:srgbClr val="000000"/>
              </a:solidFill>
              <a:latin typeface="Arial"/>
            </a:endParaRPr>
          </a:p>
          <a:p>
            <a:pPr>
              <a:lnSpc>
                <a:spcPct val="100000"/>
              </a:lnSpc>
            </a:pPr>
            <a:r>
              <a:rPr b="0" lang="en-US" sz="1600" spc="-1" strike="noStrike">
                <a:solidFill>
                  <a:srgbClr val="aaaaaa"/>
                </a:solidFill>
                <a:latin typeface="Calibri"/>
                <a:ea typeface="DejaVu Sans"/>
              </a:rPr>
              <a:t>nstance variables belong to objects, and static variables belong to the class.</a:t>
            </a:r>
            <a:endParaRPr b="0" lang="en-US" sz="1600" spc="-1" strike="noStrike">
              <a:solidFill>
                <a:srgbClr val="000000"/>
              </a:solidFill>
              <a:latin typeface="Arial"/>
            </a:endParaRPr>
          </a:p>
        </p:txBody>
      </p:sp>
      <p:sp>
        <p:nvSpPr>
          <p:cNvPr id="971" name="Rounded Rectangle 72"/>
          <p:cNvSpPr/>
          <p:nvPr/>
        </p:nvSpPr>
        <p:spPr>
          <a:xfrm>
            <a:off x="987480" y="3182040"/>
            <a:ext cx="3284280" cy="27356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72" name="Rounded Rectangle 73"/>
          <p:cNvSpPr/>
          <p:nvPr/>
        </p:nvSpPr>
        <p:spPr>
          <a:xfrm>
            <a:off x="685800" y="2971800"/>
            <a:ext cx="3512880" cy="31939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400" spc="-1" strike="noStrike">
                <a:solidFill>
                  <a:schemeClr val="lt1"/>
                </a:solidFill>
                <a:latin typeface="Calibri"/>
                <a:ea typeface="DejaVu Sans"/>
              </a:rPr>
              <a:t>Değişken Kapsamı</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Yerel Değişken (Local Variable)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Sadece bir metod içinde bulunur</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Metod başladığında oluşturulur</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Metod bittiğinde yok edilir</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Instance Değişken (Instance Variable)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Bir nesneye aittir</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Her nesnenin kendine ait kopyası vardır</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Static Değişken (Static Variable)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Tüm nesneler tarafından paylaşılır</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Sınıfın kendisine aittir</a:t>
            </a:r>
            <a:endParaRPr b="0" lang="en-US" sz="1400" spc="-1" strike="noStrike">
              <a:solidFill>
                <a:srgbClr val="ffffff"/>
              </a:solidFill>
              <a:latin typeface="Arial"/>
            </a:endParaRPr>
          </a:p>
        </p:txBody>
      </p:sp>
      <p:sp>
        <p:nvSpPr>
          <p:cNvPr id="973" name="Rounded Rectangle 74"/>
          <p:cNvSpPr/>
          <p:nvPr/>
        </p:nvSpPr>
        <p:spPr>
          <a:xfrm>
            <a:off x="4507920" y="3182040"/>
            <a:ext cx="3284280" cy="27356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74" name="Rounded Rectangle 75"/>
          <p:cNvSpPr/>
          <p:nvPr/>
        </p:nvSpPr>
        <p:spPr>
          <a:xfrm>
            <a:off x="4434840" y="3108960"/>
            <a:ext cx="3284280" cy="30567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Program Execution</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Create Class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a:t>
            </a:r>
            <a:r>
              <a:rPr b="0" lang="en-US" sz="1400" spc="-1" strike="noStrike">
                <a:solidFill>
                  <a:schemeClr val="lt1"/>
                </a:solidFill>
                <a:latin typeface="Calibri"/>
                <a:ea typeface="DejaVu Sans"/>
              </a:rPr>
              <a:t>Static Variable (shared)</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Create Object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a:t>
            </a:r>
            <a:r>
              <a:rPr b="0" lang="en-US" sz="1400" spc="-1" strike="noStrike">
                <a:solidFill>
                  <a:schemeClr val="lt1"/>
                </a:solidFill>
                <a:latin typeface="Calibri"/>
                <a:ea typeface="DejaVu Sans"/>
              </a:rPr>
              <a:t>Instance Variable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Call Method</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a:t>
            </a:r>
            <a:r>
              <a:rPr b="0" lang="en-US" sz="1400" spc="-1" strike="noStrike">
                <a:solidFill>
                  <a:schemeClr val="lt1"/>
                </a:solidFill>
                <a:latin typeface="Calibri"/>
                <a:ea typeface="DejaVu Sans"/>
              </a:rPr>
              <a:t>Local Variable</a:t>
            </a:r>
            <a:endParaRPr b="0" lang="en-US" sz="1400" spc="-1" strike="noStrike">
              <a:solidFill>
                <a:srgbClr val="ffffff"/>
              </a:solidFill>
              <a:latin typeface="Arial"/>
            </a:endParaRPr>
          </a:p>
        </p:txBody>
      </p:sp>
      <p:sp>
        <p:nvSpPr>
          <p:cNvPr id="975" name="Rounded Rectangle 76"/>
          <p:cNvSpPr/>
          <p:nvPr/>
        </p:nvSpPr>
        <p:spPr>
          <a:xfrm>
            <a:off x="8028360" y="3182040"/>
            <a:ext cx="3284280" cy="27356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76" name="Rounded Rectangle 77"/>
          <p:cNvSpPr/>
          <p:nvPr/>
        </p:nvSpPr>
        <p:spPr>
          <a:xfrm>
            <a:off x="7955280" y="2971800"/>
            <a:ext cx="3696840" cy="34225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050" spc="-1" strike="noStrike">
                <a:solidFill>
                  <a:srgbClr val="78ffc8"/>
                </a:solidFill>
                <a:latin typeface="Consolas"/>
                <a:ea typeface="DejaVu Sans"/>
              </a:rPr>
              <a:t>public class VariableDemo {</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static String university = "Tech University"; // static variable</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String studentName; // instance variable</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public void showInfo() {</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int year = 2; // local variable</a:t>
            </a:r>
            <a:endParaRPr b="0" lang="en-US" sz="1050" spc="-1" strike="noStrike">
              <a:solidFill>
                <a:srgbClr val="ffffff"/>
              </a:solidFill>
              <a:latin typeface="Arial"/>
            </a:endParaRPr>
          </a:p>
          <a:p>
            <a:pPr algn="ctr">
              <a:lnSpc>
                <a:spcPct val="100000"/>
              </a:lnSpc>
            </a:pP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System.out.println(studentName);</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System.out.println(university);</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System.out.println(year);</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public static void main(String[] args) {</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VariableDemo s1 = new VariableDemo();</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s1.studentName = "Tuna";</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s1.showInfo();</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a:t>
            </a:r>
            <a:endParaRPr b="0" lang="en-US" sz="1050" spc="-1" strike="noStrike">
              <a:solidFill>
                <a:srgbClr val="ffffff"/>
              </a:solidFill>
              <a:latin typeface="Arial"/>
            </a:endParaRPr>
          </a:p>
        </p:txBody>
      </p:sp>
      <p:sp>
        <p:nvSpPr>
          <p:cNvPr id="977" name="TextBox 33"/>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78" name="Rectangle 144"/>
          <p:cNvSpPr/>
          <p:nvPr/>
        </p:nvSpPr>
        <p:spPr>
          <a:xfrm>
            <a:off x="0" y="0"/>
            <a:ext cx="12180960" cy="685008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79" name="Rectangle 145"/>
          <p:cNvSpPr/>
          <p:nvPr/>
        </p:nvSpPr>
        <p:spPr>
          <a:xfrm>
            <a:off x="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80" name="Rectangle 146"/>
          <p:cNvSpPr/>
          <p:nvPr/>
        </p:nvSpPr>
        <p:spPr>
          <a:xfrm>
            <a:off x="9144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81" name="Rectangle 147"/>
          <p:cNvSpPr/>
          <p:nvPr/>
        </p:nvSpPr>
        <p:spPr>
          <a:xfrm>
            <a:off x="18288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82" name="Rectangle 148"/>
          <p:cNvSpPr/>
          <p:nvPr/>
        </p:nvSpPr>
        <p:spPr>
          <a:xfrm>
            <a:off x="27432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83" name="Rectangle 149"/>
          <p:cNvSpPr/>
          <p:nvPr/>
        </p:nvSpPr>
        <p:spPr>
          <a:xfrm>
            <a:off x="36576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84" name="Rectangle 150"/>
          <p:cNvSpPr/>
          <p:nvPr/>
        </p:nvSpPr>
        <p:spPr>
          <a:xfrm>
            <a:off x="45720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85" name="Rectangle 151"/>
          <p:cNvSpPr/>
          <p:nvPr/>
        </p:nvSpPr>
        <p:spPr>
          <a:xfrm>
            <a:off x="54864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86" name="Rectangle 152"/>
          <p:cNvSpPr/>
          <p:nvPr/>
        </p:nvSpPr>
        <p:spPr>
          <a:xfrm>
            <a:off x="64008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87" name="Rectangle 153"/>
          <p:cNvSpPr/>
          <p:nvPr/>
        </p:nvSpPr>
        <p:spPr>
          <a:xfrm>
            <a:off x="73152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88" name="Rectangle 154"/>
          <p:cNvSpPr/>
          <p:nvPr/>
        </p:nvSpPr>
        <p:spPr>
          <a:xfrm>
            <a:off x="82296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89" name="Rectangle 155"/>
          <p:cNvSpPr/>
          <p:nvPr/>
        </p:nvSpPr>
        <p:spPr>
          <a:xfrm>
            <a:off x="91440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90" name="Rectangle 156"/>
          <p:cNvSpPr/>
          <p:nvPr/>
        </p:nvSpPr>
        <p:spPr>
          <a:xfrm>
            <a:off x="100584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91" name="Rectangle 157"/>
          <p:cNvSpPr/>
          <p:nvPr/>
        </p:nvSpPr>
        <p:spPr>
          <a:xfrm>
            <a:off x="109728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92" name="Rectangle 158"/>
          <p:cNvSpPr/>
          <p:nvPr/>
        </p:nvSpPr>
        <p:spPr>
          <a:xfrm>
            <a:off x="118872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93" name="Rectangle 159"/>
          <p:cNvSpPr/>
          <p:nvPr/>
        </p:nvSpPr>
        <p:spPr>
          <a:xfrm>
            <a:off x="0" y="0"/>
            <a:ext cx="312120" cy="685008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94" name="Rounded Rectangle 64"/>
          <p:cNvSpPr/>
          <p:nvPr/>
        </p:nvSpPr>
        <p:spPr>
          <a:xfrm>
            <a:off x="9875520" y="365760"/>
            <a:ext cx="2003760" cy="49500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995" name="TextBox 28"/>
          <p:cNvSpPr/>
          <p:nvPr/>
        </p:nvSpPr>
        <p:spPr>
          <a:xfrm>
            <a:off x="3228120" y="1005840"/>
            <a:ext cx="451548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JAVA DATA TYPES</a:t>
            </a:r>
            <a:endParaRPr b="0" lang="en-US" sz="4800" spc="-1" strike="noStrike">
              <a:solidFill>
                <a:srgbClr val="000000"/>
              </a:solidFill>
              <a:latin typeface="Arial"/>
            </a:endParaRPr>
          </a:p>
        </p:txBody>
      </p:sp>
      <p:sp>
        <p:nvSpPr>
          <p:cNvPr id="996" name="TextBox 29"/>
          <p:cNvSpPr/>
          <p:nvPr/>
        </p:nvSpPr>
        <p:spPr>
          <a:xfrm>
            <a:off x="2229120" y="2194560"/>
            <a:ext cx="651204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Data types define what kind of value a variable can store in Java.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Every variable must have a specific data type</a:t>
            </a:r>
            <a:endParaRPr b="0" lang="en-US" sz="1900" spc="-1" strike="noStrike">
              <a:solidFill>
                <a:srgbClr val="000000"/>
              </a:solidFill>
              <a:latin typeface="Arial"/>
            </a:endParaRPr>
          </a:p>
        </p:txBody>
      </p:sp>
      <p:sp>
        <p:nvSpPr>
          <p:cNvPr id="997" name="Rounded Rectangle 65"/>
          <p:cNvSpPr/>
          <p:nvPr/>
        </p:nvSpPr>
        <p:spPr>
          <a:xfrm>
            <a:off x="987480" y="3182040"/>
            <a:ext cx="3283920" cy="27352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98" name="Rounded Rectangle 66"/>
          <p:cNvSpPr/>
          <p:nvPr/>
        </p:nvSpPr>
        <p:spPr>
          <a:xfrm>
            <a:off x="685800" y="3108960"/>
            <a:ext cx="3512520" cy="32850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marL="216000" indent="-216000">
              <a:lnSpc>
                <a:spcPct val="100000"/>
              </a:lnSpc>
              <a:buClr>
                <a:srgbClr val="ffffff"/>
              </a:buClr>
              <a:buFont typeface="Wingdings" charset="2"/>
              <a:buChar char=""/>
            </a:pPr>
            <a:r>
              <a:rPr b="1" lang="en-US" sz="1500" spc="-1" strike="noStrike">
                <a:solidFill>
                  <a:schemeClr val="lt1"/>
                </a:solidFill>
                <a:latin typeface="Calibri"/>
                <a:ea typeface="DejaVu Sans"/>
              </a:rPr>
              <a:t>Data Types</a:t>
            </a:r>
            <a:r>
              <a:rPr b="0" lang="en-US" sz="1500" spc="-1" strike="noStrike">
                <a:solidFill>
                  <a:schemeClr val="lt1"/>
                </a:solidFill>
                <a:latin typeface="Calibri"/>
                <a:ea typeface="DejaVu Sans"/>
              </a:rPr>
              <a:t> specify the type of data stored in a variable.</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Java has </a:t>
            </a:r>
            <a:r>
              <a:rPr b="1" lang="en-US" sz="1500" spc="-1" strike="noStrike">
                <a:solidFill>
                  <a:schemeClr val="lt1"/>
                </a:solidFill>
                <a:latin typeface="Calibri"/>
                <a:ea typeface="DejaVu Sans"/>
              </a:rPr>
              <a:t>two main data type categories</a:t>
            </a:r>
            <a:r>
              <a:rPr b="0" lang="en-US" sz="1500" spc="-1" strike="noStrike">
                <a:solidFill>
                  <a:schemeClr val="lt1"/>
                </a:solidFill>
                <a:latin typeface="Calibri"/>
                <a:ea typeface="DejaVu Sans"/>
              </a:rPr>
              <a:t>.</a:t>
            </a:r>
            <a:endParaRPr b="0" lang="en-US" sz="1500" spc="-1" strike="noStrike">
              <a:solidFill>
                <a:srgbClr val="ffffff"/>
              </a:solidFill>
              <a:latin typeface="Arial"/>
            </a:endParaRPr>
          </a:p>
          <a:p>
            <a:pPr>
              <a:lnSpc>
                <a:spcPct val="100000"/>
              </a:lnSpc>
            </a:pPr>
            <a:endParaRPr b="0" lang="en-US" sz="1500" spc="-1" strike="noStrike">
              <a:solidFill>
                <a:srgbClr val="ffffff"/>
              </a:solidFill>
              <a:latin typeface="Arial"/>
            </a:endParaRPr>
          </a:p>
          <a:p>
            <a:pPr>
              <a:lnSpc>
                <a:spcPct val="100000"/>
              </a:lnSpc>
            </a:pPr>
            <a:r>
              <a:rPr b="1" lang="en-US" sz="1500" spc="-1" strike="noStrike">
                <a:solidFill>
                  <a:schemeClr val="lt1"/>
                </a:solidFill>
                <a:latin typeface="Calibri"/>
                <a:ea typeface="DejaVu Sans"/>
              </a:rPr>
              <a:t>Primitive Types</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Store simple values directly in memory.</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Examples: </a:t>
            </a:r>
            <a:r>
              <a:rPr b="1" lang="en-US" sz="1500" spc="-1" strike="noStrike">
                <a:solidFill>
                  <a:schemeClr val="lt1"/>
                </a:solidFill>
                <a:latin typeface="Calibri"/>
                <a:ea typeface="DejaVu Sans"/>
              </a:rPr>
              <a:t>int, double, char, boolean.</a:t>
            </a:r>
            <a:endParaRPr b="0" lang="en-US" sz="1500" spc="-1" strike="noStrike">
              <a:solidFill>
                <a:srgbClr val="ffffff"/>
              </a:solidFill>
              <a:latin typeface="Arial"/>
            </a:endParaRPr>
          </a:p>
          <a:p>
            <a:pPr>
              <a:lnSpc>
                <a:spcPct val="100000"/>
              </a:lnSpc>
            </a:pPr>
            <a:endParaRPr b="0" lang="en-US" sz="1500" spc="-1" strike="noStrike">
              <a:solidFill>
                <a:srgbClr val="ffffff"/>
              </a:solidFill>
              <a:latin typeface="Arial"/>
            </a:endParaRPr>
          </a:p>
          <a:p>
            <a:pPr>
              <a:lnSpc>
                <a:spcPct val="100000"/>
              </a:lnSpc>
            </a:pPr>
            <a:r>
              <a:rPr b="1" lang="en-US" sz="1500" spc="-1" strike="noStrike">
                <a:solidFill>
                  <a:schemeClr val="lt1"/>
                </a:solidFill>
                <a:latin typeface="Calibri"/>
                <a:ea typeface="DejaVu Sans"/>
              </a:rPr>
              <a:t>Non-Primitive Types</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Store references to objects.</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Examples: String, Arrays, Classes.</a:t>
            </a:r>
            <a:endParaRPr b="0" lang="en-US" sz="1500" spc="-1" strike="noStrike">
              <a:solidFill>
                <a:srgbClr val="ffffff"/>
              </a:solidFill>
              <a:latin typeface="Arial"/>
            </a:endParaRPr>
          </a:p>
        </p:txBody>
      </p:sp>
      <p:sp>
        <p:nvSpPr>
          <p:cNvPr id="999" name="Rounded Rectangle 67"/>
          <p:cNvSpPr/>
          <p:nvPr/>
        </p:nvSpPr>
        <p:spPr>
          <a:xfrm>
            <a:off x="4507920" y="3182040"/>
            <a:ext cx="3283920" cy="27352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00" name="Rounded Rectangle 68"/>
          <p:cNvSpPr/>
          <p:nvPr/>
        </p:nvSpPr>
        <p:spPr>
          <a:xfrm>
            <a:off x="4434840" y="3108960"/>
            <a:ext cx="3283920" cy="30564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500" spc="-1" strike="noStrike">
                <a:solidFill>
                  <a:schemeClr val="lt1"/>
                </a:solidFill>
                <a:latin typeface="Calibri"/>
                <a:ea typeface="DejaVu Sans"/>
              </a:rPr>
              <a:t>Java Data Types</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 </a:t>
            </a:r>
            <a:r>
              <a:rPr b="0" lang="en-US" sz="1500" spc="-1" strike="noStrike">
                <a:solidFill>
                  <a:schemeClr val="lt1"/>
                </a:solidFill>
                <a:latin typeface="Calibri"/>
                <a:ea typeface="DejaVu Sans"/>
              </a:rPr>
              <a:t>Primitive Types</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   ├ </a:t>
            </a:r>
            <a:r>
              <a:rPr b="0" lang="en-US" sz="1500" spc="-1" strike="noStrike">
                <a:solidFill>
                  <a:schemeClr val="lt1"/>
                </a:solidFill>
                <a:latin typeface="Calibri"/>
                <a:ea typeface="DejaVu Sans"/>
              </a:rPr>
              <a:t>int</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   ├ </a:t>
            </a:r>
            <a:r>
              <a:rPr b="0" lang="en-US" sz="1500" spc="-1" strike="noStrike">
                <a:solidFill>
                  <a:schemeClr val="lt1"/>
                </a:solidFill>
                <a:latin typeface="Calibri"/>
                <a:ea typeface="DejaVu Sans"/>
              </a:rPr>
              <a:t>double</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   ├ </a:t>
            </a:r>
            <a:r>
              <a:rPr b="0" lang="en-US" sz="1500" spc="-1" strike="noStrike">
                <a:solidFill>
                  <a:schemeClr val="lt1"/>
                </a:solidFill>
                <a:latin typeface="Calibri"/>
                <a:ea typeface="DejaVu Sans"/>
              </a:rPr>
              <a:t>char</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   └ </a:t>
            </a:r>
            <a:r>
              <a:rPr b="0" lang="en-US" sz="1500" spc="-1" strike="noStrike">
                <a:solidFill>
                  <a:schemeClr val="lt1"/>
                </a:solidFill>
                <a:latin typeface="Calibri"/>
                <a:ea typeface="DejaVu Sans"/>
              </a:rPr>
              <a:t>boolean</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 </a:t>
            </a:r>
            <a:r>
              <a:rPr b="0" lang="en-US" sz="1500" spc="-1" strike="noStrike">
                <a:solidFill>
                  <a:schemeClr val="lt1"/>
                </a:solidFill>
                <a:latin typeface="Calibri"/>
                <a:ea typeface="DejaVu Sans"/>
              </a:rPr>
              <a:t>Non-Primitive Types</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 </a:t>
            </a:r>
            <a:r>
              <a:rPr b="0" lang="en-US" sz="1500" spc="-1" strike="noStrike">
                <a:solidFill>
                  <a:schemeClr val="lt1"/>
                </a:solidFill>
                <a:latin typeface="Calibri"/>
                <a:ea typeface="DejaVu Sans"/>
              </a:rPr>
              <a:t>String</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 </a:t>
            </a:r>
            <a:r>
              <a:rPr b="0" lang="en-US" sz="1500" spc="-1" strike="noStrike">
                <a:solidFill>
                  <a:schemeClr val="lt1"/>
                </a:solidFill>
                <a:latin typeface="Calibri"/>
                <a:ea typeface="DejaVu Sans"/>
              </a:rPr>
              <a:t>Array</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 </a:t>
            </a:r>
            <a:r>
              <a:rPr b="0" lang="en-US" sz="1500" spc="-1" strike="noStrike">
                <a:solidFill>
                  <a:schemeClr val="lt1"/>
                </a:solidFill>
                <a:latin typeface="Calibri"/>
                <a:ea typeface="DejaVu Sans"/>
              </a:rPr>
              <a:t>Class</a:t>
            </a:r>
            <a:endParaRPr b="0" lang="en-US" sz="1500" spc="-1" strike="noStrike">
              <a:solidFill>
                <a:srgbClr val="ffffff"/>
              </a:solidFill>
              <a:latin typeface="Arial"/>
            </a:endParaRPr>
          </a:p>
        </p:txBody>
      </p:sp>
      <p:sp>
        <p:nvSpPr>
          <p:cNvPr id="1001" name="Rounded Rectangle 69"/>
          <p:cNvSpPr/>
          <p:nvPr/>
        </p:nvSpPr>
        <p:spPr>
          <a:xfrm>
            <a:off x="8028360" y="3182040"/>
            <a:ext cx="3283920" cy="27352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02" name="Rounded Rectangle 70"/>
          <p:cNvSpPr/>
          <p:nvPr/>
        </p:nvSpPr>
        <p:spPr>
          <a:xfrm>
            <a:off x="7955280" y="3108960"/>
            <a:ext cx="3696480" cy="30564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400" spc="-1" strike="noStrike">
                <a:solidFill>
                  <a:srgbClr val="78ffc8"/>
                </a:solidFill>
                <a:latin typeface="Consolas"/>
                <a:ea typeface="DejaVu Sans"/>
              </a:rPr>
              <a:t>public class DataTypesExample {</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public static void main(String[] args) {</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int age = 25;</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double salary = 5500.5;</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char grade = 'A';</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boolean isStudent = true;</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String name = "Tuna";</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System.out.println(name);</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System.out.println(age);</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a:t>
            </a:r>
            <a:endParaRPr b="0" lang="en-US" sz="1400" spc="-1" strike="noStrike">
              <a:solidFill>
                <a:srgbClr val="ffffff"/>
              </a:solidFill>
              <a:latin typeface="Arial"/>
            </a:endParaRPr>
          </a:p>
        </p:txBody>
      </p:sp>
      <p:sp>
        <p:nvSpPr>
          <p:cNvPr id="1003" name="TextBox 30"/>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04" name="Rectangle 48"/>
          <p:cNvSpPr/>
          <p:nvPr/>
        </p:nvSpPr>
        <p:spPr>
          <a:xfrm>
            <a:off x="0" y="0"/>
            <a:ext cx="12179160" cy="684828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05" name="Rectangle 49"/>
          <p:cNvSpPr/>
          <p:nvPr/>
        </p:nvSpPr>
        <p:spPr>
          <a:xfrm>
            <a:off x="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06" name="Rectangle 50"/>
          <p:cNvSpPr/>
          <p:nvPr/>
        </p:nvSpPr>
        <p:spPr>
          <a:xfrm>
            <a:off x="91440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07" name="Rectangle 51"/>
          <p:cNvSpPr/>
          <p:nvPr/>
        </p:nvSpPr>
        <p:spPr>
          <a:xfrm>
            <a:off x="182880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08" name="Rectangle 52"/>
          <p:cNvSpPr/>
          <p:nvPr/>
        </p:nvSpPr>
        <p:spPr>
          <a:xfrm>
            <a:off x="274320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09" name="Rectangle 53"/>
          <p:cNvSpPr/>
          <p:nvPr/>
        </p:nvSpPr>
        <p:spPr>
          <a:xfrm>
            <a:off x="365760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10" name="Rectangle 54"/>
          <p:cNvSpPr/>
          <p:nvPr/>
        </p:nvSpPr>
        <p:spPr>
          <a:xfrm>
            <a:off x="457200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11" name="Rectangle 55"/>
          <p:cNvSpPr/>
          <p:nvPr/>
        </p:nvSpPr>
        <p:spPr>
          <a:xfrm>
            <a:off x="548640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12" name="Rectangle 56"/>
          <p:cNvSpPr/>
          <p:nvPr/>
        </p:nvSpPr>
        <p:spPr>
          <a:xfrm>
            <a:off x="640080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13" name="Rectangle 57"/>
          <p:cNvSpPr/>
          <p:nvPr/>
        </p:nvSpPr>
        <p:spPr>
          <a:xfrm>
            <a:off x="731520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14" name="Rectangle 58"/>
          <p:cNvSpPr/>
          <p:nvPr/>
        </p:nvSpPr>
        <p:spPr>
          <a:xfrm>
            <a:off x="822960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15" name="Rectangle 59"/>
          <p:cNvSpPr/>
          <p:nvPr/>
        </p:nvSpPr>
        <p:spPr>
          <a:xfrm>
            <a:off x="914400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16" name="Rectangle 60"/>
          <p:cNvSpPr/>
          <p:nvPr/>
        </p:nvSpPr>
        <p:spPr>
          <a:xfrm>
            <a:off x="1005840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17" name="Rectangle 61"/>
          <p:cNvSpPr/>
          <p:nvPr/>
        </p:nvSpPr>
        <p:spPr>
          <a:xfrm>
            <a:off x="1097280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18" name="Rectangle 62"/>
          <p:cNvSpPr/>
          <p:nvPr/>
        </p:nvSpPr>
        <p:spPr>
          <a:xfrm>
            <a:off x="1188720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19" name="Rectangle 63"/>
          <p:cNvSpPr/>
          <p:nvPr/>
        </p:nvSpPr>
        <p:spPr>
          <a:xfrm>
            <a:off x="0" y="0"/>
            <a:ext cx="310320" cy="684828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20" name="Rounded Rectangle 15"/>
          <p:cNvSpPr/>
          <p:nvPr/>
        </p:nvSpPr>
        <p:spPr>
          <a:xfrm>
            <a:off x="9875520" y="365760"/>
            <a:ext cx="2001960" cy="49320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021" name="TextBox 7"/>
          <p:cNvSpPr/>
          <p:nvPr/>
        </p:nvSpPr>
        <p:spPr>
          <a:xfrm>
            <a:off x="1629000" y="1005840"/>
            <a:ext cx="771444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   </a:t>
            </a:r>
            <a:r>
              <a:rPr b="1" lang="en-US" sz="4800" spc="-1" strike="noStrike">
                <a:solidFill>
                  <a:srgbClr val="f5f5f5"/>
                </a:solidFill>
                <a:latin typeface="Calibri"/>
                <a:ea typeface="DejaVu Sans"/>
              </a:rPr>
              <a:t>JAVA PRIMITIVE DATA TYPES</a:t>
            </a:r>
            <a:endParaRPr b="0" lang="en-US" sz="4800" spc="-1" strike="noStrike">
              <a:solidFill>
                <a:srgbClr val="000000"/>
              </a:solidFill>
              <a:latin typeface="Arial"/>
            </a:endParaRPr>
          </a:p>
        </p:txBody>
      </p:sp>
      <p:sp>
        <p:nvSpPr>
          <p:cNvPr id="1022" name="TextBox 8"/>
          <p:cNvSpPr/>
          <p:nvPr/>
        </p:nvSpPr>
        <p:spPr>
          <a:xfrm>
            <a:off x="1870560" y="1846080"/>
            <a:ext cx="728928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Primitive data types are the basic data types in Java used to store simple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values such as numbers, characters, and boolean values.</a:t>
            </a:r>
            <a:endParaRPr b="0" lang="en-US" sz="1900" spc="-1" strike="noStrike">
              <a:solidFill>
                <a:srgbClr val="000000"/>
              </a:solidFill>
              <a:latin typeface="Arial"/>
            </a:endParaRPr>
          </a:p>
        </p:txBody>
      </p:sp>
      <p:sp>
        <p:nvSpPr>
          <p:cNvPr id="1023" name="Rounded Rectangle 16"/>
          <p:cNvSpPr/>
          <p:nvPr/>
        </p:nvSpPr>
        <p:spPr>
          <a:xfrm>
            <a:off x="987480" y="3182040"/>
            <a:ext cx="3282120" cy="27334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24" name="Rounded Rectangle 18"/>
          <p:cNvSpPr/>
          <p:nvPr/>
        </p:nvSpPr>
        <p:spPr>
          <a:xfrm>
            <a:off x="685800" y="2743200"/>
            <a:ext cx="3510720" cy="34203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300" spc="-1" strike="noStrike">
                <a:solidFill>
                  <a:schemeClr val="lt1"/>
                </a:solidFill>
                <a:latin typeface="Calibri"/>
                <a:ea typeface="DejaVu Sans"/>
              </a:rPr>
              <a:t>Numeric Types</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Java provides numeric data types such as byte, short, int, long, float, and double to store different kinds of numbers.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Character Type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The char data type is used to store a single character based on the Unicode system.</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Boolean Type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The boolean data type represents logical values and can only store true or false.</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Memory Efficiency</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Primitive types are stored directly in memory and are faster and more memory-efficient than reference types.</a:t>
            </a:r>
            <a:endParaRPr b="0" lang="en-US" sz="1300" spc="-1" strike="noStrike">
              <a:solidFill>
                <a:srgbClr val="ffffff"/>
              </a:solidFill>
              <a:latin typeface="Arial"/>
            </a:endParaRPr>
          </a:p>
        </p:txBody>
      </p:sp>
      <p:sp>
        <p:nvSpPr>
          <p:cNvPr id="1025" name="Rounded Rectangle 19"/>
          <p:cNvSpPr/>
          <p:nvPr/>
        </p:nvSpPr>
        <p:spPr>
          <a:xfrm>
            <a:off x="4507920" y="3182040"/>
            <a:ext cx="3282120" cy="27334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26" name="Rounded Rectangle 26"/>
          <p:cNvSpPr/>
          <p:nvPr/>
        </p:nvSpPr>
        <p:spPr>
          <a:xfrm>
            <a:off x="4343400" y="2743200"/>
            <a:ext cx="3373560" cy="36489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Primitive Data Types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a:t>
            </a:r>
            <a:r>
              <a:rPr b="0" lang="en-US" sz="1400" spc="-1" strike="noStrike">
                <a:solidFill>
                  <a:schemeClr val="lt1"/>
                </a:solidFill>
                <a:latin typeface="Calibri"/>
                <a:ea typeface="DejaVu Sans"/>
              </a:rPr>
              <a:t>Numeric Types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 </a:t>
            </a:r>
            <a:r>
              <a:rPr b="0" lang="en-US" sz="1400" spc="-1" strike="noStrike">
                <a:solidFill>
                  <a:schemeClr val="lt1"/>
                </a:solidFill>
                <a:latin typeface="Calibri"/>
                <a:ea typeface="DejaVu Sans"/>
              </a:rPr>
              <a:t>byte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 </a:t>
            </a:r>
            <a:r>
              <a:rPr b="0" lang="en-US" sz="1400" spc="-1" strike="noStrike">
                <a:solidFill>
                  <a:schemeClr val="lt1"/>
                </a:solidFill>
                <a:latin typeface="Calibri"/>
                <a:ea typeface="DejaVu Sans"/>
              </a:rPr>
              <a:t>short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 </a:t>
            </a:r>
            <a:r>
              <a:rPr b="0" lang="en-US" sz="1400" spc="-1" strike="noStrike">
                <a:solidFill>
                  <a:schemeClr val="lt1"/>
                </a:solidFill>
                <a:latin typeface="Calibri"/>
                <a:ea typeface="DejaVu Sans"/>
              </a:rPr>
              <a:t>int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 </a:t>
            </a:r>
            <a:r>
              <a:rPr b="0" lang="en-US" sz="1400" spc="-1" strike="noStrike">
                <a:solidFill>
                  <a:schemeClr val="lt1"/>
                </a:solidFill>
                <a:latin typeface="Calibri"/>
                <a:ea typeface="DejaVu Sans"/>
              </a:rPr>
              <a:t>long</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 </a:t>
            </a:r>
            <a:r>
              <a:rPr b="0" lang="en-US" sz="1400" spc="-1" strike="noStrike">
                <a:solidFill>
                  <a:schemeClr val="lt1"/>
                </a:solidFill>
                <a:latin typeface="Calibri"/>
                <a:ea typeface="DejaVu Sans"/>
              </a:rPr>
              <a:t>float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 </a:t>
            </a:r>
            <a:r>
              <a:rPr b="0" lang="en-US" sz="1400" spc="-1" strike="noStrike">
                <a:solidFill>
                  <a:schemeClr val="lt1"/>
                </a:solidFill>
                <a:latin typeface="Calibri"/>
                <a:ea typeface="DejaVu Sans"/>
              </a:rPr>
              <a:t>double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a:t>
            </a:r>
            <a:r>
              <a:rPr b="0" lang="en-US" sz="1400" spc="-1" strike="noStrike">
                <a:solidFill>
                  <a:schemeClr val="lt1"/>
                </a:solidFill>
                <a:latin typeface="Calibri"/>
                <a:ea typeface="DejaVu Sans"/>
              </a:rPr>
              <a:t>Character Type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 </a:t>
            </a:r>
            <a:r>
              <a:rPr b="0" lang="en-US" sz="1400" spc="-1" strike="noStrike">
                <a:solidFill>
                  <a:schemeClr val="lt1"/>
                </a:solidFill>
                <a:latin typeface="Calibri"/>
                <a:ea typeface="DejaVu Sans"/>
              </a:rPr>
              <a:t>char</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a:t>
            </a:r>
            <a:r>
              <a:rPr b="0" lang="en-US" sz="1400" spc="-1" strike="noStrike">
                <a:solidFill>
                  <a:schemeClr val="lt1"/>
                </a:solidFill>
                <a:latin typeface="Calibri"/>
                <a:ea typeface="DejaVu Sans"/>
              </a:rPr>
              <a:t>Boolean Type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a:t>
            </a:r>
            <a:r>
              <a:rPr b="0" lang="en-US" sz="1400" spc="-1" strike="noStrike">
                <a:solidFill>
                  <a:schemeClr val="lt1"/>
                </a:solidFill>
                <a:latin typeface="Calibri"/>
                <a:ea typeface="DejaVu Sans"/>
              </a:rPr>
              <a:t>boolean</a:t>
            </a:r>
            <a:endParaRPr b="0" lang="en-US" sz="1400" spc="-1" strike="noStrike">
              <a:solidFill>
                <a:srgbClr val="ffffff"/>
              </a:solidFill>
              <a:latin typeface="Arial"/>
            </a:endParaRPr>
          </a:p>
        </p:txBody>
      </p:sp>
      <p:sp>
        <p:nvSpPr>
          <p:cNvPr id="1027" name="Rounded Rectangle 27"/>
          <p:cNvSpPr/>
          <p:nvPr/>
        </p:nvSpPr>
        <p:spPr>
          <a:xfrm>
            <a:off x="8028360" y="3182040"/>
            <a:ext cx="3282120" cy="27334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28" name="Rounded Rectangle 28"/>
          <p:cNvSpPr/>
          <p:nvPr/>
        </p:nvSpPr>
        <p:spPr>
          <a:xfrm>
            <a:off x="7955280" y="2971800"/>
            <a:ext cx="3694680" cy="31917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300" spc="-1" strike="noStrike">
                <a:solidFill>
                  <a:srgbClr val="78ffc8"/>
                </a:solidFill>
                <a:latin typeface="Consolas"/>
                <a:ea typeface="DejaVu Sans"/>
              </a:rPr>
              <a:t>public class PrimitiveExample {</a:t>
            </a:r>
            <a:endParaRPr b="0" lang="en-US" sz="1300" spc="-1" strike="noStrike">
              <a:solidFill>
                <a:srgbClr val="ffffff"/>
              </a:solidFill>
              <a:latin typeface="Arial"/>
            </a:endParaRPr>
          </a:p>
          <a:p>
            <a:pPr algn="ctr">
              <a:lnSpc>
                <a:spcPct val="100000"/>
              </a:lnSpc>
            </a:pP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public static void main(String[] args)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age = 25;</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double price = 19.99;</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char grade = 'A';</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boolean isStudent = true;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System.out.println(age);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System.out.println(price);      System.out.println(grade);    System.out.println(isStudent);</a:t>
            </a:r>
            <a:endParaRPr b="0" lang="en-US" sz="1300" spc="-1" strike="noStrike">
              <a:solidFill>
                <a:srgbClr val="ffffff"/>
              </a:solidFill>
              <a:latin typeface="Arial"/>
            </a:endParaRPr>
          </a:p>
          <a:p>
            <a:pPr algn="ctr">
              <a:lnSpc>
                <a:spcPct val="100000"/>
              </a:lnSpc>
            </a:pP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a:t>
            </a:r>
            <a:endParaRPr b="0" lang="en-US" sz="1300" spc="-1" strike="noStrike">
              <a:solidFill>
                <a:srgbClr val="ffffff"/>
              </a:solidFill>
              <a:latin typeface="Arial"/>
            </a:endParaRPr>
          </a:p>
        </p:txBody>
      </p:sp>
      <p:sp>
        <p:nvSpPr>
          <p:cNvPr id="1029" name="TextBox 9"/>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30" name="Rectangle 80"/>
          <p:cNvSpPr/>
          <p:nvPr/>
        </p:nvSpPr>
        <p:spPr>
          <a:xfrm>
            <a:off x="0" y="0"/>
            <a:ext cx="12179520" cy="684864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31" name="Rectangle 81"/>
          <p:cNvSpPr/>
          <p:nvPr/>
        </p:nvSpPr>
        <p:spPr>
          <a:xfrm>
            <a:off x="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32" name="Rectangle 82"/>
          <p:cNvSpPr/>
          <p:nvPr/>
        </p:nvSpPr>
        <p:spPr>
          <a:xfrm>
            <a:off x="91440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33" name="Rectangle 83"/>
          <p:cNvSpPr/>
          <p:nvPr/>
        </p:nvSpPr>
        <p:spPr>
          <a:xfrm>
            <a:off x="182880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34" name="Rectangle 84"/>
          <p:cNvSpPr/>
          <p:nvPr/>
        </p:nvSpPr>
        <p:spPr>
          <a:xfrm>
            <a:off x="274320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35" name="Rectangle 85"/>
          <p:cNvSpPr/>
          <p:nvPr/>
        </p:nvSpPr>
        <p:spPr>
          <a:xfrm>
            <a:off x="365760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36" name="Rectangle 86"/>
          <p:cNvSpPr/>
          <p:nvPr/>
        </p:nvSpPr>
        <p:spPr>
          <a:xfrm>
            <a:off x="457200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37" name="Rectangle 87"/>
          <p:cNvSpPr/>
          <p:nvPr/>
        </p:nvSpPr>
        <p:spPr>
          <a:xfrm>
            <a:off x="548640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38" name="Rectangle 88"/>
          <p:cNvSpPr/>
          <p:nvPr/>
        </p:nvSpPr>
        <p:spPr>
          <a:xfrm>
            <a:off x="640080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39" name="Rectangle 89"/>
          <p:cNvSpPr/>
          <p:nvPr/>
        </p:nvSpPr>
        <p:spPr>
          <a:xfrm>
            <a:off x="731520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40" name="Rectangle 90"/>
          <p:cNvSpPr/>
          <p:nvPr/>
        </p:nvSpPr>
        <p:spPr>
          <a:xfrm>
            <a:off x="822960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41" name="Rectangle 91"/>
          <p:cNvSpPr/>
          <p:nvPr/>
        </p:nvSpPr>
        <p:spPr>
          <a:xfrm>
            <a:off x="914400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42" name="Rectangle 92"/>
          <p:cNvSpPr/>
          <p:nvPr/>
        </p:nvSpPr>
        <p:spPr>
          <a:xfrm>
            <a:off x="1005840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43" name="Rectangle 93"/>
          <p:cNvSpPr/>
          <p:nvPr/>
        </p:nvSpPr>
        <p:spPr>
          <a:xfrm>
            <a:off x="1097280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44" name="Rectangle 94"/>
          <p:cNvSpPr/>
          <p:nvPr/>
        </p:nvSpPr>
        <p:spPr>
          <a:xfrm>
            <a:off x="1188720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45" name="Rectangle 95"/>
          <p:cNvSpPr/>
          <p:nvPr/>
        </p:nvSpPr>
        <p:spPr>
          <a:xfrm>
            <a:off x="0" y="0"/>
            <a:ext cx="310680" cy="684864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46" name="Rounded Rectangle 36"/>
          <p:cNvSpPr/>
          <p:nvPr/>
        </p:nvSpPr>
        <p:spPr>
          <a:xfrm>
            <a:off x="9875520" y="365760"/>
            <a:ext cx="2002320" cy="49356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047" name="TextBox 13"/>
          <p:cNvSpPr/>
          <p:nvPr/>
        </p:nvSpPr>
        <p:spPr>
          <a:xfrm>
            <a:off x="2400480" y="1005840"/>
            <a:ext cx="617040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REFERENCE DATA TYPES</a:t>
            </a:r>
            <a:endParaRPr b="0" lang="en-US" sz="4800" spc="-1" strike="noStrike">
              <a:solidFill>
                <a:srgbClr val="000000"/>
              </a:solidFill>
              <a:latin typeface="Arial"/>
            </a:endParaRPr>
          </a:p>
        </p:txBody>
      </p:sp>
      <p:sp>
        <p:nvSpPr>
          <p:cNvPr id="1048" name="TextBox 14"/>
          <p:cNvSpPr/>
          <p:nvPr/>
        </p:nvSpPr>
        <p:spPr>
          <a:xfrm>
            <a:off x="2493720" y="2194560"/>
            <a:ext cx="598320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Reference data types store references (memory addresses)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to objects rather than the actual values.</a:t>
            </a:r>
            <a:endParaRPr b="0" lang="en-US" sz="1900" spc="-1" strike="noStrike">
              <a:solidFill>
                <a:srgbClr val="000000"/>
              </a:solidFill>
              <a:latin typeface="Arial"/>
            </a:endParaRPr>
          </a:p>
        </p:txBody>
      </p:sp>
      <p:sp>
        <p:nvSpPr>
          <p:cNvPr id="1049" name="Rounded Rectangle 37"/>
          <p:cNvSpPr/>
          <p:nvPr/>
        </p:nvSpPr>
        <p:spPr>
          <a:xfrm>
            <a:off x="987480" y="3182040"/>
            <a:ext cx="3282480" cy="27338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50" name="Rounded Rectangle 38"/>
          <p:cNvSpPr/>
          <p:nvPr/>
        </p:nvSpPr>
        <p:spPr>
          <a:xfrm>
            <a:off x="685800" y="3108960"/>
            <a:ext cx="3511080" cy="32835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 </a:t>
            </a:r>
            <a:r>
              <a:rPr b="1" lang="en-US" sz="1400" spc="-1" strike="noStrike">
                <a:solidFill>
                  <a:schemeClr val="lt1"/>
                </a:solidFill>
                <a:latin typeface="Calibri"/>
                <a:ea typeface="DejaVu Sans"/>
              </a:rPr>
              <a:t>Object-Based Types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Reference types represent objects created from classes.</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1" lang="en-US" sz="1400" spc="-1" strike="noStrike">
                <a:solidFill>
                  <a:schemeClr val="lt1"/>
                </a:solidFill>
                <a:latin typeface="Calibri"/>
                <a:ea typeface="DejaVu Sans"/>
              </a:rPr>
              <a:t>Memory Reference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They store the memory address of the object instead of the actual data.</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1" lang="en-US" sz="1400" spc="-1" strike="noStrike">
                <a:solidFill>
                  <a:schemeClr val="lt1"/>
                </a:solidFill>
                <a:latin typeface="Calibri"/>
                <a:ea typeface="DejaVu Sans"/>
              </a:rPr>
              <a:t>Common Examples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Examples include String, arrays, classes, and objects.</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1" lang="en-US" sz="1400" spc="-1" strike="noStrike">
                <a:solidFill>
                  <a:schemeClr val="lt1"/>
                </a:solidFill>
                <a:latin typeface="Calibri"/>
                <a:ea typeface="DejaVu Sans"/>
              </a:rPr>
              <a:t>Flexible Structure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Reference types allow storing complex data structures and multiple values.</a:t>
            </a:r>
            <a:endParaRPr b="0" lang="en-US" sz="1400" spc="-1" strike="noStrike">
              <a:solidFill>
                <a:srgbClr val="ffffff"/>
              </a:solidFill>
              <a:latin typeface="Arial"/>
            </a:endParaRPr>
          </a:p>
        </p:txBody>
      </p:sp>
      <p:sp>
        <p:nvSpPr>
          <p:cNvPr id="1051" name="Rounded Rectangle 39"/>
          <p:cNvSpPr/>
          <p:nvPr/>
        </p:nvSpPr>
        <p:spPr>
          <a:xfrm>
            <a:off x="4507920" y="3182040"/>
            <a:ext cx="3282480" cy="27338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52" name="Rounded Rectangle 40"/>
          <p:cNvSpPr/>
          <p:nvPr/>
        </p:nvSpPr>
        <p:spPr>
          <a:xfrm>
            <a:off x="4434840" y="3108960"/>
            <a:ext cx="3282480" cy="27338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2200" spc="-1" strike="noStrike">
                <a:solidFill>
                  <a:schemeClr val="lt1"/>
                </a:solidFill>
                <a:latin typeface="Calibri"/>
                <a:ea typeface="DejaVu Sans"/>
              </a:rPr>
              <a:t>Reference Types</a:t>
            </a:r>
            <a:endParaRPr b="0" lang="en-US" sz="2200" spc="-1" strike="noStrike">
              <a:solidFill>
                <a:srgbClr val="ffffff"/>
              </a:solidFill>
              <a:latin typeface="Arial"/>
            </a:endParaRPr>
          </a:p>
          <a:p>
            <a:pPr>
              <a:lnSpc>
                <a:spcPct val="100000"/>
              </a:lnSpc>
            </a:pPr>
            <a:r>
              <a:rPr b="0" lang="en-US" sz="2200" spc="-1" strike="noStrike">
                <a:solidFill>
                  <a:schemeClr val="lt1"/>
                </a:solidFill>
                <a:latin typeface="Calibri"/>
                <a:ea typeface="DejaVu Sans"/>
              </a:rPr>
              <a:t>      │</a:t>
            </a:r>
            <a:endParaRPr b="0" lang="en-US" sz="2200" spc="-1" strike="noStrike">
              <a:solidFill>
                <a:srgbClr val="ffffff"/>
              </a:solidFill>
              <a:latin typeface="Arial"/>
            </a:endParaRPr>
          </a:p>
          <a:p>
            <a:pPr>
              <a:lnSpc>
                <a:spcPct val="100000"/>
              </a:lnSpc>
            </a:pPr>
            <a:r>
              <a:rPr b="0" lang="en-US" sz="2200" spc="-1" strike="noStrike">
                <a:solidFill>
                  <a:schemeClr val="lt1"/>
                </a:solidFill>
                <a:latin typeface="Calibri"/>
                <a:ea typeface="DejaVu Sans"/>
              </a:rPr>
              <a:t>      ├── </a:t>
            </a:r>
            <a:r>
              <a:rPr b="0" lang="en-US" sz="2200" spc="-1" strike="noStrike">
                <a:solidFill>
                  <a:schemeClr val="lt1"/>
                </a:solidFill>
                <a:latin typeface="Calibri"/>
                <a:ea typeface="DejaVu Sans"/>
              </a:rPr>
              <a:t>String</a:t>
            </a:r>
            <a:endParaRPr b="0" lang="en-US" sz="2200" spc="-1" strike="noStrike">
              <a:solidFill>
                <a:srgbClr val="ffffff"/>
              </a:solidFill>
              <a:latin typeface="Arial"/>
            </a:endParaRPr>
          </a:p>
          <a:p>
            <a:pPr>
              <a:lnSpc>
                <a:spcPct val="100000"/>
              </a:lnSpc>
            </a:pPr>
            <a:r>
              <a:rPr b="0" lang="en-US" sz="2200" spc="-1" strike="noStrike">
                <a:solidFill>
                  <a:schemeClr val="lt1"/>
                </a:solidFill>
                <a:latin typeface="Calibri"/>
                <a:ea typeface="DejaVu Sans"/>
              </a:rPr>
              <a:t>      ├── </a:t>
            </a:r>
            <a:r>
              <a:rPr b="0" lang="en-US" sz="2200" spc="-1" strike="noStrike">
                <a:solidFill>
                  <a:schemeClr val="lt1"/>
                </a:solidFill>
                <a:latin typeface="Calibri"/>
                <a:ea typeface="DejaVu Sans"/>
              </a:rPr>
              <a:t>Arrays</a:t>
            </a:r>
            <a:endParaRPr b="0" lang="en-US" sz="2200" spc="-1" strike="noStrike">
              <a:solidFill>
                <a:srgbClr val="ffffff"/>
              </a:solidFill>
              <a:latin typeface="Arial"/>
            </a:endParaRPr>
          </a:p>
          <a:p>
            <a:pPr>
              <a:lnSpc>
                <a:spcPct val="100000"/>
              </a:lnSpc>
            </a:pPr>
            <a:r>
              <a:rPr b="0" lang="en-US" sz="2200" spc="-1" strike="noStrike">
                <a:solidFill>
                  <a:schemeClr val="lt1"/>
                </a:solidFill>
                <a:latin typeface="Calibri"/>
                <a:ea typeface="DejaVu Sans"/>
              </a:rPr>
              <a:t>      ├── </a:t>
            </a:r>
            <a:r>
              <a:rPr b="0" lang="en-US" sz="2200" spc="-1" strike="noStrike">
                <a:solidFill>
                  <a:schemeClr val="lt1"/>
                </a:solidFill>
                <a:latin typeface="Calibri"/>
                <a:ea typeface="DejaVu Sans"/>
              </a:rPr>
              <a:t>Classes</a:t>
            </a:r>
            <a:endParaRPr b="0" lang="en-US" sz="2200" spc="-1" strike="noStrike">
              <a:solidFill>
                <a:srgbClr val="ffffff"/>
              </a:solidFill>
              <a:latin typeface="Arial"/>
            </a:endParaRPr>
          </a:p>
          <a:p>
            <a:pPr>
              <a:lnSpc>
                <a:spcPct val="100000"/>
              </a:lnSpc>
            </a:pPr>
            <a:r>
              <a:rPr b="0" lang="en-US" sz="2200" spc="-1" strike="noStrike">
                <a:solidFill>
                  <a:schemeClr val="lt1"/>
                </a:solidFill>
                <a:latin typeface="Calibri"/>
                <a:ea typeface="DejaVu Sans"/>
              </a:rPr>
              <a:t>      └── </a:t>
            </a:r>
            <a:r>
              <a:rPr b="0" lang="en-US" sz="2200" spc="-1" strike="noStrike">
                <a:solidFill>
                  <a:schemeClr val="lt1"/>
                </a:solidFill>
                <a:latin typeface="Calibri"/>
                <a:ea typeface="DejaVu Sans"/>
              </a:rPr>
              <a:t>Objects</a:t>
            </a:r>
            <a:endParaRPr b="0" lang="en-US" sz="2200" spc="-1" strike="noStrike">
              <a:solidFill>
                <a:srgbClr val="ffffff"/>
              </a:solidFill>
              <a:latin typeface="Arial"/>
            </a:endParaRPr>
          </a:p>
        </p:txBody>
      </p:sp>
      <p:sp>
        <p:nvSpPr>
          <p:cNvPr id="1053" name="Rounded Rectangle 41"/>
          <p:cNvSpPr/>
          <p:nvPr/>
        </p:nvSpPr>
        <p:spPr>
          <a:xfrm>
            <a:off x="8028360" y="3182040"/>
            <a:ext cx="3282480" cy="27338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54" name="Rounded Rectangle 42"/>
          <p:cNvSpPr/>
          <p:nvPr/>
        </p:nvSpPr>
        <p:spPr>
          <a:xfrm>
            <a:off x="7955280" y="3108960"/>
            <a:ext cx="3695040" cy="30549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400" spc="-1" strike="noStrike">
                <a:solidFill>
                  <a:srgbClr val="78ffc8"/>
                </a:solidFill>
                <a:latin typeface="Consolas"/>
                <a:ea typeface="DejaVu Sans"/>
              </a:rPr>
              <a:t>public class ReferenceExample {</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public static void main(String[] args) {</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String name = "Java";</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int[] numbers = {10, 20, 30};</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System.out.println(name);</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System.out.println(numbers[0]);</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a:t>
            </a:r>
            <a:endParaRPr b="0" lang="en-US" sz="1400" spc="-1" strike="noStrike">
              <a:solidFill>
                <a:srgbClr val="ffffff"/>
              </a:solidFill>
              <a:latin typeface="Arial"/>
            </a:endParaRPr>
          </a:p>
        </p:txBody>
      </p:sp>
      <p:sp>
        <p:nvSpPr>
          <p:cNvPr id="1055" name="TextBox 15"/>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56" name="Rectangle 64"/>
          <p:cNvSpPr/>
          <p:nvPr/>
        </p:nvSpPr>
        <p:spPr>
          <a:xfrm>
            <a:off x="0" y="0"/>
            <a:ext cx="12179520" cy="684864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57" name="Rectangle 65"/>
          <p:cNvSpPr/>
          <p:nvPr/>
        </p:nvSpPr>
        <p:spPr>
          <a:xfrm>
            <a:off x="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58" name="Rectangle 66"/>
          <p:cNvSpPr/>
          <p:nvPr/>
        </p:nvSpPr>
        <p:spPr>
          <a:xfrm>
            <a:off x="91440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59" name="Rectangle 67"/>
          <p:cNvSpPr/>
          <p:nvPr/>
        </p:nvSpPr>
        <p:spPr>
          <a:xfrm>
            <a:off x="182880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60" name="Rectangle 68"/>
          <p:cNvSpPr/>
          <p:nvPr/>
        </p:nvSpPr>
        <p:spPr>
          <a:xfrm>
            <a:off x="274320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61" name="Rectangle 69"/>
          <p:cNvSpPr/>
          <p:nvPr/>
        </p:nvSpPr>
        <p:spPr>
          <a:xfrm>
            <a:off x="365760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62" name="Rectangle 70"/>
          <p:cNvSpPr/>
          <p:nvPr/>
        </p:nvSpPr>
        <p:spPr>
          <a:xfrm>
            <a:off x="457200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63" name="Rectangle 71"/>
          <p:cNvSpPr/>
          <p:nvPr/>
        </p:nvSpPr>
        <p:spPr>
          <a:xfrm>
            <a:off x="548640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64" name="Rectangle 72"/>
          <p:cNvSpPr/>
          <p:nvPr/>
        </p:nvSpPr>
        <p:spPr>
          <a:xfrm>
            <a:off x="640080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65" name="Rectangle 73"/>
          <p:cNvSpPr/>
          <p:nvPr/>
        </p:nvSpPr>
        <p:spPr>
          <a:xfrm>
            <a:off x="731520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66" name="Rectangle 74"/>
          <p:cNvSpPr/>
          <p:nvPr/>
        </p:nvSpPr>
        <p:spPr>
          <a:xfrm>
            <a:off x="822960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67" name="Rectangle 75"/>
          <p:cNvSpPr/>
          <p:nvPr/>
        </p:nvSpPr>
        <p:spPr>
          <a:xfrm>
            <a:off x="914400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68" name="Rectangle 76"/>
          <p:cNvSpPr/>
          <p:nvPr/>
        </p:nvSpPr>
        <p:spPr>
          <a:xfrm>
            <a:off x="1005840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69" name="Rectangle 77"/>
          <p:cNvSpPr/>
          <p:nvPr/>
        </p:nvSpPr>
        <p:spPr>
          <a:xfrm>
            <a:off x="1097280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70" name="Rectangle 78"/>
          <p:cNvSpPr/>
          <p:nvPr/>
        </p:nvSpPr>
        <p:spPr>
          <a:xfrm>
            <a:off x="1188720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71" name="Rectangle 79"/>
          <p:cNvSpPr/>
          <p:nvPr/>
        </p:nvSpPr>
        <p:spPr>
          <a:xfrm>
            <a:off x="0" y="0"/>
            <a:ext cx="310680" cy="684864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72" name="Rounded Rectangle 29"/>
          <p:cNvSpPr/>
          <p:nvPr/>
        </p:nvSpPr>
        <p:spPr>
          <a:xfrm>
            <a:off x="9875520" y="365760"/>
            <a:ext cx="2002320" cy="49356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073" name="TextBox 10"/>
          <p:cNvSpPr/>
          <p:nvPr/>
        </p:nvSpPr>
        <p:spPr>
          <a:xfrm>
            <a:off x="1342800" y="1005840"/>
            <a:ext cx="828576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PRIMITIVE VS REFERENCE TYPES</a:t>
            </a:r>
            <a:endParaRPr b="0" lang="en-US" sz="4800" spc="-1" strike="noStrike">
              <a:solidFill>
                <a:srgbClr val="000000"/>
              </a:solidFill>
              <a:latin typeface="Arial"/>
            </a:endParaRPr>
          </a:p>
        </p:txBody>
      </p:sp>
      <p:sp>
        <p:nvSpPr>
          <p:cNvPr id="1074" name="TextBox 11"/>
          <p:cNvSpPr/>
          <p:nvPr/>
        </p:nvSpPr>
        <p:spPr>
          <a:xfrm>
            <a:off x="1143000" y="2057400"/>
            <a:ext cx="927324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Java data types are divided into primitive types and reference types.</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Primitive types store actual values, while reference types store memory addresses of objects.</a:t>
            </a:r>
            <a:endParaRPr b="0" lang="en-US" sz="1900" spc="-1" strike="noStrike">
              <a:solidFill>
                <a:srgbClr val="000000"/>
              </a:solidFill>
              <a:latin typeface="Arial"/>
            </a:endParaRPr>
          </a:p>
        </p:txBody>
      </p:sp>
      <p:sp>
        <p:nvSpPr>
          <p:cNvPr id="1075" name="Rounded Rectangle 30"/>
          <p:cNvSpPr/>
          <p:nvPr/>
        </p:nvSpPr>
        <p:spPr>
          <a:xfrm>
            <a:off x="987480" y="3182040"/>
            <a:ext cx="3282480" cy="27338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76" name="Rounded Rectangle 31"/>
          <p:cNvSpPr/>
          <p:nvPr/>
        </p:nvSpPr>
        <p:spPr>
          <a:xfrm>
            <a:off x="457200" y="2971800"/>
            <a:ext cx="3739680" cy="34207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200" spc="-1" strike="noStrike">
                <a:solidFill>
                  <a:schemeClr val="lt1"/>
                </a:solidFill>
                <a:latin typeface="Calibri"/>
                <a:ea typeface="DejaVu Sans"/>
              </a:rPr>
              <a:t>Primitive Types</a:t>
            </a:r>
            <a:endParaRPr b="0" lang="en-US" sz="1200" spc="-1" strike="noStrike">
              <a:solidFill>
                <a:srgbClr val="ffffff"/>
              </a:solidFill>
              <a:latin typeface="Arial"/>
            </a:endParaRPr>
          </a:p>
          <a:p>
            <a:pPr>
              <a:lnSpc>
                <a:spcPct val="100000"/>
              </a:lnSpc>
            </a:pPr>
            <a:r>
              <a:rPr b="0" lang="en-US" sz="1200" spc="-1" strike="noStrike">
                <a:solidFill>
                  <a:schemeClr val="lt1"/>
                </a:solidFill>
                <a:latin typeface="Calibri"/>
                <a:ea typeface="DejaVu Sans"/>
              </a:rPr>
              <a:t>Primitive types store the actual value directly in memory. Examples include int, double, char, and boolean.</a:t>
            </a:r>
            <a:endParaRPr b="0" lang="en-US" sz="1200" spc="-1" strike="noStrike">
              <a:solidFill>
                <a:srgbClr val="ffffff"/>
              </a:solidFill>
              <a:latin typeface="Arial"/>
            </a:endParaRPr>
          </a:p>
          <a:p>
            <a:pPr>
              <a:lnSpc>
                <a:spcPct val="100000"/>
              </a:lnSpc>
            </a:pPr>
            <a:endParaRPr b="0" lang="en-US" sz="1200" spc="-1" strike="noStrike">
              <a:solidFill>
                <a:srgbClr val="ffffff"/>
              </a:solidFill>
              <a:latin typeface="Arial"/>
            </a:endParaRPr>
          </a:p>
          <a:p>
            <a:pPr>
              <a:lnSpc>
                <a:spcPct val="100000"/>
              </a:lnSpc>
            </a:pPr>
            <a:r>
              <a:rPr b="1" lang="en-US" sz="1200" spc="-1" strike="noStrike">
                <a:solidFill>
                  <a:schemeClr val="lt1"/>
                </a:solidFill>
                <a:latin typeface="Calibri"/>
                <a:ea typeface="DejaVu Sans"/>
              </a:rPr>
              <a:t>Reference Types</a:t>
            </a:r>
            <a:endParaRPr b="0" lang="en-US" sz="1200" spc="-1" strike="noStrike">
              <a:solidFill>
                <a:srgbClr val="ffffff"/>
              </a:solidFill>
              <a:latin typeface="Arial"/>
            </a:endParaRPr>
          </a:p>
          <a:p>
            <a:pPr>
              <a:lnSpc>
                <a:spcPct val="100000"/>
              </a:lnSpc>
            </a:pPr>
            <a:r>
              <a:rPr b="0" lang="en-US" sz="1200" spc="-1" strike="noStrike">
                <a:solidFill>
                  <a:schemeClr val="lt1"/>
                </a:solidFill>
                <a:latin typeface="Calibri"/>
                <a:ea typeface="DejaVu Sans"/>
              </a:rPr>
              <a:t>Reference types store the memory address of an object. Examples include String, arrays, and class objects.</a:t>
            </a:r>
            <a:endParaRPr b="0" lang="en-US" sz="1200" spc="-1" strike="noStrike">
              <a:solidFill>
                <a:srgbClr val="ffffff"/>
              </a:solidFill>
              <a:latin typeface="Arial"/>
            </a:endParaRPr>
          </a:p>
          <a:p>
            <a:pPr>
              <a:lnSpc>
                <a:spcPct val="100000"/>
              </a:lnSpc>
            </a:pPr>
            <a:endParaRPr b="0" lang="en-US" sz="1200" spc="-1" strike="noStrike">
              <a:solidFill>
                <a:srgbClr val="ffffff"/>
              </a:solidFill>
              <a:latin typeface="Arial"/>
            </a:endParaRPr>
          </a:p>
          <a:p>
            <a:pPr>
              <a:lnSpc>
                <a:spcPct val="100000"/>
              </a:lnSpc>
            </a:pPr>
            <a:r>
              <a:rPr b="1" lang="en-US" sz="1200" spc="-1" strike="noStrike">
                <a:solidFill>
                  <a:schemeClr val="lt1"/>
                </a:solidFill>
                <a:latin typeface="Calibri"/>
                <a:ea typeface="DejaVu Sans"/>
              </a:rPr>
              <a:t>Memory Storage</a:t>
            </a:r>
            <a:endParaRPr b="0" lang="en-US" sz="1200" spc="-1" strike="noStrike">
              <a:solidFill>
                <a:srgbClr val="ffffff"/>
              </a:solidFill>
              <a:latin typeface="Arial"/>
            </a:endParaRPr>
          </a:p>
          <a:p>
            <a:pPr>
              <a:lnSpc>
                <a:spcPct val="100000"/>
              </a:lnSpc>
            </a:pPr>
            <a:r>
              <a:rPr b="0" lang="en-US" sz="1200" spc="-1" strike="noStrike">
                <a:solidFill>
                  <a:schemeClr val="lt1"/>
                </a:solidFill>
                <a:latin typeface="Calibri"/>
                <a:ea typeface="DejaVu Sans"/>
              </a:rPr>
              <a:t>Primitive values are stored directly, while reference types point to objects in memory.</a:t>
            </a:r>
            <a:endParaRPr b="0" lang="en-US" sz="1200" spc="-1" strike="noStrike">
              <a:solidFill>
                <a:srgbClr val="ffffff"/>
              </a:solidFill>
              <a:latin typeface="Arial"/>
            </a:endParaRPr>
          </a:p>
          <a:p>
            <a:pPr>
              <a:lnSpc>
                <a:spcPct val="100000"/>
              </a:lnSpc>
            </a:pPr>
            <a:endParaRPr b="0" lang="en-US" sz="1200" spc="-1" strike="noStrike">
              <a:solidFill>
                <a:srgbClr val="ffffff"/>
              </a:solidFill>
              <a:latin typeface="Arial"/>
            </a:endParaRPr>
          </a:p>
          <a:p>
            <a:pPr>
              <a:lnSpc>
                <a:spcPct val="100000"/>
              </a:lnSpc>
            </a:pPr>
            <a:r>
              <a:rPr b="1" lang="en-US" sz="1200" spc="-1" strike="noStrike">
                <a:solidFill>
                  <a:schemeClr val="lt1"/>
                </a:solidFill>
                <a:latin typeface="Calibri"/>
                <a:ea typeface="DejaVu Sans"/>
              </a:rPr>
              <a:t>Usage Difference</a:t>
            </a:r>
            <a:endParaRPr b="0" lang="en-US" sz="1200" spc="-1" strike="noStrike">
              <a:solidFill>
                <a:srgbClr val="ffffff"/>
              </a:solidFill>
              <a:latin typeface="Arial"/>
            </a:endParaRPr>
          </a:p>
          <a:p>
            <a:pPr>
              <a:lnSpc>
                <a:spcPct val="100000"/>
              </a:lnSpc>
            </a:pPr>
            <a:r>
              <a:rPr b="0" lang="en-US" sz="1200" spc="-1" strike="noStrike">
                <a:solidFill>
                  <a:schemeClr val="lt1"/>
                </a:solidFill>
                <a:latin typeface="Calibri"/>
                <a:ea typeface="DejaVu Sans"/>
              </a:rPr>
              <a:t>Primitive types are used for simple values, while reference types handle complex data and objects.</a:t>
            </a:r>
            <a:endParaRPr b="0" lang="en-US" sz="1200" spc="-1" strike="noStrike">
              <a:solidFill>
                <a:srgbClr val="ffffff"/>
              </a:solidFill>
              <a:latin typeface="Arial"/>
            </a:endParaRPr>
          </a:p>
        </p:txBody>
      </p:sp>
      <p:sp>
        <p:nvSpPr>
          <p:cNvPr id="1077" name="Rounded Rectangle 32"/>
          <p:cNvSpPr/>
          <p:nvPr/>
        </p:nvSpPr>
        <p:spPr>
          <a:xfrm>
            <a:off x="4507920" y="3182040"/>
            <a:ext cx="3282480" cy="27338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78" name="Rounded Rectangle 33"/>
          <p:cNvSpPr/>
          <p:nvPr/>
        </p:nvSpPr>
        <p:spPr>
          <a:xfrm>
            <a:off x="4343400" y="2971800"/>
            <a:ext cx="3420720" cy="32835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Java Data Types</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Primitive Types</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 </a:t>
            </a:r>
            <a:r>
              <a:rPr b="0" lang="en-US" sz="1800" spc="-1" strike="noStrike">
                <a:solidFill>
                  <a:schemeClr val="lt1"/>
                </a:solidFill>
                <a:latin typeface="Calibri"/>
                <a:ea typeface="DejaVu Sans"/>
              </a:rPr>
              <a:t>int</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 </a:t>
            </a:r>
            <a:r>
              <a:rPr b="0" lang="en-US" sz="1800" spc="-1" strike="noStrike">
                <a:solidFill>
                  <a:schemeClr val="lt1"/>
                </a:solidFill>
                <a:latin typeface="Calibri"/>
                <a:ea typeface="DejaVu Sans"/>
              </a:rPr>
              <a:t>double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 </a:t>
            </a:r>
            <a:r>
              <a:rPr b="0" lang="en-US" sz="1800" spc="-1" strike="noStrike">
                <a:solidFill>
                  <a:schemeClr val="lt1"/>
                </a:solidFill>
                <a:latin typeface="Calibri"/>
                <a:ea typeface="DejaVu Sans"/>
              </a:rPr>
              <a:t>char</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 </a:t>
            </a:r>
            <a:r>
              <a:rPr b="0" lang="en-US" sz="1800" spc="-1" strike="noStrike">
                <a:solidFill>
                  <a:schemeClr val="lt1"/>
                </a:solidFill>
                <a:latin typeface="Calibri"/>
                <a:ea typeface="DejaVu Sans"/>
              </a:rPr>
              <a:t>boolean</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Reference Types</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String</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Arrays</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Objects</a:t>
            </a:r>
            <a:endParaRPr b="0" lang="en-US" sz="1800" spc="-1" strike="noStrike">
              <a:solidFill>
                <a:srgbClr val="ffffff"/>
              </a:solidFill>
              <a:latin typeface="Arial"/>
            </a:endParaRPr>
          </a:p>
        </p:txBody>
      </p:sp>
      <p:sp>
        <p:nvSpPr>
          <p:cNvPr id="1079" name="Rounded Rectangle 34"/>
          <p:cNvSpPr/>
          <p:nvPr/>
        </p:nvSpPr>
        <p:spPr>
          <a:xfrm>
            <a:off x="8028360" y="3182040"/>
            <a:ext cx="3282480" cy="27338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80" name="Rounded Rectangle 35"/>
          <p:cNvSpPr/>
          <p:nvPr/>
        </p:nvSpPr>
        <p:spPr>
          <a:xfrm>
            <a:off x="7955280" y="3108960"/>
            <a:ext cx="3695040" cy="30549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100" spc="-1" strike="noStrike">
                <a:solidFill>
                  <a:srgbClr val="78ffc8"/>
                </a:solidFill>
                <a:latin typeface="Consolas"/>
                <a:ea typeface="DejaVu Sans"/>
              </a:rPr>
              <a:t>public class PrimitiveVsReference {</a:t>
            </a:r>
            <a:endParaRPr b="0" lang="en-US" sz="1100" spc="-1" strike="noStrike">
              <a:solidFill>
                <a:srgbClr val="ffffff"/>
              </a:solidFill>
              <a:latin typeface="Arial"/>
            </a:endParaRPr>
          </a:p>
          <a:p>
            <a:pPr algn="ctr">
              <a:lnSpc>
                <a:spcPct val="100000"/>
              </a:lnSpc>
            </a:pP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public static void main(String[] args) {</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int number = 10;           // primitive type</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double price = 19.99;     // primitive type</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String text = "Java";     // reference type</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int[] numbers = {1, 2, 3}; // reference type</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System.out.println(number);</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System.out.println(price);</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System.out.println(text);</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System.out.println(numbers[0]);</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a:t>
            </a:r>
            <a:endParaRPr b="0" lang="en-US" sz="1100" spc="-1" strike="noStrike">
              <a:solidFill>
                <a:srgbClr val="ffffff"/>
              </a:solidFill>
              <a:latin typeface="Arial"/>
            </a:endParaRPr>
          </a:p>
        </p:txBody>
      </p:sp>
      <p:sp>
        <p:nvSpPr>
          <p:cNvPr id="1081" name="TextBox 12"/>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82" name="Rectangle 96"/>
          <p:cNvSpPr/>
          <p:nvPr/>
        </p:nvSpPr>
        <p:spPr>
          <a:xfrm>
            <a:off x="0" y="0"/>
            <a:ext cx="12179880" cy="684900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83" name="Rectangle 97"/>
          <p:cNvSpPr/>
          <p:nvPr/>
        </p:nvSpPr>
        <p:spPr>
          <a:xfrm>
            <a:off x="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84" name="Rectangle 98"/>
          <p:cNvSpPr/>
          <p:nvPr/>
        </p:nvSpPr>
        <p:spPr>
          <a:xfrm>
            <a:off x="9144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85" name="Rectangle 99"/>
          <p:cNvSpPr/>
          <p:nvPr/>
        </p:nvSpPr>
        <p:spPr>
          <a:xfrm>
            <a:off x="18288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86" name="Rectangle 100"/>
          <p:cNvSpPr/>
          <p:nvPr/>
        </p:nvSpPr>
        <p:spPr>
          <a:xfrm>
            <a:off x="27432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87" name="Rectangle 101"/>
          <p:cNvSpPr/>
          <p:nvPr/>
        </p:nvSpPr>
        <p:spPr>
          <a:xfrm>
            <a:off x="36576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88" name="Rectangle 102"/>
          <p:cNvSpPr/>
          <p:nvPr/>
        </p:nvSpPr>
        <p:spPr>
          <a:xfrm>
            <a:off x="45720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89" name="Rectangle 103"/>
          <p:cNvSpPr/>
          <p:nvPr/>
        </p:nvSpPr>
        <p:spPr>
          <a:xfrm>
            <a:off x="54864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90" name="Rectangle 104"/>
          <p:cNvSpPr/>
          <p:nvPr/>
        </p:nvSpPr>
        <p:spPr>
          <a:xfrm>
            <a:off x="64008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91" name="Rectangle 105"/>
          <p:cNvSpPr/>
          <p:nvPr/>
        </p:nvSpPr>
        <p:spPr>
          <a:xfrm>
            <a:off x="73152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92" name="Rectangle 106"/>
          <p:cNvSpPr/>
          <p:nvPr/>
        </p:nvSpPr>
        <p:spPr>
          <a:xfrm>
            <a:off x="82296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93" name="Rectangle 107"/>
          <p:cNvSpPr/>
          <p:nvPr/>
        </p:nvSpPr>
        <p:spPr>
          <a:xfrm>
            <a:off x="91440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94" name="Rectangle 108"/>
          <p:cNvSpPr/>
          <p:nvPr/>
        </p:nvSpPr>
        <p:spPr>
          <a:xfrm>
            <a:off x="100584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95" name="Rectangle 109"/>
          <p:cNvSpPr/>
          <p:nvPr/>
        </p:nvSpPr>
        <p:spPr>
          <a:xfrm>
            <a:off x="109728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96" name="Rectangle 110"/>
          <p:cNvSpPr/>
          <p:nvPr/>
        </p:nvSpPr>
        <p:spPr>
          <a:xfrm>
            <a:off x="118872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97" name="Rectangle 111"/>
          <p:cNvSpPr/>
          <p:nvPr/>
        </p:nvSpPr>
        <p:spPr>
          <a:xfrm>
            <a:off x="0" y="0"/>
            <a:ext cx="311040" cy="684900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98" name="Rounded Rectangle 43"/>
          <p:cNvSpPr/>
          <p:nvPr/>
        </p:nvSpPr>
        <p:spPr>
          <a:xfrm>
            <a:off x="9875520" y="365760"/>
            <a:ext cx="2002680" cy="49392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099" name="TextBox 16"/>
          <p:cNvSpPr/>
          <p:nvPr/>
        </p:nvSpPr>
        <p:spPr>
          <a:xfrm>
            <a:off x="2108520" y="1005840"/>
            <a:ext cx="675432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VARIABLE NAMING RULES</a:t>
            </a:r>
            <a:endParaRPr b="0" lang="en-US" sz="4800" spc="-1" strike="noStrike">
              <a:solidFill>
                <a:srgbClr val="000000"/>
              </a:solidFill>
              <a:latin typeface="Arial"/>
            </a:endParaRPr>
          </a:p>
        </p:txBody>
      </p:sp>
      <p:sp>
        <p:nvSpPr>
          <p:cNvPr id="1100" name="TextBox 17"/>
          <p:cNvSpPr/>
          <p:nvPr/>
        </p:nvSpPr>
        <p:spPr>
          <a:xfrm>
            <a:off x="2305080" y="1826640"/>
            <a:ext cx="650412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Variable naming rules specify how variables should be written in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Java to ensure valid and readable code.</a:t>
            </a:r>
            <a:endParaRPr b="0" lang="en-US" sz="1900" spc="-1" strike="noStrike">
              <a:solidFill>
                <a:srgbClr val="000000"/>
              </a:solidFill>
              <a:latin typeface="Arial"/>
            </a:endParaRPr>
          </a:p>
        </p:txBody>
      </p:sp>
      <p:sp>
        <p:nvSpPr>
          <p:cNvPr id="1101" name="Rounded Rectangle 44"/>
          <p:cNvSpPr/>
          <p:nvPr/>
        </p:nvSpPr>
        <p:spPr>
          <a:xfrm>
            <a:off x="987480" y="3182040"/>
            <a:ext cx="3282840" cy="27342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02" name="Rounded Rectangle 45"/>
          <p:cNvSpPr/>
          <p:nvPr/>
        </p:nvSpPr>
        <p:spPr>
          <a:xfrm>
            <a:off x="475560" y="2514600"/>
            <a:ext cx="3721680" cy="38782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300" spc="-1" strike="noStrike">
                <a:solidFill>
                  <a:schemeClr val="lt1"/>
                </a:solidFill>
                <a:latin typeface="Calibri"/>
                <a:ea typeface="DejaVu Sans"/>
              </a:rPr>
              <a:t>Start with Letter, _ or $</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 variable name must start with a letter, underscore _, or dollar sign $.</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No Spaces Allowed</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Variable names cannot contain spaces.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Case Sensitive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Java variable names are case sensitive (age and Age are different).</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Cannot Use Keywords</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Java reserved keywords such as int, class, or public cannot be used as variable names.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Meaningful Names</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Variable names should be meaningful and descriptive to improve code readability.</a:t>
            </a:r>
            <a:endParaRPr b="0" lang="en-US" sz="1300" spc="-1" strike="noStrike">
              <a:solidFill>
                <a:srgbClr val="ffffff"/>
              </a:solidFill>
              <a:latin typeface="Arial"/>
            </a:endParaRPr>
          </a:p>
        </p:txBody>
      </p:sp>
      <p:sp>
        <p:nvSpPr>
          <p:cNvPr id="1103" name="Rounded Rectangle 46"/>
          <p:cNvSpPr/>
          <p:nvPr/>
        </p:nvSpPr>
        <p:spPr>
          <a:xfrm>
            <a:off x="4507920" y="3182040"/>
            <a:ext cx="3282840" cy="27342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04" name="Rounded Rectangle 47"/>
          <p:cNvSpPr/>
          <p:nvPr/>
        </p:nvSpPr>
        <p:spPr>
          <a:xfrm>
            <a:off x="4434840" y="3108960"/>
            <a:ext cx="3282840" cy="27342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Variable Name Rules</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Start with letter / _ /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No spaces</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Case sensitive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Not a keyword</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Use meaningful names</a:t>
            </a:r>
            <a:endParaRPr b="0" lang="en-US" sz="1800" spc="-1" strike="noStrike">
              <a:solidFill>
                <a:srgbClr val="ffffff"/>
              </a:solidFill>
              <a:latin typeface="Arial"/>
            </a:endParaRPr>
          </a:p>
        </p:txBody>
      </p:sp>
      <p:sp>
        <p:nvSpPr>
          <p:cNvPr id="1105" name="Rounded Rectangle 48"/>
          <p:cNvSpPr/>
          <p:nvPr/>
        </p:nvSpPr>
        <p:spPr>
          <a:xfrm>
            <a:off x="8028360" y="3182040"/>
            <a:ext cx="3282840" cy="27342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06" name="Rounded Rectangle 49"/>
          <p:cNvSpPr/>
          <p:nvPr/>
        </p:nvSpPr>
        <p:spPr>
          <a:xfrm>
            <a:off x="7955280" y="2514600"/>
            <a:ext cx="3695400" cy="34016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200" spc="-1" strike="noStrike">
                <a:solidFill>
                  <a:srgbClr val="78ffc8"/>
                </a:solidFill>
                <a:latin typeface="Consolas"/>
                <a:ea typeface="DejaVu Sans"/>
              </a:rPr>
              <a:t>public class VariableNaming {</a:t>
            </a:r>
            <a:endParaRPr b="0" lang="en-US" sz="1200" spc="-1" strike="noStrike">
              <a:solidFill>
                <a:srgbClr val="ffffff"/>
              </a:solidFill>
              <a:latin typeface="Arial"/>
            </a:endParaRPr>
          </a:p>
          <a:p>
            <a:pPr algn="ctr">
              <a:lnSpc>
                <a:spcPct val="100000"/>
              </a:lnSpc>
            </a:pP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public static void main(String[] args)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int age = 25;          // valid</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int studentCount = 30; // valid</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 int 2age = 20;      // invalid (cannot start with number)</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 int student age = 5; // invalid (space not allowed)</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 int class = 10;     // invalid (keyword)</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System.out.println(age); System.out.println(studentCount);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a:t>
            </a:r>
            <a:endParaRPr b="0" lang="en-US" sz="1200" spc="-1" strike="noStrike">
              <a:solidFill>
                <a:srgbClr val="ffffff"/>
              </a:solidFill>
              <a:latin typeface="Arial"/>
            </a:endParaRPr>
          </a:p>
        </p:txBody>
      </p:sp>
      <p:sp>
        <p:nvSpPr>
          <p:cNvPr id="1107" name="TextBox 20"/>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08" name="Rectangle 112"/>
          <p:cNvSpPr/>
          <p:nvPr/>
        </p:nvSpPr>
        <p:spPr>
          <a:xfrm>
            <a:off x="0" y="0"/>
            <a:ext cx="12179880" cy="684900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09" name="Rectangle 113"/>
          <p:cNvSpPr/>
          <p:nvPr/>
        </p:nvSpPr>
        <p:spPr>
          <a:xfrm>
            <a:off x="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10" name="Rectangle 114"/>
          <p:cNvSpPr/>
          <p:nvPr/>
        </p:nvSpPr>
        <p:spPr>
          <a:xfrm>
            <a:off x="9144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11" name="Rectangle 115"/>
          <p:cNvSpPr/>
          <p:nvPr/>
        </p:nvSpPr>
        <p:spPr>
          <a:xfrm>
            <a:off x="18288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12" name="Rectangle 116"/>
          <p:cNvSpPr/>
          <p:nvPr/>
        </p:nvSpPr>
        <p:spPr>
          <a:xfrm>
            <a:off x="27432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13" name="Rectangle 117"/>
          <p:cNvSpPr/>
          <p:nvPr/>
        </p:nvSpPr>
        <p:spPr>
          <a:xfrm>
            <a:off x="36576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14" name="Rectangle 118"/>
          <p:cNvSpPr/>
          <p:nvPr/>
        </p:nvSpPr>
        <p:spPr>
          <a:xfrm>
            <a:off x="45720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15" name="Rectangle 119"/>
          <p:cNvSpPr/>
          <p:nvPr/>
        </p:nvSpPr>
        <p:spPr>
          <a:xfrm>
            <a:off x="54864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16" name="Rectangle 120"/>
          <p:cNvSpPr/>
          <p:nvPr/>
        </p:nvSpPr>
        <p:spPr>
          <a:xfrm>
            <a:off x="64008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17" name="Rectangle 121"/>
          <p:cNvSpPr/>
          <p:nvPr/>
        </p:nvSpPr>
        <p:spPr>
          <a:xfrm>
            <a:off x="73152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18" name="Rectangle 122"/>
          <p:cNvSpPr/>
          <p:nvPr/>
        </p:nvSpPr>
        <p:spPr>
          <a:xfrm>
            <a:off x="82296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19" name="Rectangle 123"/>
          <p:cNvSpPr/>
          <p:nvPr/>
        </p:nvSpPr>
        <p:spPr>
          <a:xfrm>
            <a:off x="91440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20" name="Rectangle 124"/>
          <p:cNvSpPr/>
          <p:nvPr/>
        </p:nvSpPr>
        <p:spPr>
          <a:xfrm>
            <a:off x="100584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21" name="Rectangle 125"/>
          <p:cNvSpPr/>
          <p:nvPr/>
        </p:nvSpPr>
        <p:spPr>
          <a:xfrm>
            <a:off x="109728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22" name="Rectangle 126"/>
          <p:cNvSpPr/>
          <p:nvPr/>
        </p:nvSpPr>
        <p:spPr>
          <a:xfrm>
            <a:off x="118872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23" name="Rectangle 127"/>
          <p:cNvSpPr/>
          <p:nvPr/>
        </p:nvSpPr>
        <p:spPr>
          <a:xfrm>
            <a:off x="0" y="0"/>
            <a:ext cx="311040" cy="684900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24" name="Rounded Rectangle 50"/>
          <p:cNvSpPr/>
          <p:nvPr/>
        </p:nvSpPr>
        <p:spPr>
          <a:xfrm>
            <a:off x="9875520" y="365760"/>
            <a:ext cx="2002680" cy="49392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125" name="TextBox 21"/>
          <p:cNvSpPr/>
          <p:nvPr/>
        </p:nvSpPr>
        <p:spPr>
          <a:xfrm>
            <a:off x="2159640" y="1005840"/>
            <a:ext cx="665208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VARIABLE INITIALIZATION</a:t>
            </a:r>
            <a:endParaRPr b="0" lang="en-US" sz="4800" spc="-1" strike="noStrike">
              <a:solidFill>
                <a:srgbClr val="000000"/>
              </a:solidFill>
              <a:latin typeface="Arial"/>
            </a:endParaRPr>
          </a:p>
        </p:txBody>
      </p:sp>
      <p:sp>
        <p:nvSpPr>
          <p:cNvPr id="1126" name="TextBox 22"/>
          <p:cNvSpPr/>
          <p:nvPr/>
        </p:nvSpPr>
        <p:spPr>
          <a:xfrm>
            <a:off x="2057400" y="2074680"/>
            <a:ext cx="687168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Variable initialization is the process of assigning a value to a variable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when it is declared or before it is used.</a:t>
            </a:r>
            <a:endParaRPr b="0" lang="en-US" sz="1900" spc="-1" strike="noStrike">
              <a:solidFill>
                <a:srgbClr val="000000"/>
              </a:solidFill>
              <a:latin typeface="Arial"/>
            </a:endParaRPr>
          </a:p>
        </p:txBody>
      </p:sp>
      <p:sp>
        <p:nvSpPr>
          <p:cNvPr id="1127" name="Rounded Rectangle 51"/>
          <p:cNvSpPr/>
          <p:nvPr/>
        </p:nvSpPr>
        <p:spPr>
          <a:xfrm>
            <a:off x="987480" y="3182040"/>
            <a:ext cx="3282840" cy="27342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28" name="Rounded Rectangle 52"/>
          <p:cNvSpPr/>
          <p:nvPr/>
        </p:nvSpPr>
        <p:spPr>
          <a:xfrm>
            <a:off x="685800" y="2971800"/>
            <a:ext cx="3511440" cy="31924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400" spc="-1" strike="noStrike">
                <a:solidFill>
                  <a:schemeClr val="lt1"/>
                </a:solidFill>
                <a:latin typeface="Calibri"/>
                <a:ea typeface="DejaVu Sans"/>
              </a:rPr>
              <a:t>Declaration</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 variable must first be declared with a data type and name.</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Initialization</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Initialization means assigning an initial value to the variable.</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Default Values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Some variables receive default values automatically depending on their type.</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Before Usage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Local variables must be initialized before they are used in a program.</a:t>
            </a:r>
            <a:endParaRPr b="0" lang="en-US" sz="1400" spc="-1" strike="noStrike">
              <a:solidFill>
                <a:srgbClr val="ffffff"/>
              </a:solidFill>
              <a:latin typeface="Arial"/>
            </a:endParaRPr>
          </a:p>
        </p:txBody>
      </p:sp>
      <p:sp>
        <p:nvSpPr>
          <p:cNvPr id="1129" name="Rounded Rectangle 53"/>
          <p:cNvSpPr/>
          <p:nvPr/>
        </p:nvSpPr>
        <p:spPr>
          <a:xfrm>
            <a:off x="4507920" y="3182040"/>
            <a:ext cx="3282840" cy="27342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30" name="Rounded Rectangle 54"/>
          <p:cNvSpPr/>
          <p:nvPr/>
        </p:nvSpPr>
        <p:spPr>
          <a:xfrm>
            <a:off x="4434840" y="3108960"/>
            <a:ext cx="3282840" cy="27342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600" spc="-1" strike="noStrike">
                <a:solidFill>
                  <a:schemeClr val="lt1"/>
                </a:solidFill>
                <a:latin typeface="Calibri"/>
                <a:ea typeface="DejaVu Sans"/>
              </a:rPr>
              <a:t>Variable Initialization</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        │</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        ├── </a:t>
            </a:r>
            <a:r>
              <a:rPr b="0" lang="en-US" sz="1600" spc="-1" strike="noStrike">
                <a:solidFill>
                  <a:schemeClr val="lt1"/>
                </a:solidFill>
                <a:latin typeface="Calibri"/>
                <a:ea typeface="DejaVu Sans"/>
              </a:rPr>
              <a:t>Declare Variable</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        │       </a:t>
            </a:r>
            <a:r>
              <a:rPr b="0" lang="en-US" sz="1600" spc="-1" strike="noStrike">
                <a:solidFill>
                  <a:schemeClr val="lt1"/>
                </a:solidFill>
                <a:latin typeface="Calibri"/>
                <a:ea typeface="DejaVu Sans"/>
              </a:rPr>
              <a:t>int age;</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        │</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        ├── </a:t>
            </a:r>
            <a:r>
              <a:rPr b="0" lang="en-US" sz="1600" spc="-1" strike="noStrike">
                <a:solidFill>
                  <a:schemeClr val="lt1"/>
                </a:solidFill>
                <a:latin typeface="Calibri"/>
                <a:ea typeface="DejaVu Sans"/>
              </a:rPr>
              <a:t>Assign Value</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        │       </a:t>
            </a:r>
            <a:r>
              <a:rPr b="0" lang="en-US" sz="1600" spc="-1" strike="noStrike">
                <a:solidFill>
                  <a:schemeClr val="lt1"/>
                </a:solidFill>
                <a:latin typeface="Calibri"/>
                <a:ea typeface="DejaVu Sans"/>
              </a:rPr>
              <a:t>age = 20;</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        │</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        └── </a:t>
            </a:r>
            <a:r>
              <a:rPr b="0" lang="en-US" sz="1600" spc="-1" strike="noStrike">
                <a:solidFill>
                  <a:schemeClr val="lt1"/>
                </a:solidFill>
                <a:latin typeface="Calibri"/>
                <a:ea typeface="DejaVu Sans"/>
              </a:rPr>
              <a:t>Use Variable</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                </a:t>
            </a:r>
            <a:r>
              <a:rPr b="0" lang="en-US" sz="1600" spc="-1" strike="noStrike">
                <a:solidFill>
                  <a:schemeClr val="lt1"/>
                </a:solidFill>
                <a:latin typeface="Calibri"/>
                <a:ea typeface="DejaVu Sans"/>
              </a:rPr>
              <a:t>System.out.println(age);</a:t>
            </a:r>
            <a:endParaRPr b="0" lang="en-US" sz="1600" spc="-1" strike="noStrike">
              <a:solidFill>
                <a:srgbClr val="ffffff"/>
              </a:solidFill>
              <a:latin typeface="Arial"/>
            </a:endParaRPr>
          </a:p>
        </p:txBody>
      </p:sp>
      <p:sp>
        <p:nvSpPr>
          <p:cNvPr id="1131" name="Rounded Rectangle 55"/>
          <p:cNvSpPr/>
          <p:nvPr/>
        </p:nvSpPr>
        <p:spPr>
          <a:xfrm>
            <a:off x="8028360" y="3182040"/>
            <a:ext cx="3282840" cy="27342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32" name="Rounded Rectangle 56"/>
          <p:cNvSpPr/>
          <p:nvPr/>
        </p:nvSpPr>
        <p:spPr>
          <a:xfrm>
            <a:off x="7955280" y="2971800"/>
            <a:ext cx="3466800" cy="29638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300" spc="-1" strike="noStrike">
                <a:solidFill>
                  <a:srgbClr val="78ffc8"/>
                </a:solidFill>
                <a:latin typeface="Consolas"/>
                <a:ea typeface="DejaVu Sans"/>
              </a:rPr>
              <a:t>public class VariableInitialization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public static void main(String[] args)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age;      // declaration</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age = 20;     // initialization</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double price = 19.99; // declaration + initialization</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System.out.println(age);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System.out.println(price);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a:t>
            </a:r>
            <a:endParaRPr b="0" lang="en-US" sz="1300" spc="-1" strike="noStrike">
              <a:solidFill>
                <a:srgbClr val="ffffff"/>
              </a:solidFill>
              <a:latin typeface="Arial"/>
            </a:endParaRPr>
          </a:p>
        </p:txBody>
      </p:sp>
      <p:sp>
        <p:nvSpPr>
          <p:cNvPr id="1133" name="TextBox 23"/>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34" name="Rectangle 128"/>
          <p:cNvSpPr/>
          <p:nvPr/>
        </p:nvSpPr>
        <p:spPr>
          <a:xfrm>
            <a:off x="0" y="0"/>
            <a:ext cx="12180600" cy="684972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35" name="Rectangle 129"/>
          <p:cNvSpPr/>
          <p:nvPr/>
        </p:nvSpPr>
        <p:spPr>
          <a:xfrm>
            <a:off x="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36" name="Rectangle 130"/>
          <p:cNvSpPr/>
          <p:nvPr/>
        </p:nvSpPr>
        <p:spPr>
          <a:xfrm>
            <a:off x="9144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37" name="Rectangle 131"/>
          <p:cNvSpPr/>
          <p:nvPr/>
        </p:nvSpPr>
        <p:spPr>
          <a:xfrm>
            <a:off x="18288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38" name="Rectangle 132"/>
          <p:cNvSpPr/>
          <p:nvPr/>
        </p:nvSpPr>
        <p:spPr>
          <a:xfrm>
            <a:off x="27432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39" name="Rectangle 133"/>
          <p:cNvSpPr/>
          <p:nvPr/>
        </p:nvSpPr>
        <p:spPr>
          <a:xfrm>
            <a:off x="36576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40" name="Rectangle 134"/>
          <p:cNvSpPr/>
          <p:nvPr/>
        </p:nvSpPr>
        <p:spPr>
          <a:xfrm>
            <a:off x="45720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41" name="Rectangle 135"/>
          <p:cNvSpPr/>
          <p:nvPr/>
        </p:nvSpPr>
        <p:spPr>
          <a:xfrm>
            <a:off x="54864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42" name="Rectangle 136"/>
          <p:cNvSpPr/>
          <p:nvPr/>
        </p:nvSpPr>
        <p:spPr>
          <a:xfrm>
            <a:off x="64008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43" name="Rectangle 137"/>
          <p:cNvSpPr/>
          <p:nvPr/>
        </p:nvSpPr>
        <p:spPr>
          <a:xfrm>
            <a:off x="73152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44" name="Rectangle 138"/>
          <p:cNvSpPr/>
          <p:nvPr/>
        </p:nvSpPr>
        <p:spPr>
          <a:xfrm>
            <a:off x="82296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45" name="Rectangle 139"/>
          <p:cNvSpPr/>
          <p:nvPr/>
        </p:nvSpPr>
        <p:spPr>
          <a:xfrm>
            <a:off x="91440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46" name="Rectangle 140"/>
          <p:cNvSpPr/>
          <p:nvPr/>
        </p:nvSpPr>
        <p:spPr>
          <a:xfrm>
            <a:off x="100584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47" name="Rectangle 141"/>
          <p:cNvSpPr/>
          <p:nvPr/>
        </p:nvSpPr>
        <p:spPr>
          <a:xfrm>
            <a:off x="109728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48" name="Rectangle 142"/>
          <p:cNvSpPr/>
          <p:nvPr/>
        </p:nvSpPr>
        <p:spPr>
          <a:xfrm>
            <a:off x="118872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49" name="Rectangle 143"/>
          <p:cNvSpPr/>
          <p:nvPr/>
        </p:nvSpPr>
        <p:spPr>
          <a:xfrm>
            <a:off x="0" y="0"/>
            <a:ext cx="311760" cy="684972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50" name="Rounded Rectangle 57"/>
          <p:cNvSpPr/>
          <p:nvPr/>
        </p:nvSpPr>
        <p:spPr>
          <a:xfrm>
            <a:off x="9875520" y="365760"/>
            <a:ext cx="2003400" cy="49464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151" name="TextBox 24"/>
          <p:cNvSpPr/>
          <p:nvPr/>
        </p:nvSpPr>
        <p:spPr>
          <a:xfrm>
            <a:off x="2999160" y="1005840"/>
            <a:ext cx="497556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WRAPPER CLASSES</a:t>
            </a:r>
            <a:endParaRPr b="0" lang="en-US" sz="4800" spc="-1" strike="noStrike">
              <a:solidFill>
                <a:srgbClr val="000000"/>
              </a:solidFill>
              <a:latin typeface="Arial"/>
            </a:endParaRPr>
          </a:p>
        </p:txBody>
      </p:sp>
      <p:sp>
        <p:nvSpPr>
          <p:cNvPr id="1152" name="TextBox 25"/>
          <p:cNvSpPr/>
          <p:nvPr/>
        </p:nvSpPr>
        <p:spPr>
          <a:xfrm>
            <a:off x="1873440" y="2194560"/>
            <a:ext cx="7225200" cy="37908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Wrapper classes allow primitive data types to be used as objects in Java.</a:t>
            </a:r>
            <a:endParaRPr b="0" lang="en-US" sz="1900" spc="-1" strike="noStrike">
              <a:solidFill>
                <a:srgbClr val="000000"/>
              </a:solidFill>
              <a:latin typeface="Arial"/>
            </a:endParaRPr>
          </a:p>
        </p:txBody>
      </p:sp>
      <p:sp>
        <p:nvSpPr>
          <p:cNvPr id="1153" name="Rounded Rectangle 58"/>
          <p:cNvSpPr/>
          <p:nvPr/>
        </p:nvSpPr>
        <p:spPr>
          <a:xfrm>
            <a:off x="987480" y="3182040"/>
            <a:ext cx="3283560" cy="27349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54" name="Rounded Rectangle 59"/>
          <p:cNvSpPr/>
          <p:nvPr/>
        </p:nvSpPr>
        <p:spPr>
          <a:xfrm>
            <a:off x="685800" y="3108960"/>
            <a:ext cx="3512160" cy="32846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Wrapper classes convert primitive values into objects.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They are commonly used in collections and object-based operations.</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Primitive</a:t>
            </a:r>
            <a:r>
              <a:rPr b="0" lang="en-US" sz="1400" spc="-1" strike="noStrike">
                <a:solidFill>
                  <a:schemeClr val="lt1"/>
                </a:solidFill>
                <a:latin typeface="Calibri"/>
                <a:ea typeface="DejaVu Sans"/>
              </a:rPr>
              <a:t> → Wrapper examples</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int</a:t>
            </a:r>
            <a:r>
              <a:rPr b="0" lang="en-US" sz="1400" spc="-1" strike="noStrike">
                <a:solidFill>
                  <a:schemeClr val="lt1"/>
                </a:solidFill>
                <a:latin typeface="Calibri"/>
                <a:ea typeface="DejaVu Sans"/>
              </a:rPr>
              <a:t> → Integer</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double</a:t>
            </a:r>
            <a:r>
              <a:rPr b="0" lang="en-US" sz="1400" spc="-1" strike="noStrike">
                <a:solidFill>
                  <a:schemeClr val="lt1"/>
                </a:solidFill>
                <a:latin typeface="Calibri"/>
                <a:ea typeface="DejaVu Sans"/>
              </a:rPr>
              <a:t> → Double</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char</a:t>
            </a:r>
            <a:r>
              <a:rPr b="0" lang="en-US" sz="1400" spc="-1" strike="noStrike">
                <a:solidFill>
                  <a:schemeClr val="lt1"/>
                </a:solidFill>
                <a:latin typeface="Calibri"/>
                <a:ea typeface="DejaVu Sans"/>
              </a:rPr>
              <a:t> → Character</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boolean</a:t>
            </a:r>
            <a:r>
              <a:rPr b="0" lang="en-US" sz="1400" spc="-1" strike="noStrike">
                <a:solidFill>
                  <a:schemeClr val="lt1"/>
                </a:solidFill>
                <a:latin typeface="Calibri"/>
                <a:ea typeface="DejaVu Sans"/>
              </a:rPr>
              <a:t> → Boolean</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Wrapper classes</a:t>
            </a:r>
            <a:r>
              <a:rPr b="0" lang="en-US" sz="1400" spc="-1" strike="noStrike">
                <a:solidFill>
                  <a:schemeClr val="lt1"/>
                </a:solidFill>
                <a:latin typeface="Calibri"/>
                <a:ea typeface="DejaVu Sans"/>
              </a:rPr>
              <a:t> provide useful methods for conversion and data handling.</a:t>
            </a:r>
            <a:endParaRPr b="0" lang="en-US" sz="1400" spc="-1" strike="noStrike">
              <a:solidFill>
                <a:srgbClr val="ffffff"/>
              </a:solidFill>
              <a:latin typeface="Arial"/>
            </a:endParaRPr>
          </a:p>
        </p:txBody>
      </p:sp>
      <p:sp>
        <p:nvSpPr>
          <p:cNvPr id="1155" name="Rounded Rectangle 60"/>
          <p:cNvSpPr/>
          <p:nvPr/>
        </p:nvSpPr>
        <p:spPr>
          <a:xfrm>
            <a:off x="4507920" y="3182040"/>
            <a:ext cx="3283560" cy="27349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56" name="Rounded Rectangle 61"/>
          <p:cNvSpPr/>
          <p:nvPr/>
        </p:nvSpPr>
        <p:spPr>
          <a:xfrm>
            <a:off x="4434840" y="3108960"/>
            <a:ext cx="3283560" cy="27349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300" spc="-1" strike="noStrike">
                <a:solidFill>
                  <a:schemeClr val="lt1"/>
                </a:solidFill>
                <a:latin typeface="Calibri"/>
                <a:ea typeface="DejaVu Sans"/>
              </a:rPr>
              <a:t>Primitive Value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Wrapper Class Conversion</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Object Representation</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Use in Collections / Methods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Examples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int → Integer</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double → Double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boolean → Boolean</a:t>
            </a:r>
            <a:endParaRPr b="0" lang="en-US" sz="1300" spc="-1" strike="noStrike">
              <a:solidFill>
                <a:srgbClr val="ffffff"/>
              </a:solidFill>
              <a:latin typeface="Arial"/>
            </a:endParaRPr>
          </a:p>
        </p:txBody>
      </p:sp>
      <p:sp>
        <p:nvSpPr>
          <p:cNvPr id="1157" name="Rounded Rectangle 62"/>
          <p:cNvSpPr/>
          <p:nvPr/>
        </p:nvSpPr>
        <p:spPr>
          <a:xfrm>
            <a:off x="8028360" y="3182040"/>
            <a:ext cx="3283560" cy="27349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58" name="Rounded Rectangle 63"/>
          <p:cNvSpPr/>
          <p:nvPr/>
        </p:nvSpPr>
        <p:spPr>
          <a:xfrm>
            <a:off x="7955280" y="3108960"/>
            <a:ext cx="3467520" cy="32846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300" spc="-1" strike="noStrike">
                <a:solidFill>
                  <a:srgbClr val="78ffc8"/>
                </a:solidFill>
                <a:latin typeface="Consolas"/>
                <a:ea typeface="DejaVu Sans"/>
              </a:rPr>
              <a:t>public class WrapperExample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public static void main(String[] args)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number = 10;</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Integer wrapperNumber = number;   // autoboxing</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double price = 19.99;</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Double wrapperPrice = price;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System.out.println(wrapperNumber);</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System.out.println(wrapperPrice);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a:t>
            </a:r>
            <a:endParaRPr b="0" lang="en-US" sz="1300" spc="-1" strike="noStrike">
              <a:solidFill>
                <a:srgbClr val="ffffff"/>
              </a:solidFill>
              <a:latin typeface="Arial"/>
            </a:endParaRPr>
          </a:p>
        </p:txBody>
      </p:sp>
      <p:sp>
        <p:nvSpPr>
          <p:cNvPr id="1159" name="TextBox 27"/>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60" name="Rectangle 176"/>
          <p:cNvSpPr/>
          <p:nvPr/>
        </p:nvSpPr>
        <p:spPr>
          <a:xfrm>
            <a:off x="0" y="0"/>
            <a:ext cx="12181320" cy="685044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61" name="Rectangle 177"/>
          <p:cNvSpPr/>
          <p:nvPr/>
        </p:nvSpPr>
        <p:spPr>
          <a:xfrm>
            <a:off x="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62" name="Rectangle 178"/>
          <p:cNvSpPr/>
          <p:nvPr/>
        </p:nvSpPr>
        <p:spPr>
          <a:xfrm>
            <a:off x="9144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63" name="Rectangle 179"/>
          <p:cNvSpPr/>
          <p:nvPr/>
        </p:nvSpPr>
        <p:spPr>
          <a:xfrm>
            <a:off x="18288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64" name="Rectangle 180"/>
          <p:cNvSpPr/>
          <p:nvPr/>
        </p:nvSpPr>
        <p:spPr>
          <a:xfrm>
            <a:off x="27432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65" name="Rectangle 181"/>
          <p:cNvSpPr/>
          <p:nvPr/>
        </p:nvSpPr>
        <p:spPr>
          <a:xfrm>
            <a:off x="36576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66" name="Rectangle 182"/>
          <p:cNvSpPr/>
          <p:nvPr/>
        </p:nvSpPr>
        <p:spPr>
          <a:xfrm>
            <a:off x="45720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67" name="Rectangle 183"/>
          <p:cNvSpPr/>
          <p:nvPr/>
        </p:nvSpPr>
        <p:spPr>
          <a:xfrm>
            <a:off x="54864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68" name="Rectangle 184"/>
          <p:cNvSpPr/>
          <p:nvPr/>
        </p:nvSpPr>
        <p:spPr>
          <a:xfrm>
            <a:off x="64008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69" name="Rectangle 185"/>
          <p:cNvSpPr/>
          <p:nvPr/>
        </p:nvSpPr>
        <p:spPr>
          <a:xfrm>
            <a:off x="73152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70" name="Rectangle 186"/>
          <p:cNvSpPr/>
          <p:nvPr/>
        </p:nvSpPr>
        <p:spPr>
          <a:xfrm>
            <a:off x="82296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71" name="Rectangle 187"/>
          <p:cNvSpPr/>
          <p:nvPr/>
        </p:nvSpPr>
        <p:spPr>
          <a:xfrm>
            <a:off x="91440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72" name="Rectangle 188"/>
          <p:cNvSpPr/>
          <p:nvPr/>
        </p:nvSpPr>
        <p:spPr>
          <a:xfrm>
            <a:off x="100584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73" name="Rectangle 189"/>
          <p:cNvSpPr/>
          <p:nvPr/>
        </p:nvSpPr>
        <p:spPr>
          <a:xfrm>
            <a:off x="109728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74" name="Rectangle 190"/>
          <p:cNvSpPr/>
          <p:nvPr/>
        </p:nvSpPr>
        <p:spPr>
          <a:xfrm>
            <a:off x="118872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75" name="Rectangle 191"/>
          <p:cNvSpPr/>
          <p:nvPr/>
        </p:nvSpPr>
        <p:spPr>
          <a:xfrm>
            <a:off x="0" y="0"/>
            <a:ext cx="312480" cy="685044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76" name="Rounded Rectangle 78"/>
          <p:cNvSpPr/>
          <p:nvPr/>
        </p:nvSpPr>
        <p:spPr>
          <a:xfrm>
            <a:off x="9875520" y="365760"/>
            <a:ext cx="2004120" cy="49536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177" name="TextBox 34"/>
          <p:cNvSpPr/>
          <p:nvPr/>
        </p:nvSpPr>
        <p:spPr>
          <a:xfrm>
            <a:off x="2912760" y="1005840"/>
            <a:ext cx="514620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JAVA TYPE CASTING</a:t>
            </a:r>
            <a:endParaRPr b="0" lang="en-US" sz="4800" spc="-1" strike="noStrike">
              <a:solidFill>
                <a:srgbClr val="000000"/>
              </a:solidFill>
              <a:latin typeface="Arial"/>
            </a:endParaRPr>
          </a:p>
        </p:txBody>
      </p:sp>
      <p:sp>
        <p:nvSpPr>
          <p:cNvPr id="1178" name="TextBox 35"/>
          <p:cNvSpPr/>
          <p:nvPr/>
        </p:nvSpPr>
        <p:spPr>
          <a:xfrm>
            <a:off x="2356200" y="2057400"/>
            <a:ext cx="632916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Type casting converts one data type into another in Java.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There are two types: implicit (automatic) and explicit (manual).</a:t>
            </a:r>
            <a:endParaRPr b="0" lang="en-US" sz="1900" spc="-1" strike="noStrike">
              <a:solidFill>
                <a:srgbClr val="000000"/>
              </a:solidFill>
              <a:latin typeface="Arial"/>
            </a:endParaRPr>
          </a:p>
        </p:txBody>
      </p:sp>
      <p:sp>
        <p:nvSpPr>
          <p:cNvPr id="1179" name="Rounded Rectangle 79"/>
          <p:cNvSpPr/>
          <p:nvPr/>
        </p:nvSpPr>
        <p:spPr>
          <a:xfrm>
            <a:off x="987480" y="3182040"/>
            <a:ext cx="3284280" cy="27356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80" name="Rounded Rectangle 80"/>
          <p:cNvSpPr/>
          <p:nvPr/>
        </p:nvSpPr>
        <p:spPr>
          <a:xfrm>
            <a:off x="914400" y="3108960"/>
            <a:ext cx="3284280" cy="27356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300" spc="-1" strike="noStrike">
                <a:solidFill>
                  <a:schemeClr val="lt1"/>
                </a:solidFill>
                <a:latin typeface="Calibri"/>
                <a:ea typeface="DejaVu Sans"/>
              </a:rPr>
              <a:t>Implicit Casting (Widening)</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 </a:t>
            </a:r>
            <a:r>
              <a:rPr b="0" lang="en-US" sz="1300" spc="-1" strike="noStrike">
                <a:solidFill>
                  <a:schemeClr val="lt1"/>
                </a:solidFill>
                <a:latin typeface="Calibri"/>
                <a:ea typeface="DejaVu Sans"/>
              </a:rPr>
              <a:t>Performed automatically by Java</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 </a:t>
            </a:r>
            <a:r>
              <a:rPr b="0" lang="en-US" sz="1300" spc="-1" strike="noStrike">
                <a:solidFill>
                  <a:schemeClr val="lt1"/>
                </a:solidFill>
                <a:latin typeface="Calibri"/>
                <a:ea typeface="DejaVu Sans"/>
              </a:rPr>
              <a:t>Converts smaller types to larger types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Example: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int → long → float → double</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Explicit Casting (Narrowing)</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 </a:t>
            </a:r>
            <a:r>
              <a:rPr b="0" lang="en-US" sz="1300" spc="-1" strike="noStrike">
                <a:solidFill>
                  <a:schemeClr val="lt1"/>
                </a:solidFill>
                <a:latin typeface="Calibri"/>
                <a:ea typeface="DejaVu Sans"/>
              </a:rPr>
              <a:t>Performed manually by the programmer</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 </a:t>
            </a:r>
            <a:r>
              <a:rPr b="0" lang="en-US" sz="1300" spc="-1" strike="noStrike">
                <a:solidFill>
                  <a:schemeClr val="lt1"/>
                </a:solidFill>
                <a:latin typeface="Calibri"/>
                <a:ea typeface="DejaVu Sans"/>
              </a:rPr>
              <a:t>Converts larger types to smaller types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Example: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double → float → int → byte</a:t>
            </a:r>
            <a:endParaRPr b="0" lang="en-US" sz="1300" spc="-1" strike="noStrike">
              <a:solidFill>
                <a:srgbClr val="ffffff"/>
              </a:solidFill>
              <a:latin typeface="Arial"/>
            </a:endParaRPr>
          </a:p>
        </p:txBody>
      </p:sp>
      <p:sp>
        <p:nvSpPr>
          <p:cNvPr id="1181" name="Rounded Rectangle 81"/>
          <p:cNvSpPr/>
          <p:nvPr/>
        </p:nvSpPr>
        <p:spPr>
          <a:xfrm>
            <a:off x="4507920" y="3182040"/>
            <a:ext cx="3284280" cy="27356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82" name="Rounded Rectangle 82"/>
          <p:cNvSpPr/>
          <p:nvPr/>
        </p:nvSpPr>
        <p:spPr>
          <a:xfrm>
            <a:off x="4434840" y="3108960"/>
            <a:ext cx="3284280" cy="27356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300" spc="-1" strike="noStrike">
                <a:solidFill>
                  <a:schemeClr val="lt1"/>
                </a:solidFill>
                <a:latin typeface="Calibri"/>
                <a:ea typeface="DejaVu Sans"/>
              </a:rPr>
              <a:t>Type Casting</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 </a:t>
            </a:r>
            <a:r>
              <a:rPr b="0" lang="en-US" sz="1300" spc="-1" strike="noStrike">
                <a:solidFill>
                  <a:schemeClr val="lt1"/>
                </a:solidFill>
                <a:latin typeface="Calibri"/>
                <a:ea typeface="DejaVu Sans"/>
              </a:rPr>
              <a:t>Implicit Casting</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   </a:t>
            </a:r>
            <a:r>
              <a:rPr b="0" lang="en-US" sz="1300" spc="-1" strike="noStrike">
                <a:solidFill>
                  <a:schemeClr val="lt1"/>
                </a:solidFill>
                <a:latin typeface="Calibri"/>
                <a:ea typeface="DejaVu Sans"/>
              </a:rPr>
              <a:t>(Automatic)</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   </a:t>
            </a:r>
            <a:r>
              <a:rPr b="0" lang="en-US" sz="1300" spc="-1" strike="noStrike">
                <a:solidFill>
                  <a:schemeClr val="lt1"/>
                </a:solidFill>
                <a:latin typeface="Calibri"/>
                <a:ea typeface="DejaVu Sans"/>
              </a:rPr>
              <a:t>byte → short → int → long → float → double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 </a:t>
            </a:r>
            <a:r>
              <a:rPr b="0" lang="en-US" sz="1300" spc="-1" strike="noStrike">
                <a:solidFill>
                  <a:schemeClr val="lt1"/>
                </a:solidFill>
                <a:latin typeface="Calibri"/>
                <a:ea typeface="DejaVu Sans"/>
              </a:rPr>
              <a:t>Explicit Casting</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    </a:t>
            </a:r>
            <a:r>
              <a:rPr b="0" lang="en-US" sz="1300" spc="-1" strike="noStrike">
                <a:solidFill>
                  <a:schemeClr val="lt1"/>
                </a:solidFill>
                <a:latin typeface="Calibri"/>
                <a:ea typeface="DejaVu Sans"/>
              </a:rPr>
              <a:t>(Manual)</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double → float → long → int → short → byte</a:t>
            </a:r>
            <a:endParaRPr b="0" lang="en-US" sz="1300" spc="-1" strike="noStrike">
              <a:solidFill>
                <a:srgbClr val="ffffff"/>
              </a:solidFill>
              <a:latin typeface="Arial"/>
            </a:endParaRPr>
          </a:p>
        </p:txBody>
      </p:sp>
      <p:sp>
        <p:nvSpPr>
          <p:cNvPr id="1183" name="Rounded Rectangle 83"/>
          <p:cNvSpPr/>
          <p:nvPr/>
        </p:nvSpPr>
        <p:spPr>
          <a:xfrm>
            <a:off x="8028360" y="3182040"/>
            <a:ext cx="3284280" cy="27356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84" name="Rounded Rectangle 84"/>
          <p:cNvSpPr/>
          <p:nvPr/>
        </p:nvSpPr>
        <p:spPr>
          <a:xfrm>
            <a:off x="7955280" y="2971800"/>
            <a:ext cx="3696840" cy="31939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300" spc="-1" strike="noStrike">
                <a:solidFill>
                  <a:srgbClr val="78ffc8"/>
                </a:solidFill>
                <a:latin typeface="Consolas"/>
                <a:ea typeface="DejaVu Sans"/>
              </a:rPr>
              <a:t>public class TypeCastingExample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public static void main(String[] args)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 Implicit Casting</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number = 25;</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double result = number;</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System.out.println(result);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 Explicit Casting</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double price = 49.99;</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newPrice = (int) price;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System.out.println(newPrice);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a:t>
            </a:r>
            <a:endParaRPr b="0" lang="en-US" sz="1300" spc="-1" strike="noStrike">
              <a:solidFill>
                <a:srgbClr val="ffffff"/>
              </a:solidFill>
              <a:latin typeface="Arial"/>
            </a:endParaRPr>
          </a:p>
        </p:txBody>
      </p:sp>
      <p:sp>
        <p:nvSpPr>
          <p:cNvPr id="1185" name="TextBox 36"/>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86" name="Rectangle 192"/>
          <p:cNvSpPr/>
          <p:nvPr/>
        </p:nvSpPr>
        <p:spPr>
          <a:xfrm>
            <a:off x="0" y="0"/>
            <a:ext cx="12181680" cy="685080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87" name="Rectangle 193"/>
          <p:cNvSpPr/>
          <p:nvPr/>
        </p:nvSpPr>
        <p:spPr>
          <a:xfrm>
            <a:off x="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88" name="Rectangle 194"/>
          <p:cNvSpPr/>
          <p:nvPr/>
        </p:nvSpPr>
        <p:spPr>
          <a:xfrm>
            <a:off x="9144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89" name="Rectangle 195"/>
          <p:cNvSpPr/>
          <p:nvPr/>
        </p:nvSpPr>
        <p:spPr>
          <a:xfrm>
            <a:off x="18288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90" name="Rectangle 196"/>
          <p:cNvSpPr/>
          <p:nvPr/>
        </p:nvSpPr>
        <p:spPr>
          <a:xfrm>
            <a:off x="27432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91" name="Rectangle 197"/>
          <p:cNvSpPr/>
          <p:nvPr/>
        </p:nvSpPr>
        <p:spPr>
          <a:xfrm>
            <a:off x="36576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92" name="Rectangle 198"/>
          <p:cNvSpPr/>
          <p:nvPr/>
        </p:nvSpPr>
        <p:spPr>
          <a:xfrm>
            <a:off x="45720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93" name="Rectangle 199"/>
          <p:cNvSpPr/>
          <p:nvPr/>
        </p:nvSpPr>
        <p:spPr>
          <a:xfrm>
            <a:off x="54864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94" name="Rectangle 200"/>
          <p:cNvSpPr/>
          <p:nvPr/>
        </p:nvSpPr>
        <p:spPr>
          <a:xfrm>
            <a:off x="64008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95" name="Rectangle 201"/>
          <p:cNvSpPr/>
          <p:nvPr/>
        </p:nvSpPr>
        <p:spPr>
          <a:xfrm>
            <a:off x="73152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96" name="Rectangle 202"/>
          <p:cNvSpPr/>
          <p:nvPr/>
        </p:nvSpPr>
        <p:spPr>
          <a:xfrm>
            <a:off x="82296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97" name="Rectangle 203"/>
          <p:cNvSpPr/>
          <p:nvPr/>
        </p:nvSpPr>
        <p:spPr>
          <a:xfrm>
            <a:off x="91440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98" name="Rectangle 204"/>
          <p:cNvSpPr/>
          <p:nvPr/>
        </p:nvSpPr>
        <p:spPr>
          <a:xfrm>
            <a:off x="100584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99" name="Rectangle 205"/>
          <p:cNvSpPr/>
          <p:nvPr/>
        </p:nvSpPr>
        <p:spPr>
          <a:xfrm>
            <a:off x="109728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00" name="Rectangle 206"/>
          <p:cNvSpPr/>
          <p:nvPr/>
        </p:nvSpPr>
        <p:spPr>
          <a:xfrm>
            <a:off x="118872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01" name="Rectangle 207"/>
          <p:cNvSpPr/>
          <p:nvPr/>
        </p:nvSpPr>
        <p:spPr>
          <a:xfrm>
            <a:off x="0" y="0"/>
            <a:ext cx="312840" cy="685080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02" name="Rounded Rectangle 85"/>
          <p:cNvSpPr/>
          <p:nvPr/>
        </p:nvSpPr>
        <p:spPr>
          <a:xfrm>
            <a:off x="9875520" y="365760"/>
            <a:ext cx="2004480" cy="49572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203" name="TextBox 37"/>
          <p:cNvSpPr/>
          <p:nvPr/>
        </p:nvSpPr>
        <p:spPr>
          <a:xfrm>
            <a:off x="1242720" y="900360"/>
            <a:ext cx="8483760" cy="6991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000" spc="-1" strike="noStrike">
                <a:solidFill>
                  <a:srgbClr val="f5f5f5"/>
                </a:solidFill>
                <a:latin typeface="Calibri"/>
                <a:ea typeface="DejaVu Sans"/>
              </a:rPr>
              <a:t>Implicit Casting (Automatic Conversion)</a:t>
            </a:r>
            <a:endParaRPr b="0" lang="en-US" sz="4000" spc="-1" strike="noStrike">
              <a:solidFill>
                <a:srgbClr val="000000"/>
              </a:solidFill>
              <a:latin typeface="Arial"/>
            </a:endParaRPr>
          </a:p>
        </p:txBody>
      </p:sp>
      <p:sp>
        <p:nvSpPr>
          <p:cNvPr id="1204" name="TextBox 38"/>
          <p:cNvSpPr/>
          <p:nvPr/>
        </p:nvSpPr>
        <p:spPr>
          <a:xfrm>
            <a:off x="3011040" y="1600200"/>
            <a:ext cx="4995720" cy="10026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500" spc="-1" strike="noStrike">
                <a:solidFill>
                  <a:srgbClr val="aaaaaa"/>
                </a:solidFill>
                <a:latin typeface="Calibri"/>
                <a:ea typeface="DejaVu Sans"/>
              </a:rPr>
              <a:t>Implicit casting occurs when Java automatically converts a </a:t>
            </a:r>
            <a:endParaRPr b="0" lang="en-US" sz="1500" spc="-1" strike="noStrike">
              <a:solidFill>
                <a:srgbClr val="000000"/>
              </a:solidFill>
              <a:latin typeface="Arial"/>
            </a:endParaRPr>
          </a:p>
          <a:p>
            <a:pPr>
              <a:lnSpc>
                <a:spcPct val="100000"/>
              </a:lnSpc>
            </a:pPr>
            <a:r>
              <a:rPr b="0" lang="en-US" sz="1500" spc="-1" strike="noStrike">
                <a:solidFill>
                  <a:srgbClr val="aaaaaa"/>
                </a:solidFill>
                <a:latin typeface="Calibri"/>
                <a:ea typeface="DejaVu Sans"/>
              </a:rPr>
              <a:t>smaller data type into a larger data type.</a:t>
            </a:r>
            <a:endParaRPr b="0" lang="en-US" sz="1500" spc="-1" strike="noStrike">
              <a:solidFill>
                <a:srgbClr val="000000"/>
              </a:solidFill>
              <a:latin typeface="Arial"/>
            </a:endParaRPr>
          </a:p>
          <a:p>
            <a:pPr>
              <a:lnSpc>
                <a:spcPct val="100000"/>
              </a:lnSpc>
            </a:pPr>
            <a:r>
              <a:rPr b="0" lang="en-US" sz="1500" spc="-1" strike="noStrike">
                <a:solidFill>
                  <a:srgbClr val="aaaaaa"/>
                </a:solidFill>
                <a:latin typeface="Calibri"/>
                <a:ea typeface="DejaVu Sans"/>
              </a:rPr>
              <a:t>This conversion is safe because the larger data type</a:t>
            </a:r>
            <a:endParaRPr b="0" lang="en-US" sz="1500" spc="-1" strike="noStrike">
              <a:solidFill>
                <a:srgbClr val="000000"/>
              </a:solidFill>
              <a:latin typeface="Arial"/>
            </a:endParaRPr>
          </a:p>
          <a:p>
            <a:pPr>
              <a:lnSpc>
                <a:spcPct val="100000"/>
              </a:lnSpc>
            </a:pPr>
            <a:r>
              <a:rPr b="0" lang="en-US" sz="1500" spc="-1" strike="noStrike">
                <a:solidFill>
                  <a:srgbClr val="aaaaaa"/>
                </a:solidFill>
                <a:latin typeface="Calibri"/>
                <a:ea typeface="DejaVu Sans"/>
              </a:rPr>
              <a:t> </a:t>
            </a:r>
            <a:r>
              <a:rPr b="0" lang="en-US" sz="1500" spc="-1" strike="noStrike">
                <a:solidFill>
                  <a:srgbClr val="aaaaaa"/>
                </a:solidFill>
                <a:latin typeface="Calibri"/>
                <a:ea typeface="DejaVu Sans"/>
              </a:rPr>
              <a:t>can store all values of the smaller data type without data loss.</a:t>
            </a:r>
            <a:endParaRPr b="0" lang="en-US" sz="1500" spc="-1" strike="noStrike">
              <a:solidFill>
                <a:srgbClr val="000000"/>
              </a:solidFill>
              <a:latin typeface="Arial"/>
            </a:endParaRPr>
          </a:p>
        </p:txBody>
      </p:sp>
      <p:sp>
        <p:nvSpPr>
          <p:cNvPr id="1205" name="Rounded Rectangle 86"/>
          <p:cNvSpPr/>
          <p:nvPr/>
        </p:nvSpPr>
        <p:spPr>
          <a:xfrm>
            <a:off x="987480" y="3182040"/>
            <a:ext cx="3284640" cy="27360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06" name="Rounded Rectangle 87"/>
          <p:cNvSpPr/>
          <p:nvPr/>
        </p:nvSpPr>
        <p:spPr>
          <a:xfrm>
            <a:off x="595440" y="2743200"/>
            <a:ext cx="3513240" cy="36514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300" spc="-1" strike="noStrike">
                <a:solidFill>
                  <a:schemeClr val="lt1"/>
                </a:solidFill>
                <a:latin typeface="Calibri"/>
                <a:ea typeface="DejaVu Sans"/>
              </a:rPr>
              <a:t>Implicit Casting is the automatic conversion of a smaller data type to a larger data type in Java.</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Java performs this conversion automatically when there is no risk of data loss.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Also called Widening Casting.</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Key points:</a:t>
            </a: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 </a:t>
            </a:r>
            <a:r>
              <a:rPr b="1" lang="en-US" sz="1300" spc="-1" strike="noStrike">
                <a:solidFill>
                  <a:schemeClr val="lt1"/>
                </a:solidFill>
                <a:latin typeface="Calibri"/>
                <a:ea typeface="DejaVu Sans"/>
              </a:rPr>
              <a:t>Done automatically by the compiler</a:t>
            </a: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 </a:t>
            </a:r>
            <a:r>
              <a:rPr b="1" lang="en-US" sz="1300" spc="-1" strike="noStrike">
                <a:solidFill>
                  <a:schemeClr val="lt1"/>
                </a:solidFill>
                <a:latin typeface="Calibri"/>
                <a:ea typeface="DejaVu Sans"/>
              </a:rPr>
              <a:t>Converts smaller types to larger types</a:t>
            </a: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 </a:t>
            </a:r>
            <a:r>
              <a:rPr b="1" lang="en-US" sz="1300" spc="-1" strike="noStrike">
                <a:solidFill>
                  <a:schemeClr val="lt1"/>
                </a:solidFill>
                <a:latin typeface="Calibri"/>
                <a:ea typeface="DejaVu Sans"/>
              </a:rPr>
              <a:t>No manual casting needed</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Example: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int → long → float → double</a:t>
            </a:r>
            <a:endParaRPr b="0" lang="en-US" sz="1300" spc="-1" strike="noStrike">
              <a:solidFill>
                <a:srgbClr val="ffffff"/>
              </a:solidFill>
              <a:latin typeface="Arial"/>
            </a:endParaRPr>
          </a:p>
        </p:txBody>
      </p:sp>
      <p:sp>
        <p:nvSpPr>
          <p:cNvPr id="1207" name="Rounded Rectangle 88"/>
          <p:cNvSpPr/>
          <p:nvPr/>
        </p:nvSpPr>
        <p:spPr>
          <a:xfrm>
            <a:off x="4507920" y="3182040"/>
            <a:ext cx="3284640" cy="27360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08" name="Rounded Rectangle 89"/>
          <p:cNvSpPr/>
          <p:nvPr/>
        </p:nvSpPr>
        <p:spPr>
          <a:xfrm>
            <a:off x="4343400" y="2880360"/>
            <a:ext cx="3651480" cy="34228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Implicit Casting Flow (Widening Conversion)</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byte</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short</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int</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long</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float</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double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Each step represents a data type that can store the previous type safely.</a:t>
            </a:r>
            <a:endParaRPr b="0" lang="en-US" sz="1400" spc="-1" strike="noStrike">
              <a:solidFill>
                <a:srgbClr val="ffffff"/>
              </a:solidFill>
              <a:latin typeface="Arial"/>
            </a:endParaRPr>
          </a:p>
        </p:txBody>
      </p:sp>
      <p:sp>
        <p:nvSpPr>
          <p:cNvPr id="1209" name="Rounded Rectangle 90"/>
          <p:cNvSpPr/>
          <p:nvPr/>
        </p:nvSpPr>
        <p:spPr>
          <a:xfrm>
            <a:off x="8028360" y="3182040"/>
            <a:ext cx="3284640" cy="27360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10" name="Rounded Rectangle 91"/>
          <p:cNvSpPr/>
          <p:nvPr/>
        </p:nvSpPr>
        <p:spPr>
          <a:xfrm>
            <a:off x="8229600" y="2972880"/>
            <a:ext cx="3651480" cy="31932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300" spc="-1" strike="noStrike">
                <a:solidFill>
                  <a:srgbClr val="78ffc8"/>
                </a:solidFill>
                <a:latin typeface="Consolas"/>
                <a:ea typeface="DejaVu Sans"/>
              </a:rPr>
              <a:t>public class ImplicitCastingExample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public static void main(String[] args)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number = 25;</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 Automatic conversion from int to double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double result = number;</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System.out.println("Number: " + number);</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System.out.println("Converted value: " + result);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a:t>
            </a:r>
            <a:endParaRPr b="0" lang="en-US" sz="1300" spc="-1" strike="noStrike">
              <a:solidFill>
                <a:srgbClr val="ffffff"/>
              </a:solidFill>
              <a:latin typeface="Arial"/>
            </a:endParaRPr>
          </a:p>
        </p:txBody>
      </p:sp>
      <p:sp>
        <p:nvSpPr>
          <p:cNvPr id="1211" name="TextBox 39"/>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12" name="Rectangle 208"/>
          <p:cNvSpPr/>
          <p:nvPr/>
        </p:nvSpPr>
        <p:spPr>
          <a:xfrm>
            <a:off x="0" y="0"/>
            <a:ext cx="12182040" cy="685116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13" name="Rectangle 209"/>
          <p:cNvSpPr/>
          <p:nvPr/>
        </p:nvSpPr>
        <p:spPr>
          <a:xfrm>
            <a:off x="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14" name="Rectangle 210"/>
          <p:cNvSpPr/>
          <p:nvPr/>
        </p:nvSpPr>
        <p:spPr>
          <a:xfrm>
            <a:off x="9144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15" name="Rectangle 211"/>
          <p:cNvSpPr/>
          <p:nvPr/>
        </p:nvSpPr>
        <p:spPr>
          <a:xfrm>
            <a:off x="18288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16" name="Rectangle 212"/>
          <p:cNvSpPr/>
          <p:nvPr/>
        </p:nvSpPr>
        <p:spPr>
          <a:xfrm>
            <a:off x="27432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17" name="Rectangle 213"/>
          <p:cNvSpPr/>
          <p:nvPr/>
        </p:nvSpPr>
        <p:spPr>
          <a:xfrm>
            <a:off x="36576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18" name="Rectangle 214"/>
          <p:cNvSpPr/>
          <p:nvPr/>
        </p:nvSpPr>
        <p:spPr>
          <a:xfrm>
            <a:off x="45720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19" name="Rectangle 215"/>
          <p:cNvSpPr/>
          <p:nvPr/>
        </p:nvSpPr>
        <p:spPr>
          <a:xfrm>
            <a:off x="54864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20" name="Rectangle 216"/>
          <p:cNvSpPr/>
          <p:nvPr/>
        </p:nvSpPr>
        <p:spPr>
          <a:xfrm>
            <a:off x="64008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21" name="Rectangle 217"/>
          <p:cNvSpPr/>
          <p:nvPr/>
        </p:nvSpPr>
        <p:spPr>
          <a:xfrm>
            <a:off x="73152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22" name="Rectangle 218"/>
          <p:cNvSpPr/>
          <p:nvPr/>
        </p:nvSpPr>
        <p:spPr>
          <a:xfrm>
            <a:off x="82296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23" name="Rectangle 219"/>
          <p:cNvSpPr/>
          <p:nvPr/>
        </p:nvSpPr>
        <p:spPr>
          <a:xfrm>
            <a:off x="91440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24" name="Rectangle 220"/>
          <p:cNvSpPr/>
          <p:nvPr/>
        </p:nvSpPr>
        <p:spPr>
          <a:xfrm>
            <a:off x="100584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25" name="Rectangle 221"/>
          <p:cNvSpPr/>
          <p:nvPr/>
        </p:nvSpPr>
        <p:spPr>
          <a:xfrm>
            <a:off x="109728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26" name="Rectangle 222"/>
          <p:cNvSpPr/>
          <p:nvPr/>
        </p:nvSpPr>
        <p:spPr>
          <a:xfrm>
            <a:off x="118872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27" name="Rectangle 223"/>
          <p:cNvSpPr/>
          <p:nvPr/>
        </p:nvSpPr>
        <p:spPr>
          <a:xfrm>
            <a:off x="0" y="0"/>
            <a:ext cx="313200" cy="685116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28" name="Rounded Rectangle 92"/>
          <p:cNvSpPr/>
          <p:nvPr/>
        </p:nvSpPr>
        <p:spPr>
          <a:xfrm>
            <a:off x="9875520" y="365760"/>
            <a:ext cx="2004840" cy="49608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229" name="TextBox 40"/>
          <p:cNvSpPr/>
          <p:nvPr/>
        </p:nvSpPr>
        <p:spPr>
          <a:xfrm>
            <a:off x="2514600" y="685800"/>
            <a:ext cx="607140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JAVA EXPLICIT CASTING</a:t>
            </a:r>
            <a:endParaRPr b="0" lang="en-US" sz="4800" spc="-1" strike="noStrike">
              <a:solidFill>
                <a:srgbClr val="000000"/>
              </a:solidFill>
              <a:latin typeface="Arial"/>
            </a:endParaRPr>
          </a:p>
        </p:txBody>
      </p:sp>
      <p:sp>
        <p:nvSpPr>
          <p:cNvPr id="1230" name="TextBox 41"/>
          <p:cNvSpPr/>
          <p:nvPr/>
        </p:nvSpPr>
        <p:spPr>
          <a:xfrm>
            <a:off x="2647440" y="1600200"/>
            <a:ext cx="5809320" cy="957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Explicit casting is the manual conversion of a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larger data type to a smaller data type in Java.</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It is required when there is a risk of data or precision loss.</a:t>
            </a:r>
            <a:endParaRPr b="0" lang="en-US" sz="1900" spc="-1" strike="noStrike">
              <a:solidFill>
                <a:srgbClr val="000000"/>
              </a:solidFill>
              <a:latin typeface="Arial"/>
            </a:endParaRPr>
          </a:p>
        </p:txBody>
      </p:sp>
      <p:sp>
        <p:nvSpPr>
          <p:cNvPr id="1231" name="Rounded Rectangle 93"/>
          <p:cNvSpPr/>
          <p:nvPr/>
        </p:nvSpPr>
        <p:spPr>
          <a:xfrm>
            <a:off x="987480" y="3182040"/>
            <a:ext cx="3285000" cy="27363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32" name="Rounded Rectangle 94"/>
          <p:cNvSpPr/>
          <p:nvPr/>
        </p:nvSpPr>
        <p:spPr>
          <a:xfrm>
            <a:off x="457200" y="2743200"/>
            <a:ext cx="3742200" cy="38804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300" spc="-1" strike="noStrike">
                <a:solidFill>
                  <a:schemeClr val="lt1"/>
                </a:solidFill>
                <a:latin typeface="Calibri"/>
                <a:ea typeface="DejaVu Sans"/>
              </a:rPr>
              <a:t>Explicit Casting is the manual conversion of a larger data type to a smaller data type.</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Java does not perform this conversion automatically because the smaller type may not store all values.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Also called Narrowing Casting.</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Key points: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marL="216000" indent="-216000">
              <a:lnSpc>
                <a:spcPct val="100000"/>
              </a:lnSpc>
              <a:buClr>
                <a:srgbClr val="ffffff"/>
              </a:buClr>
              <a:buFont typeface="Wingdings" charset="2"/>
              <a:buChar char=""/>
            </a:pPr>
            <a:r>
              <a:rPr b="1" lang="en-US" sz="1300" spc="-1" strike="noStrike">
                <a:solidFill>
                  <a:schemeClr val="lt1"/>
                </a:solidFill>
                <a:latin typeface="Calibri"/>
                <a:ea typeface="DejaVu Sans"/>
              </a:rPr>
              <a:t>Performed manually by the programmer</a:t>
            </a:r>
            <a:endParaRPr b="0" lang="en-US" sz="1300" spc="-1" strike="noStrike">
              <a:solidFill>
                <a:srgbClr val="ffffff"/>
              </a:solidFill>
              <a:latin typeface="Arial"/>
            </a:endParaRPr>
          </a:p>
          <a:p>
            <a:pPr marL="216000" indent="-216000">
              <a:lnSpc>
                <a:spcPct val="100000"/>
              </a:lnSpc>
              <a:buClr>
                <a:srgbClr val="ffffff"/>
              </a:buClr>
              <a:buFont typeface="Wingdings" charset="2"/>
              <a:buChar char=""/>
            </a:pPr>
            <a:r>
              <a:rPr b="1" lang="en-US" sz="1300" spc="-1" strike="noStrike">
                <a:solidFill>
                  <a:schemeClr val="lt1"/>
                </a:solidFill>
                <a:latin typeface="Calibri"/>
                <a:ea typeface="DejaVu Sans"/>
              </a:rPr>
              <a:t>Converts larger numeric types to smaller ones</a:t>
            </a:r>
            <a:endParaRPr b="0" lang="en-US" sz="1300" spc="-1" strike="noStrike">
              <a:solidFill>
                <a:srgbClr val="ffffff"/>
              </a:solidFill>
              <a:latin typeface="Arial"/>
            </a:endParaRPr>
          </a:p>
          <a:p>
            <a:pPr marL="216000" indent="-216000">
              <a:lnSpc>
                <a:spcPct val="100000"/>
              </a:lnSpc>
              <a:buClr>
                <a:srgbClr val="ffffff"/>
              </a:buClr>
              <a:buFont typeface="Wingdings" charset="2"/>
              <a:buChar char=""/>
            </a:pPr>
            <a:r>
              <a:rPr b="0" lang="en-US" sz="1300" spc="-1" strike="noStrike">
                <a:solidFill>
                  <a:schemeClr val="lt1"/>
                </a:solidFill>
                <a:latin typeface="Calibri"/>
                <a:ea typeface="DejaVu Sans"/>
              </a:rPr>
              <a:t> </a:t>
            </a:r>
            <a:r>
              <a:rPr b="1" lang="en-US" sz="1300" spc="-1" strike="noStrike">
                <a:solidFill>
                  <a:schemeClr val="lt1"/>
                </a:solidFill>
                <a:latin typeface="Calibri"/>
                <a:ea typeface="DejaVu Sans"/>
              </a:rPr>
              <a:t>Requires casting syntax (type)</a:t>
            </a:r>
            <a:endParaRPr b="0" lang="en-US" sz="1300" spc="-1" strike="noStrike">
              <a:solidFill>
                <a:srgbClr val="ffffff"/>
              </a:solidFill>
              <a:latin typeface="Arial"/>
            </a:endParaRPr>
          </a:p>
          <a:p>
            <a:pPr marL="216000" indent="-216000">
              <a:lnSpc>
                <a:spcPct val="100000"/>
              </a:lnSpc>
              <a:buClr>
                <a:srgbClr val="ffffff"/>
              </a:buClr>
              <a:buFont typeface="Wingdings" charset="2"/>
              <a:buChar char=""/>
            </a:pPr>
            <a:r>
              <a:rPr b="0" lang="en-US" sz="1300" spc="-1" strike="noStrike">
                <a:solidFill>
                  <a:schemeClr val="lt1"/>
                </a:solidFill>
                <a:latin typeface="Calibri"/>
                <a:ea typeface="DejaVu Sans"/>
              </a:rPr>
              <a:t> </a:t>
            </a:r>
            <a:r>
              <a:rPr b="1" lang="en-US" sz="1300" spc="-1" strike="noStrike">
                <a:solidFill>
                  <a:schemeClr val="lt1"/>
                </a:solidFill>
                <a:latin typeface="Calibri"/>
                <a:ea typeface="DejaVu Sans"/>
              </a:rPr>
              <a:t>May cause data or precision loss</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Example: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double → float → long → int → short → byte</a:t>
            </a:r>
            <a:endParaRPr b="0" lang="en-US" sz="1300" spc="-1" strike="noStrike">
              <a:solidFill>
                <a:srgbClr val="ffffff"/>
              </a:solidFill>
              <a:latin typeface="Arial"/>
            </a:endParaRPr>
          </a:p>
        </p:txBody>
      </p:sp>
      <p:sp>
        <p:nvSpPr>
          <p:cNvPr id="1233" name="Rounded Rectangle 95"/>
          <p:cNvSpPr/>
          <p:nvPr/>
        </p:nvSpPr>
        <p:spPr>
          <a:xfrm>
            <a:off x="4507920" y="3182040"/>
            <a:ext cx="3285000" cy="27363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34" name="Rounded Rectangle 96"/>
          <p:cNvSpPr/>
          <p:nvPr/>
        </p:nvSpPr>
        <p:spPr>
          <a:xfrm>
            <a:off x="4434840" y="2971800"/>
            <a:ext cx="3285000" cy="34232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200" spc="-1" strike="noStrike">
                <a:solidFill>
                  <a:schemeClr val="lt1"/>
                </a:solidFill>
                <a:latin typeface="Calibri"/>
                <a:ea typeface="DejaVu Sans"/>
              </a:rPr>
              <a:t>Explicit Casting Flow (Narrowing)</a:t>
            </a:r>
            <a:endParaRPr b="0" lang="en-US" sz="1200" spc="-1" strike="noStrike">
              <a:solidFill>
                <a:srgbClr val="ffffff"/>
              </a:solidFill>
              <a:latin typeface="Arial"/>
            </a:endParaRPr>
          </a:p>
          <a:p>
            <a:pPr>
              <a:lnSpc>
                <a:spcPct val="100000"/>
              </a:lnSpc>
            </a:pPr>
            <a:endParaRPr b="0" lang="en-US" sz="12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double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float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long</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int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short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byte</a:t>
            </a:r>
            <a:endParaRPr b="0" lang="en-US" sz="1300" spc="-1" strike="noStrike">
              <a:solidFill>
                <a:srgbClr val="ffffff"/>
              </a:solidFill>
              <a:latin typeface="Arial"/>
            </a:endParaRPr>
          </a:p>
          <a:p>
            <a:pPr>
              <a:lnSpc>
                <a:spcPct val="100000"/>
              </a:lnSpc>
            </a:pPr>
            <a:endParaRPr b="0" lang="en-US" sz="1200" spc="-1" strike="noStrike">
              <a:solidFill>
                <a:srgbClr val="ffffff"/>
              </a:solidFill>
              <a:latin typeface="Arial"/>
            </a:endParaRPr>
          </a:p>
          <a:p>
            <a:pPr>
              <a:lnSpc>
                <a:spcPct val="100000"/>
              </a:lnSpc>
            </a:pPr>
            <a:r>
              <a:rPr b="0" lang="en-US" sz="1200" spc="-1" strike="noStrike">
                <a:solidFill>
                  <a:schemeClr val="lt1"/>
                </a:solidFill>
                <a:latin typeface="Calibri"/>
                <a:ea typeface="DejaVu Sans"/>
              </a:rPr>
              <a:t>Each step converts the value to a smaller storage type, which may remove decimal values or overflow.</a:t>
            </a:r>
            <a:endParaRPr b="0" lang="en-US" sz="1200" spc="-1" strike="noStrike">
              <a:solidFill>
                <a:srgbClr val="ffffff"/>
              </a:solidFill>
              <a:latin typeface="Arial"/>
            </a:endParaRPr>
          </a:p>
        </p:txBody>
      </p:sp>
      <p:sp>
        <p:nvSpPr>
          <p:cNvPr id="1235" name="Rounded Rectangle 97"/>
          <p:cNvSpPr/>
          <p:nvPr/>
        </p:nvSpPr>
        <p:spPr>
          <a:xfrm>
            <a:off x="8028360" y="3182040"/>
            <a:ext cx="3285000" cy="27363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36" name="Rounded Rectangle 98"/>
          <p:cNvSpPr/>
          <p:nvPr/>
        </p:nvSpPr>
        <p:spPr>
          <a:xfrm>
            <a:off x="7955280" y="2514600"/>
            <a:ext cx="3926160" cy="41090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400" spc="-1" strike="noStrike">
                <a:solidFill>
                  <a:srgbClr val="78ffc8"/>
                </a:solidFill>
                <a:latin typeface="Consolas"/>
                <a:ea typeface="DejaVu Sans"/>
              </a:rPr>
              <a:t>public class ExplicitCastingExample {</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public static void main(String[] args) {</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double price = 49.99;</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 Explicit casting from double to int</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int newPrice = (int) price;</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System.out.println("Original value: " + price);</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System.out.println("Converted value: " + newPrice);</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a:t>
            </a:r>
            <a:endParaRPr b="0" lang="en-US" sz="1400" spc="-1" strike="noStrike">
              <a:solidFill>
                <a:srgbClr val="ffffff"/>
              </a:solidFill>
              <a:latin typeface="Arial"/>
            </a:endParaRPr>
          </a:p>
        </p:txBody>
      </p:sp>
      <p:sp>
        <p:nvSpPr>
          <p:cNvPr id="1237" name="TextBox 42"/>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38" name="Rectangle 224"/>
          <p:cNvSpPr/>
          <p:nvPr/>
        </p:nvSpPr>
        <p:spPr>
          <a:xfrm>
            <a:off x="0" y="0"/>
            <a:ext cx="12182400" cy="685152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39" name="Rectangle 225"/>
          <p:cNvSpPr/>
          <p:nvPr/>
        </p:nvSpPr>
        <p:spPr>
          <a:xfrm>
            <a:off x="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40" name="Rectangle 226"/>
          <p:cNvSpPr/>
          <p:nvPr/>
        </p:nvSpPr>
        <p:spPr>
          <a:xfrm>
            <a:off x="9144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41" name="Rectangle 227"/>
          <p:cNvSpPr/>
          <p:nvPr/>
        </p:nvSpPr>
        <p:spPr>
          <a:xfrm>
            <a:off x="18288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42" name="Rectangle 228"/>
          <p:cNvSpPr/>
          <p:nvPr/>
        </p:nvSpPr>
        <p:spPr>
          <a:xfrm>
            <a:off x="27432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43" name="Rectangle 229"/>
          <p:cNvSpPr/>
          <p:nvPr/>
        </p:nvSpPr>
        <p:spPr>
          <a:xfrm>
            <a:off x="36576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44" name="Rectangle 230"/>
          <p:cNvSpPr/>
          <p:nvPr/>
        </p:nvSpPr>
        <p:spPr>
          <a:xfrm>
            <a:off x="45720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45" name="Rectangle 231"/>
          <p:cNvSpPr/>
          <p:nvPr/>
        </p:nvSpPr>
        <p:spPr>
          <a:xfrm>
            <a:off x="54864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46" name="Rectangle 232"/>
          <p:cNvSpPr/>
          <p:nvPr/>
        </p:nvSpPr>
        <p:spPr>
          <a:xfrm>
            <a:off x="64008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47" name="Rectangle 233"/>
          <p:cNvSpPr/>
          <p:nvPr/>
        </p:nvSpPr>
        <p:spPr>
          <a:xfrm>
            <a:off x="73152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48" name="Rectangle 234"/>
          <p:cNvSpPr/>
          <p:nvPr/>
        </p:nvSpPr>
        <p:spPr>
          <a:xfrm>
            <a:off x="82296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49" name="Rectangle 235"/>
          <p:cNvSpPr/>
          <p:nvPr/>
        </p:nvSpPr>
        <p:spPr>
          <a:xfrm>
            <a:off x="91440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50" name="Rectangle 236"/>
          <p:cNvSpPr/>
          <p:nvPr/>
        </p:nvSpPr>
        <p:spPr>
          <a:xfrm>
            <a:off x="100584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51" name="Rectangle 237"/>
          <p:cNvSpPr/>
          <p:nvPr/>
        </p:nvSpPr>
        <p:spPr>
          <a:xfrm>
            <a:off x="109728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52" name="Rectangle 238"/>
          <p:cNvSpPr/>
          <p:nvPr/>
        </p:nvSpPr>
        <p:spPr>
          <a:xfrm>
            <a:off x="118872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53" name="Rectangle 239"/>
          <p:cNvSpPr/>
          <p:nvPr/>
        </p:nvSpPr>
        <p:spPr>
          <a:xfrm>
            <a:off x="0" y="0"/>
            <a:ext cx="313560" cy="685152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54" name="Rounded Rectangle 99"/>
          <p:cNvSpPr/>
          <p:nvPr/>
        </p:nvSpPr>
        <p:spPr>
          <a:xfrm>
            <a:off x="9875520" y="365760"/>
            <a:ext cx="2005200" cy="49644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255" name="TextBox 43"/>
          <p:cNvSpPr/>
          <p:nvPr/>
        </p:nvSpPr>
        <p:spPr>
          <a:xfrm>
            <a:off x="2148480" y="1005840"/>
            <a:ext cx="667476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Implicit vs Explicit Casting</a:t>
            </a:r>
            <a:endParaRPr b="0" lang="en-US" sz="4800" spc="-1" strike="noStrike">
              <a:solidFill>
                <a:srgbClr val="000000"/>
              </a:solidFill>
              <a:latin typeface="Arial"/>
            </a:endParaRPr>
          </a:p>
        </p:txBody>
      </p:sp>
      <p:sp>
        <p:nvSpPr>
          <p:cNvPr id="1256" name="TextBox 44"/>
          <p:cNvSpPr/>
          <p:nvPr/>
        </p:nvSpPr>
        <p:spPr>
          <a:xfrm>
            <a:off x="2094480" y="2057400"/>
            <a:ext cx="678168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Understanding the difference between implicit and explicit casting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helps prevent data loss and ensures correct type conversion in Java.</a:t>
            </a:r>
            <a:endParaRPr b="0" lang="en-US" sz="1900" spc="-1" strike="noStrike">
              <a:solidFill>
                <a:srgbClr val="000000"/>
              </a:solidFill>
              <a:latin typeface="Arial"/>
            </a:endParaRPr>
          </a:p>
        </p:txBody>
      </p:sp>
      <p:sp>
        <p:nvSpPr>
          <p:cNvPr id="1257" name="Rounded Rectangle 100"/>
          <p:cNvSpPr/>
          <p:nvPr/>
        </p:nvSpPr>
        <p:spPr>
          <a:xfrm>
            <a:off x="987480" y="3182040"/>
            <a:ext cx="3285360" cy="27367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58" name="Rounded Rectangle 101"/>
          <p:cNvSpPr/>
          <p:nvPr/>
        </p:nvSpPr>
        <p:spPr>
          <a:xfrm>
            <a:off x="914400" y="3108960"/>
            <a:ext cx="3285360" cy="27367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500" spc="-1" strike="noStrike">
                <a:solidFill>
                  <a:schemeClr val="lt1"/>
                </a:solidFill>
                <a:latin typeface="Calibri"/>
                <a:ea typeface="DejaVu Sans"/>
              </a:rPr>
              <a:t>Implicit Casting (Widening)</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Smaller → Larger data type</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Done automatically</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No data loss</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No syntax required</a:t>
            </a:r>
            <a:endParaRPr b="0" lang="en-US" sz="1500" spc="-1" strike="noStrike">
              <a:solidFill>
                <a:srgbClr val="ffffff"/>
              </a:solidFill>
              <a:latin typeface="Arial"/>
            </a:endParaRPr>
          </a:p>
          <a:p>
            <a:pPr>
              <a:lnSpc>
                <a:spcPct val="100000"/>
              </a:lnSpc>
            </a:pPr>
            <a:endParaRPr b="0" lang="en-US" sz="1500" spc="-1" strike="noStrike">
              <a:solidFill>
                <a:srgbClr val="ffffff"/>
              </a:solidFill>
              <a:latin typeface="Arial"/>
            </a:endParaRPr>
          </a:p>
          <a:p>
            <a:pPr>
              <a:lnSpc>
                <a:spcPct val="100000"/>
              </a:lnSpc>
            </a:pPr>
            <a:r>
              <a:rPr b="1" lang="en-US" sz="1500" spc="-1" strike="noStrike">
                <a:solidFill>
                  <a:schemeClr val="lt1"/>
                </a:solidFill>
                <a:latin typeface="Calibri"/>
                <a:ea typeface="DejaVu Sans"/>
              </a:rPr>
              <a:t>Explicit Casting (Narrowing)</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Larger → Smaller data type</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Done manually</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May cause data loss</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Requires (type) syntax</a:t>
            </a:r>
            <a:endParaRPr b="0" lang="en-US" sz="1500" spc="-1" strike="noStrike">
              <a:solidFill>
                <a:srgbClr val="ffffff"/>
              </a:solidFill>
              <a:latin typeface="Arial"/>
            </a:endParaRPr>
          </a:p>
        </p:txBody>
      </p:sp>
      <p:sp>
        <p:nvSpPr>
          <p:cNvPr id="1259" name="Rounded Rectangle 102"/>
          <p:cNvSpPr/>
          <p:nvPr/>
        </p:nvSpPr>
        <p:spPr>
          <a:xfrm>
            <a:off x="4507920" y="3182040"/>
            <a:ext cx="3285360" cy="27367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60" name="Rounded Rectangle 103"/>
          <p:cNvSpPr/>
          <p:nvPr/>
        </p:nvSpPr>
        <p:spPr>
          <a:xfrm>
            <a:off x="4434840" y="3108960"/>
            <a:ext cx="3285360" cy="27367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800" spc="-1" strike="noStrike">
                <a:solidFill>
                  <a:schemeClr val="lt1"/>
                </a:solidFill>
                <a:latin typeface="Calibri"/>
                <a:ea typeface="DejaVu Sans"/>
              </a:rPr>
              <a:t>Implicit Casting Flow:</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byte → short → int → long → float → double</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1" lang="en-US" sz="1800" spc="-1" strike="noStrike">
                <a:solidFill>
                  <a:schemeClr val="lt1"/>
                </a:solidFill>
                <a:latin typeface="Calibri"/>
                <a:ea typeface="DejaVu Sans"/>
              </a:rPr>
              <a:t>Explicit Casting Flow:</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double → float → long → int → short → byte</a:t>
            </a:r>
            <a:endParaRPr b="0" lang="en-US" sz="1800" spc="-1" strike="noStrike">
              <a:solidFill>
                <a:srgbClr val="ffffff"/>
              </a:solidFill>
              <a:latin typeface="Arial"/>
            </a:endParaRPr>
          </a:p>
        </p:txBody>
      </p:sp>
      <p:sp>
        <p:nvSpPr>
          <p:cNvPr id="1261" name="Rounded Rectangle 104"/>
          <p:cNvSpPr/>
          <p:nvPr/>
        </p:nvSpPr>
        <p:spPr>
          <a:xfrm>
            <a:off x="8028360" y="3182040"/>
            <a:ext cx="3285360" cy="27367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62" name="Rounded Rectangle 105"/>
          <p:cNvSpPr/>
          <p:nvPr/>
        </p:nvSpPr>
        <p:spPr>
          <a:xfrm>
            <a:off x="7955280" y="3108960"/>
            <a:ext cx="3697920" cy="30578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300" spc="-1" strike="noStrike">
                <a:solidFill>
                  <a:srgbClr val="78ffc8"/>
                </a:solidFill>
                <a:latin typeface="Consolas"/>
                <a:ea typeface="DejaVu Sans"/>
              </a:rPr>
              <a:t>public class CastingComparison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public static void main(String[] args)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 Implicit Casting</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num = 25;</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double result = num;</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 Explicit Casting</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double price = 49.99;</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newPrice = (int) price;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System.out.println(result);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System.out.println(newPrice);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a:t>
            </a:r>
            <a:endParaRPr b="0" lang="en-US" sz="1300" spc="-1" strike="noStrike">
              <a:solidFill>
                <a:srgbClr val="ffffff"/>
              </a:solidFill>
              <a:latin typeface="Arial"/>
            </a:endParaRPr>
          </a:p>
        </p:txBody>
      </p:sp>
      <p:sp>
        <p:nvSpPr>
          <p:cNvPr id="1263" name="TextBox 45"/>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64" name="Rectangle 240"/>
          <p:cNvSpPr/>
          <p:nvPr/>
        </p:nvSpPr>
        <p:spPr>
          <a:xfrm>
            <a:off x="0" y="0"/>
            <a:ext cx="12182760" cy="685188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65" name="Rectangle 241"/>
          <p:cNvSpPr/>
          <p:nvPr/>
        </p:nvSpPr>
        <p:spPr>
          <a:xfrm>
            <a:off x="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66" name="Rectangle 242"/>
          <p:cNvSpPr/>
          <p:nvPr/>
        </p:nvSpPr>
        <p:spPr>
          <a:xfrm>
            <a:off x="9144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67" name="Rectangle 243"/>
          <p:cNvSpPr/>
          <p:nvPr/>
        </p:nvSpPr>
        <p:spPr>
          <a:xfrm>
            <a:off x="18288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68" name="Rectangle 244"/>
          <p:cNvSpPr/>
          <p:nvPr/>
        </p:nvSpPr>
        <p:spPr>
          <a:xfrm>
            <a:off x="27432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69" name="Rectangle 245"/>
          <p:cNvSpPr/>
          <p:nvPr/>
        </p:nvSpPr>
        <p:spPr>
          <a:xfrm>
            <a:off x="36576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70" name="Rectangle 246"/>
          <p:cNvSpPr/>
          <p:nvPr/>
        </p:nvSpPr>
        <p:spPr>
          <a:xfrm>
            <a:off x="45720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71" name="Rectangle 247"/>
          <p:cNvSpPr/>
          <p:nvPr/>
        </p:nvSpPr>
        <p:spPr>
          <a:xfrm>
            <a:off x="54864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72" name="Rectangle 248"/>
          <p:cNvSpPr/>
          <p:nvPr/>
        </p:nvSpPr>
        <p:spPr>
          <a:xfrm>
            <a:off x="64008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73" name="Rectangle 249"/>
          <p:cNvSpPr/>
          <p:nvPr/>
        </p:nvSpPr>
        <p:spPr>
          <a:xfrm>
            <a:off x="73152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74" name="Rectangle 250"/>
          <p:cNvSpPr/>
          <p:nvPr/>
        </p:nvSpPr>
        <p:spPr>
          <a:xfrm>
            <a:off x="82296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75" name="Rectangle 251"/>
          <p:cNvSpPr/>
          <p:nvPr/>
        </p:nvSpPr>
        <p:spPr>
          <a:xfrm>
            <a:off x="91440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76" name="Rectangle 252"/>
          <p:cNvSpPr/>
          <p:nvPr/>
        </p:nvSpPr>
        <p:spPr>
          <a:xfrm>
            <a:off x="100584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77" name="Rectangle 253"/>
          <p:cNvSpPr/>
          <p:nvPr/>
        </p:nvSpPr>
        <p:spPr>
          <a:xfrm>
            <a:off x="109728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78" name="Rectangle 254"/>
          <p:cNvSpPr/>
          <p:nvPr/>
        </p:nvSpPr>
        <p:spPr>
          <a:xfrm>
            <a:off x="118872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79" name="Rectangle 255"/>
          <p:cNvSpPr/>
          <p:nvPr/>
        </p:nvSpPr>
        <p:spPr>
          <a:xfrm>
            <a:off x="0" y="0"/>
            <a:ext cx="313920" cy="685188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80" name="Rounded Rectangle 106"/>
          <p:cNvSpPr/>
          <p:nvPr/>
        </p:nvSpPr>
        <p:spPr>
          <a:xfrm>
            <a:off x="9875520" y="365760"/>
            <a:ext cx="2005560" cy="49680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281" name="TextBox 46"/>
          <p:cNvSpPr/>
          <p:nvPr/>
        </p:nvSpPr>
        <p:spPr>
          <a:xfrm>
            <a:off x="1659960" y="1005840"/>
            <a:ext cx="765180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DATA LOSS &amp; PRECISION LOSS</a:t>
            </a:r>
            <a:endParaRPr b="0" lang="en-US" sz="4800" spc="-1" strike="noStrike">
              <a:solidFill>
                <a:srgbClr val="000000"/>
              </a:solidFill>
              <a:latin typeface="Arial"/>
            </a:endParaRPr>
          </a:p>
        </p:txBody>
      </p:sp>
      <p:sp>
        <p:nvSpPr>
          <p:cNvPr id="1282" name="TextBox 47"/>
          <p:cNvSpPr/>
          <p:nvPr/>
        </p:nvSpPr>
        <p:spPr>
          <a:xfrm>
            <a:off x="2286000" y="1826640"/>
            <a:ext cx="6431040" cy="957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Type casting may cause data loss when converting from a larger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data type to a smaller one.</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Decimal values can be removed and large values may overflow.</a:t>
            </a:r>
            <a:endParaRPr b="0" lang="en-US" sz="1900" spc="-1" strike="noStrike">
              <a:solidFill>
                <a:srgbClr val="000000"/>
              </a:solidFill>
              <a:latin typeface="Arial"/>
            </a:endParaRPr>
          </a:p>
        </p:txBody>
      </p:sp>
      <p:sp>
        <p:nvSpPr>
          <p:cNvPr id="1283" name="Rounded Rectangle 107"/>
          <p:cNvSpPr/>
          <p:nvPr/>
        </p:nvSpPr>
        <p:spPr>
          <a:xfrm>
            <a:off x="987480" y="3182040"/>
            <a:ext cx="3285720" cy="27370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84" name="Rounded Rectangle 108"/>
          <p:cNvSpPr/>
          <p:nvPr/>
        </p:nvSpPr>
        <p:spPr>
          <a:xfrm>
            <a:off x="914400" y="3108960"/>
            <a:ext cx="3285720" cy="27370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Occurs in explicit (narrowing) casting</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Decimal part is truncated (not rounded)</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Smaller types cannot store full value</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May lead to incorrect results</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Precision loss happens especially with float → int</a:t>
            </a:r>
            <a:endParaRPr b="0" lang="en-US" sz="1800" spc="-1" strike="noStrike">
              <a:solidFill>
                <a:srgbClr val="ffffff"/>
              </a:solidFill>
              <a:latin typeface="Arial"/>
            </a:endParaRPr>
          </a:p>
        </p:txBody>
      </p:sp>
      <p:sp>
        <p:nvSpPr>
          <p:cNvPr id="1285" name="Rounded Rectangle 109"/>
          <p:cNvSpPr/>
          <p:nvPr/>
        </p:nvSpPr>
        <p:spPr>
          <a:xfrm>
            <a:off x="4507920" y="3182040"/>
            <a:ext cx="3285720" cy="27370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86" name="Rounded Rectangle 110"/>
          <p:cNvSpPr/>
          <p:nvPr/>
        </p:nvSpPr>
        <p:spPr>
          <a:xfrm>
            <a:off x="4343400" y="3108960"/>
            <a:ext cx="3377160" cy="32868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double (9.78)</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(casting)</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Int (9)</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float (123456.789)</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Int (123456)</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1" lang="en-US" sz="1800" spc="-1" strike="noStrike">
                <a:solidFill>
                  <a:schemeClr val="lt1"/>
                </a:solidFill>
                <a:latin typeface="Calibri"/>
                <a:ea typeface="DejaVu Sans"/>
              </a:rPr>
              <a:t>Decimal part is completely removed</a:t>
            </a:r>
            <a:endParaRPr b="0" lang="en-US" sz="1800" spc="-1" strike="noStrike">
              <a:solidFill>
                <a:srgbClr val="ffffff"/>
              </a:solidFill>
              <a:latin typeface="Arial"/>
            </a:endParaRPr>
          </a:p>
          <a:p>
            <a:pPr>
              <a:lnSpc>
                <a:spcPct val="100000"/>
              </a:lnSpc>
            </a:pPr>
            <a:r>
              <a:rPr b="1" lang="en-US" sz="1800" spc="-1" strike="noStrike">
                <a:solidFill>
                  <a:schemeClr val="lt1"/>
                </a:solidFill>
                <a:latin typeface="Calibri"/>
                <a:ea typeface="DejaVu Sans"/>
              </a:rPr>
              <a:t>No rounding happens</a:t>
            </a:r>
            <a:endParaRPr b="0" lang="en-US" sz="1800" spc="-1" strike="noStrike">
              <a:solidFill>
                <a:srgbClr val="ffffff"/>
              </a:solidFill>
              <a:latin typeface="Arial"/>
            </a:endParaRPr>
          </a:p>
        </p:txBody>
      </p:sp>
      <p:sp>
        <p:nvSpPr>
          <p:cNvPr id="1287" name="Rounded Rectangle 111"/>
          <p:cNvSpPr/>
          <p:nvPr/>
        </p:nvSpPr>
        <p:spPr>
          <a:xfrm>
            <a:off x="8028360" y="3182040"/>
            <a:ext cx="3285720" cy="27370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88" name="Rounded Rectangle 112"/>
          <p:cNvSpPr/>
          <p:nvPr/>
        </p:nvSpPr>
        <p:spPr>
          <a:xfrm>
            <a:off x="7955280" y="2971800"/>
            <a:ext cx="3926880" cy="34239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200" spc="-1" strike="noStrike">
                <a:solidFill>
                  <a:srgbClr val="78ffc8"/>
                </a:solidFill>
                <a:latin typeface="Consolas"/>
                <a:ea typeface="DejaVu Sans"/>
              </a:rPr>
              <a:t>public class DataLossExample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public static void main(String[] args)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double value = 9.78;</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 Explicit casting</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int result = (int) value;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System.out.println("Original: " + value);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System.out.println("After casting: " + result);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float bigValue = 123456.789f;</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int converted = (int) bigValue;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System.out.println("Float: " + bigValue);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System.out.println("Int: " + converted);</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a:t>
            </a:r>
            <a:endParaRPr b="0" lang="en-US" sz="1200" spc="-1" strike="noStrike">
              <a:solidFill>
                <a:srgbClr val="ffffff"/>
              </a:solidFill>
              <a:latin typeface="Arial"/>
            </a:endParaRPr>
          </a:p>
        </p:txBody>
      </p:sp>
      <p:sp>
        <p:nvSpPr>
          <p:cNvPr id="1289" name="TextBox 48"/>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90" name="Rectangle 256"/>
          <p:cNvSpPr/>
          <p:nvPr/>
        </p:nvSpPr>
        <p:spPr>
          <a:xfrm>
            <a:off x="0" y="0"/>
            <a:ext cx="12183480" cy="685260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91" name="Rectangle 257"/>
          <p:cNvSpPr/>
          <p:nvPr/>
        </p:nvSpPr>
        <p:spPr>
          <a:xfrm>
            <a:off x="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92" name="Rectangle 258"/>
          <p:cNvSpPr/>
          <p:nvPr/>
        </p:nvSpPr>
        <p:spPr>
          <a:xfrm>
            <a:off x="9144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93" name="Rectangle 259"/>
          <p:cNvSpPr/>
          <p:nvPr/>
        </p:nvSpPr>
        <p:spPr>
          <a:xfrm>
            <a:off x="18288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94" name="Rectangle 260"/>
          <p:cNvSpPr/>
          <p:nvPr/>
        </p:nvSpPr>
        <p:spPr>
          <a:xfrm>
            <a:off x="27432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95" name="Rectangle 261"/>
          <p:cNvSpPr/>
          <p:nvPr/>
        </p:nvSpPr>
        <p:spPr>
          <a:xfrm>
            <a:off x="36576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96" name="Rectangle 262"/>
          <p:cNvSpPr/>
          <p:nvPr/>
        </p:nvSpPr>
        <p:spPr>
          <a:xfrm>
            <a:off x="45720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97" name="Rectangle 263"/>
          <p:cNvSpPr/>
          <p:nvPr/>
        </p:nvSpPr>
        <p:spPr>
          <a:xfrm>
            <a:off x="54864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98" name="Rectangle 264"/>
          <p:cNvSpPr/>
          <p:nvPr/>
        </p:nvSpPr>
        <p:spPr>
          <a:xfrm>
            <a:off x="64008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99" name="Rectangle 265"/>
          <p:cNvSpPr/>
          <p:nvPr/>
        </p:nvSpPr>
        <p:spPr>
          <a:xfrm>
            <a:off x="73152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00" name="Rectangle 266"/>
          <p:cNvSpPr/>
          <p:nvPr/>
        </p:nvSpPr>
        <p:spPr>
          <a:xfrm>
            <a:off x="82296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01" name="Rectangle 267"/>
          <p:cNvSpPr/>
          <p:nvPr/>
        </p:nvSpPr>
        <p:spPr>
          <a:xfrm>
            <a:off x="91440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02" name="Rectangle 268"/>
          <p:cNvSpPr/>
          <p:nvPr/>
        </p:nvSpPr>
        <p:spPr>
          <a:xfrm>
            <a:off x="100584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03" name="Rectangle 269"/>
          <p:cNvSpPr/>
          <p:nvPr/>
        </p:nvSpPr>
        <p:spPr>
          <a:xfrm>
            <a:off x="109728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04" name="Rectangle 270"/>
          <p:cNvSpPr/>
          <p:nvPr/>
        </p:nvSpPr>
        <p:spPr>
          <a:xfrm>
            <a:off x="118872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05" name="Rectangle 271"/>
          <p:cNvSpPr/>
          <p:nvPr/>
        </p:nvSpPr>
        <p:spPr>
          <a:xfrm>
            <a:off x="0" y="0"/>
            <a:ext cx="314640" cy="685260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06" name="Rounded Rectangle 113"/>
          <p:cNvSpPr/>
          <p:nvPr/>
        </p:nvSpPr>
        <p:spPr>
          <a:xfrm>
            <a:off x="9875520" y="365760"/>
            <a:ext cx="2006280" cy="49752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307" name="TextBox 49"/>
          <p:cNvSpPr/>
          <p:nvPr/>
        </p:nvSpPr>
        <p:spPr>
          <a:xfrm>
            <a:off x="1458000" y="1005840"/>
            <a:ext cx="805572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TYPE CASTING IN EXPRESSIONS</a:t>
            </a:r>
            <a:endParaRPr b="0" lang="en-US" sz="4800" spc="-1" strike="noStrike">
              <a:solidFill>
                <a:srgbClr val="000000"/>
              </a:solidFill>
              <a:latin typeface="Arial"/>
            </a:endParaRPr>
          </a:p>
        </p:txBody>
      </p:sp>
      <p:sp>
        <p:nvSpPr>
          <p:cNvPr id="1308" name="TextBox 50"/>
          <p:cNvSpPr/>
          <p:nvPr/>
        </p:nvSpPr>
        <p:spPr>
          <a:xfrm>
            <a:off x="2283480" y="2194560"/>
            <a:ext cx="6405120" cy="37908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Automatic type conversion during arithmetic operations in Java.</a:t>
            </a:r>
            <a:endParaRPr b="0" lang="en-US" sz="1900" spc="-1" strike="noStrike">
              <a:solidFill>
                <a:srgbClr val="000000"/>
              </a:solidFill>
              <a:latin typeface="Arial"/>
            </a:endParaRPr>
          </a:p>
        </p:txBody>
      </p:sp>
      <p:sp>
        <p:nvSpPr>
          <p:cNvPr id="1309" name="Rounded Rectangle 114"/>
          <p:cNvSpPr/>
          <p:nvPr/>
        </p:nvSpPr>
        <p:spPr>
          <a:xfrm>
            <a:off x="987480" y="3182040"/>
            <a:ext cx="3286440" cy="27378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10" name="Rounded Rectangle 115"/>
          <p:cNvSpPr/>
          <p:nvPr/>
        </p:nvSpPr>
        <p:spPr>
          <a:xfrm>
            <a:off x="914400" y="3108960"/>
            <a:ext cx="3286440" cy="27378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marL="216000" indent="-216000">
              <a:lnSpc>
                <a:spcPct val="100000"/>
              </a:lnSpc>
              <a:buClr>
                <a:srgbClr val="ffffff"/>
              </a:buClr>
              <a:buFont typeface="Wingdings" charset="2"/>
              <a:buChar char=""/>
            </a:pPr>
            <a:r>
              <a:rPr b="0" lang="en-US" sz="1800" spc="-1" strike="noStrike">
                <a:solidFill>
                  <a:schemeClr val="lt1"/>
                </a:solidFill>
                <a:latin typeface="Calibri"/>
                <a:ea typeface="DejaVu Sans"/>
              </a:rPr>
              <a:t>Java promotes smaller types in expressions</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0" lang="en-US" sz="1800" spc="-1" strike="noStrike">
                <a:solidFill>
                  <a:schemeClr val="lt1"/>
                </a:solidFill>
                <a:latin typeface="Calibri"/>
                <a:ea typeface="DejaVu Sans"/>
              </a:rPr>
              <a:t>Operations follow the largest data type</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0" lang="en-US" sz="1800" spc="-1" strike="noStrike">
                <a:solidFill>
                  <a:schemeClr val="lt1"/>
                </a:solidFill>
                <a:latin typeface="Calibri"/>
                <a:ea typeface="DejaVu Sans"/>
              </a:rPr>
              <a:t>No manual casting needed (in most cases)</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0" lang="en-US" sz="1800" spc="-1" strike="noStrike">
                <a:solidFill>
                  <a:schemeClr val="lt1"/>
                </a:solidFill>
                <a:latin typeface="Calibri"/>
                <a:ea typeface="DejaVu Sans"/>
              </a:rPr>
              <a:t>byte, short → converted to int automatically</a:t>
            </a:r>
            <a:endParaRPr b="0" lang="en-US" sz="1800" spc="-1" strike="noStrike">
              <a:solidFill>
                <a:srgbClr val="ffffff"/>
              </a:solidFill>
              <a:latin typeface="Arial"/>
            </a:endParaRPr>
          </a:p>
        </p:txBody>
      </p:sp>
      <p:sp>
        <p:nvSpPr>
          <p:cNvPr id="1311" name="Rounded Rectangle 116"/>
          <p:cNvSpPr/>
          <p:nvPr/>
        </p:nvSpPr>
        <p:spPr>
          <a:xfrm>
            <a:off x="4507920" y="3182040"/>
            <a:ext cx="3286440" cy="27378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12" name="Rounded Rectangle 117"/>
          <p:cNvSpPr/>
          <p:nvPr/>
        </p:nvSpPr>
        <p:spPr>
          <a:xfrm>
            <a:off x="4434840" y="3108960"/>
            <a:ext cx="3286440" cy="27378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byte → short → int → long → float → double</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int + double → double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float + long → float</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short + short → int</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1" lang="en-US" sz="1800" spc="-1" strike="noStrike">
                <a:solidFill>
                  <a:schemeClr val="lt1"/>
                </a:solidFill>
                <a:latin typeface="Calibri"/>
                <a:ea typeface="DejaVu Sans"/>
              </a:rPr>
              <a:t>Result = largest type</a:t>
            </a:r>
            <a:endParaRPr b="0" lang="en-US" sz="1800" spc="-1" strike="noStrike">
              <a:solidFill>
                <a:srgbClr val="ffffff"/>
              </a:solidFill>
              <a:latin typeface="Arial"/>
            </a:endParaRPr>
          </a:p>
        </p:txBody>
      </p:sp>
      <p:sp>
        <p:nvSpPr>
          <p:cNvPr id="1313" name="Rounded Rectangle 118"/>
          <p:cNvSpPr/>
          <p:nvPr/>
        </p:nvSpPr>
        <p:spPr>
          <a:xfrm>
            <a:off x="8028360" y="3182040"/>
            <a:ext cx="3286440" cy="27378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14" name="Rounded Rectangle 119"/>
          <p:cNvSpPr/>
          <p:nvPr/>
        </p:nvSpPr>
        <p:spPr>
          <a:xfrm>
            <a:off x="7955280" y="2971800"/>
            <a:ext cx="3699000" cy="28749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400" spc="-1" strike="noStrike">
                <a:solidFill>
                  <a:srgbClr val="78ffc8"/>
                </a:solidFill>
                <a:latin typeface="Consolas"/>
                <a:ea typeface="DejaVu Sans"/>
              </a:rPr>
              <a:t>int a = 10;</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double b = 5.5;</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double result = a + b; // int → double</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System.out.println(result);</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byte x = 5;</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byte y = 10;</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int sum = x + y; // byte → int</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System.out.println(sum);</a:t>
            </a:r>
            <a:endParaRPr b="0" lang="en-US" sz="1400" spc="-1" strike="noStrike">
              <a:solidFill>
                <a:srgbClr val="ffffff"/>
              </a:solidFill>
              <a:latin typeface="Arial"/>
            </a:endParaRPr>
          </a:p>
        </p:txBody>
      </p:sp>
      <p:sp>
        <p:nvSpPr>
          <p:cNvPr id="1315" name="TextBox 51"/>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16" name="Rectangle 272"/>
          <p:cNvSpPr/>
          <p:nvPr/>
        </p:nvSpPr>
        <p:spPr>
          <a:xfrm>
            <a:off x="0" y="0"/>
            <a:ext cx="12184200" cy="685332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17" name="Rectangle 273"/>
          <p:cNvSpPr/>
          <p:nvPr/>
        </p:nvSpPr>
        <p:spPr>
          <a:xfrm>
            <a:off x="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18" name="Rectangle 274"/>
          <p:cNvSpPr/>
          <p:nvPr/>
        </p:nvSpPr>
        <p:spPr>
          <a:xfrm>
            <a:off x="91440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19" name="Rectangle 275"/>
          <p:cNvSpPr/>
          <p:nvPr/>
        </p:nvSpPr>
        <p:spPr>
          <a:xfrm>
            <a:off x="182880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20" name="Rectangle 276"/>
          <p:cNvSpPr/>
          <p:nvPr/>
        </p:nvSpPr>
        <p:spPr>
          <a:xfrm>
            <a:off x="274320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21" name="Rectangle 277"/>
          <p:cNvSpPr/>
          <p:nvPr/>
        </p:nvSpPr>
        <p:spPr>
          <a:xfrm>
            <a:off x="365760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22" name="Rectangle 278"/>
          <p:cNvSpPr/>
          <p:nvPr/>
        </p:nvSpPr>
        <p:spPr>
          <a:xfrm>
            <a:off x="457200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23" name="Rectangle 279"/>
          <p:cNvSpPr/>
          <p:nvPr/>
        </p:nvSpPr>
        <p:spPr>
          <a:xfrm>
            <a:off x="548640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24" name="Rectangle 280"/>
          <p:cNvSpPr/>
          <p:nvPr/>
        </p:nvSpPr>
        <p:spPr>
          <a:xfrm>
            <a:off x="640080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25" name="Rectangle 281"/>
          <p:cNvSpPr/>
          <p:nvPr/>
        </p:nvSpPr>
        <p:spPr>
          <a:xfrm>
            <a:off x="731520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26" name="Rectangle 282"/>
          <p:cNvSpPr/>
          <p:nvPr/>
        </p:nvSpPr>
        <p:spPr>
          <a:xfrm>
            <a:off x="822960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27" name="Rectangle 283"/>
          <p:cNvSpPr/>
          <p:nvPr/>
        </p:nvSpPr>
        <p:spPr>
          <a:xfrm>
            <a:off x="914400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28" name="Rectangle 284"/>
          <p:cNvSpPr/>
          <p:nvPr/>
        </p:nvSpPr>
        <p:spPr>
          <a:xfrm>
            <a:off x="1005840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29" name="Rectangle 285"/>
          <p:cNvSpPr/>
          <p:nvPr/>
        </p:nvSpPr>
        <p:spPr>
          <a:xfrm>
            <a:off x="1097280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30" name="Rectangle 286"/>
          <p:cNvSpPr/>
          <p:nvPr/>
        </p:nvSpPr>
        <p:spPr>
          <a:xfrm>
            <a:off x="1188720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31" name="Rectangle 287"/>
          <p:cNvSpPr/>
          <p:nvPr/>
        </p:nvSpPr>
        <p:spPr>
          <a:xfrm>
            <a:off x="0" y="0"/>
            <a:ext cx="315360" cy="685332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32" name="Rounded Rectangle 120"/>
          <p:cNvSpPr/>
          <p:nvPr/>
        </p:nvSpPr>
        <p:spPr>
          <a:xfrm>
            <a:off x="9875520" y="365760"/>
            <a:ext cx="2007000" cy="49824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333" name="TextBox 52"/>
          <p:cNvSpPr/>
          <p:nvPr/>
        </p:nvSpPr>
        <p:spPr>
          <a:xfrm>
            <a:off x="1514160" y="1005840"/>
            <a:ext cx="794304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Unicode System – Introduction</a:t>
            </a:r>
            <a:endParaRPr b="0" lang="en-US" sz="4800" spc="-1" strike="noStrike">
              <a:solidFill>
                <a:srgbClr val="000000"/>
              </a:solidFill>
              <a:latin typeface="Arial"/>
            </a:endParaRPr>
          </a:p>
        </p:txBody>
      </p:sp>
      <p:sp>
        <p:nvSpPr>
          <p:cNvPr id="1334" name="TextBox 53"/>
          <p:cNvSpPr/>
          <p:nvPr/>
        </p:nvSpPr>
        <p:spPr>
          <a:xfrm>
            <a:off x="1787760" y="2074680"/>
            <a:ext cx="758340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Unicode is a universal character encoding standard that allows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Java to represent text from multiple languages consistently across platforms</a:t>
            </a:r>
            <a:endParaRPr b="0" lang="en-US" sz="1900" spc="-1" strike="noStrike">
              <a:solidFill>
                <a:srgbClr val="000000"/>
              </a:solidFill>
              <a:latin typeface="Arial"/>
            </a:endParaRPr>
          </a:p>
        </p:txBody>
      </p:sp>
      <p:sp>
        <p:nvSpPr>
          <p:cNvPr id="1335" name="Rounded Rectangle 121"/>
          <p:cNvSpPr/>
          <p:nvPr/>
        </p:nvSpPr>
        <p:spPr>
          <a:xfrm>
            <a:off x="987480" y="3182040"/>
            <a:ext cx="3287160" cy="27385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36" name="Rounded Rectangle 122"/>
          <p:cNvSpPr/>
          <p:nvPr/>
        </p:nvSpPr>
        <p:spPr>
          <a:xfrm>
            <a:off x="914400" y="3108960"/>
            <a:ext cx="3287160" cy="30596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Unicode is a global character set</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Each character has a unique code point (e.g., \u0041)</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Replaced older encodings like ASCII and ISO</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Supports almost all world languages</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Java uses Unicode internally (UTF-16)</a:t>
            </a:r>
            <a:endParaRPr b="0" lang="en-US" sz="1800" spc="-1" strike="noStrike">
              <a:solidFill>
                <a:srgbClr val="ffffff"/>
              </a:solidFill>
              <a:latin typeface="Arial"/>
            </a:endParaRPr>
          </a:p>
        </p:txBody>
      </p:sp>
      <p:sp>
        <p:nvSpPr>
          <p:cNvPr id="1337" name="Rounded Rectangle 123"/>
          <p:cNvSpPr/>
          <p:nvPr/>
        </p:nvSpPr>
        <p:spPr>
          <a:xfrm>
            <a:off x="4507920" y="3182040"/>
            <a:ext cx="3287160" cy="27385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38" name="Rounded Rectangle 124"/>
          <p:cNvSpPr/>
          <p:nvPr/>
        </p:nvSpPr>
        <p:spPr>
          <a:xfrm>
            <a:off x="4434840" y="3108960"/>
            <a:ext cx="3287160" cy="27385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Character → Unicode Code Point → Encoding (UTF-16) → Stored in Java → Displayed</a:t>
            </a:r>
            <a:endParaRPr b="0" lang="en-US" sz="1800" spc="-1" strike="noStrike">
              <a:solidFill>
                <a:srgbClr val="ffffff"/>
              </a:solidFill>
              <a:latin typeface="Arial"/>
            </a:endParaRPr>
          </a:p>
        </p:txBody>
      </p:sp>
      <p:sp>
        <p:nvSpPr>
          <p:cNvPr id="1339" name="Rounded Rectangle 125"/>
          <p:cNvSpPr/>
          <p:nvPr/>
        </p:nvSpPr>
        <p:spPr>
          <a:xfrm>
            <a:off x="8028360" y="3182040"/>
            <a:ext cx="3287160" cy="27385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40" name="Rounded Rectangle 126"/>
          <p:cNvSpPr/>
          <p:nvPr/>
        </p:nvSpPr>
        <p:spPr>
          <a:xfrm>
            <a:off x="7955280" y="3108960"/>
            <a:ext cx="3699720" cy="32882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500" spc="-1" strike="noStrike">
                <a:solidFill>
                  <a:srgbClr val="78ffc8"/>
                </a:solidFill>
                <a:latin typeface="Consolas"/>
                <a:ea typeface="DejaVu Sans"/>
              </a:rPr>
              <a:t>public class UnicodeExample {</a:t>
            </a:r>
            <a:endParaRPr b="0" lang="en-US" sz="1500" spc="-1" strike="noStrike">
              <a:solidFill>
                <a:srgbClr val="ffffff"/>
              </a:solidFill>
              <a:latin typeface="Arial"/>
            </a:endParaRPr>
          </a:p>
          <a:p>
            <a:pPr algn="ctr">
              <a:lnSpc>
                <a:spcPct val="100000"/>
              </a:lnSpc>
            </a:pPr>
            <a:r>
              <a:rPr b="0" lang="en-US" sz="1500" spc="-1" strike="noStrike">
                <a:solidFill>
                  <a:srgbClr val="78ffc8"/>
                </a:solidFill>
                <a:latin typeface="Consolas"/>
                <a:ea typeface="DejaVu Sans"/>
              </a:rPr>
              <a:t>    </a:t>
            </a:r>
            <a:r>
              <a:rPr b="0" lang="en-US" sz="1500" spc="-1" strike="noStrike">
                <a:solidFill>
                  <a:srgbClr val="78ffc8"/>
                </a:solidFill>
                <a:latin typeface="Consolas"/>
                <a:ea typeface="DejaVu Sans"/>
              </a:rPr>
              <a:t>public static void main(String[] args) {</a:t>
            </a:r>
            <a:endParaRPr b="0" lang="en-US" sz="1500" spc="-1" strike="noStrike">
              <a:solidFill>
                <a:srgbClr val="ffffff"/>
              </a:solidFill>
              <a:latin typeface="Arial"/>
            </a:endParaRPr>
          </a:p>
          <a:p>
            <a:pPr algn="ctr">
              <a:lnSpc>
                <a:spcPct val="100000"/>
              </a:lnSpc>
            </a:pPr>
            <a:r>
              <a:rPr b="0" lang="en-US" sz="1500" spc="-1" strike="noStrike">
                <a:solidFill>
                  <a:srgbClr val="78ffc8"/>
                </a:solidFill>
                <a:latin typeface="Consolas"/>
                <a:ea typeface="DejaVu Sans"/>
              </a:rPr>
              <a:t>        </a:t>
            </a:r>
            <a:r>
              <a:rPr b="0" lang="en-US" sz="1500" spc="-1" strike="noStrike">
                <a:solidFill>
                  <a:srgbClr val="78ffc8"/>
                </a:solidFill>
                <a:latin typeface="Consolas"/>
                <a:ea typeface="DejaVu Sans"/>
              </a:rPr>
              <a:t>char ch = '\u0041'; // Unicode for 'A'</a:t>
            </a:r>
            <a:endParaRPr b="0" lang="en-US" sz="1500" spc="-1" strike="noStrike">
              <a:solidFill>
                <a:srgbClr val="ffffff"/>
              </a:solidFill>
              <a:latin typeface="Arial"/>
            </a:endParaRPr>
          </a:p>
          <a:p>
            <a:pPr algn="ctr">
              <a:lnSpc>
                <a:spcPct val="100000"/>
              </a:lnSpc>
            </a:pPr>
            <a:r>
              <a:rPr b="0" lang="en-US" sz="1500" spc="-1" strike="noStrike">
                <a:solidFill>
                  <a:srgbClr val="78ffc8"/>
                </a:solidFill>
                <a:latin typeface="Consolas"/>
                <a:ea typeface="DejaVu Sans"/>
              </a:rPr>
              <a:t>        </a:t>
            </a:r>
            <a:r>
              <a:rPr b="0" lang="en-US" sz="1500" spc="-1" strike="noStrike">
                <a:solidFill>
                  <a:srgbClr val="78ffc8"/>
                </a:solidFill>
                <a:latin typeface="Consolas"/>
                <a:ea typeface="DejaVu Sans"/>
              </a:rPr>
              <a:t>System.out.println(ch);</a:t>
            </a:r>
            <a:endParaRPr b="0" lang="en-US" sz="1500" spc="-1" strike="noStrike">
              <a:solidFill>
                <a:srgbClr val="ffffff"/>
              </a:solidFill>
              <a:latin typeface="Arial"/>
            </a:endParaRPr>
          </a:p>
          <a:p>
            <a:pPr algn="ctr">
              <a:lnSpc>
                <a:spcPct val="100000"/>
              </a:lnSpc>
            </a:pPr>
            <a:r>
              <a:rPr b="0" lang="en-US" sz="1500" spc="-1" strike="noStrike">
                <a:solidFill>
                  <a:srgbClr val="78ffc8"/>
                </a:solidFill>
                <a:latin typeface="Consolas"/>
                <a:ea typeface="DejaVu Sans"/>
              </a:rPr>
              <a:t>        </a:t>
            </a:r>
            <a:r>
              <a:rPr b="0" lang="en-US" sz="1500" spc="-1" strike="noStrike">
                <a:solidFill>
                  <a:srgbClr val="78ffc8"/>
                </a:solidFill>
                <a:latin typeface="Consolas"/>
                <a:ea typeface="DejaVu Sans"/>
              </a:rPr>
              <a:t>char symbol = '\u00AB'; // «</a:t>
            </a:r>
            <a:endParaRPr b="0" lang="en-US" sz="1500" spc="-1" strike="noStrike">
              <a:solidFill>
                <a:srgbClr val="ffffff"/>
              </a:solidFill>
              <a:latin typeface="Arial"/>
            </a:endParaRPr>
          </a:p>
          <a:p>
            <a:pPr algn="ctr">
              <a:lnSpc>
                <a:spcPct val="100000"/>
              </a:lnSpc>
            </a:pPr>
            <a:r>
              <a:rPr b="0" lang="en-US" sz="1500" spc="-1" strike="noStrike">
                <a:solidFill>
                  <a:srgbClr val="78ffc8"/>
                </a:solidFill>
                <a:latin typeface="Consolas"/>
                <a:ea typeface="DejaVu Sans"/>
              </a:rPr>
              <a:t>        </a:t>
            </a:r>
            <a:r>
              <a:rPr b="0" lang="en-US" sz="1500" spc="-1" strike="noStrike">
                <a:solidFill>
                  <a:srgbClr val="78ffc8"/>
                </a:solidFill>
                <a:latin typeface="Consolas"/>
                <a:ea typeface="DejaVu Sans"/>
              </a:rPr>
              <a:t>System.out.println(symbol);</a:t>
            </a:r>
            <a:endParaRPr b="0" lang="en-US" sz="1500" spc="-1" strike="noStrike">
              <a:solidFill>
                <a:srgbClr val="ffffff"/>
              </a:solidFill>
              <a:latin typeface="Arial"/>
            </a:endParaRPr>
          </a:p>
          <a:p>
            <a:pPr algn="ctr">
              <a:lnSpc>
                <a:spcPct val="100000"/>
              </a:lnSpc>
            </a:pPr>
            <a:r>
              <a:rPr b="0" lang="en-US" sz="1500" spc="-1" strike="noStrike">
                <a:solidFill>
                  <a:srgbClr val="78ffc8"/>
                </a:solidFill>
                <a:latin typeface="Consolas"/>
                <a:ea typeface="DejaVu Sans"/>
              </a:rPr>
              <a:t>    </a:t>
            </a:r>
            <a:r>
              <a:rPr b="0" lang="en-US" sz="1500" spc="-1" strike="noStrike">
                <a:solidFill>
                  <a:srgbClr val="78ffc8"/>
                </a:solidFill>
                <a:latin typeface="Consolas"/>
                <a:ea typeface="DejaVu Sans"/>
              </a:rPr>
              <a:t>}</a:t>
            </a:r>
            <a:endParaRPr b="0" lang="en-US" sz="1500" spc="-1" strike="noStrike">
              <a:solidFill>
                <a:srgbClr val="ffffff"/>
              </a:solidFill>
              <a:latin typeface="Arial"/>
            </a:endParaRPr>
          </a:p>
          <a:p>
            <a:pPr algn="ctr">
              <a:lnSpc>
                <a:spcPct val="100000"/>
              </a:lnSpc>
            </a:pPr>
            <a:r>
              <a:rPr b="0" lang="en-US" sz="1500" spc="-1" strike="noStrike">
                <a:solidFill>
                  <a:srgbClr val="78ffc8"/>
                </a:solidFill>
                <a:latin typeface="Consolas"/>
                <a:ea typeface="DejaVu Sans"/>
              </a:rPr>
              <a:t>}</a:t>
            </a:r>
            <a:endParaRPr b="0" lang="en-US" sz="1500" spc="-1" strike="noStrike">
              <a:solidFill>
                <a:srgbClr val="ffffff"/>
              </a:solidFill>
              <a:latin typeface="Arial"/>
            </a:endParaRPr>
          </a:p>
        </p:txBody>
      </p:sp>
      <p:sp>
        <p:nvSpPr>
          <p:cNvPr id="1341" name="TextBox 54"/>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pic>
        <p:nvPicPr>
          <p:cNvPr id="1342" name="" descr=""/>
          <p:cNvPicPr/>
          <p:nvPr/>
        </p:nvPicPr>
        <p:blipFill>
          <a:blip r:embed="rId1"/>
          <a:stretch/>
        </p:blipFill>
        <p:spPr>
          <a:xfrm>
            <a:off x="4589280" y="5029200"/>
            <a:ext cx="2648160" cy="503640"/>
          </a:xfrm>
          <a:prstGeom prst="rect">
            <a:avLst/>
          </a:prstGeom>
          <a:ln w="0">
            <a:noFill/>
          </a:ln>
        </p:spPr>
      </p:pic>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43" name="Rectangle 288"/>
          <p:cNvSpPr/>
          <p:nvPr/>
        </p:nvSpPr>
        <p:spPr>
          <a:xfrm>
            <a:off x="0" y="0"/>
            <a:ext cx="12184560" cy="685368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44" name="Rectangle 289"/>
          <p:cNvSpPr/>
          <p:nvPr/>
        </p:nvSpPr>
        <p:spPr>
          <a:xfrm>
            <a:off x="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45" name="Rectangle 290"/>
          <p:cNvSpPr/>
          <p:nvPr/>
        </p:nvSpPr>
        <p:spPr>
          <a:xfrm>
            <a:off x="9144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46" name="Rectangle 291"/>
          <p:cNvSpPr/>
          <p:nvPr/>
        </p:nvSpPr>
        <p:spPr>
          <a:xfrm>
            <a:off x="18288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47" name="Rectangle 292"/>
          <p:cNvSpPr/>
          <p:nvPr/>
        </p:nvSpPr>
        <p:spPr>
          <a:xfrm>
            <a:off x="27432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48" name="Rectangle 293"/>
          <p:cNvSpPr/>
          <p:nvPr/>
        </p:nvSpPr>
        <p:spPr>
          <a:xfrm>
            <a:off x="36576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49" name="Rectangle 294"/>
          <p:cNvSpPr/>
          <p:nvPr/>
        </p:nvSpPr>
        <p:spPr>
          <a:xfrm>
            <a:off x="45720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50" name="Rectangle 295"/>
          <p:cNvSpPr/>
          <p:nvPr/>
        </p:nvSpPr>
        <p:spPr>
          <a:xfrm>
            <a:off x="54864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51" name="Rectangle 296"/>
          <p:cNvSpPr/>
          <p:nvPr/>
        </p:nvSpPr>
        <p:spPr>
          <a:xfrm>
            <a:off x="64008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52" name="Rectangle 297"/>
          <p:cNvSpPr/>
          <p:nvPr/>
        </p:nvSpPr>
        <p:spPr>
          <a:xfrm>
            <a:off x="73152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53" name="Rectangle 298"/>
          <p:cNvSpPr/>
          <p:nvPr/>
        </p:nvSpPr>
        <p:spPr>
          <a:xfrm>
            <a:off x="82296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54" name="Rectangle 299"/>
          <p:cNvSpPr/>
          <p:nvPr/>
        </p:nvSpPr>
        <p:spPr>
          <a:xfrm>
            <a:off x="91440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55" name="Rectangle 300"/>
          <p:cNvSpPr/>
          <p:nvPr/>
        </p:nvSpPr>
        <p:spPr>
          <a:xfrm>
            <a:off x="100584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56" name="Rectangle 301"/>
          <p:cNvSpPr/>
          <p:nvPr/>
        </p:nvSpPr>
        <p:spPr>
          <a:xfrm>
            <a:off x="109728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57" name="Rectangle 302"/>
          <p:cNvSpPr/>
          <p:nvPr/>
        </p:nvSpPr>
        <p:spPr>
          <a:xfrm>
            <a:off x="118872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58" name="Rectangle 303"/>
          <p:cNvSpPr/>
          <p:nvPr/>
        </p:nvSpPr>
        <p:spPr>
          <a:xfrm>
            <a:off x="0" y="0"/>
            <a:ext cx="315720" cy="685368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59" name="Rounded Rectangle 127"/>
          <p:cNvSpPr/>
          <p:nvPr/>
        </p:nvSpPr>
        <p:spPr>
          <a:xfrm>
            <a:off x="9875520" y="365760"/>
            <a:ext cx="2007360" cy="49860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360" name="TextBox 55"/>
          <p:cNvSpPr/>
          <p:nvPr/>
        </p:nvSpPr>
        <p:spPr>
          <a:xfrm>
            <a:off x="2830320" y="1005840"/>
            <a:ext cx="531108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How Unicode Works</a:t>
            </a:r>
            <a:endParaRPr b="0" lang="en-US" sz="4800" spc="-1" strike="noStrike">
              <a:solidFill>
                <a:srgbClr val="000000"/>
              </a:solidFill>
              <a:latin typeface="Arial"/>
            </a:endParaRPr>
          </a:p>
        </p:txBody>
      </p:sp>
      <p:sp>
        <p:nvSpPr>
          <p:cNvPr id="1361" name="TextBox 56"/>
          <p:cNvSpPr/>
          <p:nvPr/>
        </p:nvSpPr>
        <p:spPr>
          <a:xfrm>
            <a:off x="2163600" y="1846080"/>
            <a:ext cx="664308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Unicode assigns a unique number (code point) to every character,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regardless of platform, language, or program.</a:t>
            </a:r>
            <a:endParaRPr b="0" lang="en-US" sz="1900" spc="-1" strike="noStrike">
              <a:solidFill>
                <a:srgbClr val="000000"/>
              </a:solidFill>
              <a:latin typeface="Arial"/>
            </a:endParaRPr>
          </a:p>
        </p:txBody>
      </p:sp>
      <p:sp>
        <p:nvSpPr>
          <p:cNvPr id="1362" name="Rounded Rectangle 128"/>
          <p:cNvSpPr/>
          <p:nvPr/>
        </p:nvSpPr>
        <p:spPr>
          <a:xfrm>
            <a:off x="987480" y="3182040"/>
            <a:ext cx="3287520" cy="27388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63" name="Rounded Rectangle 129"/>
          <p:cNvSpPr/>
          <p:nvPr/>
        </p:nvSpPr>
        <p:spPr>
          <a:xfrm>
            <a:off x="685800" y="3108960"/>
            <a:ext cx="3516120" cy="30600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Each character → Code Point (U+XXXX format)</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0" lang="en-US" sz="1800" spc="-1" strike="noStrike">
                <a:solidFill>
                  <a:schemeClr val="lt1"/>
                </a:solidFill>
                <a:latin typeface="Calibri"/>
                <a:ea typeface="DejaVu Sans"/>
              </a:rPr>
              <a:t>Example:</a:t>
            </a: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0" lang="en-US" sz="1800" spc="-1" strike="noStrike">
                <a:solidFill>
                  <a:schemeClr val="lt1"/>
                </a:solidFill>
                <a:latin typeface="Calibri"/>
                <a:ea typeface="DejaVu Sans"/>
              </a:rPr>
              <a:t>A → U+0041</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0" lang="en-US" sz="1800" spc="-1" strike="noStrike">
                <a:solidFill>
                  <a:schemeClr val="lt1"/>
                </a:solidFill>
                <a:latin typeface="Calibri"/>
                <a:ea typeface="DejaVu Sans"/>
              </a:rPr>
              <a:t>ç → U+00E7</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U+1F600</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Unicode is universal → same meaning everywhere</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Encoding systems (UTF-8, UTF-16, UTF-32) define how these are stored</a:t>
            </a:r>
            <a:endParaRPr b="0" lang="en-US" sz="1800" spc="-1" strike="noStrike">
              <a:solidFill>
                <a:srgbClr val="ffffff"/>
              </a:solidFill>
              <a:latin typeface="Arial"/>
            </a:endParaRPr>
          </a:p>
        </p:txBody>
      </p:sp>
      <p:sp>
        <p:nvSpPr>
          <p:cNvPr id="1364" name="Rounded Rectangle 130"/>
          <p:cNvSpPr/>
          <p:nvPr/>
        </p:nvSpPr>
        <p:spPr>
          <a:xfrm>
            <a:off x="4507920" y="3182040"/>
            <a:ext cx="3287520" cy="27388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65" name="Rounded Rectangle 131"/>
          <p:cNvSpPr/>
          <p:nvPr/>
        </p:nvSpPr>
        <p:spPr>
          <a:xfrm>
            <a:off x="4434840" y="3108960"/>
            <a:ext cx="3287520" cy="27388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Character → Unicode Code Point → Encoding → Binary → Display</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'A' → U+0041 → UTF-8 → 01000001 → Screen</a:t>
            </a:r>
            <a:endParaRPr b="0" lang="en-US" sz="1800" spc="-1" strike="noStrike">
              <a:solidFill>
                <a:srgbClr val="ffffff"/>
              </a:solidFill>
              <a:latin typeface="Arial"/>
            </a:endParaRPr>
          </a:p>
        </p:txBody>
      </p:sp>
      <p:sp>
        <p:nvSpPr>
          <p:cNvPr id="1366" name="Rounded Rectangle 132"/>
          <p:cNvSpPr/>
          <p:nvPr/>
        </p:nvSpPr>
        <p:spPr>
          <a:xfrm>
            <a:off x="8028360" y="3182040"/>
            <a:ext cx="3287520" cy="27388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67" name="Rounded Rectangle 133"/>
          <p:cNvSpPr/>
          <p:nvPr/>
        </p:nvSpPr>
        <p:spPr>
          <a:xfrm>
            <a:off x="7955280" y="2514600"/>
            <a:ext cx="3928680" cy="36543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300" spc="-1" strike="noStrike">
                <a:solidFill>
                  <a:srgbClr val="78ffc8"/>
                </a:solidFill>
                <a:latin typeface="Consolas"/>
                <a:ea typeface="DejaVu Sans"/>
              </a:rPr>
              <a:t>public class UnicodeExample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public static void main(String[] args)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char letter = 'A';</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codePoint = letter;</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System.out.println("Character: " + letter);</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System.out.println("Unicode Code Point: U+" + Integer.toHexString(codePoint).toUpperCase());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 Unicode escape usage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char unicodeChar = '\u0041';</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System.out.println("Unicode Escape: " + unicodeChar);</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a:t>
            </a:r>
            <a:endParaRPr b="0" lang="en-US" sz="1300" spc="-1" strike="noStrike">
              <a:solidFill>
                <a:srgbClr val="ffffff"/>
              </a:solidFill>
              <a:latin typeface="Arial"/>
            </a:endParaRPr>
          </a:p>
        </p:txBody>
      </p:sp>
      <p:sp>
        <p:nvSpPr>
          <p:cNvPr id="1368" name="TextBox 57"/>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69" name="Rectangle 17"/>
          <p:cNvSpPr/>
          <p:nvPr/>
        </p:nvSpPr>
        <p:spPr>
          <a:xfrm>
            <a:off x="0" y="0"/>
            <a:ext cx="12184560" cy="685368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70" name="Rectangle 18"/>
          <p:cNvSpPr/>
          <p:nvPr/>
        </p:nvSpPr>
        <p:spPr>
          <a:xfrm>
            <a:off x="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71" name="Rectangle 19"/>
          <p:cNvSpPr/>
          <p:nvPr/>
        </p:nvSpPr>
        <p:spPr>
          <a:xfrm>
            <a:off x="9144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72" name="Rectangle 20"/>
          <p:cNvSpPr/>
          <p:nvPr/>
        </p:nvSpPr>
        <p:spPr>
          <a:xfrm>
            <a:off x="18288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73" name="Rectangle 21"/>
          <p:cNvSpPr/>
          <p:nvPr/>
        </p:nvSpPr>
        <p:spPr>
          <a:xfrm>
            <a:off x="27432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74" name="Rectangle 22"/>
          <p:cNvSpPr/>
          <p:nvPr/>
        </p:nvSpPr>
        <p:spPr>
          <a:xfrm>
            <a:off x="36576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75" name="Rectangle 23"/>
          <p:cNvSpPr/>
          <p:nvPr/>
        </p:nvSpPr>
        <p:spPr>
          <a:xfrm>
            <a:off x="45720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76" name="Rectangle 24"/>
          <p:cNvSpPr/>
          <p:nvPr/>
        </p:nvSpPr>
        <p:spPr>
          <a:xfrm>
            <a:off x="54864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77" name="Rectangle 25"/>
          <p:cNvSpPr/>
          <p:nvPr/>
        </p:nvSpPr>
        <p:spPr>
          <a:xfrm>
            <a:off x="64008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78" name="Rectangle 26"/>
          <p:cNvSpPr/>
          <p:nvPr/>
        </p:nvSpPr>
        <p:spPr>
          <a:xfrm>
            <a:off x="73152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79" name="Rectangle 27"/>
          <p:cNvSpPr/>
          <p:nvPr/>
        </p:nvSpPr>
        <p:spPr>
          <a:xfrm>
            <a:off x="82296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80" name="Rectangle 28"/>
          <p:cNvSpPr/>
          <p:nvPr/>
        </p:nvSpPr>
        <p:spPr>
          <a:xfrm>
            <a:off x="91440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81" name="Rectangle 29"/>
          <p:cNvSpPr/>
          <p:nvPr/>
        </p:nvSpPr>
        <p:spPr>
          <a:xfrm>
            <a:off x="100584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82" name="Rectangle 30"/>
          <p:cNvSpPr/>
          <p:nvPr/>
        </p:nvSpPr>
        <p:spPr>
          <a:xfrm>
            <a:off x="109728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83" name="Rectangle 31"/>
          <p:cNvSpPr/>
          <p:nvPr/>
        </p:nvSpPr>
        <p:spPr>
          <a:xfrm>
            <a:off x="118872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84" name="Rectangle 304"/>
          <p:cNvSpPr/>
          <p:nvPr/>
        </p:nvSpPr>
        <p:spPr>
          <a:xfrm>
            <a:off x="0" y="0"/>
            <a:ext cx="315720" cy="685368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85" name="Rounded Rectangle 134"/>
          <p:cNvSpPr/>
          <p:nvPr/>
        </p:nvSpPr>
        <p:spPr>
          <a:xfrm>
            <a:off x="9875520" y="365760"/>
            <a:ext cx="2007360" cy="49860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386" name="TextBox 58"/>
          <p:cNvSpPr/>
          <p:nvPr/>
        </p:nvSpPr>
        <p:spPr>
          <a:xfrm>
            <a:off x="2830320" y="1005840"/>
            <a:ext cx="531108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How Unicode Works</a:t>
            </a:r>
            <a:endParaRPr b="0" lang="en-US" sz="4800" spc="-1" strike="noStrike">
              <a:solidFill>
                <a:srgbClr val="000000"/>
              </a:solidFill>
              <a:latin typeface="Arial"/>
            </a:endParaRPr>
          </a:p>
        </p:txBody>
      </p:sp>
      <p:sp>
        <p:nvSpPr>
          <p:cNvPr id="1387" name="TextBox 59"/>
          <p:cNvSpPr/>
          <p:nvPr/>
        </p:nvSpPr>
        <p:spPr>
          <a:xfrm>
            <a:off x="2163600" y="1846080"/>
            <a:ext cx="664308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Unicode assigns a unique number (code point) to every character,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regardless of platform, language, or program.</a:t>
            </a:r>
            <a:endParaRPr b="0" lang="en-US" sz="1900" spc="-1" strike="noStrike">
              <a:solidFill>
                <a:srgbClr val="000000"/>
              </a:solidFill>
              <a:latin typeface="Arial"/>
            </a:endParaRPr>
          </a:p>
        </p:txBody>
      </p:sp>
      <p:sp>
        <p:nvSpPr>
          <p:cNvPr id="1388" name="Rounded Rectangle 135"/>
          <p:cNvSpPr/>
          <p:nvPr/>
        </p:nvSpPr>
        <p:spPr>
          <a:xfrm>
            <a:off x="987480" y="3182040"/>
            <a:ext cx="3287520" cy="27388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89" name="Rounded Rectangle 136"/>
          <p:cNvSpPr/>
          <p:nvPr/>
        </p:nvSpPr>
        <p:spPr>
          <a:xfrm>
            <a:off x="528480" y="2851200"/>
            <a:ext cx="3812040" cy="33177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rgbClr val="ffffff"/>
              </a:solidFill>
              <a:latin typeface="Arial"/>
              <a:ea typeface="DejaVu Sans"/>
            </a:endParaRPr>
          </a:p>
        </p:txBody>
      </p:sp>
      <p:sp>
        <p:nvSpPr>
          <p:cNvPr id="1390" name="Rounded Rectangle 137"/>
          <p:cNvSpPr/>
          <p:nvPr/>
        </p:nvSpPr>
        <p:spPr>
          <a:xfrm>
            <a:off x="4507920" y="3182040"/>
            <a:ext cx="3287520" cy="27388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91" name="Rounded Rectangle 138"/>
          <p:cNvSpPr/>
          <p:nvPr/>
        </p:nvSpPr>
        <p:spPr>
          <a:xfrm>
            <a:off x="4482000" y="3099600"/>
            <a:ext cx="3287520" cy="27388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500" spc="-1" strike="noStrike">
                <a:solidFill>
                  <a:schemeClr val="lt1"/>
                </a:solidFill>
                <a:latin typeface="Calibri"/>
                <a:ea typeface="DejaVu Sans"/>
              </a:rPr>
              <a:t>Character</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a:t>
            </a:r>
            <a:r>
              <a:rPr b="0" lang="en-US" sz="1500" spc="-1" strike="noStrike">
                <a:solidFill>
                  <a:schemeClr val="lt1"/>
                </a:solidFill>
                <a:latin typeface="Calibri"/>
                <a:ea typeface="DejaVu Sans"/>
              </a:rPr>
              <a:t>Unicode Code Point (U+XXXX)</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a:t>
            </a:r>
            <a:r>
              <a:rPr b="0" lang="en-US" sz="1500" spc="-1" strike="noStrike">
                <a:solidFill>
                  <a:schemeClr val="lt1"/>
                </a:solidFill>
                <a:latin typeface="Calibri"/>
                <a:ea typeface="DejaVu Sans"/>
              </a:rPr>
              <a:t>Choose Encoding (UTF-8 / UTF-16)</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a:t>
            </a:r>
            <a:r>
              <a:rPr b="0" lang="en-US" sz="1500" spc="-1" strike="noStrike">
                <a:solidFill>
                  <a:schemeClr val="lt1"/>
                </a:solidFill>
                <a:latin typeface="Calibri"/>
                <a:ea typeface="DejaVu Sans"/>
              </a:rPr>
              <a:t>Convert to Binary</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a:t>
            </a:r>
            <a:r>
              <a:rPr b="0" lang="en-US" sz="1500" spc="-1" strike="noStrike">
                <a:solidFill>
                  <a:schemeClr val="lt1"/>
                </a:solidFill>
                <a:latin typeface="Calibri"/>
                <a:ea typeface="DejaVu Sans"/>
              </a:rPr>
              <a:t>Store in Memory</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a:t>
            </a:r>
            <a:r>
              <a:rPr b="0" lang="en-US" sz="1500" spc="-1" strike="noStrike">
                <a:solidFill>
                  <a:schemeClr val="lt1"/>
                </a:solidFill>
                <a:latin typeface="Calibri"/>
                <a:ea typeface="DejaVu Sans"/>
              </a:rPr>
              <a:t>Display on Screen</a:t>
            </a:r>
            <a:endParaRPr b="0" lang="en-US" sz="1500" spc="-1" strike="noStrike">
              <a:solidFill>
                <a:srgbClr val="ffffff"/>
              </a:solidFill>
              <a:latin typeface="Arial"/>
            </a:endParaRPr>
          </a:p>
          <a:p>
            <a:pPr>
              <a:lnSpc>
                <a:spcPct val="100000"/>
              </a:lnSpc>
            </a:pP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Example:</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'A' → U+0041</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a:t>
            </a:r>
            <a:r>
              <a:rPr b="0" lang="en-US" sz="1500" spc="-1" strike="noStrike">
                <a:solidFill>
                  <a:schemeClr val="lt1"/>
                </a:solidFill>
                <a:latin typeface="Calibri"/>
                <a:ea typeface="DejaVu Sans"/>
              </a:rPr>
              <a:t>UTF-8 → 01000001</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a:t>
            </a:r>
            <a:r>
              <a:rPr b="0" lang="en-US" sz="1500" spc="-1" strike="noStrike">
                <a:solidFill>
                  <a:schemeClr val="lt1"/>
                </a:solidFill>
                <a:latin typeface="Calibri"/>
                <a:ea typeface="DejaVu Sans"/>
              </a:rPr>
              <a:t>UTF-16 → 00000000 01000001</a:t>
            </a:r>
            <a:endParaRPr b="0" lang="en-US" sz="1500" spc="-1" strike="noStrike">
              <a:solidFill>
                <a:srgbClr val="ffffff"/>
              </a:solidFill>
              <a:latin typeface="Arial"/>
            </a:endParaRPr>
          </a:p>
        </p:txBody>
      </p:sp>
      <p:sp>
        <p:nvSpPr>
          <p:cNvPr id="1392" name="Rounded Rectangle 139"/>
          <p:cNvSpPr/>
          <p:nvPr/>
        </p:nvSpPr>
        <p:spPr>
          <a:xfrm>
            <a:off x="8028360" y="3182040"/>
            <a:ext cx="3287520" cy="27388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93" name="Rounded Rectangle 140"/>
          <p:cNvSpPr/>
          <p:nvPr/>
        </p:nvSpPr>
        <p:spPr>
          <a:xfrm>
            <a:off x="7955280" y="2286000"/>
            <a:ext cx="3928680" cy="38829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000" spc="-1" strike="noStrike">
                <a:solidFill>
                  <a:srgbClr val="78ffc8"/>
                </a:solidFill>
                <a:latin typeface="Consolas"/>
                <a:ea typeface="DejaVu Sans"/>
              </a:rPr>
              <a:t>public class EncodingExample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public static void main(String[] args)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String text = "A";</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 UTF-8 byte array</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byte[] utf8Bytes = text.getBytes(java.nio.charset.StandardCharsets.UTF_8);</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 UTF-16 byte array</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byte[] utf16Bytes = text.getBytes(java.nio.charset.StandardCharsets.UTF_16);</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System.out.println("UTF-8:");</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for (byte b : utf8Bytes)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System.out.print(Integer.toBinaryString(b &amp; 0xFF) + "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System.out.println("\nUTF-16:");</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for (byte b : utf16Bytes)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System.out.print(Integer.toBinaryString(b &amp; 0xFF) + "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a:t>
            </a:r>
            <a:endParaRPr b="0" lang="en-US" sz="1000" spc="-1" strike="noStrike">
              <a:solidFill>
                <a:srgbClr val="ffffff"/>
              </a:solidFill>
              <a:latin typeface="Arial"/>
            </a:endParaRPr>
          </a:p>
        </p:txBody>
      </p:sp>
      <p:sp>
        <p:nvSpPr>
          <p:cNvPr id="1394" name="TextBox 60"/>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pic>
        <p:nvPicPr>
          <p:cNvPr id="1395" name="" descr=""/>
          <p:cNvPicPr/>
          <p:nvPr/>
        </p:nvPicPr>
        <p:blipFill>
          <a:blip r:embed="rId1"/>
          <a:stretch/>
        </p:blipFill>
        <p:spPr>
          <a:xfrm>
            <a:off x="585720" y="3429000"/>
            <a:ext cx="3727440" cy="2115000"/>
          </a:xfrm>
          <a:prstGeom prst="rect">
            <a:avLst/>
          </a:prstGeom>
          <a:ln w="0">
            <a:noFill/>
          </a:ln>
        </p:spPr>
      </p:pic>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96" name="Rectangle 305"/>
          <p:cNvSpPr/>
          <p:nvPr/>
        </p:nvSpPr>
        <p:spPr>
          <a:xfrm>
            <a:off x="0" y="0"/>
            <a:ext cx="12184920" cy="685404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97" name="Rectangle 306"/>
          <p:cNvSpPr/>
          <p:nvPr/>
        </p:nvSpPr>
        <p:spPr>
          <a:xfrm>
            <a:off x="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98" name="Rectangle 307"/>
          <p:cNvSpPr/>
          <p:nvPr/>
        </p:nvSpPr>
        <p:spPr>
          <a:xfrm>
            <a:off x="91440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99" name="Rectangle 308"/>
          <p:cNvSpPr/>
          <p:nvPr/>
        </p:nvSpPr>
        <p:spPr>
          <a:xfrm>
            <a:off x="182880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00" name="Rectangle 309"/>
          <p:cNvSpPr/>
          <p:nvPr/>
        </p:nvSpPr>
        <p:spPr>
          <a:xfrm>
            <a:off x="274320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01" name="Rectangle 310"/>
          <p:cNvSpPr/>
          <p:nvPr/>
        </p:nvSpPr>
        <p:spPr>
          <a:xfrm>
            <a:off x="365760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02" name="Rectangle 311"/>
          <p:cNvSpPr/>
          <p:nvPr/>
        </p:nvSpPr>
        <p:spPr>
          <a:xfrm>
            <a:off x="457200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03" name="Rectangle 312"/>
          <p:cNvSpPr/>
          <p:nvPr/>
        </p:nvSpPr>
        <p:spPr>
          <a:xfrm>
            <a:off x="548640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04" name="Rectangle 313"/>
          <p:cNvSpPr/>
          <p:nvPr/>
        </p:nvSpPr>
        <p:spPr>
          <a:xfrm>
            <a:off x="640080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05" name="Rectangle 314"/>
          <p:cNvSpPr/>
          <p:nvPr/>
        </p:nvSpPr>
        <p:spPr>
          <a:xfrm>
            <a:off x="731520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06" name="Rectangle 315"/>
          <p:cNvSpPr/>
          <p:nvPr/>
        </p:nvSpPr>
        <p:spPr>
          <a:xfrm>
            <a:off x="822960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07" name="Rectangle 316"/>
          <p:cNvSpPr/>
          <p:nvPr/>
        </p:nvSpPr>
        <p:spPr>
          <a:xfrm>
            <a:off x="914400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08" name="Rectangle 317"/>
          <p:cNvSpPr/>
          <p:nvPr/>
        </p:nvSpPr>
        <p:spPr>
          <a:xfrm>
            <a:off x="1005840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09" name="Rectangle 318"/>
          <p:cNvSpPr/>
          <p:nvPr/>
        </p:nvSpPr>
        <p:spPr>
          <a:xfrm>
            <a:off x="1097280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10" name="Rectangle 319"/>
          <p:cNvSpPr/>
          <p:nvPr/>
        </p:nvSpPr>
        <p:spPr>
          <a:xfrm>
            <a:off x="1188720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11" name="Rectangle 320"/>
          <p:cNvSpPr/>
          <p:nvPr/>
        </p:nvSpPr>
        <p:spPr>
          <a:xfrm>
            <a:off x="0" y="0"/>
            <a:ext cx="316080" cy="685404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12" name="Rounded Rectangle 141"/>
          <p:cNvSpPr/>
          <p:nvPr/>
        </p:nvSpPr>
        <p:spPr>
          <a:xfrm>
            <a:off x="9875520" y="365760"/>
            <a:ext cx="2007720" cy="49896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413" name="TextBox 61"/>
          <p:cNvSpPr/>
          <p:nvPr/>
        </p:nvSpPr>
        <p:spPr>
          <a:xfrm>
            <a:off x="2571840" y="1005840"/>
            <a:ext cx="5826240" cy="6991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000" spc="-1" strike="noStrike">
                <a:solidFill>
                  <a:srgbClr val="f5f5f5"/>
                </a:solidFill>
                <a:latin typeface="Calibri"/>
                <a:ea typeface="DejaVu Sans"/>
              </a:rPr>
              <a:t>Unicode Escape Sequences</a:t>
            </a:r>
            <a:endParaRPr b="0" lang="en-US" sz="4000" spc="-1" strike="noStrike">
              <a:solidFill>
                <a:srgbClr val="000000"/>
              </a:solidFill>
              <a:latin typeface="Arial"/>
            </a:endParaRPr>
          </a:p>
        </p:txBody>
      </p:sp>
      <p:sp>
        <p:nvSpPr>
          <p:cNvPr id="1414" name="TextBox 62"/>
          <p:cNvSpPr/>
          <p:nvPr/>
        </p:nvSpPr>
        <p:spPr>
          <a:xfrm>
            <a:off x="2514600" y="1828800"/>
            <a:ext cx="6784560" cy="957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In Java, Unicode characters can be written using escape sequences,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even if they are not directly available on the keyboard.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This allows all characters to be safely represented within the code.</a:t>
            </a:r>
            <a:endParaRPr b="0" lang="en-US" sz="1900" spc="-1" strike="noStrike">
              <a:solidFill>
                <a:srgbClr val="000000"/>
              </a:solidFill>
              <a:latin typeface="Arial"/>
            </a:endParaRPr>
          </a:p>
        </p:txBody>
      </p:sp>
      <p:sp>
        <p:nvSpPr>
          <p:cNvPr id="1415" name="Rounded Rectangle 142"/>
          <p:cNvSpPr/>
          <p:nvPr/>
        </p:nvSpPr>
        <p:spPr>
          <a:xfrm>
            <a:off x="987480" y="3182040"/>
            <a:ext cx="3287880" cy="27392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16" name="Rounded Rectangle 143"/>
          <p:cNvSpPr/>
          <p:nvPr/>
        </p:nvSpPr>
        <p:spPr>
          <a:xfrm>
            <a:off x="685800" y="2971800"/>
            <a:ext cx="3516480" cy="34261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In Java, Unicode characters are written in the format \uXXXX</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XXXX → hexadecimal values (0–9, A–F)</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Every Unicode character has a unique code point</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Examples: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\u0041 → 'A'</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\u00E7 → 'ç'</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\u0131 → 'ı'</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\u2665 → ♥</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Java char type uses Unicode (UTF-16)</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This allows support for all world languages</a:t>
            </a:r>
            <a:endParaRPr b="0" lang="en-US" sz="1400" spc="-1" strike="noStrike">
              <a:solidFill>
                <a:srgbClr val="ffffff"/>
              </a:solidFill>
              <a:latin typeface="Arial"/>
            </a:endParaRPr>
          </a:p>
        </p:txBody>
      </p:sp>
      <p:sp>
        <p:nvSpPr>
          <p:cNvPr id="1417" name="Rounded Rectangle 144"/>
          <p:cNvSpPr/>
          <p:nvPr/>
        </p:nvSpPr>
        <p:spPr>
          <a:xfrm>
            <a:off x="4507920" y="3182040"/>
            <a:ext cx="3287880" cy="27392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18" name="Rounded Rectangle 145"/>
          <p:cNvSpPr/>
          <p:nvPr/>
        </p:nvSpPr>
        <p:spPr>
          <a:xfrm>
            <a:off x="4434840" y="3108960"/>
            <a:ext cx="3287880" cy="27392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Character → Unicode Code Point (U+XXXX)</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r>
              <a:rPr b="0" lang="en-US" sz="1800" spc="-1" strike="noStrike">
                <a:solidFill>
                  <a:schemeClr val="lt1"/>
                </a:solidFill>
                <a:latin typeface="Calibri"/>
                <a:ea typeface="DejaVu Sans"/>
              </a:rPr>
              <a:t>Escape Sequence (\uXXXX)</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r>
              <a:rPr b="0" lang="en-US" sz="1800" spc="-1" strike="noStrike">
                <a:solidFill>
                  <a:schemeClr val="lt1"/>
                </a:solidFill>
                <a:latin typeface="Calibri"/>
                <a:ea typeface="DejaVu Sans"/>
              </a:rPr>
              <a:t>Stored as char in Java</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r>
              <a:rPr b="0" lang="en-US" sz="1800" spc="-1" strike="noStrike">
                <a:solidFill>
                  <a:schemeClr val="lt1"/>
                </a:solidFill>
                <a:latin typeface="Calibri"/>
                <a:ea typeface="DejaVu Sans"/>
              </a:rPr>
              <a:t>Printed to screen</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1" lang="en-US" sz="1800" spc="-1" strike="noStrike">
                <a:solidFill>
                  <a:schemeClr val="lt1"/>
                </a:solidFill>
                <a:latin typeface="Calibri"/>
                <a:ea typeface="DejaVu Sans"/>
              </a:rPr>
              <a:t>Example flow:</a:t>
            </a:r>
            <a:endParaRPr b="0" lang="en-US" sz="1800" spc="-1" strike="noStrike">
              <a:solidFill>
                <a:srgbClr val="ffffff"/>
              </a:solidFill>
              <a:latin typeface="Arial"/>
            </a:endParaRPr>
          </a:p>
          <a:p>
            <a:pPr>
              <a:lnSpc>
                <a:spcPct val="100000"/>
              </a:lnSpc>
            </a:pPr>
            <a:r>
              <a:rPr b="1" lang="en-US" sz="1800" spc="-1" strike="noStrike">
                <a:solidFill>
                  <a:schemeClr val="lt1"/>
                </a:solidFill>
                <a:latin typeface="Calibri"/>
                <a:ea typeface="DejaVu Sans"/>
              </a:rPr>
              <a:t>'ç' → U+00E7 → \u00E7 → char → output</a:t>
            </a:r>
            <a:endParaRPr b="0" lang="en-US" sz="1800" spc="-1" strike="noStrike">
              <a:solidFill>
                <a:srgbClr val="ffffff"/>
              </a:solidFill>
              <a:latin typeface="Arial"/>
            </a:endParaRPr>
          </a:p>
        </p:txBody>
      </p:sp>
      <p:sp>
        <p:nvSpPr>
          <p:cNvPr id="1419" name="Rounded Rectangle 146"/>
          <p:cNvSpPr/>
          <p:nvPr/>
        </p:nvSpPr>
        <p:spPr>
          <a:xfrm>
            <a:off x="8028360" y="3182040"/>
            <a:ext cx="3287880" cy="27392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20" name="Rounded Rectangle 147"/>
          <p:cNvSpPr/>
          <p:nvPr/>
        </p:nvSpPr>
        <p:spPr>
          <a:xfrm>
            <a:off x="7955280" y="3108960"/>
            <a:ext cx="3471840" cy="28317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200" spc="-1" strike="noStrike">
                <a:solidFill>
                  <a:srgbClr val="78ffc8"/>
                </a:solidFill>
                <a:latin typeface="Consolas"/>
                <a:ea typeface="DejaVu Sans"/>
              </a:rPr>
              <a:t>public class UnicodeEscapeExample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public static void main(String[] args)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char a = '\u0041';   // A</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char c = '\u00E7';   // ç</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char dotlessI = '\u0131'; // ı</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char heart = '\u2665'; //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System.out.println(a);</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System.out.println(c);</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System.out.println(dotlessI);</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System.out.println(heart);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a:t>
            </a:r>
            <a:endParaRPr b="0" lang="en-US" sz="1200" spc="-1" strike="noStrike">
              <a:solidFill>
                <a:srgbClr val="ffffff"/>
              </a:solidFill>
              <a:latin typeface="Arial"/>
            </a:endParaRPr>
          </a:p>
        </p:txBody>
      </p:sp>
      <p:sp>
        <p:nvSpPr>
          <p:cNvPr id="1421" name="TextBox 63"/>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22" name="Rectangle 321"/>
          <p:cNvSpPr/>
          <p:nvPr/>
        </p:nvSpPr>
        <p:spPr>
          <a:xfrm>
            <a:off x="0" y="0"/>
            <a:ext cx="12185280" cy="685440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23" name="Rectangle 322"/>
          <p:cNvSpPr/>
          <p:nvPr/>
        </p:nvSpPr>
        <p:spPr>
          <a:xfrm>
            <a:off x="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24" name="Rectangle 323"/>
          <p:cNvSpPr/>
          <p:nvPr/>
        </p:nvSpPr>
        <p:spPr>
          <a:xfrm>
            <a:off x="9144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25" name="Rectangle 324"/>
          <p:cNvSpPr/>
          <p:nvPr/>
        </p:nvSpPr>
        <p:spPr>
          <a:xfrm>
            <a:off x="18288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26" name="Rectangle 325"/>
          <p:cNvSpPr/>
          <p:nvPr/>
        </p:nvSpPr>
        <p:spPr>
          <a:xfrm>
            <a:off x="27432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27" name="Rectangle 326"/>
          <p:cNvSpPr/>
          <p:nvPr/>
        </p:nvSpPr>
        <p:spPr>
          <a:xfrm>
            <a:off x="36576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28" name="Rectangle 327"/>
          <p:cNvSpPr/>
          <p:nvPr/>
        </p:nvSpPr>
        <p:spPr>
          <a:xfrm>
            <a:off x="45720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29" name="Rectangle 328"/>
          <p:cNvSpPr/>
          <p:nvPr/>
        </p:nvSpPr>
        <p:spPr>
          <a:xfrm>
            <a:off x="54864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30" name="Rectangle 329"/>
          <p:cNvSpPr/>
          <p:nvPr/>
        </p:nvSpPr>
        <p:spPr>
          <a:xfrm>
            <a:off x="64008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31" name="Rectangle 330"/>
          <p:cNvSpPr/>
          <p:nvPr/>
        </p:nvSpPr>
        <p:spPr>
          <a:xfrm>
            <a:off x="73152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32" name="Rectangle 331"/>
          <p:cNvSpPr/>
          <p:nvPr/>
        </p:nvSpPr>
        <p:spPr>
          <a:xfrm>
            <a:off x="82296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33" name="Rectangle 332"/>
          <p:cNvSpPr/>
          <p:nvPr/>
        </p:nvSpPr>
        <p:spPr>
          <a:xfrm>
            <a:off x="91440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34" name="Rectangle 333"/>
          <p:cNvSpPr/>
          <p:nvPr/>
        </p:nvSpPr>
        <p:spPr>
          <a:xfrm>
            <a:off x="100584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35" name="Rectangle 334"/>
          <p:cNvSpPr/>
          <p:nvPr/>
        </p:nvSpPr>
        <p:spPr>
          <a:xfrm>
            <a:off x="109728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36" name="Rectangle 335"/>
          <p:cNvSpPr/>
          <p:nvPr/>
        </p:nvSpPr>
        <p:spPr>
          <a:xfrm>
            <a:off x="118872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37" name="Rectangle 336"/>
          <p:cNvSpPr/>
          <p:nvPr/>
        </p:nvSpPr>
        <p:spPr>
          <a:xfrm>
            <a:off x="0" y="0"/>
            <a:ext cx="316440" cy="685440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38" name="Rounded Rectangle 148"/>
          <p:cNvSpPr/>
          <p:nvPr/>
        </p:nvSpPr>
        <p:spPr>
          <a:xfrm>
            <a:off x="9875520" y="365760"/>
            <a:ext cx="2008080" cy="49932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439" name="TextBox 64"/>
          <p:cNvSpPr/>
          <p:nvPr/>
        </p:nvSpPr>
        <p:spPr>
          <a:xfrm>
            <a:off x="954360" y="1005840"/>
            <a:ext cx="906300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Unicode and String Structure (Java)</a:t>
            </a:r>
            <a:endParaRPr b="0" lang="en-US" sz="4800" spc="-1" strike="noStrike">
              <a:solidFill>
                <a:srgbClr val="000000"/>
              </a:solidFill>
              <a:latin typeface="Arial"/>
            </a:endParaRPr>
          </a:p>
        </p:txBody>
      </p:sp>
      <p:sp>
        <p:nvSpPr>
          <p:cNvPr id="1440" name="TextBox 65"/>
          <p:cNvSpPr/>
          <p:nvPr/>
        </p:nvSpPr>
        <p:spPr>
          <a:xfrm>
            <a:off x="1874160" y="2194560"/>
            <a:ext cx="722196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In Java, texts (Strings) are actually sequences of Unicode characters and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each character is stored using UTF-16 encoding.</a:t>
            </a:r>
            <a:endParaRPr b="0" lang="en-US" sz="1900" spc="-1" strike="noStrike">
              <a:solidFill>
                <a:srgbClr val="000000"/>
              </a:solidFill>
              <a:latin typeface="Arial"/>
            </a:endParaRPr>
          </a:p>
        </p:txBody>
      </p:sp>
      <p:sp>
        <p:nvSpPr>
          <p:cNvPr id="1441" name="Rounded Rectangle 149"/>
          <p:cNvSpPr/>
          <p:nvPr/>
        </p:nvSpPr>
        <p:spPr>
          <a:xfrm>
            <a:off x="987480" y="3182040"/>
            <a:ext cx="3288240" cy="27396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42" name="Rounded Rectangle 150"/>
          <p:cNvSpPr/>
          <p:nvPr/>
        </p:nvSpPr>
        <p:spPr>
          <a:xfrm>
            <a:off x="685800" y="3108960"/>
            <a:ext cx="3516840" cy="28324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600" spc="-1" strike="noStrike">
                <a:solidFill>
                  <a:schemeClr val="lt1"/>
                </a:solidFill>
                <a:latin typeface="Calibri"/>
                <a:ea typeface="DejaVu Sans"/>
              </a:rPr>
              <a:t>Basic Information</a:t>
            </a:r>
            <a:endParaRPr b="0" lang="en-US" sz="1600" spc="-1" strike="noStrike">
              <a:solidFill>
                <a:srgbClr val="ffffff"/>
              </a:solidFill>
              <a:latin typeface="Arial"/>
            </a:endParaRPr>
          </a:p>
          <a:p>
            <a:pPr marL="216000" indent="-216000">
              <a:lnSpc>
                <a:spcPct val="100000"/>
              </a:lnSpc>
              <a:buClr>
                <a:srgbClr val="ffffff"/>
              </a:buClr>
              <a:buFont typeface="Wingdings" charset="2"/>
              <a:buChar char=""/>
            </a:pPr>
            <a:r>
              <a:rPr b="0" lang="en-US" sz="1600" spc="-1" strike="noStrike">
                <a:solidFill>
                  <a:schemeClr val="lt1"/>
                </a:solidFill>
                <a:latin typeface="Calibri"/>
                <a:ea typeface="DejaVu Sans"/>
              </a:rPr>
              <a:t>String → combination of multiple char values</a:t>
            </a:r>
            <a:endParaRPr b="0" lang="en-US" sz="1600" spc="-1" strike="noStrike">
              <a:solidFill>
                <a:srgbClr val="ffffff"/>
              </a:solidFill>
              <a:latin typeface="Arial"/>
            </a:endParaRPr>
          </a:p>
          <a:p>
            <a:pPr marL="216000" indent="-216000">
              <a:lnSpc>
                <a:spcPct val="100000"/>
              </a:lnSpc>
              <a:buClr>
                <a:srgbClr val="ffffff"/>
              </a:buClr>
              <a:buFont typeface="Wingdings" charset="2"/>
              <a:buChar char=""/>
            </a:pPr>
            <a:r>
              <a:rPr b="0" lang="en-US" sz="1600" spc="-1" strike="noStrike">
                <a:solidFill>
                  <a:schemeClr val="lt1"/>
                </a:solidFill>
                <a:latin typeface="Calibri"/>
                <a:ea typeface="DejaVu Sans"/>
              </a:rPr>
              <a:t>Java String internally uses Unicode (UTF-16)</a:t>
            </a:r>
            <a:endParaRPr b="0" lang="en-US" sz="1600" spc="-1" strike="noStrike">
              <a:solidFill>
                <a:srgbClr val="ffffff"/>
              </a:solidFill>
              <a:latin typeface="Arial"/>
            </a:endParaRPr>
          </a:p>
          <a:p>
            <a:pPr marL="216000" indent="-216000">
              <a:lnSpc>
                <a:spcPct val="100000"/>
              </a:lnSpc>
              <a:buClr>
                <a:srgbClr val="ffffff"/>
              </a:buClr>
              <a:buFont typeface="Wingdings" charset="2"/>
              <a:buChar char=""/>
            </a:pPr>
            <a:r>
              <a:rPr b="0" lang="en-US" sz="1600" spc="-1" strike="noStrike">
                <a:solidFill>
                  <a:schemeClr val="lt1"/>
                </a:solidFill>
                <a:latin typeface="Calibri"/>
                <a:ea typeface="DejaVu Sans"/>
              </a:rPr>
              <a:t>Each character = Unicode code point</a:t>
            </a:r>
            <a:endParaRPr b="0" lang="en-US" sz="1600" spc="-1" strike="noStrike">
              <a:solidFill>
                <a:srgbClr val="ffffff"/>
              </a:solidFill>
              <a:latin typeface="Arial"/>
            </a:endParaRPr>
          </a:p>
          <a:p>
            <a:pPr marL="216000" indent="-216000">
              <a:lnSpc>
                <a:spcPct val="100000"/>
              </a:lnSpc>
              <a:buClr>
                <a:srgbClr val="ffffff"/>
              </a:buClr>
              <a:buFont typeface="Wingdings" charset="2"/>
              <a:buChar char=""/>
            </a:pPr>
            <a:r>
              <a:rPr b="0" lang="en-US" sz="1600" spc="-1" strike="noStrike">
                <a:solidFill>
                  <a:schemeClr val="lt1"/>
                </a:solidFill>
                <a:latin typeface="Calibri"/>
                <a:ea typeface="DejaVu Sans"/>
              </a:rPr>
              <a:t>length() → returns number of char units, not actual characters</a:t>
            </a:r>
            <a:endParaRPr b="0" lang="en-US" sz="1600" spc="-1" strike="noStrike">
              <a:solidFill>
                <a:srgbClr val="ffffff"/>
              </a:solidFill>
              <a:latin typeface="Arial"/>
            </a:endParaRPr>
          </a:p>
          <a:p>
            <a:pPr marL="216000" indent="-216000">
              <a:lnSpc>
                <a:spcPct val="100000"/>
              </a:lnSpc>
              <a:buClr>
                <a:srgbClr val="ffffff"/>
              </a:buClr>
              <a:buFont typeface="Wingdings" charset="2"/>
              <a:buChar char=""/>
            </a:pPr>
            <a:r>
              <a:rPr b="0" lang="en-US" sz="1600" spc="-1" strike="noStrike">
                <a:solidFill>
                  <a:schemeClr val="lt1"/>
                </a:solidFill>
                <a:latin typeface="Calibri"/>
                <a:ea typeface="DejaVu Sans"/>
              </a:rPr>
              <a:t>Some characters (like emojis) may use 2 chars</a:t>
            </a:r>
            <a:endParaRPr b="0" lang="en-US" sz="1600" spc="-1" strike="noStrike">
              <a:solidFill>
                <a:srgbClr val="ffffff"/>
              </a:solidFill>
              <a:latin typeface="Arial"/>
            </a:endParaRPr>
          </a:p>
        </p:txBody>
      </p:sp>
      <p:sp>
        <p:nvSpPr>
          <p:cNvPr id="1443" name="Rounded Rectangle 151"/>
          <p:cNvSpPr/>
          <p:nvPr/>
        </p:nvSpPr>
        <p:spPr>
          <a:xfrm>
            <a:off x="4507920" y="3182040"/>
            <a:ext cx="3288240" cy="27396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44" name="Rounded Rectangle 152"/>
          <p:cNvSpPr/>
          <p:nvPr/>
        </p:nvSpPr>
        <p:spPr>
          <a:xfrm>
            <a:off x="4434840" y="2971800"/>
            <a:ext cx="3288240" cy="36550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800" spc="-1" strike="noStrike">
                <a:solidFill>
                  <a:schemeClr val="lt1"/>
                </a:solidFill>
                <a:latin typeface="Calibri"/>
                <a:ea typeface="DejaVu Sans"/>
              </a:rPr>
              <a:t>(Flow)</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Text (String)</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r>
              <a:rPr b="0" lang="en-US" sz="1800" spc="-1" strike="noStrike">
                <a:solidFill>
                  <a:schemeClr val="lt1"/>
                </a:solidFill>
                <a:latin typeface="Calibri"/>
                <a:ea typeface="DejaVu Sans"/>
              </a:rPr>
              <a:t>Unicode characters</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r>
              <a:rPr b="0" lang="en-US" sz="1800" spc="-1" strike="noStrike">
                <a:solidFill>
                  <a:schemeClr val="lt1"/>
                </a:solidFill>
                <a:latin typeface="Calibri"/>
                <a:ea typeface="DejaVu Sans"/>
              </a:rPr>
              <a:t>UTF-16 encoding</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r>
              <a:rPr b="0" lang="en-US" sz="1800" spc="-1" strike="noStrike">
                <a:solidFill>
                  <a:schemeClr val="lt1"/>
                </a:solidFill>
                <a:latin typeface="Calibri"/>
                <a:ea typeface="DejaVu Sans"/>
              </a:rPr>
              <a:t>char array</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r>
              <a:rPr b="0" lang="en-US" sz="1800" spc="-1" strike="noStrike">
                <a:solidFill>
                  <a:schemeClr val="lt1"/>
                </a:solidFill>
                <a:latin typeface="Calibri"/>
                <a:ea typeface="DejaVu Sans"/>
              </a:rPr>
              <a:t>Stored in memory</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r>
              <a:rPr b="0" lang="en-US" sz="1800" spc="-1" strike="noStrike">
                <a:solidFill>
                  <a:schemeClr val="lt1"/>
                </a:solidFill>
                <a:latin typeface="Calibri"/>
                <a:ea typeface="DejaVu Sans"/>
              </a:rPr>
              <a:t>Printed to screen</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Example: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"Hi 😊" → H + i + (2-char emoji) → length = 4</a:t>
            </a:r>
            <a:endParaRPr b="0" lang="en-US" sz="1800" spc="-1" strike="noStrike">
              <a:solidFill>
                <a:srgbClr val="ffffff"/>
              </a:solidFill>
              <a:latin typeface="Arial"/>
            </a:endParaRPr>
          </a:p>
        </p:txBody>
      </p:sp>
      <p:sp>
        <p:nvSpPr>
          <p:cNvPr id="1445" name="Rounded Rectangle 153"/>
          <p:cNvSpPr/>
          <p:nvPr/>
        </p:nvSpPr>
        <p:spPr>
          <a:xfrm>
            <a:off x="8028360" y="3182040"/>
            <a:ext cx="3288240" cy="27396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46" name="Rounded Rectangle 154"/>
          <p:cNvSpPr/>
          <p:nvPr/>
        </p:nvSpPr>
        <p:spPr>
          <a:xfrm>
            <a:off x="7955280" y="2743200"/>
            <a:ext cx="3700800" cy="36550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300" spc="-1" strike="noStrike">
                <a:solidFill>
                  <a:srgbClr val="78ffc8"/>
                </a:solidFill>
                <a:latin typeface="Consolas"/>
                <a:ea typeface="DejaVu Sans"/>
              </a:rPr>
              <a:t>public class StringUnicodeExample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public static void main(String[] args)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String text = "Hi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System.out.println("Text: " + text);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System.out.println("Length: " + text.length());</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for (int i = 0; i &lt; text.length(); i++)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System.out.println(text.charAt(i));</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a:t>
            </a:r>
            <a:endParaRPr b="0" lang="en-US" sz="1300" spc="-1" strike="noStrike">
              <a:solidFill>
                <a:srgbClr val="ffffff"/>
              </a:solidFill>
              <a:latin typeface="Arial"/>
            </a:endParaRPr>
          </a:p>
        </p:txBody>
      </p:sp>
      <p:sp>
        <p:nvSpPr>
          <p:cNvPr id="1447" name="TextBox 66"/>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48" name="Rectangle 337"/>
          <p:cNvSpPr/>
          <p:nvPr/>
        </p:nvSpPr>
        <p:spPr>
          <a:xfrm>
            <a:off x="0" y="0"/>
            <a:ext cx="12186000" cy="685512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49" name="Rectangle 338"/>
          <p:cNvSpPr/>
          <p:nvPr/>
        </p:nvSpPr>
        <p:spPr>
          <a:xfrm>
            <a:off x="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50" name="Rectangle 339"/>
          <p:cNvSpPr/>
          <p:nvPr/>
        </p:nvSpPr>
        <p:spPr>
          <a:xfrm>
            <a:off x="9144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51" name="Rectangle 340"/>
          <p:cNvSpPr/>
          <p:nvPr/>
        </p:nvSpPr>
        <p:spPr>
          <a:xfrm>
            <a:off x="18288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52" name="Rectangle 341"/>
          <p:cNvSpPr/>
          <p:nvPr/>
        </p:nvSpPr>
        <p:spPr>
          <a:xfrm>
            <a:off x="27432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53" name="Rectangle 342"/>
          <p:cNvSpPr/>
          <p:nvPr/>
        </p:nvSpPr>
        <p:spPr>
          <a:xfrm>
            <a:off x="36576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54" name="Rectangle 343"/>
          <p:cNvSpPr/>
          <p:nvPr/>
        </p:nvSpPr>
        <p:spPr>
          <a:xfrm>
            <a:off x="45720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55" name="Rectangle 344"/>
          <p:cNvSpPr/>
          <p:nvPr/>
        </p:nvSpPr>
        <p:spPr>
          <a:xfrm>
            <a:off x="54864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56" name="Rectangle 345"/>
          <p:cNvSpPr/>
          <p:nvPr/>
        </p:nvSpPr>
        <p:spPr>
          <a:xfrm>
            <a:off x="64008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57" name="Rectangle 346"/>
          <p:cNvSpPr/>
          <p:nvPr/>
        </p:nvSpPr>
        <p:spPr>
          <a:xfrm>
            <a:off x="73152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58" name="Rectangle 347"/>
          <p:cNvSpPr/>
          <p:nvPr/>
        </p:nvSpPr>
        <p:spPr>
          <a:xfrm>
            <a:off x="82296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59" name="Rectangle 348"/>
          <p:cNvSpPr/>
          <p:nvPr/>
        </p:nvSpPr>
        <p:spPr>
          <a:xfrm>
            <a:off x="91440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60" name="Rectangle 349"/>
          <p:cNvSpPr/>
          <p:nvPr/>
        </p:nvSpPr>
        <p:spPr>
          <a:xfrm>
            <a:off x="100584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61" name="Rectangle 350"/>
          <p:cNvSpPr/>
          <p:nvPr/>
        </p:nvSpPr>
        <p:spPr>
          <a:xfrm>
            <a:off x="109728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62" name="Rectangle 351"/>
          <p:cNvSpPr/>
          <p:nvPr/>
        </p:nvSpPr>
        <p:spPr>
          <a:xfrm>
            <a:off x="118872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63" name="Rectangle 352"/>
          <p:cNvSpPr/>
          <p:nvPr/>
        </p:nvSpPr>
        <p:spPr>
          <a:xfrm>
            <a:off x="0" y="0"/>
            <a:ext cx="317160" cy="685512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64" name="Rounded Rectangle 155"/>
          <p:cNvSpPr/>
          <p:nvPr/>
        </p:nvSpPr>
        <p:spPr>
          <a:xfrm>
            <a:off x="9875520" y="365760"/>
            <a:ext cx="2008800" cy="50004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465" name="TextBox 67"/>
          <p:cNvSpPr/>
          <p:nvPr/>
        </p:nvSpPr>
        <p:spPr>
          <a:xfrm>
            <a:off x="1267920" y="1005840"/>
            <a:ext cx="8433720" cy="1551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Unicode in Java – Final Overview</a:t>
            </a:r>
            <a:endParaRPr b="0" lang="en-US" sz="4800" spc="-1" strike="noStrike">
              <a:solidFill>
                <a:srgbClr val="000000"/>
              </a:solidFill>
              <a:latin typeface="Arial"/>
            </a:endParaRPr>
          </a:p>
          <a:p>
            <a:pPr>
              <a:lnSpc>
                <a:spcPct val="100000"/>
              </a:lnSpc>
            </a:pPr>
            <a:endParaRPr b="0" lang="en-US" sz="4800" spc="-1" strike="noStrike">
              <a:solidFill>
                <a:srgbClr val="000000"/>
              </a:solidFill>
              <a:latin typeface="Arial"/>
            </a:endParaRPr>
          </a:p>
        </p:txBody>
      </p:sp>
      <p:sp>
        <p:nvSpPr>
          <p:cNvPr id="1466" name="TextBox 68"/>
          <p:cNvSpPr/>
          <p:nvPr/>
        </p:nvSpPr>
        <p:spPr>
          <a:xfrm>
            <a:off x="737280" y="2057400"/>
            <a:ext cx="949752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Unicode enables Java to represent text in a universal and standardized way.</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This allows characters from different languages ​​to be processed securely within a single system.</a:t>
            </a:r>
            <a:endParaRPr b="0" lang="en-US" sz="1900" spc="-1" strike="noStrike">
              <a:solidFill>
                <a:srgbClr val="000000"/>
              </a:solidFill>
              <a:latin typeface="Arial"/>
            </a:endParaRPr>
          </a:p>
        </p:txBody>
      </p:sp>
      <p:sp>
        <p:nvSpPr>
          <p:cNvPr id="1467" name="Rounded Rectangle 156"/>
          <p:cNvSpPr/>
          <p:nvPr/>
        </p:nvSpPr>
        <p:spPr>
          <a:xfrm>
            <a:off x="987480" y="3182040"/>
            <a:ext cx="3288960" cy="27403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68" name="Rounded Rectangle 157"/>
          <p:cNvSpPr/>
          <p:nvPr/>
        </p:nvSpPr>
        <p:spPr>
          <a:xfrm>
            <a:off x="914400" y="3108960"/>
            <a:ext cx="3288960" cy="27403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Java uses the Unicode standard when processing characters. The `char` data type operates on the UTF-16 principle with its 16-bit structure and directly represents many characters. Thanks to this structure, Java can work not only with English characters but also with symbols from Turkish, Arabic, Chinese, and many other languages. Unicode support is of great importance in multilingual software development.</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p:txBody>
      </p:sp>
      <p:sp>
        <p:nvSpPr>
          <p:cNvPr id="1469" name="Rounded Rectangle 158"/>
          <p:cNvSpPr/>
          <p:nvPr/>
        </p:nvSpPr>
        <p:spPr>
          <a:xfrm>
            <a:off x="4507920" y="3182040"/>
            <a:ext cx="3288960" cy="27403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70" name="Rounded Rectangle 159"/>
          <p:cNvSpPr/>
          <p:nvPr/>
        </p:nvSpPr>
        <p:spPr>
          <a:xfrm>
            <a:off x="4434840" y="3108960"/>
            <a:ext cx="3288960" cy="27403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Character</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Unicode Code Point</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UTF Encoding</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Stored and Processed in Java</a:t>
            </a:r>
            <a:endParaRPr b="0" lang="en-US" sz="1800" spc="-1" strike="noStrike">
              <a:solidFill>
                <a:srgbClr val="ffffff"/>
              </a:solidFill>
              <a:latin typeface="Arial"/>
            </a:endParaRPr>
          </a:p>
        </p:txBody>
      </p:sp>
      <p:sp>
        <p:nvSpPr>
          <p:cNvPr id="1471" name="Rounded Rectangle 160"/>
          <p:cNvSpPr/>
          <p:nvPr/>
        </p:nvSpPr>
        <p:spPr>
          <a:xfrm>
            <a:off x="8028360" y="3182040"/>
            <a:ext cx="3288960" cy="27403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72" name="Rounded Rectangle 161"/>
          <p:cNvSpPr/>
          <p:nvPr/>
        </p:nvSpPr>
        <p:spPr>
          <a:xfrm>
            <a:off x="7955280" y="3108960"/>
            <a:ext cx="3930120" cy="32900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600" spc="-1" strike="noStrike">
              <a:solidFill>
                <a:srgbClr val="ffffff"/>
              </a:solidFill>
              <a:latin typeface="Arial"/>
            </a:endParaRPr>
          </a:p>
          <a:p>
            <a:pPr algn="ctr">
              <a:lnSpc>
                <a:spcPct val="100000"/>
              </a:lnSpc>
            </a:pPr>
            <a:r>
              <a:rPr b="0" lang="en-US" sz="1600" spc="-1" strike="noStrike">
                <a:solidFill>
                  <a:srgbClr val="78ffc8"/>
                </a:solidFill>
                <a:latin typeface="Consolas"/>
                <a:ea typeface="DejaVu Sans"/>
              </a:rPr>
              <a:t>public class UnicodeSummary {</a:t>
            </a:r>
            <a:endParaRPr b="0" lang="en-US" sz="1600" spc="-1" strike="noStrike">
              <a:solidFill>
                <a:srgbClr val="ffffff"/>
              </a:solidFill>
              <a:latin typeface="Arial"/>
            </a:endParaRPr>
          </a:p>
          <a:p>
            <a:pPr algn="ctr">
              <a:lnSpc>
                <a:spcPct val="100000"/>
              </a:lnSpc>
            </a:pPr>
            <a:r>
              <a:rPr b="0" lang="en-US" sz="1600" spc="-1" strike="noStrike">
                <a:solidFill>
                  <a:srgbClr val="78ffc8"/>
                </a:solidFill>
                <a:latin typeface="Consolas"/>
                <a:ea typeface="DejaVu Sans"/>
              </a:rPr>
              <a:t>    </a:t>
            </a:r>
            <a:r>
              <a:rPr b="0" lang="en-US" sz="1600" spc="-1" strike="noStrike">
                <a:solidFill>
                  <a:srgbClr val="78ffc8"/>
                </a:solidFill>
                <a:latin typeface="Consolas"/>
                <a:ea typeface="DejaVu Sans"/>
              </a:rPr>
              <a:t>public static void main(String[] args) {</a:t>
            </a:r>
            <a:endParaRPr b="0" lang="en-US" sz="1600" spc="-1" strike="noStrike">
              <a:solidFill>
                <a:srgbClr val="ffffff"/>
              </a:solidFill>
              <a:latin typeface="Arial"/>
            </a:endParaRPr>
          </a:p>
          <a:p>
            <a:pPr algn="ctr">
              <a:lnSpc>
                <a:spcPct val="100000"/>
              </a:lnSpc>
            </a:pPr>
            <a:r>
              <a:rPr b="0" lang="en-US" sz="1600" spc="-1" strike="noStrike">
                <a:solidFill>
                  <a:srgbClr val="78ffc8"/>
                </a:solidFill>
                <a:latin typeface="Consolas"/>
                <a:ea typeface="DejaVu Sans"/>
              </a:rPr>
              <a:t>        </a:t>
            </a:r>
            <a:r>
              <a:rPr b="0" lang="en-US" sz="1600" spc="-1" strike="noStrike">
                <a:solidFill>
                  <a:srgbClr val="78ffc8"/>
                </a:solidFill>
                <a:latin typeface="Consolas"/>
                <a:ea typeface="DejaVu Sans"/>
              </a:rPr>
              <a:t>char letter = 'Ç';</a:t>
            </a:r>
            <a:endParaRPr b="0" lang="en-US" sz="1600" spc="-1" strike="noStrike">
              <a:solidFill>
                <a:srgbClr val="ffffff"/>
              </a:solidFill>
              <a:latin typeface="Arial"/>
            </a:endParaRPr>
          </a:p>
          <a:p>
            <a:pPr algn="ctr">
              <a:lnSpc>
                <a:spcPct val="100000"/>
              </a:lnSpc>
            </a:pPr>
            <a:r>
              <a:rPr b="0" lang="en-US" sz="1600" spc="-1" strike="noStrike">
                <a:solidFill>
                  <a:srgbClr val="78ffc8"/>
                </a:solidFill>
                <a:latin typeface="Consolas"/>
                <a:ea typeface="DejaVu Sans"/>
              </a:rPr>
              <a:t>        </a:t>
            </a:r>
            <a:r>
              <a:rPr b="0" lang="en-US" sz="1600" spc="-1" strike="noStrike">
                <a:solidFill>
                  <a:srgbClr val="78ffc8"/>
                </a:solidFill>
                <a:latin typeface="Consolas"/>
                <a:ea typeface="DejaVu Sans"/>
              </a:rPr>
              <a:t>System.out.println("Character: " + letter);</a:t>
            </a:r>
            <a:endParaRPr b="0" lang="en-US" sz="1600" spc="-1" strike="noStrike">
              <a:solidFill>
                <a:srgbClr val="ffffff"/>
              </a:solidFill>
              <a:latin typeface="Arial"/>
            </a:endParaRPr>
          </a:p>
          <a:p>
            <a:pPr algn="ctr">
              <a:lnSpc>
                <a:spcPct val="100000"/>
              </a:lnSpc>
            </a:pPr>
            <a:r>
              <a:rPr b="0" lang="en-US" sz="1600" spc="-1" strike="noStrike">
                <a:solidFill>
                  <a:srgbClr val="78ffc8"/>
                </a:solidFill>
                <a:latin typeface="Consolas"/>
                <a:ea typeface="DejaVu Sans"/>
              </a:rPr>
              <a:t>        </a:t>
            </a:r>
            <a:r>
              <a:rPr b="0" lang="en-US" sz="1600" spc="-1" strike="noStrike">
                <a:solidFill>
                  <a:srgbClr val="78ffc8"/>
                </a:solidFill>
                <a:latin typeface="Consolas"/>
                <a:ea typeface="DejaVu Sans"/>
              </a:rPr>
              <a:t>System.out.println("Unicode Value: " + (int) letter);</a:t>
            </a:r>
            <a:endParaRPr b="0" lang="en-US" sz="1600" spc="-1" strike="noStrike">
              <a:solidFill>
                <a:srgbClr val="ffffff"/>
              </a:solidFill>
              <a:latin typeface="Arial"/>
            </a:endParaRPr>
          </a:p>
          <a:p>
            <a:pPr algn="ctr">
              <a:lnSpc>
                <a:spcPct val="100000"/>
              </a:lnSpc>
            </a:pPr>
            <a:r>
              <a:rPr b="0" lang="en-US" sz="1600" spc="-1" strike="noStrike">
                <a:solidFill>
                  <a:srgbClr val="78ffc8"/>
                </a:solidFill>
                <a:latin typeface="Consolas"/>
                <a:ea typeface="DejaVu Sans"/>
              </a:rPr>
              <a:t>    </a:t>
            </a:r>
            <a:r>
              <a:rPr b="0" lang="en-US" sz="1600" spc="-1" strike="noStrike">
                <a:solidFill>
                  <a:srgbClr val="78ffc8"/>
                </a:solidFill>
                <a:latin typeface="Consolas"/>
                <a:ea typeface="DejaVu Sans"/>
              </a:rPr>
              <a:t>}</a:t>
            </a:r>
            <a:endParaRPr b="0" lang="en-US" sz="1600" spc="-1" strike="noStrike">
              <a:solidFill>
                <a:srgbClr val="ffffff"/>
              </a:solidFill>
              <a:latin typeface="Arial"/>
            </a:endParaRPr>
          </a:p>
          <a:p>
            <a:pPr algn="ctr">
              <a:lnSpc>
                <a:spcPct val="100000"/>
              </a:lnSpc>
            </a:pPr>
            <a:r>
              <a:rPr b="0" lang="en-US" sz="1600" spc="-1" strike="noStrike">
                <a:solidFill>
                  <a:srgbClr val="78ffc8"/>
                </a:solidFill>
                <a:latin typeface="Consolas"/>
                <a:ea typeface="DejaVu Sans"/>
              </a:rPr>
              <a:t>}</a:t>
            </a:r>
            <a:endParaRPr b="0" lang="en-US" sz="1600" spc="-1" strike="noStrike">
              <a:solidFill>
                <a:srgbClr val="ffffff"/>
              </a:solidFill>
              <a:latin typeface="Arial"/>
            </a:endParaRPr>
          </a:p>
        </p:txBody>
      </p:sp>
      <p:sp>
        <p:nvSpPr>
          <p:cNvPr id="1473" name="TextBox 69"/>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74" name="Rectangle 353"/>
          <p:cNvSpPr/>
          <p:nvPr/>
        </p:nvSpPr>
        <p:spPr>
          <a:xfrm>
            <a:off x="0" y="0"/>
            <a:ext cx="12186360" cy="685548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75" name="Rectangle 354"/>
          <p:cNvSpPr/>
          <p:nvPr/>
        </p:nvSpPr>
        <p:spPr>
          <a:xfrm>
            <a:off x="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76" name="Rectangle 355"/>
          <p:cNvSpPr/>
          <p:nvPr/>
        </p:nvSpPr>
        <p:spPr>
          <a:xfrm>
            <a:off x="9144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77" name="Rectangle 356"/>
          <p:cNvSpPr/>
          <p:nvPr/>
        </p:nvSpPr>
        <p:spPr>
          <a:xfrm>
            <a:off x="18288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78" name="Rectangle 357"/>
          <p:cNvSpPr/>
          <p:nvPr/>
        </p:nvSpPr>
        <p:spPr>
          <a:xfrm>
            <a:off x="27432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79" name="Rectangle 358"/>
          <p:cNvSpPr/>
          <p:nvPr/>
        </p:nvSpPr>
        <p:spPr>
          <a:xfrm>
            <a:off x="36576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80" name="Rectangle 359"/>
          <p:cNvSpPr/>
          <p:nvPr/>
        </p:nvSpPr>
        <p:spPr>
          <a:xfrm>
            <a:off x="45720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81" name="Rectangle 360"/>
          <p:cNvSpPr/>
          <p:nvPr/>
        </p:nvSpPr>
        <p:spPr>
          <a:xfrm>
            <a:off x="54864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82" name="Rectangle 361"/>
          <p:cNvSpPr/>
          <p:nvPr/>
        </p:nvSpPr>
        <p:spPr>
          <a:xfrm>
            <a:off x="64008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83" name="Rectangle 362"/>
          <p:cNvSpPr/>
          <p:nvPr/>
        </p:nvSpPr>
        <p:spPr>
          <a:xfrm>
            <a:off x="73152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84" name="Rectangle 363"/>
          <p:cNvSpPr/>
          <p:nvPr/>
        </p:nvSpPr>
        <p:spPr>
          <a:xfrm>
            <a:off x="82296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85" name="Rectangle 364"/>
          <p:cNvSpPr/>
          <p:nvPr/>
        </p:nvSpPr>
        <p:spPr>
          <a:xfrm>
            <a:off x="91440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86" name="Rectangle 365"/>
          <p:cNvSpPr/>
          <p:nvPr/>
        </p:nvSpPr>
        <p:spPr>
          <a:xfrm>
            <a:off x="100584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87" name="Rectangle 366"/>
          <p:cNvSpPr/>
          <p:nvPr/>
        </p:nvSpPr>
        <p:spPr>
          <a:xfrm>
            <a:off x="109728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88" name="Rectangle 367"/>
          <p:cNvSpPr/>
          <p:nvPr/>
        </p:nvSpPr>
        <p:spPr>
          <a:xfrm>
            <a:off x="118872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89" name="Rectangle 368"/>
          <p:cNvSpPr/>
          <p:nvPr/>
        </p:nvSpPr>
        <p:spPr>
          <a:xfrm>
            <a:off x="0" y="0"/>
            <a:ext cx="317520" cy="685548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90" name="Rounded Rectangle 162"/>
          <p:cNvSpPr/>
          <p:nvPr/>
        </p:nvSpPr>
        <p:spPr>
          <a:xfrm>
            <a:off x="9875520" y="365760"/>
            <a:ext cx="2009160" cy="50040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491" name="TextBox 70"/>
          <p:cNvSpPr/>
          <p:nvPr/>
        </p:nvSpPr>
        <p:spPr>
          <a:xfrm>
            <a:off x="1162440" y="1005840"/>
            <a:ext cx="8645400" cy="6991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000" spc="-1" strike="noStrike">
                <a:solidFill>
                  <a:srgbClr val="f5f5f5"/>
                </a:solidFill>
                <a:latin typeface="Calibri"/>
                <a:ea typeface="DejaVu Sans"/>
              </a:rPr>
              <a:t>User Input (Getting Input from the User)</a:t>
            </a:r>
            <a:endParaRPr b="0" lang="en-US" sz="4000" spc="-1" strike="noStrike">
              <a:solidFill>
                <a:srgbClr val="000000"/>
              </a:solidFill>
              <a:latin typeface="Arial"/>
            </a:endParaRPr>
          </a:p>
        </p:txBody>
      </p:sp>
      <p:sp>
        <p:nvSpPr>
          <p:cNvPr id="1492" name="TextBox 71"/>
          <p:cNvSpPr/>
          <p:nvPr/>
        </p:nvSpPr>
        <p:spPr>
          <a:xfrm>
            <a:off x="984960" y="2057400"/>
            <a:ext cx="900216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In Java, user input is typically handled using the Scanner class.</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This class allows us to read data entered from the keyboard and use it within our program.</a:t>
            </a:r>
            <a:endParaRPr b="0" lang="en-US" sz="1900" spc="-1" strike="noStrike">
              <a:solidFill>
                <a:srgbClr val="000000"/>
              </a:solidFill>
              <a:latin typeface="Arial"/>
            </a:endParaRPr>
          </a:p>
        </p:txBody>
      </p:sp>
      <p:sp>
        <p:nvSpPr>
          <p:cNvPr id="1493" name="Rounded Rectangle 163"/>
          <p:cNvSpPr/>
          <p:nvPr/>
        </p:nvSpPr>
        <p:spPr>
          <a:xfrm>
            <a:off x="987480" y="3182040"/>
            <a:ext cx="3289320" cy="27406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94" name="Rounded Rectangle 164"/>
          <p:cNvSpPr/>
          <p:nvPr/>
        </p:nvSpPr>
        <p:spPr>
          <a:xfrm>
            <a:off x="685800" y="3108960"/>
            <a:ext cx="3517920" cy="32904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To use Scanner, we need to import it:</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import java.util.Scanner;</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Creating a Scanner Object</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Scanner input = new Scanner(System.in);</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How User Input Works in Java</a:t>
            </a:r>
            <a:endParaRPr b="0" lang="en-US" sz="1400" spc="-1" strike="noStrike">
              <a:solidFill>
                <a:srgbClr val="ffffff"/>
              </a:solidFill>
              <a:latin typeface="Arial"/>
            </a:endParaRPr>
          </a:p>
          <a:p>
            <a:pPr marL="216000" indent="-216000">
              <a:lnSpc>
                <a:spcPct val="100000"/>
              </a:lnSpc>
              <a:buClr>
                <a:srgbClr val="ffffff"/>
              </a:buClr>
              <a:buFont typeface="Wingdings" charset="2"/>
              <a:buChar char=""/>
            </a:pPr>
            <a:r>
              <a:rPr b="1" lang="en-US" sz="1400" spc="-1" strike="noStrike">
                <a:solidFill>
                  <a:schemeClr val="lt1"/>
                </a:solidFill>
                <a:latin typeface="Calibri"/>
                <a:ea typeface="DejaVu Sans"/>
              </a:rPr>
              <a:t>System.in → Represents keyboard input</a:t>
            </a:r>
            <a:endParaRPr b="0" lang="en-US" sz="1400" spc="-1" strike="noStrike">
              <a:solidFill>
                <a:srgbClr val="ffffff"/>
              </a:solidFill>
              <a:latin typeface="Arial"/>
            </a:endParaRPr>
          </a:p>
          <a:p>
            <a:pPr marL="216000" indent="-216000">
              <a:lnSpc>
                <a:spcPct val="100000"/>
              </a:lnSpc>
              <a:buClr>
                <a:srgbClr val="ffffff"/>
              </a:buClr>
              <a:buFont typeface="Wingdings" charset="2"/>
              <a:buChar char=""/>
            </a:pPr>
            <a:r>
              <a:rPr b="1" lang="en-US" sz="1400" spc="-1" strike="noStrike">
                <a:solidFill>
                  <a:schemeClr val="lt1"/>
                </a:solidFill>
                <a:latin typeface="Calibri"/>
                <a:ea typeface="DejaVu Sans"/>
              </a:rPr>
              <a:t>Scanner → Reads the input</a:t>
            </a:r>
            <a:endParaRPr b="0" lang="en-US" sz="1400" spc="-1" strike="noStrike">
              <a:solidFill>
                <a:srgbClr val="ffffff"/>
              </a:solidFill>
              <a:latin typeface="Arial"/>
            </a:endParaRPr>
          </a:p>
          <a:p>
            <a:pPr marL="216000" indent="-216000">
              <a:lnSpc>
                <a:spcPct val="100000"/>
              </a:lnSpc>
              <a:buClr>
                <a:srgbClr val="ffffff"/>
              </a:buClr>
              <a:buFont typeface="Wingdings" charset="2"/>
              <a:buChar char=""/>
            </a:pPr>
            <a:r>
              <a:rPr b="1" lang="en-US" sz="1400" spc="-1" strike="noStrike">
                <a:solidFill>
                  <a:schemeClr val="lt1"/>
                </a:solidFill>
                <a:latin typeface="Calibri"/>
                <a:ea typeface="DejaVu Sans"/>
              </a:rPr>
              <a:t>Used for different data types (e.g., nextLine(), nextInt())</a:t>
            </a:r>
            <a:endParaRPr b="0" lang="en-US" sz="1400" spc="-1" strike="noStrike">
              <a:solidFill>
                <a:srgbClr val="ffffff"/>
              </a:solidFill>
              <a:latin typeface="Arial"/>
            </a:endParaRPr>
          </a:p>
        </p:txBody>
      </p:sp>
      <p:sp>
        <p:nvSpPr>
          <p:cNvPr id="1495" name="Rounded Rectangle 165"/>
          <p:cNvSpPr/>
          <p:nvPr/>
        </p:nvSpPr>
        <p:spPr>
          <a:xfrm>
            <a:off x="4507920" y="3182040"/>
            <a:ext cx="3289320" cy="27406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96" name="Rounded Rectangle 166"/>
          <p:cNvSpPr/>
          <p:nvPr/>
        </p:nvSpPr>
        <p:spPr>
          <a:xfrm>
            <a:off x="4434840" y="2971800"/>
            <a:ext cx="3336120" cy="34275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600" spc="-1" strike="noStrike">
                <a:solidFill>
                  <a:schemeClr val="lt1"/>
                </a:solidFill>
                <a:latin typeface="Calibri"/>
                <a:ea typeface="DejaVu Sans"/>
              </a:rPr>
              <a:t>Program starts</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Scanner object is created</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User is prompted for input</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User enters data</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Scanner reads the data</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Data is assigned to variables</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Program continues execution</a:t>
            </a:r>
            <a:endParaRPr b="0" lang="en-US" sz="1600" spc="-1" strike="noStrike">
              <a:solidFill>
                <a:srgbClr val="ffffff"/>
              </a:solidFill>
              <a:latin typeface="Arial"/>
            </a:endParaRPr>
          </a:p>
        </p:txBody>
      </p:sp>
      <p:sp>
        <p:nvSpPr>
          <p:cNvPr id="1497" name="Rounded Rectangle 167"/>
          <p:cNvSpPr/>
          <p:nvPr/>
        </p:nvSpPr>
        <p:spPr>
          <a:xfrm>
            <a:off x="8028360" y="3182040"/>
            <a:ext cx="3289320" cy="27406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98" name="Rounded Rectangle 168"/>
          <p:cNvSpPr/>
          <p:nvPr/>
        </p:nvSpPr>
        <p:spPr>
          <a:xfrm>
            <a:off x="7955280" y="3108960"/>
            <a:ext cx="3701880" cy="32904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200" spc="-1" strike="noStrike">
                <a:solidFill>
                  <a:srgbClr val="78ffc8"/>
                </a:solidFill>
                <a:latin typeface="Consolas"/>
                <a:ea typeface="DejaVu Sans"/>
              </a:rPr>
              <a:t>import java.util.Scanner;</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public class UserInputExample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public static void main(String[] args)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Scanner input = new Scanner(System.in);</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System.out.print("Enter your name: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String name = input.nextLine();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System.out.print("Enter your age: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int age = input.nextInt();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System.out.println("Hello " + name + ", your age is: " + age);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input.close();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a:t>
            </a:r>
            <a:endParaRPr b="0" lang="en-US" sz="1200" spc="-1" strike="noStrike">
              <a:solidFill>
                <a:srgbClr val="ffffff"/>
              </a:solidFill>
              <a:latin typeface="Arial"/>
            </a:endParaRPr>
          </a:p>
        </p:txBody>
      </p:sp>
      <p:sp>
        <p:nvSpPr>
          <p:cNvPr id="1499" name="TextBox 72"/>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00" name="Rectangle 369"/>
          <p:cNvSpPr/>
          <p:nvPr/>
        </p:nvSpPr>
        <p:spPr>
          <a:xfrm>
            <a:off x="0" y="0"/>
            <a:ext cx="12186720" cy="685584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01" name="Rectangle 370"/>
          <p:cNvSpPr/>
          <p:nvPr/>
        </p:nvSpPr>
        <p:spPr>
          <a:xfrm>
            <a:off x="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02" name="Rectangle 371"/>
          <p:cNvSpPr/>
          <p:nvPr/>
        </p:nvSpPr>
        <p:spPr>
          <a:xfrm>
            <a:off x="9144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03" name="Rectangle 372"/>
          <p:cNvSpPr/>
          <p:nvPr/>
        </p:nvSpPr>
        <p:spPr>
          <a:xfrm>
            <a:off x="18288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04" name="Rectangle 373"/>
          <p:cNvSpPr/>
          <p:nvPr/>
        </p:nvSpPr>
        <p:spPr>
          <a:xfrm>
            <a:off x="27432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05" name="Rectangle 374"/>
          <p:cNvSpPr/>
          <p:nvPr/>
        </p:nvSpPr>
        <p:spPr>
          <a:xfrm>
            <a:off x="36576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06" name="Rectangle 375"/>
          <p:cNvSpPr/>
          <p:nvPr/>
        </p:nvSpPr>
        <p:spPr>
          <a:xfrm>
            <a:off x="45720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07" name="Rectangle 376"/>
          <p:cNvSpPr/>
          <p:nvPr/>
        </p:nvSpPr>
        <p:spPr>
          <a:xfrm>
            <a:off x="54864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08" name="Rectangle 377"/>
          <p:cNvSpPr/>
          <p:nvPr/>
        </p:nvSpPr>
        <p:spPr>
          <a:xfrm>
            <a:off x="64008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09" name="Rectangle 378"/>
          <p:cNvSpPr/>
          <p:nvPr/>
        </p:nvSpPr>
        <p:spPr>
          <a:xfrm>
            <a:off x="73152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10" name="Rectangle 379"/>
          <p:cNvSpPr/>
          <p:nvPr/>
        </p:nvSpPr>
        <p:spPr>
          <a:xfrm>
            <a:off x="82296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11" name="Rectangle 380"/>
          <p:cNvSpPr/>
          <p:nvPr/>
        </p:nvSpPr>
        <p:spPr>
          <a:xfrm>
            <a:off x="91440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12" name="Rectangle 381"/>
          <p:cNvSpPr/>
          <p:nvPr/>
        </p:nvSpPr>
        <p:spPr>
          <a:xfrm>
            <a:off x="100584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13" name="Rectangle 382"/>
          <p:cNvSpPr/>
          <p:nvPr/>
        </p:nvSpPr>
        <p:spPr>
          <a:xfrm>
            <a:off x="109728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14" name="Rectangle 383"/>
          <p:cNvSpPr/>
          <p:nvPr/>
        </p:nvSpPr>
        <p:spPr>
          <a:xfrm>
            <a:off x="118872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15" name="Rectangle 384"/>
          <p:cNvSpPr/>
          <p:nvPr/>
        </p:nvSpPr>
        <p:spPr>
          <a:xfrm>
            <a:off x="0" y="0"/>
            <a:ext cx="317880" cy="685584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16" name="Rounded Rectangle 169"/>
          <p:cNvSpPr/>
          <p:nvPr/>
        </p:nvSpPr>
        <p:spPr>
          <a:xfrm>
            <a:off x="9875520" y="365760"/>
            <a:ext cx="2009520" cy="50076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517" name="TextBox 73"/>
          <p:cNvSpPr/>
          <p:nvPr/>
        </p:nvSpPr>
        <p:spPr>
          <a:xfrm>
            <a:off x="2031840" y="1005840"/>
            <a:ext cx="690804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Types of User Input in Java</a:t>
            </a:r>
            <a:endParaRPr b="0" lang="en-US" sz="4800" spc="-1" strike="noStrike">
              <a:solidFill>
                <a:srgbClr val="000000"/>
              </a:solidFill>
              <a:latin typeface="Arial"/>
            </a:endParaRPr>
          </a:p>
        </p:txBody>
      </p:sp>
      <p:sp>
        <p:nvSpPr>
          <p:cNvPr id="1518" name="TextBox 74"/>
          <p:cNvSpPr/>
          <p:nvPr/>
        </p:nvSpPr>
        <p:spPr>
          <a:xfrm>
            <a:off x="978840" y="2074680"/>
            <a:ext cx="907848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The Scanner class provides different methods to read different types of data from the user,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such as integers, floats, and strings. Each method is designed for a specific data type</a:t>
            </a:r>
            <a:endParaRPr b="0" lang="en-US" sz="1900" spc="-1" strike="noStrike">
              <a:solidFill>
                <a:srgbClr val="000000"/>
              </a:solidFill>
              <a:latin typeface="Arial"/>
            </a:endParaRPr>
          </a:p>
        </p:txBody>
      </p:sp>
      <p:sp>
        <p:nvSpPr>
          <p:cNvPr id="1519" name="Rounded Rectangle 170"/>
          <p:cNvSpPr/>
          <p:nvPr/>
        </p:nvSpPr>
        <p:spPr>
          <a:xfrm>
            <a:off x="987480" y="3182040"/>
            <a:ext cx="3289680" cy="27410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20" name="Rounded Rectangle 171"/>
          <p:cNvSpPr/>
          <p:nvPr/>
        </p:nvSpPr>
        <p:spPr>
          <a:xfrm>
            <a:off x="914400" y="3108960"/>
            <a:ext cx="3289680" cy="27410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nextInt() bir tam sayı okur.</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nextFloat() bir ondalıklı sayı okur.</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nextLine() bir satırın tamamını okur.</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Bu metotlar, Java programlarının kullanıcıdan doğru formatta veri almasını sağlar.</a:t>
            </a:r>
            <a:endParaRPr b="0" lang="en-US" sz="1800" spc="-1" strike="noStrike">
              <a:solidFill>
                <a:srgbClr val="ffffff"/>
              </a:solidFill>
              <a:latin typeface="Arial"/>
            </a:endParaRPr>
          </a:p>
        </p:txBody>
      </p:sp>
      <p:sp>
        <p:nvSpPr>
          <p:cNvPr id="1521" name="Rounded Rectangle 172"/>
          <p:cNvSpPr/>
          <p:nvPr/>
        </p:nvSpPr>
        <p:spPr>
          <a:xfrm>
            <a:off x="4507920" y="3182040"/>
            <a:ext cx="3289680" cy="27410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22" name="Rounded Rectangle 173"/>
          <p:cNvSpPr/>
          <p:nvPr/>
        </p:nvSpPr>
        <p:spPr>
          <a:xfrm>
            <a:off x="4434840" y="3108960"/>
            <a:ext cx="3289680" cy="32907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Program starts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Scanner object is created</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Program asks for a specific type of input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User enters data</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Matching Scanner method reads the value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Value is stored in a variable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Program continues with that data</a:t>
            </a:r>
            <a:endParaRPr b="0" lang="en-US" sz="1400" spc="-1" strike="noStrike">
              <a:solidFill>
                <a:srgbClr val="ffffff"/>
              </a:solidFill>
              <a:latin typeface="Arial"/>
            </a:endParaRPr>
          </a:p>
        </p:txBody>
      </p:sp>
      <p:sp>
        <p:nvSpPr>
          <p:cNvPr id="1523" name="Rounded Rectangle 174"/>
          <p:cNvSpPr/>
          <p:nvPr/>
        </p:nvSpPr>
        <p:spPr>
          <a:xfrm>
            <a:off x="8028360" y="3182040"/>
            <a:ext cx="3289680" cy="27410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24" name="Rounded Rectangle 175"/>
          <p:cNvSpPr/>
          <p:nvPr/>
        </p:nvSpPr>
        <p:spPr>
          <a:xfrm>
            <a:off x="7955280" y="2971800"/>
            <a:ext cx="3702240" cy="34279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000" spc="-1" strike="noStrike">
                <a:solidFill>
                  <a:srgbClr val="78ffc8"/>
                </a:solidFill>
                <a:latin typeface="Consolas"/>
                <a:ea typeface="DejaVu Sans"/>
              </a:rPr>
              <a:t>import java.util.Scanner;</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public class InputTypesExample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public static void main(String[] args)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Scanner sc = new Scanner(System.in);</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System.out.print("Enter an integer: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int number = sc.nextInt();</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System.out.print("Enter a float: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float decimal = sc.nextFloat();</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sc.nextLine(); // clears the buffer</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System.out.print("Enter a text: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String text = sc.nextLine();</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System.out.println("Integer: " + number);</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System.out.println("Float: " + decimal);</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System.out.println("Text: " + text);</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sc.close();</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a:t>
            </a:r>
            <a:endParaRPr b="0" lang="en-US" sz="1000" spc="-1" strike="noStrike">
              <a:solidFill>
                <a:srgbClr val="ffffff"/>
              </a:solidFill>
              <a:latin typeface="Arial"/>
            </a:endParaRPr>
          </a:p>
        </p:txBody>
      </p:sp>
      <p:sp>
        <p:nvSpPr>
          <p:cNvPr id="1525" name="TextBox 75"/>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26" name="Rectangle 385"/>
          <p:cNvSpPr/>
          <p:nvPr/>
        </p:nvSpPr>
        <p:spPr>
          <a:xfrm>
            <a:off x="0" y="0"/>
            <a:ext cx="12186720" cy="685584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27" name="Rectangle 386"/>
          <p:cNvSpPr/>
          <p:nvPr/>
        </p:nvSpPr>
        <p:spPr>
          <a:xfrm>
            <a:off x="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28" name="Rectangle 387"/>
          <p:cNvSpPr/>
          <p:nvPr/>
        </p:nvSpPr>
        <p:spPr>
          <a:xfrm>
            <a:off x="9144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29" name="Rectangle 388"/>
          <p:cNvSpPr/>
          <p:nvPr/>
        </p:nvSpPr>
        <p:spPr>
          <a:xfrm>
            <a:off x="18288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30" name="Rectangle 389"/>
          <p:cNvSpPr/>
          <p:nvPr/>
        </p:nvSpPr>
        <p:spPr>
          <a:xfrm>
            <a:off x="27432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31" name="Rectangle 390"/>
          <p:cNvSpPr/>
          <p:nvPr/>
        </p:nvSpPr>
        <p:spPr>
          <a:xfrm>
            <a:off x="36576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32" name="Rectangle 391"/>
          <p:cNvSpPr/>
          <p:nvPr/>
        </p:nvSpPr>
        <p:spPr>
          <a:xfrm>
            <a:off x="45720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33" name="Rectangle 392"/>
          <p:cNvSpPr/>
          <p:nvPr/>
        </p:nvSpPr>
        <p:spPr>
          <a:xfrm>
            <a:off x="54864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34" name="Rectangle 393"/>
          <p:cNvSpPr/>
          <p:nvPr/>
        </p:nvSpPr>
        <p:spPr>
          <a:xfrm>
            <a:off x="64008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35" name="Rectangle 394"/>
          <p:cNvSpPr/>
          <p:nvPr/>
        </p:nvSpPr>
        <p:spPr>
          <a:xfrm>
            <a:off x="73152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36" name="Rectangle 395"/>
          <p:cNvSpPr/>
          <p:nvPr/>
        </p:nvSpPr>
        <p:spPr>
          <a:xfrm>
            <a:off x="82296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37" name="Rectangle 396"/>
          <p:cNvSpPr/>
          <p:nvPr/>
        </p:nvSpPr>
        <p:spPr>
          <a:xfrm>
            <a:off x="91440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38" name="Rectangle 397"/>
          <p:cNvSpPr/>
          <p:nvPr/>
        </p:nvSpPr>
        <p:spPr>
          <a:xfrm>
            <a:off x="100584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39" name="Rectangle 398"/>
          <p:cNvSpPr/>
          <p:nvPr/>
        </p:nvSpPr>
        <p:spPr>
          <a:xfrm>
            <a:off x="109728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40" name="Rectangle 399"/>
          <p:cNvSpPr/>
          <p:nvPr/>
        </p:nvSpPr>
        <p:spPr>
          <a:xfrm>
            <a:off x="118872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41" name="Rectangle 400"/>
          <p:cNvSpPr/>
          <p:nvPr/>
        </p:nvSpPr>
        <p:spPr>
          <a:xfrm>
            <a:off x="0" y="0"/>
            <a:ext cx="317880" cy="685584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42" name="Rounded Rectangle 176"/>
          <p:cNvSpPr/>
          <p:nvPr/>
        </p:nvSpPr>
        <p:spPr>
          <a:xfrm>
            <a:off x="9875520" y="365760"/>
            <a:ext cx="2009520" cy="50076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543" name="TextBox 76"/>
          <p:cNvSpPr/>
          <p:nvPr/>
        </p:nvSpPr>
        <p:spPr>
          <a:xfrm>
            <a:off x="1600200" y="914400"/>
            <a:ext cx="760608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Example of User Input in Java</a:t>
            </a:r>
            <a:endParaRPr b="0" lang="en-US" sz="4800" spc="-1" strike="noStrike">
              <a:solidFill>
                <a:srgbClr val="000000"/>
              </a:solidFill>
              <a:latin typeface="Arial"/>
            </a:endParaRPr>
          </a:p>
        </p:txBody>
      </p:sp>
      <p:sp>
        <p:nvSpPr>
          <p:cNvPr id="1544" name="TextBox 77"/>
          <p:cNvSpPr/>
          <p:nvPr/>
        </p:nvSpPr>
        <p:spPr>
          <a:xfrm>
            <a:off x="817200" y="1828800"/>
            <a:ext cx="9697320" cy="957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A common example of user input in Java is reading numbers from the keyboard, processing them,</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 </a:t>
            </a:r>
            <a:r>
              <a:rPr b="0" lang="en-US" sz="1900" spc="-1" strike="noStrike">
                <a:solidFill>
                  <a:srgbClr val="aaaaaa"/>
                </a:solidFill>
                <a:latin typeface="Calibri"/>
                <a:ea typeface="DejaVu Sans"/>
              </a:rPr>
              <a:t>and displaying the result.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With Scanner, this can be done in a simple and structured way.</a:t>
            </a:r>
            <a:endParaRPr b="0" lang="en-US" sz="1900" spc="-1" strike="noStrike">
              <a:solidFill>
                <a:srgbClr val="000000"/>
              </a:solidFill>
              <a:latin typeface="Arial"/>
            </a:endParaRPr>
          </a:p>
        </p:txBody>
      </p:sp>
      <p:sp>
        <p:nvSpPr>
          <p:cNvPr id="1545" name="Rounded Rectangle 177"/>
          <p:cNvSpPr/>
          <p:nvPr/>
        </p:nvSpPr>
        <p:spPr>
          <a:xfrm>
            <a:off x="987480" y="3182040"/>
            <a:ext cx="3289680" cy="27410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46" name="Rounded Rectangle 178"/>
          <p:cNvSpPr/>
          <p:nvPr/>
        </p:nvSpPr>
        <p:spPr>
          <a:xfrm>
            <a:off x="914400" y="3108960"/>
            <a:ext cx="3289680" cy="27410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First, import java.util.Scanner.</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Then create a Scanner object with System.in.</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Use input methods like nextInt() to read values.</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After reading the values, the program can process them, such as calculating a sum.</a:t>
            </a:r>
            <a:endParaRPr b="0" lang="en-US" sz="1800" spc="-1" strike="noStrike">
              <a:solidFill>
                <a:srgbClr val="ffffff"/>
              </a:solidFill>
              <a:latin typeface="Arial"/>
            </a:endParaRPr>
          </a:p>
        </p:txBody>
      </p:sp>
      <p:sp>
        <p:nvSpPr>
          <p:cNvPr id="1547" name="Rounded Rectangle 179"/>
          <p:cNvSpPr/>
          <p:nvPr/>
        </p:nvSpPr>
        <p:spPr>
          <a:xfrm>
            <a:off x="4507920" y="3182040"/>
            <a:ext cx="3289680" cy="27410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48" name="Rounded Rectangle 180"/>
          <p:cNvSpPr/>
          <p:nvPr/>
        </p:nvSpPr>
        <p:spPr>
          <a:xfrm>
            <a:off x="4434840" y="2971800"/>
            <a:ext cx="3289680" cy="34736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Import Scanner</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Create Scanner sc = new Scanner(System.in);</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Ask for first number</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Read first number with nextInt()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Ask for second number</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Read second number with nextInt()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Calculate sum</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Display result</a:t>
            </a:r>
            <a:endParaRPr b="0" lang="en-US" sz="1400" spc="-1" strike="noStrike">
              <a:solidFill>
                <a:srgbClr val="ffffff"/>
              </a:solidFill>
              <a:latin typeface="Arial"/>
            </a:endParaRPr>
          </a:p>
        </p:txBody>
      </p:sp>
      <p:sp>
        <p:nvSpPr>
          <p:cNvPr id="1549" name="Rounded Rectangle 181"/>
          <p:cNvSpPr/>
          <p:nvPr/>
        </p:nvSpPr>
        <p:spPr>
          <a:xfrm>
            <a:off x="8028360" y="3182040"/>
            <a:ext cx="3289680" cy="27410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50" name="Rounded Rectangle 182"/>
          <p:cNvSpPr/>
          <p:nvPr/>
        </p:nvSpPr>
        <p:spPr>
          <a:xfrm>
            <a:off x="7955280" y="2786760"/>
            <a:ext cx="3702240" cy="36129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300" spc="-1" strike="noStrike">
                <a:solidFill>
                  <a:srgbClr val="78ffc8"/>
                </a:solidFill>
                <a:latin typeface="Consolas"/>
                <a:ea typeface="DejaVu Sans"/>
              </a:rPr>
              <a:t>import java.util.Scanner;</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public class AddTwoNumbers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public static void main(String[] args)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Scanner sc = new Scanner(System.in);</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System.out.print("Enter the first number: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num1 = sc.nextInt();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System.out.print("Enter the second number: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num2 = sc.nextInt();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sum = num1 + num2;</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System.out.println("The sum of the two numbers is: " + sum);</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sc.close();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a:t>
            </a:r>
            <a:endParaRPr b="0" lang="en-US" sz="1300" spc="-1" strike="noStrike">
              <a:solidFill>
                <a:srgbClr val="ffffff"/>
              </a:solidFill>
              <a:latin typeface="Arial"/>
            </a:endParaRPr>
          </a:p>
        </p:txBody>
      </p:sp>
      <p:sp>
        <p:nvSpPr>
          <p:cNvPr id="1551" name="TextBox 78"/>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52" name="Rectangle 401"/>
          <p:cNvSpPr/>
          <p:nvPr/>
        </p:nvSpPr>
        <p:spPr>
          <a:xfrm>
            <a:off x="0" y="0"/>
            <a:ext cx="12187080" cy="685620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53" name="Rectangle 402"/>
          <p:cNvSpPr/>
          <p:nvPr/>
        </p:nvSpPr>
        <p:spPr>
          <a:xfrm>
            <a:off x="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54" name="Rectangle 403"/>
          <p:cNvSpPr/>
          <p:nvPr/>
        </p:nvSpPr>
        <p:spPr>
          <a:xfrm>
            <a:off x="9144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55" name="Rectangle 404"/>
          <p:cNvSpPr/>
          <p:nvPr/>
        </p:nvSpPr>
        <p:spPr>
          <a:xfrm>
            <a:off x="18288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56" name="Rectangle 405"/>
          <p:cNvSpPr/>
          <p:nvPr/>
        </p:nvSpPr>
        <p:spPr>
          <a:xfrm>
            <a:off x="27432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57" name="Rectangle 406"/>
          <p:cNvSpPr/>
          <p:nvPr/>
        </p:nvSpPr>
        <p:spPr>
          <a:xfrm>
            <a:off x="36576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58" name="Rectangle 407"/>
          <p:cNvSpPr/>
          <p:nvPr/>
        </p:nvSpPr>
        <p:spPr>
          <a:xfrm>
            <a:off x="45720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59" name="Rectangle 408"/>
          <p:cNvSpPr/>
          <p:nvPr/>
        </p:nvSpPr>
        <p:spPr>
          <a:xfrm>
            <a:off x="54864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60" name="Rectangle 409"/>
          <p:cNvSpPr/>
          <p:nvPr/>
        </p:nvSpPr>
        <p:spPr>
          <a:xfrm>
            <a:off x="64008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61" name="Rectangle 410"/>
          <p:cNvSpPr/>
          <p:nvPr/>
        </p:nvSpPr>
        <p:spPr>
          <a:xfrm>
            <a:off x="73152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62" name="Rectangle 411"/>
          <p:cNvSpPr/>
          <p:nvPr/>
        </p:nvSpPr>
        <p:spPr>
          <a:xfrm>
            <a:off x="82296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63" name="Rectangle 412"/>
          <p:cNvSpPr/>
          <p:nvPr/>
        </p:nvSpPr>
        <p:spPr>
          <a:xfrm>
            <a:off x="91440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64" name="Rectangle 413"/>
          <p:cNvSpPr/>
          <p:nvPr/>
        </p:nvSpPr>
        <p:spPr>
          <a:xfrm>
            <a:off x="100584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65" name="Rectangle 414"/>
          <p:cNvSpPr/>
          <p:nvPr/>
        </p:nvSpPr>
        <p:spPr>
          <a:xfrm>
            <a:off x="109728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66" name="Rectangle 415"/>
          <p:cNvSpPr/>
          <p:nvPr/>
        </p:nvSpPr>
        <p:spPr>
          <a:xfrm>
            <a:off x="118872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67" name="Rectangle 416"/>
          <p:cNvSpPr/>
          <p:nvPr/>
        </p:nvSpPr>
        <p:spPr>
          <a:xfrm>
            <a:off x="0" y="0"/>
            <a:ext cx="318240" cy="685620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68" name="Rounded Rectangle 183"/>
          <p:cNvSpPr/>
          <p:nvPr/>
        </p:nvSpPr>
        <p:spPr>
          <a:xfrm>
            <a:off x="9875520" y="365760"/>
            <a:ext cx="2009880" cy="50112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569" name="TextBox 79"/>
          <p:cNvSpPr/>
          <p:nvPr/>
        </p:nvSpPr>
        <p:spPr>
          <a:xfrm>
            <a:off x="1697040" y="1005840"/>
            <a:ext cx="757728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Common Issues with Scanner</a:t>
            </a:r>
            <a:endParaRPr b="0" lang="en-US" sz="4800" spc="-1" strike="noStrike">
              <a:solidFill>
                <a:srgbClr val="000000"/>
              </a:solidFill>
              <a:latin typeface="Arial"/>
            </a:endParaRPr>
          </a:p>
        </p:txBody>
      </p:sp>
      <p:sp>
        <p:nvSpPr>
          <p:cNvPr id="1570" name="TextBox 80"/>
          <p:cNvSpPr/>
          <p:nvPr/>
        </p:nvSpPr>
        <p:spPr>
          <a:xfrm>
            <a:off x="2522520" y="2074680"/>
            <a:ext cx="593496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When using Scanner in Java, unexpected issues may occur,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especially when nextInt() and nextLine() are used together.</a:t>
            </a:r>
            <a:endParaRPr b="0" lang="en-US" sz="1900" spc="-1" strike="noStrike">
              <a:solidFill>
                <a:srgbClr val="000000"/>
              </a:solidFill>
              <a:latin typeface="Arial"/>
            </a:endParaRPr>
          </a:p>
        </p:txBody>
      </p:sp>
      <p:sp>
        <p:nvSpPr>
          <p:cNvPr id="1571" name="Rounded Rectangle 184"/>
          <p:cNvSpPr/>
          <p:nvPr/>
        </p:nvSpPr>
        <p:spPr>
          <a:xfrm>
            <a:off x="987480" y="3182040"/>
            <a:ext cx="3290040" cy="27414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72" name="Rounded Rectangle 185"/>
          <p:cNvSpPr/>
          <p:nvPr/>
        </p:nvSpPr>
        <p:spPr>
          <a:xfrm>
            <a:off x="685800" y="2971800"/>
            <a:ext cx="3518640" cy="31996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marL="216000" indent="-216000">
              <a:lnSpc>
                <a:spcPct val="100000"/>
              </a:lnSpc>
              <a:buClr>
                <a:srgbClr val="ffffff"/>
              </a:buClr>
              <a:buFont typeface="Wingdings" charset="2"/>
              <a:buChar char=""/>
            </a:pPr>
            <a:r>
              <a:rPr b="1" lang="en-US" sz="1600" spc="-1" strike="noStrike">
                <a:solidFill>
                  <a:schemeClr val="lt1"/>
                </a:solidFill>
                <a:latin typeface="Calibri"/>
                <a:ea typeface="DejaVu Sans"/>
              </a:rPr>
              <a:t>nextInt() only reads the number</a:t>
            </a:r>
            <a:endParaRPr b="0" lang="en-US" sz="1600" spc="-1" strike="noStrike">
              <a:solidFill>
                <a:srgbClr val="ffffff"/>
              </a:solidFill>
              <a:latin typeface="Arial"/>
            </a:endParaRPr>
          </a:p>
          <a:p>
            <a:pPr marL="216000" indent="-216000">
              <a:lnSpc>
                <a:spcPct val="100000"/>
              </a:lnSpc>
              <a:buClr>
                <a:srgbClr val="ffffff"/>
              </a:buClr>
              <a:buFont typeface="Wingdings" charset="2"/>
              <a:buChar char=""/>
            </a:pPr>
            <a:r>
              <a:rPr b="1" lang="en-US" sz="1600" spc="-1" strike="noStrike">
                <a:solidFill>
                  <a:schemeClr val="lt1"/>
                </a:solidFill>
                <a:latin typeface="Calibri"/>
                <a:ea typeface="DejaVu Sans"/>
              </a:rPr>
              <a:t>The Enter (newline) character remains in the buffer</a:t>
            </a:r>
            <a:endParaRPr b="0" lang="en-US" sz="1600" spc="-1" strike="noStrike">
              <a:solidFill>
                <a:srgbClr val="ffffff"/>
              </a:solidFill>
              <a:latin typeface="Arial"/>
            </a:endParaRPr>
          </a:p>
          <a:p>
            <a:pPr marL="216000" indent="-216000">
              <a:lnSpc>
                <a:spcPct val="100000"/>
              </a:lnSpc>
              <a:buClr>
                <a:srgbClr val="ffffff"/>
              </a:buClr>
              <a:buFont typeface="Wingdings" charset="2"/>
              <a:buChar char=""/>
            </a:pPr>
            <a:r>
              <a:rPr b="1" lang="en-US" sz="1600" spc="-1" strike="noStrike">
                <a:solidFill>
                  <a:schemeClr val="lt1"/>
                </a:solidFill>
                <a:latin typeface="Calibri"/>
                <a:ea typeface="DejaVu Sans"/>
              </a:rPr>
              <a:t>The next nextLine() reads this leftover input directly</a:t>
            </a:r>
            <a:endParaRPr b="0" lang="en-US" sz="1600" spc="-1" strike="noStrike">
              <a:solidFill>
                <a:srgbClr val="ffffff"/>
              </a:solidFill>
              <a:latin typeface="Arial"/>
            </a:endParaRPr>
          </a:p>
          <a:p>
            <a:pPr marL="216000" indent="-216000">
              <a:lnSpc>
                <a:spcPct val="100000"/>
              </a:lnSpc>
              <a:buClr>
                <a:srgbClr val="ffffff"/>
              </a:buClr>
              <a:buFont typeface="Wingdings" charset="2"/>
              <a:buChar char=""/>
            </a:pPr>
            <a:r>
              <a:rPr b="1" lang="en-US" sz="1600" spc="-1" strike="noStrike">
                <a:solidFill>
                  <a:schemeClr val="lt1"/>
                </a:solidFill>
                <a:latin typeface="Calibri"/>
                <a:ea typeface="DejaVu Sans"/>
              </a:rPr>
              <a:t>It may return an empty string without waiting for user input</a:t>
            </a:r>
            <a:endParaRPr b="0" lang="en-US" sz="1600" spc="-1" strike="noStrike">
              <a:solidFill>
                <a:srgbClr val="ffffff"/>
              </a:solidFill>
              <a:latin typeface="Arial"/>
            </a:endParaRPr>
          </a:p>
          <a:p>
            <a:pPr marL="216000" indent="-216000">
              <a:lnSpc>
                <a:spcPct val="100000"/>
              </a:lnSpc>
              <a:buClr>
                <a:srgbClr val="ffffff"/>
              </a:buClr>
              <a:buFont typeface="Wingdings" charset="2"/>
              <a:buChar char=""/>
            </a:pPr>
            <a:r>
              <a:rPr b="1" lang="en-US" sz="1600" spc="-1" strike="noStrike">
                <a:solidFill>
                  <a:schemeClr val="lt1"/>
                </a:solidFill>
                <a:latin typeface="Calibri"/>
                <a:ea typeface="DejaVu Sans"/>
              </a:rPr>
              <a:t>This is a very common mistake</a:t>
            </a:r>
            <a:endParaRPr b="0" lang="en-US" sz="1600" spc="-1" strike="noStrike">
              <a:solidFill>
                <a:srgbClr val="ffffff"/>
              </a:solidFill>
              <a:latin typeface="Arial"/>
            </a:endParaRPr>
          </a:p>
          <a:p>
            <a:pPr>
              <a:lnSpc>
                <a:spcPct val="100000"/>
              </a:lnSpc>
            </a:pP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Solution: Clear the buffer before using nextLine()</a:t>
            </a:r>
            <a:endParaRPr b="0" lang="en-US" sz="1600" spc="-1" strike="noStrike">
              <a:solidFill>
                <a:srgbClr val="ffffff"/>
              </a:solidFill>
              <a:latin typeface="Arial"/>
            </a:endParaRPr>
          </a:p>
        </p:txBody>
      </p:sp>
      <p:sp>
        <p:nvSpPr>
          <p:cNvPr id="1573" name="Rounded Rectangle 186"/>
          <p:cNvSpPr/>
          <p:nvPr/>
        </p:nvSpPr>
        <p:spPr>
          <a:xfrm>
            <a:off x="4507920" y="3182040"/>
            <a:ext cx="3290040" cy="27414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74" name="Rounded Rectangle 187"/>
          <p:cNvSpPr/>
          <p:nvPr/>
        </p:nvSpPr>
        <p:spPr>
          <a:xfrm>
            <a:off x="4434840" y="2971800"/>
            <a:ext cx="3290040" cy="31996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Program starts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Scanner is created</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User enters a number (nextInt())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Enter character remains in buffer</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nextLine() is called</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Empty input is read (issue occurs)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If buffer is cleared, problem is solved</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Program continues correctly</a:t>
            </a:r>
            <a:endParaRPr b="0" lang="en-US" sz="1400" spc="-1" strike="noStrike">
              <a:solidFill>
                <a:srgbClr val="ffffff"/>
              </a:solidFill>
              <a:latin typeface="Arial"/>
            </a:endParaRPr>
          </a:p>
        </p:txBody>
      </p:sp>
      <p:sp>
        <p:nvSpPr>
          <p:cNvPr id="1575" name="Rounded Rectangle 188"/>
          <p:cNvSpPr/>
          <p:nvPr/>
        </p:nvSpPr>
        <p:spPr>
          <a:xfrm>
            <a:off x="8028360" y="3182040"/>
            <a:ext cx="3290040" cy="27414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76" name="Rounded Rectangle 189"/>
          <p:cNvSpPr/>
          <p:nvPr/>
        </p:nvSpPr>
        <p:spPr>
          <a:xfrm>
            <a:off x="7955280" y="2743200"/>
            <a:ext cx="3931200" cy="36568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200" spc="-1" strike="noStrike">
                <a:solidFill>
                  <a:srgbClr val="78ffc8"/>
                </a:solidFill>
                <a:latin typeface="Consolas"/>
                <a:ea typeface="DejaVu Sans"/>
              </a:rPr>
              <a:t>import java.util.Scanner;</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public class ScannerIssueExample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public static void main(String[] args)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Scanner sc = new Scanner(System.in);</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System.out.print("Enter your age: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int age = sc.nextInt();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sc.nextLine(); // clear buffer</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System.out.print("Enter your name: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String name = sc.nextLine();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System.out.println("Hello " + name + ", your age is: " + age);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sc.close();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a:t>
            </a:r>
            <a:endParaRPr b="0" lang="en-US" sz="1200" spc="-1" strike="noStrike">
              <a:solidFill>
                <a:srgbClr val="ffffff"/>
              </a:solidFill>
              <a:latin typeface="Arial"/>
            </a:endParaRPr>
          </a:p>
        </p:txBody>
      </p:sp>
      <p:sp>
        <p:nvSpPr>
          <p:cNvPr id="1577" name="TextBox 81"/>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78" name="Rectangle 417"/>
          <p:cNvSpPr/>
          <p:nvPr/>
        </p:nvSpPr>
        <p:spPr>
          <a:xfrm>
            <a:off x="0" y="0"/>
            <a:ext cx="12187440" cy="685656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79" name="Rectangle 418"/>
          <p:cNvSpPr/>
          <p:nvPr/>
        </p:nvSpPr>
        <p:spPr>
          <a:xfrm>
            <a:off x="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80" name="Rectangle 419"/>
          <p:cNvSpPr/>
          <p:nvPr/>
        </p:nvSpPr>
        <p:spPr>
          <a:xfrm>
            <a:off x="9144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81" name="Rectangle 420"/>
          <p:cNvSpPr/>
          <p:nvPr/>
        </p:nvSpPr>
        <p:spPr>
          <a:xfrm>
            <a:off x="18288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82" name="Rectangle 421"/>
          <p:cNvSpPr/>
          <p:nvPr/>
        </p:nvSpPr>
        <p:spPr>
          <a:xfrm>
            <a:off x="27432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83" name="Rectangle 422"/>
          <p:cNvSpPr/>
          <p:nvPr/>
        </p:nvSpPr>
        <p:spPr>
          <a:xfrm>
            <a:off x="36576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84" name="Rectangle 423"/>
          <p:cNvSpPr/>
          <p:nvPr/>
        </p:nvSpPr>
        <p:spPr>
          <a:xfrm>
            <a:off x="45720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85" name="Rectangle 424"/>
          <p:cNvSpPr/>
          <p:nvPr/>
        </p:nvSpPr>
        <p:spPr>
          <a:xfrm>
            <a:off x="54864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86" name="Rectangle 425"/>
          <p:cNvSpPr/>
          <p:nvPr/>
        </p:nvSpPr>
        <p:spPr>
          <a:xfrm>
            <a:off x="64008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87" name="Rectangle 426"/>
          <p:cNvSpPr/>
          <p:nvPr/>
        </p:nvSpPr>
        <p:spPr>
          <a:xfrm>
            <a:off x="73152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88" name="Rectangle 427"/>
          <p:cNvSpPr/>
          <p:nvPr/>
        </p:nvSpPr>
        <p:spPr>
          <a:xfrm>
            <a:off x="82296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89" name="Rectangle 428"/>
          <p:cNvSpPr/>
          <p:nvPr/>
        </p:nvSpPr>
        <p:spPr>
          <a:xfrm>
            <a:off x="91440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90" name="Rectangle 429"/>
          <p:cNvSpPr/>
          <p:nvPr/>
        </p:nvSpPr>
        <p:spPr>
          <a:xfrm>
            <a:off x="100584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91" name="Rectangle 430"/>
          <p:cNvSpPr/>
          <p:nvPr/>
        </p:nvSpPr>
        <p:spPr>
          <a:xfrm>
            <a:off x="109728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92" name="Rectangle 431"/>
          <p:cNvSpPr/>
          <p:nvPr/>
        </p:nvSpPr>
        <p:spPr>
          <a:xfrm>
            <a:off x="118872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93" name="Rectangle 432"/>
          <p:cNvSpPr/>
          <p:nvPr/>
        </p:nvSpPr>
        <p:spPr>
          <a:xfrm>
            <a:off x="0" y="0"/>
            <a:ext cx="318600" cy="685656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94" name="Rounded Rectangle 190"/>
          <p:cNvSpPr/>
          <p:nvPr/>
        </p:nvSpPr>
        <p:spPr>
          <a:xfrm>
            <a:off x="9875520" y="365760"/>
            <a:ext cx="2010240" cy="50148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595" name="TextBox 82"/>
          <p:cNvSpPr/>
          <p:nvPr/>
        </p:nvSpPr>
        <p:spPr>
          <a:xfrm>
            <a:off x="1670040" y="1005840"/>
            <a:ext cx="7630200" cy="63828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3600" spc="-1" strike="noStrike">
                <a:solidFill>
                  <a:srgbClr val="f5f5f5"/>
                </a:solidFill>
                <a:latin typeface="Calibri"/>
                <a:ea typeface="DejaVu Sans"/>
              </a:rPr>
              <a:t>User Input Validation (Input Validation)</a:t>
            </a:r>
            <a:endParaRPr b="0" lang="en-US" sz="3600" spc="-1" strike="noStrike">
              <a:solidFill>
                <a:srgbClr val="000000"/>
              </a:solidFill>
              <a:latin typeface="Arial"/>
            </a:endParaRPr>
          </a:p>
        </p:txBody>
      </p:sp>
      <p:sp>
        <p:nvSpPr>
          <p:cNvPr id="1596" name="TextBox 83"/>
          <p:cNvSpPr/>
          <p:nvPr/>
        </p:nvSpPr>
        <p:spPr>
          <a:xfrm>
            <a:off x="2743200" y="1644840"/>
            <a:ext cx="5586480" cy="957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Input validation is the process of checking whether the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data entered by the user is in the correct format.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This helps prevent invalid inputs and program errors.</a:t>
            </a:r>
            <a:endParaRPr b="0" lang="en-US" sz="1900" spc="-1" strike="noStrike">
              <a:solidFill>
                <a:srgbClr val="000000"/>
              </a:solidFill>
              <a:latin typeface="Arial"/>
            </a:endParaRPr>
          </a:p>
        </p:txBody>
      </p:sp>
      <p:sp>
        <p:nvSpPr>
          <p:cNvPr id="1597" name="Rounded Rectangle 191"/>
          <p:cNvSpPr/>
          <p:nvPr/>
        </p:nvSpPr>
        <p:spPr>
          <a:xfrm>
            <a:off x="987480" y="3182040"/>
            <a:ext cx="3290400" cy="27417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98" name="Rounded Rectangle 192"/>
          <p:cNvSpPr/>
          <p:nvPr/>
        </p:nvSpPr>
        <p:spPr>
          <a:xfrm>
            <a:off x="914400" y="3108960"/>
            <a:ext cx="3290400" cy="27417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Users do not always enter correct data</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The program should not crash</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Methods like hasNextInt() are used for validation</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If invalid data is entered, the user is prompted again</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This improves user experience</a:t>
            </a:r>
            <a:endParaRPr b="0" lang="en-US" sz="1800" spc="-1" strike="noStrike">
              <a:solidFill>
                <a:srgbClr val="ffffff"/>
              </a:solidFill>
              <a:latin typeface="Arial"/>
            </a:endParaRPr>
          </a:p>
        </p:txBody>
      </p:sp>
      <p:sp>
        <p:nvSpPr>
          <p:cNvPr id="1599" name="Rounded Rectangle 193"/>
          <p:cNvSpPr/>
          <p:nvPr/>
        </p:nvSpPr>
        <p:spPr>
          <a:xfrm>
            <a:off x="4507920" y="3182040"/>
            <a:ext cx="3290400" cy="27417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600" name="Rounded Rectangle 194"/>
          <p:cNvSpPr/>
          <p:nvPr/>
        </p:nvSpPr>
        <p:spPr>
          <a:xfrm>
            <a:off x="4343400" y="2743200"/>
            <a:ext cx="3428640" cy="36572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Program starts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Scanner is created</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User is asked for input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Input is checked (hasNextInt)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If valid → data is accepted</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If invalid → error message is shown</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User enters data again</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Process repeats until valid input is received</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Program continues</a:t>
            </a:r>
            <a:endParaRPr b="0" lang="en-US" sz="1400" spc="-1" strike="noStrike">
              <a:solidFill>
                <a:srgbClr val="ffffff"/>
              </a:solidFill>
              <a:latin typeface="Arial"/>
            </a:endParaRPr>
          </a:p>
        </p:txBody>
      </p:sp>
      <p:sp>
        <p:nvSpPr>
          <p:cNvPr id="1601" name="Rounded Rectangle 195"/>
          <p:cNvSpPr/>
          <p:nvPr/>
        </p:nvSpPr>
        <p:spPr>
          <a:xfrm>
            <a:off x="8028360" y="3182040"/>
            <a:ext cx="3290400" cy="27417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602" name="Rounded Rectangle 196"/>
          <p:cNvSpPr/>
          <p:nvPr/>
        </p:nvSpPr>
        <p:spPr>
          <a:xfrm>
            <a:off x="7955280" y="2514600"/>
            <a:ext cx="3931560" cy="38858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050" spc="-1" strike="noStrike">
                <a:solidFill>
                  <a:srgbClr val="78ffc8"/>
                </a:solidFill>
                <a:latin typeface="Consolas"/>
                <a:ea typeface="DejaVu Sans"/>
              </a:rPr>
              <a:t>import java.util.Scanner;</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public class InputValidationExample {</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public static void main(String[] args) {</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Scanner sc = new Scanner(System.in);</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int age;</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while (true) {</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System.out.print("Enter your age: ");</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if (sc.hasNextInt()) {</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age = sc.nextInt();</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break; // valid input → exit loop</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 else {</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System.out.println("Invalid input! Please enter a number.");</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sc.next(); // clear invalid input</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System.out.println("Entered age: " + age);</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sc.close();</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a:t>
            </a:r>
            <a:endParaRPr b="0" lang="en-US" sz="1050" spc="-1" strike="noStrike">
              <a:solidFill>
                <a:srgbClr val="ffffff"/>
              </a:solidFill>
              <a:latin typeface="Arial"/>
            </a:endParaRPr>
          </a:p>
        </p:txBody>
      </p:sp>
      <p:sp>
        <p:nvSpPr>
          <p:cNvPr id="1603" name="TextBox 84"/>
          <p:cNvSpPr/>
          <p:nvPr/>
        </p:nvSpPr>
        <p:spPr>
          <a:xfrm>
            <a:off x="4600080" y="6446520"/>
            <a:ext cx="305136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04" name="Rectangle 433"/>
          <p:cNvSpPr/>
          <p:nvPr/>
        </p:nvSpPr>
        <p:spPr>
          <a:xfrm>
            <a:off x="0" y="0"/>
            <a:ext cx="12187800" cy="685692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605" name="Rectangle 434"/>
          <p:cNvSpPr/>
          <p:nvPr/>
        </p:nvSpPr>
        <p:spPr>
          <a:xfrm>
            <a:off x="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606" name="Rectangle 435"/>
          <p:cNvSpPr/>
          <p:nvPr/>
        </p:nvSpPr>
        <p:spPr>
          <a:xfrm>
            <a:off x="9144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607" name="Rectangle 436"/>
          <p:cNvSpPr/>
          <p:nvPr/>
        </p:nvSpPr>
        <p:spPr>
          <a:xfrm>
            <a:off x="18288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608" name="Rectangle 437"/>
          <p:cNvSpPr/>
          <p:nvPr/>
        </p:nvSpPr>
        <p:spPr>
          <a:xfrm>
            <a:off x="27432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609" name="Rectangle 438"/>
          <p:cNvSpPr/>
          <p:nvPr/>
        </p:nvSpPr>
        <p:spPr>
          <a:xfrm>
            <a:off x="36576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610" name="Rectangle 439"/>
          <p:cNvSpPr/>
          <p:nvPr/>
        </p:nvSpPr>
        <p:spPr>
          <a:xfrm>
            <a:off x="45720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611" name="Rectangle 440"/>
          <p:cNvSpPr/>
          <p:nvPr/>
        </p:nvSpPr>
        <p:spPr>
          <a:xfrm>
            <a:off x="54864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612" name="Rectangle 441"/>
          <p:cNvSpPr/>
          <p:nvPr/>
        </p:nvSpPr>
        <p:spPr>
          <a:xfrm>
            <a:off x="64008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613" name="Rectangle 442"/>
          <p:cNvSpPr/>
          <p:nvPr/>
        </p:nvSpPr>
        <p:spPr>
          <a:xfrm>
            <a:off x="73152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614" name="Rectangle 443"/>
          <p:cNvSpPr/>
          <p:nvPr/>
        </p:nvSpPr>
        <p:spPr>
          <a:xfrm>
            <a:off x="82296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615" name="Rectangle 444"/>
          <p:cNvSpPr/>
          <p:nvPr/>
        </p:nvSpPr>
        <p:spPr>
          <a:xfrm>
            <a:off x="91440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616" name="Rectangle 445"/>
          <p:cNvSpPr/>
          <p:nvPr/>
        </p:nvSpPr>
        <p:spPr>
          <a:xfrm>
            <a:off x="100584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617" name="Rectangle 446"/>
          <p:cNvSpPr/>
          <p:nvPr/>
        </p:nvSpPr>
        <p:spPr>
          <a:xfrm>
            <a:off x="109728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618" name="Rectangle 447"/>
          <p:cNvSpPr/>
          <p:nvPr/>
        </p:nvSpPr>
        <p:spPr>
          <a:xfrm>
            <a:off x="118872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619" name="Rectangle 448"/>
          <p:cNvSpPr/>
          <p:nvPr/>
        </p:nvSpPr>
        <p:spPr>
          <a:xfrm>
            <a:off x="0" y="0"/>
            <a:ext cx="318960" cy="685692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620" name="Rounded Rectangle 197"/>
          <p:cNvSpPr/>
          <p:nvPr/>
        </p:nvSpPr>
        <p:spPr>
          <a:xfrm>
            <a:off x="9875520" y="365760"/>
            <a:ext cx="2010600" cy="50184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621" name="TextBox 85"/>
          <p:cNvSpPr/>
          <p:nvPr/>
        </p:nvSpPr>
        <p:spPr>
          <a:xfrm>
            <a:off x="2765880" y="1005840"/>
            <a:ext cx="544032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GENERAL SUMMARY</a:t>
            </a:r>
            <a:endParaRPr b="0" lang="en-US" sz="4800" spc="-1" strike="noStrike">
              <a:solidFill>
                <a:srgbClr val="000000"/>
              </a:solidFill>
              <a:latin typeface="Arial"/>
            </a:endParaRPr>
          </a:p>
        </p:txBody>
      </p:sp>
      <p:sp>
        <p:nvSpPr>
          <p:cNvPr id="1622" name="TextBox 86"/>
          <p:cNvSpPr/>
          <p:nvPr/>
        </p:nvSpPr>
        <p:spPr>
          <a:xfrm>
            <a:off x="1923480" y="1828800"/>
            <a:ext cx="7551000" cy="957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In this presentation, the fundamental building blocks of Java were covered.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Topics such as variables, data types, type casting, the Unicode system,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and user input form the foundation of Java programming.</a:t>
            </a:r>
            <a:endParaRPr b="0" lang="en-US" sz="1900" spc="-1" strike="noStrike">
              <a:solidFill>
                <a:srgbClr val="000000"/>
              </a:solidFill>
              <a:latin typeface="Arial"/>
            </a:endParaRPr>
          </a:p>
        </p:txBody>
      </p:sp>
      <p:sp>
        <p:nvSpPr>
          <p:cNvPr id="1623" name="Rounded Rectangle 198"/>
          <p:cNvSpPr/>
          <p:nvPr/>
        </p:nvSpPr>
        <p:spPr>
          <a:xfrm>
            <a:off x="987480" y="3182040"/>
            <a:ext cx="3290760" cy="27421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624" name="Rounded Rectangle 199"/>
          <p:cNvSpPr/>
          <p:nvPr/>
        </p:nvSpPr>
        <p:spPr>
          <a:xfrm>
            <a:off x="914400" y="3108960"/>
            <a:ext cx="3290760" cy="30632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Variables → Store data</a:t>
            </a:r>
            <a:endParaRPr b="1"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Data Types → Primitive &amp; Reference</a:t>
            </a:r>
            <a:endParaRPr b="1"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Type Casting → Implicit &amp; Explicit</a:t>
            </a:r>
            <a:endParaRPr b="1"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Unicode → Universal character system</a:t>
            </a:r>
            <a:endParaRPr b="1"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Scanner → Getting input from user</a:t>
            </a:r>
            <a:endParaRPr b="1"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Wrapper → Primitive → Object conversion</a:t>
            </a:r>
            <a:endParaRPr b="1" lang="en-US" sz="1800" spc="-1" strike="noStrike">
              <a:solidFill>
                <a:srgbClr val="ffffff"/>
              </a:solidFill>
              <a:latin typeface="Arial"/>
            </a:endParaRPr>
          </a:p>
        </p:txBody>
      </p:sp>
      <p:sp>
        <p:nvSpPr>
          <p:cNvPr id="1625" name="Rounded Rectangle 200"/>
          <p:cNvSpPr/>
          <p:nvPr/>
        </p:nvSpPr>
        <p:spPr>
          <a:xfrm>
            <a:off x="4507920" y="3182040"/>
            <a:ext cx="3290760" cy="27421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626" name="Rounded Rectangle 201"/>
          <p:cNvSpPr/>
          <p:nvPr/>
        </p:nvSpPr>
        <p:spPr>
          <a:xfrm>
            <a:off x="4434840" y="2971800"/>
            <a:ext cx="3290760" cy="34290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600" spc="-1" strike="noStrike">
                <a:solidFill>
                  <a:schemeClr val="lt1"/>
                </a:solidFill>
                <a:latin typeface="Calibri"/>
                <a:ea typeface="DejaVu Sans"/>
              </a:rPr>
              <a:t>Java Learning Flow:</a:t>
            </a:r>
            <a:endParaRPr b="0" lang="en-US" sz="1600" spc="-1" strike="noStrike">
              <a:solidFill>
                <a:srgbClr val="ffffff"/>
              </a:solidFill>
              <a:latin typeface="Arial"/>
            </a:endParaRPr>
          </a:p>
          <a:p>
            <a:pPr>
              <a:lnSpc>
                <a:spcPct val="100000"/>
              </a:lnSpc>
            </a:pPr>
            <a:endParaRPr b="0" lang="en-US" sz="1600" spc="-1" strike="noStrike">
              <a:solidFill>
                <a:srgbClr val="ffffff"/>
              </a:solidFill>
              <a:latin typeface="Arial"/>
            </a:endParaRPr>
          </a:p>
          <a:p>
            <a:pPr>
              <a:lnSpc>
                <a:spcPct val="100000"/>
              </a:lnSpc>
            </a:pPr>
            <a:r>
              <a:rPr b="1" lang="en-US" sz="1600" spc="-1" strike="noStrike">
                <a:solidFill>
                  <a:schemeClr val="lt1"/>
                </a:solidFill>
                <a:latin typeface="Calibri"/>
                <a:ea typeface="DejaVu Sans"/>
              </a:rPr>
              <a:t>Variables</a:t>
            </a:r>
            <a:endParaRPr b="0" lang="en-US" sz="1600" spc="-1" strike="noStrike">
              <a:solidFill>
                <a:srgbClr val="ffffff"/>
              </a:solidFill>
              <a:latin typeface="Arial"/>
            </a:endParaRPr>
          </a:p>
          <a:p>
            <a:pPr>
              <a:lnSpc>
                <a:spcPct val="100000"/>
              </a:lnSpc>
            </a:pPr>
            <a:r>
              <a:rPr b="1" lang="en-US" sz="1600" spc="-1" strike="noStrike">
                <a:solidFill>
                  <a:schemeClr val="lt1"/>
                </a:solidFill>
                <a:latin typeface="Calibri"/>
                <a:ea typeface="DejaVu Sans"/>
              </a:rPr>
              <a:t>↓</a:t>
            </a:r>
            <a:endParaRPr b="0" lang="en-US" sz="1600" spc="-1" strike="noStrike">
              <a:solidFill>
                <a:srgbClr val="ffffff"/>
              </a:solidFill>
              <a:latin typeface="Arial"/>
            </a:endParaRPr>
          </a:p>
          <a:p>
            <a:pPr>
              <a:lnSpc>
                <a:spcPct val="100000"/>
              </a:lnSpc>
            </a:pPr>
            <a:r>
              <a:rPr b="1" lang="en-US" sz="1600" spc="-1" strike="noStrike">
                <a:solidFill>
                  <a:schemeClr val="lt1"/>
                </a:solidFill>
                <a:latin typeface="Calibri"/>
                <a:ea typeface="DejaVu Sans"/>
              </a:rPr>
              <a:t>Data Types</a:t>
            </a:r>
            <a:endParaRPr b="0" lang="en-US" sz="1600" spc="-1" strike="noStrike">
              <a:solidFill>
                <a:srgbClr val="ffffff"/>
              </a:solidFill>
              <a:latin typeface="Arial"/>
            </a:endParaRPr>
          </a:p>
          <a:p>
            <a:pPr>
              <a:lnSpc>
                <a:spcPct val="100000"/>
              </a:lnSpc>
            </a:pPr>
            <a:r>
              <a:rPr b="1" lang="en-US" sz="1600" spc="-1" strike="noStrike">
                <a:solidFill>
                  <a:schemeClr val="lt1"/>
                </a:solidFill>
                <a:latin typeface="Calibri"/>
                <a:ea typeface="DejaVu Sans"/>
              </a:rPr>
              <a:t>↓</a:t>
            </a:r>
            <a:endParaRPr b="0" lang="en-US" sz="1600" spc="-1" strike="noStrike">
              <a:solidFill>
                <a:srgbClr val="ffffff"/>
              </a:solidFill>
              <a:latin typeface="Arial"/>
            </a:endParaRPr>
          </a:p>
          <a:p>
            <a:pPr>
              <a:lnSpc>
                <a:spcPct val="100000"/>
              </a:lnSpc>
            </a:pPr>
            <a:r>
              <a:rPr b="1" lang="en-US" sz="1600" spc="-1" strike="noStrike">
                <a:solidFill>
                  <a:schemeClr val="lt1"/>
                </a:solidFill>
                <a:latin typeface="Calibri"/>
                <a:ea typeface="DejaVu Sans"/>
              </a:rPr>
              <a:t>Type Casting</a:t>
            </a:r>
            <a:endParaRPr b="0" lang="en-US" sz="1600" spc="-1" strike="noStrike">
              <a:solidFill>
                <a:srgbClr val="ffffff"/>
              </a:solidFill>
              <a:latin typeface="Arial"/>
            </a:endParaRPr>
          </a:p>
          <a:p>
            <a:pPr>
              <a:lnSpc>
                <a:spcPct val="100000"/>
              </a:lnSpc>
            </a:pPr>
            <a:r>
              <a:rPr b="1" lang="en-US" sz="1600" spc="-1" strike="noStrike">
                <a:solidFill>
                  <a:schemeClr val="lt1"/>
                </a:solidFill>
                <a:latin typeface="Calibri"/>
                <a:ea typeface="DejaVu Sans"/>
              </a:rPr>
              <a:t>↓</a:t>
            </a:r>
            <a:endParaRPr b="0" lang="en-US" sz="1600" spc="-1" strike="noStrike">
              <a:solidFill>
                <a:srgbClr val="ffffff"/>
              </a:solidFill>
              <a:latin typeface="Arial"/>
            </a:endParaRPr>
          </a:p>
          <a:p>
            <a:pPr>
              <a:lnSpc>
                <a:spcPct val="100000"/>
              </a:lnSpc>
            </a:pPr>
            <a:r>
              <a:rPr b="1" lang="en-US" sz="1600" spc="-1" strike="noStrike">
                <a:solidFill>
                  <a:schemeClr val="lt1"/>
                </a:solidFill>
                <a:latin typeface="Calibri"/>
                <a:ea typeface="DejaVu Sans"/>
              </a:rPr>
              <a:t>Unicode</a:t>
            </a:r>
            <a:endParaRPr b="0" lang="en-US" sz="1600" spc="-1" strike="noStrike">
              <a:solidFill>
                <a:srgbClr val="ffffff"/>
              </a:solidFill>
              <a:latin typeface="Arial"/>
            </a:endParaRPr>
          </a:p>
          <a:p>
            <a:pPr>
              <a:lnSpc>
                <a:spcPct val="100000"/>
              </a:lnSpc>
            </a:pPr>
            <a:r>
              <a:rPr b="1" lang="en-US" sz="1600" spc="-1" strike="noStrike">
                <a:solidFill>
                  <a:schemeClr val="lt1"/>
                </a:solidFill>
                <a:latin typeface="Calibri"/>
                <a:ea typeface="DejaVu Sans"/>
              </a:rPr>
              <a:t>↓</a:t>
            </a:r>
            <a:endParaRPr b="0" lang="en-US" sz="1600" spc="-1" strike="noStrike">
              <a:solidFill>
                <a:srgbClr val="ffffff"/>
              </a:solidFill>
              <a:latin typeface="Arial"/>
            </a:endParaRPr>
          </a:p>
          <a:p>
            <a:pPr>
              <a:lnSpc>
                <a:spcPct val="100000"/>
              </a:lnSpc>
            </a:pPr>
            <a:r>
              <a:rPr b="1" lang="en-US" sz="1600" spc="-1" strike="noStrike">
                <a:solidFill>
                  <a:schemeClr val="lt1"/>
                </a:solidFill>
                <a:latin typeface="Calibri"/>
                <a:ea typeface="DejaVu Sans"/>
              </a:rPr>
              <a:t>User Input</a:t>
            </a:r>
            <a:endParaRPr b="0" lang="en-US" sz="1600" spc="-1" strike="noStrike">
              <a:solidFill>
                <a:srgbClr val="ffffff"/>
              </a:solidFill>
              <a:latin typeface="Arial"/>
            </a:endParaRPr>
          </a:p>
          <a:p>
            <a:pPr>
              <a:lnSpc>
                <a:spcPct val="100000"/>
              </a:lnSpc>
            </a:pPr>
            <a:r>
              <a:rPr b="1" lang="en-US" sz="1600" spc="-1" strike="noStrike">
                <a:solidFill>
                  <a:schemeClr val="lt1"/>
                </a:solidFill>
                <a:latin typeface="Calibri"/>
                <a:ea typeface="DejaVu Sans"/>
              </a:rPr>
              <a:t>↓</a:t>
            </a:r>
            <a:endParaRPr b="0" lang="en-US" sz="1600" spc="-1" strike="noStrike">
              <a:solidFill>
                <a:srgbClr val="ffffff"/>
              </a:solidFill>
              <a:latin typeface="Arial"/>
            </a:endParaRPr>
          </a:p>
          <a:p>
            <a:pPr>
              <a:lnSpc>
                <a:spcPct val="100000"/>
              </a:lnSpc>
            </a:pPr>
            <a:r>
              <a:rPr b="1" lang="en-US" sz="1600" spc="-1" strike="noStrike">
                <a:solidFill>
                  <a:schemeClr val="lt1"/>
                </a:solidFill>
                <a:latin typeface="Calibri"/>
                <a:ea typeface="DejaVu Sans"/>
              </a:rPr>
              <a:t>Programming Logic</a:t>
            </a:r>
            <a:endParaRPr b="0" lang="en-US" sz="1600" spc="-1" strike="noStrike">
              <a:solidFill>
                <a:srgbClr val="ffffff"/>
              </a:solidFill>
              <a:latin typeface="Arial"/>
            </a:endParaRPr>
          </a:p>
        </p:txBody>
      </p:sp>
      <p:sp>
        <p:nvSpPr>
          <p:cNvPr id="1627" name="Rounded Rectangle 202"/>
          <p:cNvSpPr/>
          <p:nvPr/>
        </p:nvSpPr>
        <p:spPr>
          <a:xfrm>
            <a:off x="8028360" y="3182040"/>
            <a:ext cx="3290760" cy="27421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628" name="Rounded Rectangle 203"/>
          <p:cNvSpPr/>
          <p:nvPr/>
        </p:nvSpPr>
        <p:spPr>
          <a:xfrm>
            <a:off x="7955280" y="2971800"/>
            <a:ext cx="3931920" cy="36576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200" spc="-1" strike="noStrike">
                <a:solidFill>
                  <a:srgbClr val="78ffc8"/>
                </a:solidFill>
                <a:latin typeface="Consolas"/>
                <a:ea typeface="DejaVu Sans"/>
              </a:rPr>
              <a:t>public class SummaryExample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public static void main(String[] args) {</a:t>
            </a:r>
            <a:endParaRPr b="0" lang="en-US" sz="1200" spc="-1" strike="noStrike">
              <a:solidFill>
                <a:srgbClr val="ffffff"/>
              </a:solidFill>
              <a:latin typeface="Arial"/>
            </a:endParaRPr>
          </a:p>
          <a:p>
            <a:pPr algn="ctr">
              <a:lnSpc>
                <a:spcPct val="100000"/>
              </a:lnSpc>
            </a:pP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int number = 10;</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double result = number; // implicit casting</a:t>
            </a:r>
            <a:endParaRPr b="0" lang="en-US" sz="1200" spc="-1" strike="noStrike">
              <a:solidFill>
                <a:srgbClr val="ffffff"/>
              </a:solidFill>
              <a:latin typeface="Arial"/>
            </a:endParaRPr>
          </a:p>
          <a:p>
            <a:pPr algn="ctr">
              <a:lnSpc>
                <a:spcPct val="100000"/>
              </a:lnSpc>
            </a:pP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String text = "Java";</a:t>
            </a:r>
            <a:endParaRPr b="0" lang="en-US" sz="1200" spc="-1" strike="noStrike">
              <a:solidFill>
                <a:srgbClr val="ffffff"/>
              </a:solidFill>
              <a:latin typeface="Arial"/>
            </a:endParaRPr>
          </a:p>
          <a:p>
            <a:pPr algn="ctr">
              <a:lnSpc>
                <a:spcPct val="100000"/>
              </a:lnSpc>
            </a:pP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System.out.println(text);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System.out.println(result);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a:t>
            </a:r>
            <a:endParaRPr b="0" lang="en-US" sz="1200" spc="-1" strike="noStrike">
              <a:solidFill>
                <a:srgbClr val="ffffff"/>
              </a:solidFill>
              <a:latin typeface="Arial"/>
            </a:endParaRPr>
          </a:p>
          <a:p>
            <a:pPr algn="ctr">
              <a:lnSpc>
                <a:spcPct val="100000"/>
              </a:lnSpc>
            </a:pPr>
            <a:endParaRPr b="0" lang="en-US" sz="1200" spc="-1" strike="noStrike">
              <a:solidFill>
                <a:srgbClr val="ffffff"/>
              </a:solidFill>
              <a:latin typeface="Arial"/>
            </a:endParaRPr>
          </a:p>
          <a:p>
            <a:pPr algn="ctr">
              <a:lnSpc>
                <a:spcPct val="100000"/>
              </a:lnSpc>
            </a:pP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Java programming is about defining data correctly, choosing the appropriate data type, and processing that data effectively.</a:t>
            </a:r>
            <a:endParaRPr b="0" lang="en-US" sz="1200" spc="-1" strike="noStrike">
              <a:solidFill>
                <a:srgbClr val="ffffff"/>
              </a:solidFill>
              <a:latin typeface="Arial"/>
            </a:endParaRPr>
          </a:p>
        </p:txBody>
      </p:sp>
      <p:sp>
        <p:nvSpPr>
          <p:cNvPr id="1629" name="TextBox 87"/>
          <p:cNvSpPr/>
          <p:nvPr/>
        </p:nvSpPr>
        <p:spPr>
          <a:xfrm>
            <a:off x="4600080" y="6446520"/>
            <a:ext cx="305172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6.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7.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8.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9.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0.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3.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4.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5.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6.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7.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8.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9.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0.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362</TotalTime>
  <Application>LibreOffice/7.4.2.3$Windows_X86_64 LibreOffice_project/382eef1f22670f7f4118c8c2dd222ec7ad009daf</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en-US</dc:language>
  <cp:lastModifiedBy/>
  <dcterms:modified xsi:type="dcterms:W3CDTF">2026-04-21T23:57:02Z</dcterms:modified>
  <cp:revision>40</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