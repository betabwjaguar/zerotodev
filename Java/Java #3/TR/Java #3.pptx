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slideMaster6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246BF9A-47DF-453A-AD83-99AD27BBF59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C460994-C085-4B1C-BAE9-E132017FD3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B31E0B-1218-471F-8B15-2B3239F8A93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BFECE79-8053-441A-A134-9A88C0C17E0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21D6A2-76A0-4CEE-B921-CD3D4A21D92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ADA882-1FD0-4138-B765-E921BA835D0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94986D5-1A20-40E6-9FEE-55CF2109B5F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1F4CF70-D5B0-408E-935B-62C8A76FE1B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CACEA7C-7921-46D1-89BE-4E46F4B209A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D77F27-D53E-4F11-9F4C-331DC994163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D6827C-FA44-41DE-8817-2A4FAD699F3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6CC3FE-D107-4561-A3FF-ED1AC5D5F7A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80802F8-5BE1-44E7-8399-F79DD5E7DBC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22DA677-BF83-47E7-9ECC-6A668052AE4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75EE453-298F-4CB6-A63C-86ECAB0D671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97D454F-FAF7-4D24-91F9-F39686AABA5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4FB1ABB-FB26-4FCF-B5CB-6CA7FB87CE1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A5887B8-902B-4F07-B067-4B708391ED5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F984E77-5370-4606-85C9-11979536818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B05520A-FB43-4A83-9578-B05F0515E03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F453726-AD24-4414-9F2A-7CCCACEFBFA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2E808A9-726D-4931-99CA-DB31C6B56BB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6C1F6BD-8223-48CA-9D3F-2ACDBD1FA22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BE52842-43AE-4857-B77A-515E739B7DF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A07F4EA-3904-467E-AEE2-49E84894EB6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151A62E-3BD9-4C56-8976-7EC9463C577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80C24DC-FCAE-48F6-87C1-3BCF24FB720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87B7BCC-8985-447D-846A-0D0FBFB3C09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0C8E7AF-B07E-4510-BD4D-98942198FD2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E3C743C-C9AA-4010-B5F7-1EA6F2E622C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58013E3-6B8E-4B7B-87C4-1098EF415E9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9008D08-546E-4CBF-9D91-251290BEF4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644F27F-D4F6-4847-8620-041EBEA75B6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04E4A48-CD50-45E4-AA71-8BF6E5DB07C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E974238-07CA-4375-B430-49AEAD9B69E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09C4211-3BBF-4896-9C28-34B08F2A9FD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3DA6DDA-9F22-4EC5-AEF9-BF8E96E78B4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90FB579-8A9C-4D9F-AFEA-9ACD612C799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C08741F-152C-48A8-9FE1-D303937C696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A259C3E-100D-4C40-BF13-2F51D269C9E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49D077C-9FDE-4560-9CB9-2293CD14BB6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E687244-3B7E-40E6-B3C4-9E3DD5B5C0B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652A42D-E128-4B28-A10B-069DF6948A3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F8D78AA-69D1-4B3E-9012-078034AEB38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04E0F2A-E08C-4EDD-ADF3-33401A1079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C51E038-9CB0-4BBD-80CC-78EFBD1867A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6C1F00A-EBB8-4828-B168-E491B0748E2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25166B9-9C9C-4E9D-B3D4-1F89DB0FCF0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F4E6CFD-351F-4804-ADF7-144EE6235D5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6ACBE3B-C819-4A10-8696-069DBC1BBF0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7785022-E187-4749-906B-E2B4EB5317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7A1C756-D4EE-4844-A69D-D349AD36834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B586141-FA7F-4565-9B30-D6E73704BCB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B65C3E6-3C55-456F-AC82-39944F81B5C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338D58C-AC9C-4615-AB08-90013E5201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6D3FAA6-4420-4902-8BE1-7F77CCAF57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FA239AF-4E83-4FB5-94F7-D2CC44CA44C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D0A0519-9A09-4369-97EB-3E32BE72294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CC7E8CD-1859-4450-8716-E7D5664EE78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CE3C78B-9410-4EFB-99CC-32F4C4959D8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3B89425-7781-43A1-98C3-EF44FD07C97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26B2919-6222-45CC-A3CB-3B6EB04907E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140A5D-833E-4D55-9809-D484105A828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7C53890-0C9E-43A8-92A4-D66A28EC22D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E6D3B2B-36EB-4985-880C-438F9F016F6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Rectangle 32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33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34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35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36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37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38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39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40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41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42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43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44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45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46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47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ounded Rectangle 8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Rounded Rectangle 9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ounded Rectangle 10"/>
          <p:cNvSpPr/>
          <p:nvPr/>
        </p:nvSpPr>
        <p:spPr>
          <a:xfrm>
            <a:off x="914400" y="3108960"/>
            <a:ext cx="3288240" cy="328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Rounded Rectangle 11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12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Rounded Rectangle 13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ounded Rectangle 14"/>
          <p:cNvSpPr/>
          <p:nvPr/>
        </p:nvSpPr>
        <p:spPr>
          <a:xfrm>
            <a:off x="7955280" y="3108960"/>
            <a:ext cx="3472200" cy="328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Rectangle 16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7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8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9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20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21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22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23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24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25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26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27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28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29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30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31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ounded Rectangle 15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Rounded Rectangle 16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ounded Rectangle 17"/>
          <p:cNvSpPr/>
          <p:nvPr/>
        </p:nvSpPr>
        <p:spPr>
          <a:xfrm>
            <a:off x="931680" y="2925720"/>
            <a:ext cx="3180960" cy="370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Rounded Rectangle 18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19"/>
          <p:cNvSpPr/>
          <p:nvPr/>
        </p:nvSpPr>
        <p:spPr>
          <a:xfrm>
            <a:off x="4434840" y="3108960"/>
            <a:ext cx="328824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Rounded Rectangle 20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ounded Rectangle 21"/>
          <p:cNvSpPr/>
          <p:nvPr/>
        </p:nvSpPr>
        <p:spPr>
          <a:xfrm>
            <a:off x="7955280" y="2971800"/>
            <a:ext cx="370116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48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49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50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51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52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53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54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55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56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57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58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59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60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61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62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63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ounded Rectangle 22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Rounded Rectangle 23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ounded Rectangle 24"/>
          <p:cNvSpPr/>
          <p:nvPr/>
        </p:nvSpPr>
        <p:spPr>
          <a:xfrm>
            <a:off x="685800" y="2743200"/>
            <a:ext cx="351684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Rounded Rectangle 25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26"/>
          <p:cNvSpPr/>
          <p:nvPr/>
        </p:nvSpPr>
        <p:spPr>
          <a:xfrm>
            <a:off x="4343400" y="2743200"/>
            <a:ext cx="33796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Rounded Rectangle 27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ounded Rectangle 28"/>
          <p:cNvSpPr/>
          <p:nvPr/>
        </p:nvSpPr>
        <p:spPr>
          <a:xfrm>
            <a:off x="7955280" y="2971800"/>
            <a:ext cx="370080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Rectangle 80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64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65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66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67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68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69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70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71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72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73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74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75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76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77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78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ounded Rectangle 29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Box 13"/>
          <p:cNvSpPr/>
          <p:nvPr/>
        </p:nvSpPr>
        <p:spPr>
          <a:xfrm>
            <a:off x="2441520" y="1005840"/>
            <a:ext cx="608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Box 14"/>
          <p:cNvSpPr/>
          <p:nvPr/>
        </p:nvSpPr>
        <p:spPr>
          <a:xfrm>
            <a:off x="2802600" y="2074680"/>
            <a:ext cx="5365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Rounded Rectangle 30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ounded Rectangle 31"/>
          <p:cNvSpPr/>
          <p:nvPr/>
        </p:nvSpPr>
        <p:spPr>
          <a:xfrm>
            <a:off x="685800" y="2971800"/>
            <a:ext cx="351756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Rounded Rectangle 32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33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Rounded Rectangle 34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ounded Rectangle 35"/>
          <p:cNvSpPr/>
          <p:nvPr/>
        </p:nvSpPr>
        <p:spPr>
          <a:xfrm>
            <a:off x="7955280" y="3108960"/>
            <a:ext cx="370152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Rectangle 79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81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82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83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84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85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86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87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88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89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90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91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92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93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94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95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ounded Rectangle 36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16"/>
          <p:cNvSpPr/>
          <p:nvPr/>
        </p:nvSpPr>
        <p:spPr>
          <a:xfrm>
            <a:off x="1422000" y="1005840"/>
            <a:ext cx="8125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TextBox 17"/>
          <p:cNvSpPr/>
          <p:nvPr/>
        </p:nvSpPr>
        <p:spPr>
          <a:xfrm>
            <a:off x="1388160" y="2057400"/>
            <a:ext cx="8781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Rounded Rectangle 37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ounded Rectangle 38"/>
          <p:cNvSpPr/>
          <p:nvPr/>
        </p:nvSpPr>
        <p:spPr>
          <a:xfrm>
            <a:off x="457200" y="2971800"/>
            <a:ext cx="374616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Rounded Rectangle 39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40"/>
          <p:cNvSpPr/>
          <p:nvPr/>
        </p:nvSpPr>
        <p:spPr>
          <a:xfrm>
            <a:off x="4343400" y="2971800"/>
            <a:ext cx="342720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Rounded Rectangle 41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ounded Rectangle 42"/>
          <p:cNvSpPr/>
          <p:nvPr/>
        </p:nvSpPr>
        <p:spPr>
          <a:xfrm>
            <a:off x="7955280" y="3108960"/>
            <a:ext cx="370152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Rectangle 96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97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98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99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00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01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02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03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04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05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06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107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108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109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110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111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43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19"/>
          <p:cNvSpPr/>
          <p:nvPr/>
        </p:nvSpPr>
        <p:spPr>
          <a:xfrm>
            <a:off x="1252800" y="1005840"/>
            <a:ext cx="8463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TextBox 20"/>
          <p:cNvSpPr/>
          <p:nvPr/>
        </p:nvSpPr>
        <p:spPr>
          <a:xfrm>
            <a:off x="1866960" y="1828800"/>
            <a:ext cx="72360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Rounded Rectangle 44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ounded Rectangle 45"/>
          <p:cNvSpPr/>
          <p:nvPr/>
        </p:nvSpPr>
        <p:spPr>
          <a:xfrm>
            <a:off x="475560" y="2514600"/>
            <a:ext cx="372780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Rounded Rectangle 46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47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Rounded Rectangle 48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ounded Rectangle 49"/>
          <p:cNvSpPr/>
          <p:nvPr/>
        </p:nvSpPr>
        <p:spPr>
          <a:xfrm>
            <a:off x="7955280" y="2304000"/>
            <a:ext cx="3930480" cy="3618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Rectangle 112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13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114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115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116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117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118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119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120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121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122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123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124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125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126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127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50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22"/>
          <p:cNvSpPr/>
          <p:nvPr/>
        </p:nvSpPr>
        <p:spPr>
          <a:xfrm>
            <a:off x="2667240" y="1005840"/>
            <a:ext cx="5635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Box 23"/>
          <p:cNvSpPr/>
          <p:nvPr/>
        </p:nvSpPr>
        <p:spPr>
          <a:xfrm>
            <a:off x="2033640" y="2074680"/>
            <a:ext cx="6918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Rounded Rectangle 51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ounded Rectangle 52"/>
          <p:cNvSpPr/>
          <p:nvPr/>
        </p:nvSpPr>
        <p:spPr>
          <a:xfrm>
            <a:off x="685800" y="2971800"/>
            <a:ext cx="35175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Rounded Rectangle 53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54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Rounded Rectangle 55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ounded Rectangle 56"/>
          <p:cNvSpPr/>
          <p:nvPr/>
        </p:nvSpPr>
        <p:spPr>
          <a:xfrm>
            <a:off x="7955280" y="2971800"/>
            <a:ext cx="3472920" cy="297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Rectangle 128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129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130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131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132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133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134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135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136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137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138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139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140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141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142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143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57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Box 26"/>
          <p:cNvSpPr/>
          <p:nvPr/>
        </p:nvSpPr>
        <p:spPr>
          <a:xfrm>
            <a:off x="3007440" y="2194560"/>
            <a:ext cx="49564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Rounded Rectangle 58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ounded Rectangle 59"/>
          <p:cNvSpPr/>
          <p:nvPr/>
        </p:nvSpPr>
        <p:spPr>
          <a:xfrm>
            <a:off x="685800" y="3108960"/>
            <a:ext cx="351864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Rounded Rectangle 60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61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Rounded Rectangle 62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ounded Rectangle 63"/>
          <p:cNvSpPr/>
          <p:nvPr/>
        </p:nvSpPr>
        <p:spPr>
          <a:xfrm>
            <a:off x="7955280" y="2743200"/>
            <a:ext cx="347400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144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145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146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147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148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149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150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151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152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153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154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155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156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157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158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159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64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28"/>
          <p:cNvSpPr/>
          <p:nvPr/>
        </p:nvSpPr>
        <p:spPr>
          <a:xfrm>
            <a:off x="3013200" y="1005840"/>
            <a:ext cx="4945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VERİ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Box 29"/>
          <p:cNvSpPr/>
          <p:nvPr/>
        </p:nvSpPr>
        <p:spPr>
          <a:xfrm>
            <a:off x="1657080" y="2194560"/>
            <a:ext cx="7657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 türleri, bir değişkenin Java’da hangi tür değeri saklayabileceğini tanımlar.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değişkenin belirli bir veri türü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Rounded Rectangle 65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ounded Rectangle 66"/>
          <p:cNvSpPr/>
          <p:nvPr/>
        </p:nvSpPr>
        <p:spPr>
          <a:xfrm>
            <a:off x="685800" y="3108960"/>
            <a:ext cx="351900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Türleri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, bir değişkende saklanan verinin türünü belirtir.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iki ana veri türü kategorisi vardır.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değerleri doğrudan bellekte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Nesnelere ait referansları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(Arrays), Sınıflar (Classes)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Rounded Rectangle 67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68"/>
          <p:cNvSpPr/>
          <p:nvPr/>
        </p:nvSpPr>
        <p:spPr>
          <a:xfrm>
            <a:off x="4434840" y="3108960"/>
            <a:ext cx="329040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Rounded Rectangle 69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ounded Rectangle 70"/>
          <p:cNvSpPr/>
          <p:nvPr/>
        </p:nvSpPr>
        <p:spPr>
          <a:xfrm>
            <a:off x="7955280" y="3108960"/>
            <a:ext cx="370296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VeriTurleriOrnek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maas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TextBox 30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2026-03-13T17:14:13Z</dcterms:modified>
  <cp:revision>14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