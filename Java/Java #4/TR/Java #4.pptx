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901510-D1FC-4A6B-8F25-693ED1BF9D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A6B7B7-B74B-4A3F-98E6-244814D622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D586F9-D76E-4C2F-9371-9E5BA53C5B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4BF6BF-4454-4101-9CE3-FC77AD5EAE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B27D6C-908C-471C-8274-A968BCA89A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C79A1B-BEA7-4F3E-B4C8-F8AFCDB19D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849B0B-6B42-4637-8CAD-0842E0AAAD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5685E4-3972-4A8A-8A1A-A0BE31AAB8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3677C4-93FE-4EB6-B273-B4F32ED6C8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DCB66D-D019-4E66-A087-1772722472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DEF6EC-4A78-4DE2-96D1-5182BC608E5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098612-606C-4912-A7D3-B5E1E6BD663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278ED2-0ADA-457B-BD9D-F465CD8B977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724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644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644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9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364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64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148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364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644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148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3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64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50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644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9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644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468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50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468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1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50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380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5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9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50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724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3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28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20040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792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2026-05-11T23:10:02Z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