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7E85DB-EB5C-4047-9E7D-42876945396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0302FE7-E5DD-4CBE-A32D-24CC8C3C0D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17D48BA-147E-455A-8AE6-8B87FA1D8F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FB3981-A51A-432E-8C8B-23EB7108AB3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2E304C-352D-43D3-B0AB-26B0CA04D0B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1A04F4F-6BA4-4924-9480-464A675331E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AB1DAD-F445-4709-9707-363F92972FB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068E7F-AB3D-4342-B35C-E76B9FD273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BC2398-C924-4492-A346-24B4D01A1C7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29D43D-2100-4103-8996-931E668EF7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4D5369-4FDB-43E6-8796-3EFD4AFECFC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E6EB01-07B2-40DB-9FC8-74E184781B6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D0E1EC-4C90-4D3F-ADAA-E21DE264DAC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472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6480" cy="305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392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6480" cy="305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392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64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1120" cy="4109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392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896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1120" cy="4109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392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6896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1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39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256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392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64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392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216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25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216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25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1128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25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472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78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5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78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5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78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39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5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78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39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5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573200" y="732600"/>
            <a:ext cx="7818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1683720" y="1451520"/>
            <a:ext cx="8197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514600"/>
            <a:ext cx="319788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39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5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919520" y="732600"/>
            <a:ext cx="7125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604880" y="1451520"/>
            <a:ext cx="8355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788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39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5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4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1604880" y="1451520"/>
            <a:ext cx="8355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5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6"/>
          <p:cNvSpPr/>
          <p:nvPr/>
        </p:nvSpPr>
        <p:spPr>
          <a:xfrm>
            <a:off x="685800" y="2743200"/>
            <a:ext cx="31978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7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8"/>
          <p:cNvSpPr/>
          <p:nvPr/>
        </p:nvSpPr>
        <p:spPr>
          <a:xfrm>
            <a:off x="4257360" y="2743200"/>
            <a:ext cx="32839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139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40"/>
          <p:cNvSpPr/>
          <p:nvPr/>
        </p:nvSpPr>
        <p:spPr>
          <a:xfrm>
            <a:off x="8001000" y="2286000"/>
            <a:ext cx="365724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1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2144880" y="732600"/>
            <a:ext cx="667476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2081520" y="1371600"/>
            <a:ext cx="7401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2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3"/>
          <p:cNvSpPr/>
          <p:nvPr/>
        </p:nvSpPr>
        <p:spPr>
          <a:xfrm>
            <a:off x="685800" y="2743200"/>
            <a:ext cx="320040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4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5"/>
          <p:cNvSpPr/>
          <p:nvPr/>
        </p:nvSpPr>
        <p:spPr>
          <a:xfrm>
            <a:off x="4267800" y="2971800"/>
            <a:ext cx="3057840" cy="297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146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147"/>
          <p:cNvSpPr/>
          <p:nvPr/>
        </p:nvSpPr>
        <p:spPr>
          <a:xfrm>
            <a:off x="7772400" y="2286000"/>
            <a:ext cx="388620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2026-05-26T00:22:01Z</dcterms:modified>
  <cp:revision>32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