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C0E59C-D3A6-4583-A6E1-55A69F6D4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BE4C6F-5BCD-4780-B33F-E5CF53ACFD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628199-67B3-47CC-83B8-5865C83192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45E48D-21EB-42D7-856A-F5DC5FFE6E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E6783E-CF11-429D-BDC8-0E0F47B32D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2BDDE3-1669-4983-9CB3-FF06C6D9FE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8A9A32-9B7F-4021-A47E-2FB41BC46D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D35721-2221-45AE-B19A-D6AB972A3D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9DDD99-0390-4D93-8DAA-BE1061A750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97768E-D376-438A-AB5B-9544EF273D1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E10B93-802D-48E5-ADE4-E9FAEC61B9E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374DB6-C0D2-4B41-B4F4-2A785F97BB7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CA3882-0A9C-4446-B93B-6239E6DF40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43D10A-9A29-489B-B8C1-A6AABC91FD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58C2C5-6A17-49C3-8A67-F6314FA6DC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3AC3D4E-8E60-4808-9E94-DCAD25870C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BEB169C-BEB3-4BAF-9B9F-16E7ACFA75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929ECD-09AD-4126-9D92-4B5DA7241C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04DE26-5443-4C2F-A59F-59E0772F74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0929B6-872A-41B8-9E69-0D9C0ADCB6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CD4139-88F6-4485-9FBC-BE1020A893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5B6A19-A917-4BD8-9D8B-76CCBE3195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940268-9336-4D28-95A5-712F8BC619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41AAECA-99FD-4ED3-9036-07D4613F79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B38E68A-88D6-4C75-BB9B-248AB30654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1F824A-ACE5-485D-8CF3-54C8DB6DA5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1C0FEE6-AF71-4D36-A891-D4FE396BC5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D02A40-622F-465A-93BE-D7094E6660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EB15C7B-2AD1-4319-A574-03EA3B810F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94D75B7-B07E-410A-B38E-1F820F35E7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36E1DA-94F0-405E-A12D-65ABF6E731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9EDEFF-DE23-4794-9501-4ADC3FC023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E55B449-568F-4E48-9DC5-4007B46574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7C3031F-9390-4F9C-820B-CE3FC4A743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AEAA56-9815-450F-8E82-4967789F304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6B47225-813F-46B6-B242-2D1A06D98D3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44ACB1F-E3A5-439B-9098-C8689EC2D6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DFA9D1-13F3-4B3A-AD6F-AA07C5BBDE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B9ED124-53DD-48AE-95BF-AE1E563843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DAD61BC-16EB-4012-9BCD-E156681C935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7E4C61C-E0DE-4E69-8AFA-DC1D1A90BD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1A41080-21F3-4B0E-9F47-229DC36614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E0448D4-A4ED-486A-A244-9E962DCB51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C9E71A5-93DA-421B-BFF2-24663A4F18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EDA0F1B-FC66-432C-BDA4-FF3D7983C0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199EDD-DDF3-47ED-B0C5-244BE2BEF29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A13EFB-E4B7-49DA-A217-C5E125EFA2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6D927E-18D5-4C6E-B79C-AB637579ED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946C75B-73BF-45EF-9B1D-1AC072B435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13572DE-C607-4663-9790-44042969D5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A5331B5-CB10-46DB-9EEF-50D3D12EF1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B49F7B8-10F6-40B5-B387-AE31AA468D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7B38B20-7982-456C-9E2E-35474419A2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C32D8F5-3373-49BF-9EEF-6A6980B348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784E3AB-4F54-4231-942F-7C7A19D880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3734855-7913-4792-937E-762B57B380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2F6EA5D-BCA9-4ADA-ADA7-4E84393607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3AAD81D-A06C-4216-8263-7F19B18AB5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C37E9B-3DEF-4608-9D71-4D08A10CA34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2E2E0EC-3359-4646-A7B9-013CAC4F934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9516018-77E0-43EA-A700-86ED5FDD82F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51A0389-CBDB-44AD-AEC3-74578ED33F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DD0D614-CE39-4517-85F7-1ABCF16DCF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8610031-9E70-4F87-A164-48945CA9A1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E0BBDE5-CFF4-4B97-B3B1-4FA62E8997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1D30DA3-55E7-448A-9DF1-8DB1B9E8A8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B068AF5-EE68-407D-AFE2-2E5EDBDC6C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5483116-C553-465B-8AF7-42F96B6762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2DE9F48-7539-4996-96B0-C97A4C9D92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8B1910A-FC7D-46E0-9425-968E6550E6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8D938AF-AC5F-4DBE-B081-C7B39A3E2AF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BD6E053-9D95-4F27-AFF3-F9F71517B99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D9F6F74-27A2-4B80-81E3-D50349C1AD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10455B6-32DF-468E-8D65-4F5330027A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EE8376A-1603-42C3-9A78-10ACEE7248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F911060-49DC-4FF8-8F38-0070D73F9A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7036FFF-6ED1-4E5C-87C9-9212BD5C67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B709D06-8449-4CBC-97B7-FC2F12D3B6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968CAFA-FA35-41E1-AEFE-C270660B52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9466BC9-A15A-4E8B-924B-AAC7D90199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1E435A-2DD9-4419-AD8D-33B76F2046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D03EC76-3DF7-47C1-9D7F-B247F87D52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E48C1FE-26B0-48E2-85A3-F67B2BB29F9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EF73B8A-E11A-4355-9A02-3FECA246A6E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4377ED6-7D31-441C-A298-CFD01078A4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25C0DC0-9738-4579-8AAB-B41AC373EF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DAFD525-AF67-42B0-9730-89DBDCC3EC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C1DB5AB-2E12-4975-9AF3-27DCF58C34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374683D-8CE6-4C04-A1E8-CD649AAA8C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B58A308-E441-4636-B483-D1A8A1CB78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20842A7-1CC6-4433-91FA-35E93B65A0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EFDF291-49C6-4F73-B333-7E1B6C0E12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4462F87-0094-4419-89E9-7BBEC35DF3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5F535F8-88FF-41E8-BAA2-8F839775C1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43295BE-C8D8-454C-99EF-A38AB85856F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80A433F-4F15-4DA9-9FF7-D8A0107E437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A8ECBFF-A3C4-4E24-AF7E-8CC095AA95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5C0CB3E-3F4C-42DC-A7BD-0EB4B64A40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7591F91-F8E4-4BD6-869A-FD1DF0B2EE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F8E166A-2BB3-4C9F-BBA3-87D5D642C3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A2E7AA6-66E7-4D2B-8478-06492D40BB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EF91412-ABDE-4487-88D8-F649A6B550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1E7149E-1185-4337-A3EE-F1E3E28D54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EC5E780-44AE-4932-B973-E9BCEC7CA8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E8EEB46-1001-439A-AC6A-2BC8D39DA7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EC0A275-949B-458F-A469-A328C3FF3C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33B690E-839F-44B8-8DB3-6DAB6DA18E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60D543A-DD7F-4430-92F8-4CFAD069508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481922-AE5A-48BD-B56E-D902D0B5C4C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F73A40-ECE0-42B1-AD2C-2C315EA1FF7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A012F4-9866-49BE-A4E6-50F60DEF13D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5A1BE5-D590-421F-A04A-A5B7CFBBEEB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2BD55F-682C-4FFB-82BE-100444369D6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6D264A-2D79-4E58-81AB-3334ECB155F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D828D2-AEC3-4393-B131-271931EAF99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D30594-F208-40C2-B3F3-7DE10B6525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5840FF-72FE-4DCC-A544-357B71BD4A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3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3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3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3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3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3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3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3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4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4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4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4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4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4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4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4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"/>
          <p:cNvSpPr/>
          <p:nvPr/>
        </p:nvSpPr>
        <p:spPr>
          <a:xfrm>
            <a:off x="914400" y="3108960"/>
            <a:ext cx="32864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2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4"/>
          <p:cNvSpPr/>
          <p:nvPr/>
        </p:nvSpPr>
        <p:spPr>
          <a:xfrm>
            <a:off x="7955280" y="3108960"/>
            <a:ext cx="347040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6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3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3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7"/>
          <p:cNvSpPr/>
          <p:nvPr/>
        </p:nvSpPr>
        <p:spPr>
          <a:xfrm>
            <a:off x="931680" y="2925720"/>
            <a:ext cx="3179160" cy="369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8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9"/>
          <p:cNvSpPr/>
          <p:nvPr/>
        </p:nvSpPr>
        <p:spPr>
          <a:xfrm>
            <a:off x="443484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20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21"/>
          <p:cNvSpPr/>
          <p:nvPr/>
        </p:nvSpPr>
        <p:spPr>
          <a:xfrm>
            <a:off x="7955280" y="2971800"/>
            <a:ext cx="369936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16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6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6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6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6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6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6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6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6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7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7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7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7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7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7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71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72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73"/>
          <p:cNvSpPr/>
          <p:nvPr/>
        </p:nvSpPr>
        <p:spPr>
          <a:xfrm>
            <a:off x="685800" y="3108960"/>
            <a:ext cx="35179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74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75"/>
          <p:cNvSpPr/>
          <p:nvPr/>
        </p:nvSpPr>
        <p:spPr>
          <a:xfrm>
            <a:off x="443484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76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77"/>
          <p:cNvSpPr/>
          <p:nvPr/>
        </p:nvSpPr>
        <p:spPr>
          <a:xfrm>
            <a:off x="7955280" y="2971800"/>
            <a:ext cx="37018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14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4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4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4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4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4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5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5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5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5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5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5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5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6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6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66"/>
          <p:cNvSpPr/>
          <p:nvPr/>
        </p:nvSpPr>
        <p:spPr>
          <a:xfrm>
            <a:off x="685800" y="3108960"/>
            <a:ext cx="35172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67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68"/>
          <p:cNvSpPr/>
          <p:nvPr/>
        </p:nvSpPr>
        <p:spPr>
          <a:xfrm>
            <a:off x="4434840" y="3108960"/>
            <a:ext cx="32886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6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70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4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4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5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5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5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5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5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5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5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5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5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5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6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6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6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6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22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23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24"/>
          <p:cNvSpPr/>
          <p:nvPr/>
        </p:nvSpPr>
        <p:spPr>
          <a:xfrm>
            <a:off x="685800" y="2743200"/>
            <a:ext cx="35150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25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26"/>
          <p:cNvSpPr/>
          <p:nvPr/>
        </p:nvSpPr>
        <p:spPr>
          <a:xfrm>
            <a:off x="4343400" y="2743200"/>
            <a:ext cx="33778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2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28"/>
          <p:cNvSpPr/>
          <p:nvPr/>
        </p:nvSpPr>
        <p:spPr>
          <a:xfrm>
            <a:off x="7955280" y="2971800"/>
            <a:ext cx="369900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80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64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65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66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67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68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69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70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71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72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73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74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75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76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77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7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29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3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31"/>
          <p:cNvSpPr/>
          <p:nvPr/>
        </p:nvSpPr>
        <p:spPr>
          <a:xfrm>
            <a:off x="685800" y="2971800"/>
            <a:ext cx="351576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3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3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3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35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7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81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82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83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84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85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86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87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88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89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90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91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92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93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94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95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36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37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38"/>
          <p:cNvSpPr/>
          <p:nvPr/>
        </p:nvSpPr>
        <p:spPr>
          <a:xfrm>
            <a:off x="457200" y="2971800"/>
            <a:ext cx="37443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3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40"/>
          <p:cNvSpPr/>
          <p:nvPr/>
        </p:nvSpPr>
        <p:spPr>
          <a:xfrm>
            <a:off x="4343400" y="2971800"/>
            <a:ext cx="342540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41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42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96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9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9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9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0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0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0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0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0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0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0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0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0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0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1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1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4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4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45"/>
          <p:cNvSpPr/>
          <p:nvPr/>
        </p:nvSpPr>
        <p:spPr>
          <a:xfrm>
            <a:off x="475560" y="2514600"/>
            <a:ext cx="372600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4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47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4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49"/>
          <p:cNvSpPr/>
          <p:nvPr/>
        </p:nvSpPr>
        <p:spPr>
          <a:xfrm>
            <a:off x="7955280" y="2304000"/>
            <a:ext cx="3928680" cy="3616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11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1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1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1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1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1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1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1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2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2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2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2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2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2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2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2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5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5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52"/>
          <p:cNvSpPr/>
          <p:nvPr/>
        </p:nvSpPr>
        <p:spPr>
          <a:xfrm>
            <a:off x="685800" y="2971800"/>
            <a:ext cx="35157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5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54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5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56"/>
          <p:cNvSpPr/>
          <p:nvPr/>
        </p:nvSpPr>
        <p:spPr>
          <a:xfrm>
            <a:off x="7955280" y="2971800"/>
            <a:ext cx="3471120" cy="296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12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2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3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3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3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3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3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3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3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3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13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13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4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4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4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4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5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5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59"/>
          <p:cNvSpPr/>
          <p:nvPr/>
        </p:nvSpPr>
        <p:spPr>
          <a:xfrm>
            <a:off x="685800" y="3108960"/>
            <a:ext cx="351684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6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61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Rounded Rectangle 6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63"/>
          <p:cNvSpPr/>
          <p:nvPr/>
        </p:nvSpPr>
        <p:spPr>
          <a:xfrm>
            <a:off x="7955280" y="2743200"/>
            <a:ext cx="347220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Rectangle 17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7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7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7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8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8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8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8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8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8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18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18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18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8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9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9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7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7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80"/>
          <p:cNvSpPr/>
          <p:nvPr/>
        </p:nvSpPr>
        <p:spPr>
          <a:xfrm>
            <a:off x="685800" y="2971800"/>
            <a:ext cx="35179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Rounded Rectangle 8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82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Rounded Rectangle 8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84"/>
          <p:cNvSpPr/>
          <p:nvPr/>
        </p:nvSpPr>
        <p:spPr>
          <a:xfrm>
            <a:off x="7955280" y="2971800"/>
            <a:ext cx="370188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Rectangle 19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9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9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9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9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9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9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9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0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0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0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0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0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0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0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0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8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Box 37"/>
          <p:cNvSpPr/>
          <p:nvPr/>
        </p:nvSpPr>
        <p:spPr>
          <a:xfrm>
            <a:off x="1504080" y="900360"/>
            <a:ext cx="7961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38"/>
          <p:cNvSpPr/>
          <p:nvPr/>
        </p:nvSpPr>
        <p:spPr>
          <a:xfrm>
            <a:off x="2681280" y="1600200"/>
            <a:ext cx="56545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ounded Rectangle 8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ounded Rectangle 87"/>
          <p:cNvSpPr/>
          <p:nvPr/>
        </p:nvSpPr>
        <p:spPr>
          <a:xfrm>
            <a:off x="595440" y="274320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Rounded Rectangle 88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ounded Rectangle 89"/>
          <p:cNvSpPr/>
          <p:nvPr/>
        </p:nvSpPr>
        <p:spPr>
          <a:xfrm>
            <a:off x="4343400" y="2880360"/>
            <a:ext cx="36568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Rounded Rectangle 90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ounded Rectangle 91"/>
          <p:cNvSpPr/>
          <p:nvPr/>
        </p:nvSpPr>
        <p:spPr>
          <a:xfrm>
            <a:off x="8229600" y="2972880"/>
            <a:ext cx="365688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Rectangle 20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0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1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1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1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1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1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1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1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1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1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1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2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2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2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2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92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Box 40"/>
          <p:cNvSpPr/>
          <p:nvPr/>
        </p:nvSpPr>
        <p:spPr>
          <a:xfrm>
            <a:off x="1417320" y="685800"/>
            <a:ext cx="82656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41"/>
          <p:cNvSpPr/>
          <p:nvPr/>
        </p:nvSpPr>
        <p:spPr>
          <a:xfrm>
            <a:off x="2008800" y="1371600"/>
            <a:ext cx="71348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93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ounded Rectangle 94"/>
          <p:cNvSpPr/>
          <p:nvPr/>
        </p:nvSpPr>
        <p:spPr>
          <a:xfrm>
            <a:off x="457200" y="2743200"/>
            <a:ext cx="37476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Rounded Rectangle 95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ounded Rectangle 96"/>
          <p:cNvSpPr/>
          <p:nvPr/>
        </p:nvSpPr>
        <p:spPr>
          <a:xfrm>
            <a:off x="4434840" y="2971800"/>
            <a:ext cx="32904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Rounded Rectangle 9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ounded Rectangle 98"/>
          <p:cNvSpPr/>
          <p:nvPr/>
        </p:nvSpPr>
        <p:spPr>
          <a:xfrm>
            <a:off x="7955280" y="2514600"/>
            <a:ext cx="393156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Box 4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Rectangle 224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25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26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27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28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29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30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31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32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33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34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35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36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37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38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39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9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Box 43"/>
          <p:cNvSpPr/>
          <p:nvPr/>
        </p:nvSpPr>
        <p:spPr>
          <a:xfrm>
            <a:off x="915480" y="1005840"/>
            <a:ext cx="91407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44"/>
          <p:cNvSpPr/>
          <p:nvPr/>
        </p:nvSpPr>
        <p:spPr>
          <a:xfrm>
            <a:off x="2181960" y="2057400"/>
            <a:ext cx="6607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ounded Rectangle 10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ounded Rectangle 101"/>
          <p:cNvSpPr/>
          <p:nvPr/>
        </p:nvSpPr>
        <p:spPr>
          <a:xfrm>
            <a:off x="91440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Rounded Rectangle 10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ounded Rectangle 10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Rounded Rectangle 10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ounded Rectangle 105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Box 4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2026-03-17T16:57:26Z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