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673B69-B7DA-4487-938D-72B9D92AB7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B8F1DE-BBD8-4485-9326-EBEA8CB438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243F28-1772-4F62-8229-FA82AA7609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A37061-6104-4532-864A-B5BE358C8EA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0416C1-FC35-45AA-86BD-0E41053005E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5A2DE0-3A79-4C4A-AFDB-64CDA02905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C900BB-9BD7-4C19-A653-72F708BEAE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C9F455-32D1-4CBF-8698-0AC51C36C3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3D1237-71AF-44D0-9C33-FE4FC559FC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3D5C81-40EF-43A1-B4CE-89440FB21C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8E623D-3CC3-40EF-8146-A5DBA75AC2F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072EE8-F84B-4DF1-B7E2-6E788990F8D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456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21E21C-9776-4419-8F25-39468A5C19F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29120" cy="3167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38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3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4180320" y="1107360"/>
            <a:ext cx="3754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4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5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6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7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38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ounded Rectangle 139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0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5227200" y="1107360"/>
            <a:ext cx="1660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1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2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3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4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145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46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7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012400" y="2266200"/>
            <a:ext cx="8715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8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49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0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1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152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53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4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3008160" y="2266200"/>
            <a:ext cx="6723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5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6"/>
          <p:cNvSpPr/>
          <p:nvPr/>
        </p:nvSpPr>
        <p:spPr>
          <a:xfrm>
            <a:off x="1020960" y="2971800"/>
            <a:ext cx="3621960" cy="346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7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8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159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60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1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2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3"/>
          <p:cNvSpPr/>
          <p:nvPr/>
        </p:nvSpPr>
        <p:spPr>
          <a:xfrm>
            <a:off x="1020960" y="2971800"/>
            <a:ext cx="3621960" cy="346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4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5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166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Rounded Rectangle 167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2026-01-11T20:42:24Z</dcterms:modified>
  <cp:revision>67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