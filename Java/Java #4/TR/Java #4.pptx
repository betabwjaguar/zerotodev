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7DCFED-9BC6-4234-B556-85955C3AFC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BEAA5E-17AA-4549-A958-05043FB8FB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0CB1FF-7115-4F00-B96E-24B2AF68A4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6A1D9F-049F-41A2-A299-F924AFE7969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580DD1-E621-4C86-8C65-C6C12C1A5DA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04A60A-92A8-4028-BF44-768195DDB4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4795E5-B73D-4543-90CF-3FF785B84F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E68249-B12D-4804-AE37-33374DE54F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49FC95-518F-4813-8079-703FA192DA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3A027A-B725-4EE2-85EE-8F33BAD7685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CD2010-F368-4697-9609-B9B6689B718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79B96C-7317-414C-8F16-146931DF412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819864-D63E-4537-A219-506C225703B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436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612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356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612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356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6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076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356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860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076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356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860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0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36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22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356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6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356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180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2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180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2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092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21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43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75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75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75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75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752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4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4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752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5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4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75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3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688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144880" y="732600"/>
            <a:ext cx="667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081520" y="1371600"/>
            <a:ext cx="7401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5800" y="2743200"/>
            <a:ext cx="32000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267800" y="2971800"/>
            <a:ext cx="3057480" cy="297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286000"/>
            <a:ext cx="38858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2431080" y="732600"/>
            <a:ext cx="610200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1833840" y="1371600"/>
            <a:ext cx="7896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5800" y="2743200"/>
            <a:ext cx="320004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267800" y="2971800"/>
            <a:ext cx="3057480" cy="297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772400" y="2286000"/>
            <a:ext cx="32004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2026-05-27T01:06:58Z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