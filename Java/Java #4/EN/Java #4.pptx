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9A3D52-1DEB-4F65-8ACE-52A1C3F4E6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C6D25F-A2FE-48BC-83C4-7372A8473D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FEC526-A68C-4B5E-9C9A-FD0724FD861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1F583B-023A-42DB-A0E0-3F3DD739ED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858909F-85A3-4E73-A992-2D5C731359E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F5ACCA5-7C8B-4CA7-9405-ADB7FC6848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D5CD96-07DA-44CA-8DE5-45833CAA06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367209-4A40-4A1E-B4C0-D939C6ACD6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0F1796-5C5C-4C16-BCDB-8440E2E982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5AB56F-6E67-4666-AE48-50E80BBC78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AE88C2-D8AA-42E6-8604-73E136F7AA9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49701C-DDA5-46A0-9BD1-3C8643953F2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8ACA73-3834-4123-9678-F95BC0660CF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220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8140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8140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396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1000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8140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3960" cy="3053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1000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8140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328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860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8140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6440" cy="2734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8240" cy="410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81040" cy="387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9680" cy="410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8440" cy="6847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7920" cy="6847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9600" cy="6847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2001240" cy="492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8640" cy="387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214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81400" cy="2732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50040" cy="410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3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80680" cy="328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80680" cy="319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892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96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252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96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252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96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184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50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50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50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8104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50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50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5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81040" cy="365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5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6000" cy="296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252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600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33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600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69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500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600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72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43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600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72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43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6000" cy="27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220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504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212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888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360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828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79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6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19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84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200040" cy="286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79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6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36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900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8640" cy="2861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determines the comparison order.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under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971800"/>
            <a:ext cx="342828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340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2026-06-06T03:10:58Z</dcterms:modified>
  <cp:revision>50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