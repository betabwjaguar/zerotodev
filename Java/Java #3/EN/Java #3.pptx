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082264-E943-499E-8B7B-09665D4A29F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D8C0E4-7179-4CA7-8105-92847631C5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1B800F-9371-40C7-97C5-26C64DC3F5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E32499-DC68-4804-B2CB-EDCB43049C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97AB5B-CDA0-4A74-AD3E-3228298CCD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0E9809-C54D-4600-AE29-302AD33317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8BD7BE-3717-47DB-A7AF-3C547323F8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EA5904-D42A-4AB7-808F-3A28A719C3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82A6DD-AE91-442C-BE9C-3FD094BF6C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4B11DD-AEFE-481D-95D8-7C342014234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8255AF-551A-45E2-A53F-C5D8051B108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9FFE60-B55D-4ACE-98D3-80F6CB5339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02518A5-0A45-42D2-B6F1-CDBF016443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EE1477-3F28-4BAE-A01A-B4843A30B1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51EF74-F51F-4FE6-9B2F-26F2AFC72B4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8872A38-0227-4ED0-82C5-B07298A169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390E378-3528-45E3-B690-FB3B5B8E69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94F3021-DAEF-4E57-BFBF-C1D16DBFBB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7A84C3-40D0-4E80-AC79-474DDE495F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1034733-91DD-4B0A-BD09-B9B93C13EE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8032199-D9B2-4B64-8BF2-1B1C5FD12F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B789E4-6D8B-4B1E-A407-71A16B5A2D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F86FC1-496E-4BF6-9E21-6E1045757D3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93D2E7-6CA2-4AB4-9870-C62363C2AED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52E8431-FB2E-441F-B8D5-7F322DE98C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9FBE90B-A205-45D7-AEA2-5EAF4F7576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D8E4FC5-5B73-4374-9615-B761291E28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61A34AC-4663-4C08-8A80-2AD2DD72D9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66B31C9-D40A-4D91-B134-6140BA268E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2551B8-625D-4A3A-95D5-8805332A81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44B3358-EB40-4511-90E4-34DF4D58CA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97A84E1-DA62-474B-82BC-D8A73BD664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90D35B5-5D82-4B79-AA68-A0DCC76E7D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3CC41A3-E9FD-4DB7-A4F8-B7540989BF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3DC393-0697-4FC5-BD6F-54FC0185CFC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25A1A17-EEFF-41BA-901B-0FFD259EB39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0586E36-3953-4553-BE55-47786EA75C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7FCCBA-D0BB-48C0-BDF4-E196F72C00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38E110E-7B30-4BB2-AE75-CF2CA6792B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12032C6-44F7-407C-BECF-C2DEF14CFE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13B49A-41E1-405D-BB77-1CE5EC6BE3C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299847-635D-47C7-9D59-61F7020059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3F28AAA-EEEB-4DC7-B8B7-F8BE2F9D2D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594BD6E-AEA8-4C63-B7C5-17A2778DD0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DE1413E-EF9F-48A9-8C5D-A53BFC099C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62B570F-A16F-43D3-89C7-94997A2DC8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BB7448C-720D-4D73-B0B4-9D88FB87726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EE8523B-224B-4E48-9736-D1CDCE67091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F704D8A-D2BF-43DD-836F-9B787294F1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A0223DA-1545-44AE-BCDD-6BF81F4BE5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A7AF872-DF6A-482B-ACBA-2268484BBD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265E815-0F1B-424D-A06E-3E0D14DADD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4510477-AE5E-4E9A-9138-1EE20C83B3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F6F3D18-5508-4A7B-A175-1707213398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04D9ED9-253E-48CD-902D-E0145D4767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E05C51B-ABA1-4DED-A6C3-FD47B22083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72C7D94-ACB3-4F69-8372-783BBE23FA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1A5AB9F-B081-42AA-8D2B-90F52D0297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F359FBC-65A1-41F4-8A68-AD6A3FEF60F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22A6378-A9C4-4976-92F8-D0A31C7D2D6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92592F0-A5F3-4BDE-B0A4-37EBC108DFB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8E93193-8C91-48BB-85F2-A6B7BB5843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5782472-F28D-42C3-90DC-4A47EB0917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A7D19C3-23FF-4CF8-86E2-477A81EA40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031EA16-E030-4FFE-909C-5467BC9E37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7154154-8F4A-45A2-9002-0630CB2A4F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7B5A7A-BFE3-48CA-849E-ACDA2CD0F7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A4820F1-4B7E-40D2-B369-CAA4E05742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95B0958-0624-4A6E-87CD-76721FC0F0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089905C-55D5-49AD-9A59-119639D3CE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B463E22-C088-4AC1-890B-C501B977394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0DF375C-E67E-48EB-BD25-9F5C319DC8A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BEB246-472C-4785-8F9A-CB8C42C355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754178-4B56-4CD8-ACAF-13DCFDFB512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0037F4-1120-4814-8C1F-34FC8A215B0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FCFAC0-CDA9-463E-9173-56799D4B580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6E68B8-7335-45E6-B05F-98D24C8E864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97DD9F-C29D-4DBD-B7E2-774498561C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Rectangle 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1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ounded Rectangle 2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ounded Rectangle 21"/>
          <p:cNvSpPr/>
          <p:nvPr/>
        </p:nvSpPr>
        <p:spPr>
          <a:xfrm>
            <a:off x="914400" y="3108960"/>
            <a:ext cx="32889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Rounded Rectangle 2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2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Rounded Rectangle 2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ounded Rectangle 25"/>
          <p:cNvSpPr/>
          <p:nvPr/>
        </p:nvSpPr>
        <p:spPr>
          <a:xfrm>
            <a:off x="7955280" y="3108960"/>
            <a:ext cx="347292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3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3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3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3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3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3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3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3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4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4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4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4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4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4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4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ounded Rectangle 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ounded Rectangle 10"/>
          <p:cNvSpPr/>
          <p:nvPr/>
        </p:nvSpPr>
        <p:spPr>
          <a:xfrm>
            <a:off x="931680" y="2925720"/>
            <a:ext cx="3181320" cy="347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Rounded Rectangle 1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12"/>
          <p:cNvSpPr/>
          <p:nvPr/>
        </p:nvSpPr>
        <p:spPr>
          <a:xfrm>
            <a:off x="443484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ounded Rectangle 1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ounded Rectangle 14"/>
          <p:cNvSpPr/>
          <p:nvPr/>
        </p:nvSpPr>
        <p:spPr>
          <a:xfrm>
            <a:off x="7955280" y="3108960"/>
            <a:ext cx="347292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4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4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5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5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5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5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5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5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5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5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5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5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6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6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1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Rounded Rectangle 1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ounded Rectangle 18"/>
          <p:cNvSpPr/>
          <p:nvPr/>
        </p:nvSpPr>
        <p:spPr>
          <a:xfrm>
            <a:off x="685800" y="2743200"/>
            <a:ext cx="35175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Rounded Rectangle 1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26"/>
          <p:cNvSpPr/>
          <p:nvPr/>
        </p:nvSpPr>
        <p:spPr>
          <a:xfrm>
            <a:off x="4343400" y="2743200"/>
            <a:ext cx="3380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Rounded Rectangle 2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ounded Rectangle 28"/>
          <p:cNvSpPr/>
          <p:nvPr/>
        </p:nvSpPr>
        <p:spPr>
          <a:xfrm>
            <a:off x="7955280" y="2971800"/>
            <a:ext cx="370152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Rectangle 80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81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82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83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84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85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86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87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88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89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90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91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92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93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4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95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3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ounded Rectangle 3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ounded Rectangle 38"/>
          <p:cNvSpPr/>
          <p:nvPr/>
        </p:nvSpPr>
        <p:spPr>
          <a:xfrm>
            <a:off x="685800" y="3108960"/>
            <a:ext cx="35179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Rounded Rectangle 3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40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ounded Rectangle 4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ounded Rectangle 42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Rectangle 6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6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6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6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6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6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7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7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7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7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7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7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7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7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7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7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2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Rounded Rectangle 3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ounded Rectangle 31"/>
          <p:cNvSpPr/>
          <p:nvPr/>
        </p:nvSpPr>
        <p:spPr>
          <a:xfrm>
            <a:off x="457200" y="2971800"/>
            <a:ext cx="37465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Rounded Rectangle 3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33"/>
          <p:cNvSpPr/>
          <p:nvPr/>
        </p:nvSpPr>
        <p:spPr>
          <a:xfrm>
            <a:off x="4343400" y="2971800"/>
            <a:ext cx="342756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ounded Rectangle 3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ounded Rectangle 35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Rectangle 96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9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9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9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0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0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0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0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0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0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0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10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10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10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4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Box 17"/>
          <p:cNvSpPr/>
          <p:nvPr/>
        </p:nvSpPr>
        <p:spPr>
          <a:xfrm>
            <a:off x="2305080" y="1826640"/>
            <a:ext cx="6504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ounded Rectangle 4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ounded Rectangle 45"/>
          <p:cNvSpPr/>
          <p:nvPr/>
        </p:nvSpPr>
        <p:spPr>
          <a:xfrm>
            <a:off x="475560" y="2514600"/>
            <a:ext cx="372852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Rounded Rectangle 4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47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4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ounded Rectangle 49"/>
          <p:cNvSpPr/>
          <p:nvPr/>
        </p:nvSpPr>
        <p:spPr>
          <a:xfrm>
            <a:off x="7955280" y="2514600"/>
            <a:ext cx="3702240" cy="3408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Rectangle 11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1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1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11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11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1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1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1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2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2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2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2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2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2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2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2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5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22"/>
          <p:cNvSpPr/>
          <p:nvPr/>
        </p:nvSpPr>
        <p:spPr>
          <a:xfrm>
            <a:off x="2057400" y="2074680"/>
            <a:ext cx="687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Rounded Rectangle 5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ounded Rectangle 52"/>
          <p:cNvSpPr/>
          <p:nvPr/>
        </p:nvSpPr>
        <p:spPr>
          <a:xfrm>
            <a:off x="685800" y="2971800"/>
            <a:ext cx="351828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Rounded Rectangle 5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54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Rounded Rectangle 5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56"/>
          <p:cNvSpPr/>
          <p:nvPr/>
        </p:nvSpPr>
        <p:spPr>
          <a:xfrm>
            <a:off x="7955280" y="2971800"/>
            <a:ext cx="3473640" cy="297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Rectangle 12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2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3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3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3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3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3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3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3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13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13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13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14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14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4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4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5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Rounded Rectangle 58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ounded Rectangle 59"/>
          <p:cNvSpPr/>
          <p:nvPr/>
        </p:nvSpPr>
        <p:spPr>
          <a:xfrm>
            <a:off x="685800" y="3108960"/>
            <a:ext cx="35190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Rounded Rectangle 60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61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Rounded Rectangle 62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63"/>
          <p:cNvSpPr/>
          <p:nvPr/>
        </p:nvSpPr>
        <p:spPr>
          <a:xfrm>
            <a:off x="7955280" y="3108960"/>
            <a:ext cx="347436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Box 27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Rectangle 144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45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46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47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48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49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50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51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52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53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54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55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56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57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58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59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64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Box 29"/>
          <p:cNvSpPr/>
          <p:nvPr/>
        </p:nvSpPr>
        <p:spPr>
          <a:xfrm>
            <a:off x="2229120" y="2194560"/>
            <a:ext cx="6513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Rounded Rectangle 65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ounded Rectangle 66"/>
          <p:cNvSpPr/>
          <p:nvPr/>
        </p:nvSpPr>
        <p:spPr>
          <a:xfrm>
            <a:off x="685800" y="3108960"/>
            <a:ext cx="35193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Rounded Rectangle 67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68"/>
          <p:cNvSpPr/>
          <p:nvPr/>
        </p:nvSpPr>
        <p:spPr>
          <a:xfrm>
            <a:off x="443484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Rounded Rectangle 69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70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TextBox 30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2026-03-13T16:50:43Z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