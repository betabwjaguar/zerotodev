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C54C2C-9E6E-419B-A1F8-2E8A7508EA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674CA3-0A2E-4D3D-BF08-88C2B12941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54D595-7F46-48BB-BB3C-210B393766A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8B0BC0-32BD-493B-BB33-26331D548A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32D896-012D-477C-AAF5-559B0A6826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FAFB4EA-2765-4DB9-BCA2-AED0727F07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96ED4B-BB6A-49C5-A7FF-2896603211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D972E8-753D-457E-B4A0-DDFE7A2D83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483F3D6-118D-4660-B2F4-993B7C8275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E37F82-E7DE-4B8F-8764-2CC4317D13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9855FD-BC38-4A58-AB7B-33708F446EE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07820D-9111-488D-A48E-73EF6CF871A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E76955-3845-4CA4-BADE-45918DA371D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868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78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78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648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78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648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78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9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508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78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292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472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75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6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62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5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79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6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3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75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75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7000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9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716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716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540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3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61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7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900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2026-05-07T22:47:24Z</dcterms:modified>
  <cp:revision>18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