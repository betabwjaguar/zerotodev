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53220E-C788-4C76-A03E-9D94A58E76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62801A-C0A2-4B7D-8181-379BBE040C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52E706-EBAE-4424-84C6-3397C3481D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27B2E9-AA42-4B32-938B-66E8BAA035E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CB6CDF-3C3D-4320-B3B6-5887C2F4D5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D74D28-1119-4617-BBF2-558007FE2F5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5C4F89-2C94-44F2-B3E3-5E415A1026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691668-E22F-4B40-A044-4DE50186D39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827C89-77E3-45DF-B75E-4E8D25B716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2BBD1F-4A5F-4421-A0FC-0977FD7549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D8990E2-03B1-4D2D-AA3E-9C952BBF419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486DF6-AF55-4D39-88F9-4B86901015D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4B714B-F961-478F-950E-2EEC20FFB8A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153E99-B31D-4F3B-A163-0A2DB51545E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977407D-9444-432C-A19A-2DCD57D9D7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FDFDF6A-39B1-4952-B24B-7F08D292F96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44579AD-4E84-4DF0-8667-6F8DF72C416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FF52B3D-2E5F-479F-A4EF-71F111481CE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646420A-2057-47CC-8C22-8BCB2745A01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042618D-4D6C-4B10-B3A4-F5DEED053E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DB39543-CF3C-4909-84C1-34BB065E80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4118779-14A6-4333-9B72-0C6D1C64E82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1E67E8F-CBDD-441C-978B-6BF54BFF1D6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560B66-9B69-45A9-8720-CE4A105270D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F8DD584-B642-45AB-993C-FB0ED720B2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5E2E870-D34E-4126-A053-27AF4E9A1E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89FF6C2-6483-40A0-B73B-1E01497C60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E82C2B4-BE51-43AA-B2A5-EBDF506E8C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7085894-8CBF-447B-AC50-3BBACA009A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7601104-BADC-43EB-BD81-7B0802706D0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ECE5FE3-9F29-4F58-9515-A24785B895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D4708D5-D297-43E9-B422-69F1811E0A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97A9351-F2CB-4DDC-8E74-4A48914E46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DFE7367-2D5F-477C-9223-E8BC3894A38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67A24A7-17C0-4411-B61D-4F166936A7C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E1ADBFA-9544-49F0-8CE0-68AF48FD805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4DC57BD-15EF-43EC-842D-8121CC2A1A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812621C-6F5B-4B35-A503-2DE4AE02565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7F6DD2A-F26B-435C-9763-BC4DBBD758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614BACB-A7EC-44A6-9D0D-24C7EC307A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FFE8796-DFF7-4D97-B9D2-887AFFB6C03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B9EE7E5-F77D-4AEF-98B8-32A5C4FCBE3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1537A58-BA01-45FC-BFAF-D6A20DB180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0D182A2-B409-4B43-BE7F-E5245D3AB4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15CB397-A192-4B22-809C-58D59770FC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0D9D69D-A647-4C27-9D35-D2DA7CFA35F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E0D25C9-C08D-4389-A827-94DEE1B59EC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397D518-5B7C-4DF6-B565-86FB9FC00D2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B132712-6390-440B-95B2-B214A63A68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AF20D01-AD5C-402C-90F5-1AA1102A25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5AAD696-2F4B-4E65-843C-6933ED6E0A6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77647DA-E8D3-446F-89DC-D865A3A58A8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6CD810A-6E2F-4B74-A35C-CB1AF1BB71C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87A26FC-1367-4074-AECE-8F8FF98649B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DC70C3C-FE12-457F-8A6C-C36731A03F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AB27E7C-49E7-47EF-A114-088A4A9FDD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FADCD93-AF50-4E3C-B0B3-2180800AE9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E5B15ED-FD52-4ECF-8D7D-B81C25E94D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A3E5DA4-6F6E-484C-AEFE-ECC6791B72A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18E8292-F037-4A32-A698-B0BCB0CD2BC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E679423-BA2F-44B1-B4F9-B88598AEF9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554F592-68C1-4874-A8B2-CA51661CECB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DAF7F9B-9D55-4F5B-A30C-FFFCC43A28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0BE4B7E-E177-4537-8A2C-CCE5A3D57D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770B2E4-A2A9-4004-8093-AE19B2DDFCE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7B76476-FCEA-4BEE-BF7D-AD9743BDF5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9462468-F477-4516-B823-15C9FE6E3C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468578D-4895-45E5-95FD-53021BCE7B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C0298EB-21C9-4F3D-8441-4CAAFC810A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AEE0FFB-01B5-43EE-9B7A-D8FEA6B989F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93FD7C4-A67B-47A2-9CB6-5D51AFBBEA9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B45C7D7-94EE-4B6E-BDB9-9F8C64CB552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F7512F-0E9C-4AE6-9DD6-D5D53ADEF90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9945D4E-C137-47BA-B219-2B0F155F9D6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D45AA5-CCE2-44AD-8FB9-D0B64958C8A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3532E6-417F-48C7-9EAE-E8CD7964899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D2ABC3-81C0-403D-9FC2-C5DCCED2885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FAA883-CB6A-440E-8FCD-2D00A0C2A91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Rectangle 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1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ounded Rectangle 2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ounded Rectangle 21"/>
          <p:cNvSpPr/>
          <p:nvPr/>
        </p:nvSpPr>
        <p:spPr>
          <a:xfrm>
            <a:off x="685800" y="2521440"/>
            <a:ext cx="3426120" cy="332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Rounded Rectangle 2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ounded Rectangle 2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Rounded Rectangle 2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ounded Rectangle 25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3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33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34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35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36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37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38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39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40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41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42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43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44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45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46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47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Rounded Rectangle 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ounded Rectangle 10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Rounded Rectangle 1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ounded Rectangle 12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Rounded Rectangle 1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ounded Rectangle 14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Rectangle 48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7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8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9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20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21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22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23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24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25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26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27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28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29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30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31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15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Rounded Rectangle 16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ounded Rectangle 18"/>
          <p:cNvSpPr/>
          <p:nvPr/>
        </p:nvSpPr>
        <p:spPr>
          <a:xfrm>
            <a:off x="475560" y="2743200"/>
            <a:ext cx="3727440" cy="310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Rounded Rectangle 1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ounded Rectangle 26"/>
          <p:cNvSpPr/>
          <p:nvPr/>
        </p:nvSpPr>
        <p:spPr>
          <a:xfrm>
            <a:off x="4343400" y="2918520"/>
            <a:ext cx="3517200" cy="293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Rounded Rectangle 27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ounded Rectangle 28"/>
          <p:cNvSpPr/>
          <p:nvPr/>
        </p:nvSpPr>
        <p:spPr>
          <a:xfrm>
            <a:off x="8023680" y="2743200"/>
            <a:ext cx="383868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Rectangle 64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49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50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51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52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53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54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55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56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57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58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59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60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61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62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63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2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11"/>
          <p:cNvSpPr/>
          <p:nvPr/>
        </p:nvSpPr>
        <p:spPr>
          <a:xfrm>
            <a:off x="3609720" y="2194560"/>
            <a:ext cx="37504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3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31"/>
          <p:cNvSpPr/>
          <p:nvPr/>
        </p:nvSpPr>
        <p:spPr>
          <a:xfrm>
            <a:off x="685800" y="2971800"/>
            <a:ext cx="351756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ounded Rectangle 3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ounded Rectangle 3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Rounded Rectangle 3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35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 80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65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66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67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68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69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70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71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72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73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74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75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76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77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78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79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36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13"/>
          <p:cNvSpPr/>
          <p:nvPr/>
        </p:nvSpPr>
        <p:spPr>
          <a:xfrm>
            <a:off x="2175120" y="1005840"/>
            <a:ext cx="662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14"/>
          <p:cNvSpPr/>
          <p:nvPr/>
        </p:nvSpPr>
        <p:spPr>
          <a:xfrm>
            <a:off x="2093040" y="2194560"/>
            <a:ext cx="6784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ounded Rectangle 37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38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Rounded Rectangle 3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ounded Rectangle 40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Rounded Rectangle 41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42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Rectangle 8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8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8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8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8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8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8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8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8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9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9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9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9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9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9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9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43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16"/>
          <p:cNvSpPr/>
          <p:nvPr/>
        </p:nvSpPr>
        <p:spPr>
          <a:xfrm>
            <a:off x="1023840" y="1005840"/>
            <a:ext cx="892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Rounded Rectangle 44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45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ounded Rectangle 46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ounded Rectangle 47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Rounded Rectangle 48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49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Rectangle 97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98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99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100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101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102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103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104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105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106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107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108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09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10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11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12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50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21"/>
          <p:cNvSpPr/>
          <p:nvPr/>
        </p:nvSpPr>
        <p:spPr>
          <a:xfrm>
            <a:off x="1706400" y="1005840"/>
            <a:ext cx="7557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22"/>
          <p:cNvSpPr/>
          <p:nvPr/>
        </p:nvSpPr>
        <p:spPr>
          <a:xfrm>
            <a:off x="4241160" y="2194560"/>
            <a:ext cx="2496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ounded Rectangle 51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52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Rounded Rectangle 53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ounded Rectangle 54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Rounded Rectangle 55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56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Rectangle 113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114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115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116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117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118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119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120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121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122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123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124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25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26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127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28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5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24"/>
          <p:cNvSpPr/>
          <p:nvPr/>
        </p:nvSpPr>
        <p:spPr>
          <a:xfrm>
            <a:off x="2983320" y="1005840"/>
            <a:ext cx="5003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25"/>
          <p:cNvSpPr/>
          <p:nvPr/>
        </p:nvSpPr>
        <p:spPr>
          <a:xfrm>
            <a:off x="1775880" y="2057400"/>
            <a:ext cx="7434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Rounded Rectangle 58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59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Rounded Rectangle 60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ounded Rectangle 61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Rounded Rectangle 62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63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Rectangle 129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30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31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32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33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34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35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36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37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38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39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40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41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42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143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144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64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28"/>
          <p:cNvSpPr/>
          <p:nvPr/>
        </p:nvSpPr>
        <p:spPr>
          <a:xfrm>
            <a:off x="3053160" y="1005840"/>
            <a:ext cx="4863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KURULUM TÜRLERİ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29"/>
          <p:cNvSpPr/>
          <p:nvPr/>
        </p:nvSpPr>
        <p:spPr>
          <a:xfrm>
            <a:off x="1154520" y="2194560"/>
            <a:ext cx="86752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Farklı Java dağıtımları ve kurulum türleri, geliştirme veya üretim (production) ihtiyaçlarına göre esneklik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Rounded Rectangle 65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66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Java’yı kurmanın birden fazla yolu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(Resmi dağıtım)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(Açık kaynak sürüm)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(Uzun Süreli Destek) sürümleri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olmayan sürümler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sürümleri (örneğin Java 17, 21) kararlılık ve uzun vadeli projeler için önerilir.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dağıtımı seçmek; uyumluluk, güvenlik güncellemeleri ve uzun süreli destek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Rounded Rectangle 67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ounded Rectangle 68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Sürüm Seç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Dağıtımı İndir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Güncelle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Kurulumu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Rounded Rectangle 69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70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Detaylı sürüm bilgisi kontrolü: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Rectangle 145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46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47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48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49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150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151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52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53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54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55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56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57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58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59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60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71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31"/>
          <p:cNvSpPr/>
          <p:nvPr/>
        </p:nvSpPr>
        <p:spPr>
          <a:xfrm>
            <a:off x="1023120" y="1005840"/>
            <a:ext cx="892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YAYGIN KURULUM SORUNLARI VE ÇÖZÜMLERİ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32"/>
          <p:cNvSpPr/>
          <p:nvPr/>
        </p:nvSpPr>
        <p:spPr>
          <a:xfrm>
            <a:off x="2109960" y="2194560"/>
            <a:ext cx="67640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Yanlış ortam (environment) yapılandırması, Java’nın düzgün çalışmasını engelleyebilir.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72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73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 hatası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JAVA_HOME yolu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değişkeninin güncellenmemesi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Birden fazla Java sürümünün çakışması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yerine sadece JRE’nin kurulmuş olması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Çoğu sorun, ortam değişkenlerinin hatalı ayarlanmasından kaynaklanır.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Rounded Rectangle 74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ounded Rectangle 75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ortaya çıkar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Sorun çözülür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Rounded Rectangle 76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77"/>
          <p:cNvSpPr/>
          <p:nvPr/>
        </p:nvSpPr>
        <p:spPr>
          <a:xfrm>
            <a:off x="7955280" y="3108960"/>
            <a:ext cx="328932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400"/>
            </a:b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Geçici olarak JAVA_HOME ayarlama (Linux/Mac):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Rectangle 16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6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6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6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6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6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6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6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6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7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7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7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7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7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7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7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7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34"/>
          <p:cNvSpPr/>
          <p:nvPr/>
        </p:nvSpPr>
        <p:spPr>
          <a:xfrm>
            <a:off x="3134520" y="1005840"/>
            <a:ext cx="4700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SÜRÜM YÖNETİMİ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35"/>
          <p:cNvSpPr/>
          <p:nvPr/>
        </p:nvSpPr>
        <p:spPr>
          <a:xfrm>
            <a:off x="2258640" y="2194560"/>
            <a:ext cx="6467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Birden fazla Java sürümünü yönetmek ve aralarında güvenli şekilde geçiş yapmak.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Rounded Rectangle 7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80"/>
          <p:cNvSpPr/>
          <p:nvPr/>
        </p:nvSpPr>
        <p:spPr>
          <a:xfrm>
            <a:off x="457200" y="2971800"/>
            <a:ext cx="378432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Bazen aynı sistemde birden fazla Java sürümü yüklü olabilir.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eski sürüm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Farklı projeler farklı sürümler gerektirebilir.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Sürümler doğru şekilde yönetilmezse: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çakışmaları oluşur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JDK proje derler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araçları (Maven / Gradle) hata verir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sürüm yönetimi çakışmaları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Rounded Rectangle 8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ounded Rectangle 82"/>
          <p:cNvSpPr/>
          <p:nvPr/>
        </p:nvSpPr>
        <p:spPr>
          <a:xfrm>
            <a:off x="4434840" y="3108960"/>
            <a:ext cx="3289320" cy="283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Yüklü sürümleri kontrol et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klasörlerini bul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Şu komutlarla doğrula: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Rounded Rectangle 8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84"/>
          <p:cNvSpPr/>
          <p:nvPr/>
        </p:nvSpPr>
        <p:spPr>
          <a:xfrm>
            <a:off x="8001000" y="2743200"/>
            <a:ext cx="342864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Mevcut sürümü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Aktif JAVA_HOME değişkenini göster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Örnek sürüm klasörleri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Sürüm değişiminden sonra kontrol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Rectangle 17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78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79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80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81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82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83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84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85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86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87"/>
          <p:cNvSpPr/>
          <p:nvPr/>
        </p:nvSpPr>
        <p:spPr>
          <a:xfrm>
            <a:off x="821232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88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89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90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91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92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85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38"/>
          <p:cNvSpPr/>
          <p:nvPr/>
        </p:nvSpPr>
        <p:spPr>
          <a:xfrm>
            <a:off x="1742040" y="2013840"/>
            <a:ext cx="76305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Java geliştiricisinin yazdığı ilk programdır.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 Java uygulamasının temel yapısını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tanıtır ve kodun Java Sanal Makinesi (JVM) içinde nasıl çalıştırıldığını gösterir.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Rounded Rectangle 86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87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Java programı bir class ile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çalışması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çıktıyı konsola yazdırır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bytecode’a derlenir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JVM içerisinde çalıştırılır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World, Java kaynak kodunun nasıl çalışabilir çıktıya dönüştüğünü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Rounded Rectangle 88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ounded Rectangle 89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Kodunu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ile Çalıştır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Konsol Çıktısı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Rounded Rectangle 90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91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TextBox 39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2026-02-14T22:08:27Z</dcterms:modified>
  <cp:revision>24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