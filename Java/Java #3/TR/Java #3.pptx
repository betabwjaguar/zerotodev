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1AA42F-BB95-4096-B8EB-1E4F39FE9A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326EAB-B1B6-45AE-9B32-6B4DBB3484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004D3F-AA53-4ABB-A7F0-C20E4104DB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7FAB41-5D70-4007-95E3-28CB7532E8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B87E38-432B-482D-AD6A-E50361C776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F78345-5141-428E-8B5B-E385584B7F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8F851B-15FD-4DDD-BA57-D8D85C603D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3D8AA8-9575-4E77-B429-0282B02867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3CDE9E-4B26-43ED-AE99-B8572E90E4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A68B7B-3DCF-4B54-8201-5256A21F34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980247-6E79-4E42-BCA5-F27F0F6EDD1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89BFAB-820A-47D9-AF6E-6A7FF5C414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6D7F46-31DF-4083-AEA4-AC2BB58554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BC2229-23C0-4CBA-8BF0-2D96CA447F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57ED2D-C25E-48F2-8473-FF4C4BF39A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113D38-2FD8-4F08-9A95-49F1573754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933859-E98C-49BF-83FF-2D69E69D13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ADBAAC-3926-40A7-8C8E-0251D4DB69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30205F-65CF-433C-B5B0-D49B186437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A92F581-2551-4A66-A8D4-1D3FA2C153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4A8BB8-D95C-4B60-ADD8-31CFADFBB6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5042D0-3C73-4EDC-AD61-32C9C89B7E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4D303D6-857E-4E27-9F5B-04F77EDB010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EED58C-D681-4966-826A-507DF045C4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997D6C-D91F-4744-BB46-0094BA9322C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DADEA6-315A-4386-8054-1EC9589C505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3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3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3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3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3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3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4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4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4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4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4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4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4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4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ounded Rectangle 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ounded Rectangle 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ounded Rectangle 10"/>
          <p:cNvSpPr/>
          <p:nvPr/>
        </p:nvSpPr>
        <p:spPr>
          <a:xfrm>
            <a:off x="914400" y="3108960"/>
            <a:ext cx="32900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Rounded Rectangle 1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ounded Rectangle 12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Rounded Rectangle 1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ounded Rectangle 14"/>
          <p:cNvSpPr/>
          <p:nvPr/>
        </p:nvSpPr>
        <p:spPr>
          <a:xfrm>
            <a:off x="7955280" y="3108960"/>
            <a:ext cx="34740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1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1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1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2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2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2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2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2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2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2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2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2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2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3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3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ounded Rectangle 1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1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ounded Rectangle 17"/>
          <p:cNvSpPr/>
          <p:nvPr/>
        </p:nvSpPr>
        <p:spPr>
          <a:xfrm>
            <a:off x="931680" y="2925720"/>
            <a:ext cx="3182760" cy="370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Rounded Rectangle 18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ounded Rectangle 19"/>
          <p:cNvSpPr/>
          <p:nvPr/>
        </p:nvSpPr>
        <p:spPr>
          <a:xfrm>
            <a:off x="443484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Rounded Rectangle 20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ounded Rectangle 21"/>
          <p:cNvSpPr/>
          <p:nvPr/>
        </p:nvSpPr>
        <p:spPr>
          <a:xfrm>
            <a:off x="7955280" y="2971800"/>
            <a:ext cx="370296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4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4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5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5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5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5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5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5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5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5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5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5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6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6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2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10"/>
          <p:cNvSpPr/>
          <p:nvPr/>
        </p:nvSpPr>
        <p:spPr>
          <a:xfrm>
            <a:off x="1357920" y="1005840"/>
            <a:ext cx="82562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1"/>
          <p:cNvSpPr/>
          <p:nvPr/>
        </p:nvSpPr>
        <p:spPr>
          <a:xfrm>
            <a:off x="1810800" y="1846080"/>
            <a:ext cx="740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23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ounded Rectangle 24"/>
          <p:cNvSpPr/>
          <p:nvPr/>
        </p:nvSpPr>
        <p:spPr>
          <a:xfrm>
            <a:off x="685800" y="2743200"/>
            <a:ext cx="35186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Rounded Rectangle 25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ounded Rectangle 26"/>
          <p:cNvSpPr/>
          <p:nvPr/>
        </p:nvSpPr>
        <p:spPr>
          <a:xfrm>
            <a:off x="4343400" y="2743200"/>
            <a:ext cx="33814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Rounded Rectangle 2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28"/>
          <p:cNvSpPr/>
          <p:nvPr/>
        </p:nvSpPr>
        <p:spPr>
          <a:xfrm>
            <a:off x="7955280" y="2971800"/>
            <a:ext cx="370260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8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64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65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66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67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68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69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70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71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72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73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74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75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76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77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8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ounded Rectangle 2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2441520" y="1005840"/>
            <a:ext cx="6087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2802600" y="2074680"/>
            <a:ext cx="5367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ounded Rectangle 3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ounded Rectangle 31"/>
          <p:cNvSpPr/>
          <p:nvPr/>
        </p:nvSpPr>
        <p:spPr>
          <a:xfrm>
            <a:off x="685800" y="2971800"/>
            <a:ext cx="351936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Rounded Rectangle 3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ounded Rectangle 3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Rounded Rectangle 3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35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1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79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81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82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83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84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85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86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87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88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89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90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91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92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93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4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5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ounded Rectangle 3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Box 16"/>
          <p:cNvSpPr/>
          <p:nvPr/>
        </p:nvSpPr>
        <p:spPr>
          <a:xfrm>
            <a:off x="1422000" y="1005840"/>
            <a:ext cx="81273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17"/>
          <p:cNvSpPr/>
          <p:nvPr/>
        </p:nvSpPr>
        <p:spPr>
          <a:xfrm>
            <a:off x="1388160" y="2057400"/>
            <a:ext cx="8782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3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ounded Rectangle 38"/>
          <p:cNvSpPr/>
          <p:nvPr/>
        </p:nvSpPr>
        <p:spPr>
          <a:xfrm>
            <a:off x="457200" y="2971800"/>
            <a:ext cx="37479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Rounded Rectangle 3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ounded Rectangle 40"/>
          <p:cNvSpPr/>
          <p:nvPr/>
        </p:nvSpPr>
        <p:spPr>
          <a:xfrm>
            <a:off x="4343400" y="2971800"/>
            <a:ext cx="342900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Rounded Rectangle 4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42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18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2026-03-09T17:57:27Z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