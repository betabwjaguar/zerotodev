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19.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205.xml.rels" ContentType="application/vnd.openxmlformats-package.relationships+xml"/>
  <Override PartName="/ppt/slideLayouts/_rels/slideLayout67.xml.rels" ContentType="application/vnd.openxmlformats-package.relationships+xml"/>
  <Override PartName="/ppt/slideLayouts/_rels/slideLayout206.xml.rels" ContentType="application/vnd.openxmlformats-package.relationships+xml"/>
  <Override PartName="/ppt/slideLayouts/_rels/slideLayout68.xml.rels" ContentType="application/vnd.openxmlformats-package.relationships+xml"/>
  <Override PartName="/ppt/slideLayouts/_rels/slideLayout207.xml.rels" ContentType="application/vnd.openxmlformats-package.relationships+xml"/>
  <Override PartName="/ppt/slideLayouts/_rels/slideLayout69.xml.rels" ContentType="application/vnd.openxmlformats-package.relationships+xml"/>
  <Override PartName="/ppt/slideLayouts/_rels/slideLayout208.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210.xml.rels" ContentType="application/vnd.openxmlformats-package.relationships+xml"/>
  <Override PartName="/ppt/slideLayouts/_rels/slideLayout72.xml.rels" ContentType="application/vnd.openxmlformats-package.relationships+xml"/>
  <Override PartName="/ppt/slideLayouts/_rels/slideLayout211.xml.rels" ContentType="application/vnd.openxmlformats-package.relationships+xml"/>
  <Override PartName="/ppt/slideLayouts/_rels/slideLayout73.xml.rels" ContentType="application/vnd.openxmlformats-package.relationships+xml"/>
  <Override PartName="/ppt/slideLayouts/_rels/slideLayout212.xml.rels" ContentType="application/vnd.openxmlformats-package.relationships+xml"/>
  <Override PartName="/ppt/slideLayouts/_rels/slideLayout74.xml.rels" ContentType="application/vnd.openxmlformats-package.relationships+xml"/>
  <Override PartName="/ppt/slideLayouts/_rels/slideLayout213.xml.rels" ContentType="application/vnd.openxmlformats-package.relationships+xml"/>
  <Override PartName="/ppt/slideLayouts/_rels/slideLayout75.xml.rels" ContentType="application/vnd.openxmlformats-package.relationships+xml"/>
  <Override PartName="/ppt/slideLayouts/_rels/slideLayout214.xml.rels" ContentType="application/vnd.openxmlformats-package.relationships+xml"/>
  <Override PartName="/ppt/slideLayouts/_rels/slideLayout76.xml.rels" ContentType="application/vnd.openxmlformats-package.relationships+xml"/>
  <Override PartName="/ppt/slideLayouts/_rels/slideLayout215.xml.rels" ContentType="application/vnd.openxmlformats-package.relationships+xml"/>
  <Override PartName="/ppt/slideLayouts/_rels/slideLayout77.xml.rels" ContentType="application/vnd.openxmlformats-package.relationships+xml"/>
  <Override PartName="/ppt/slideLayouts/_rels/slideLayout216.xml.rels" ContentType="application/vnd.openxmlformats-package.relationships+xml"/>
  <Override PartName="/ppt/slideLayouts/_rels/slideLayout78.xml.rels" ContentType="application/vnd.openxmlformats-package.relationships+xml"/>
  <Override PartName="/ppt/slideLayouts/_rels/slideLayout217.xml.rels" ContentType="application/vnd.openxmlformats-package.relationships+xml"/>
  <Override PartName="/ppt/slideLayouts/_rels/slideLayout79.xml.rels" ContentType="application/vnd.openxmlformats-package.relationships+xml"/>
  <Override PartName="/ppt/slideLayouts/_rels/slideLayout218.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220.xml.rels" ContentType="application/vnd.openxmlformats-package.relationships+xml"/>
  <Override PartName="/ppt/slideLayouts/_rels/slideLayout82.xml.rels" ContentType="application/vnd.openxmlformats-package.relationships+xml"/>
  <Override PartName="/ppt/slideLayouts/_rels/slideLayout221.xml.rels" ContentType="application/vnd.openxmlformats-package.relationships+xml"/>
  <Override PartName="/ppt/slideLayouts/_rels/slideLayout83.xml.rels" ContentType="application/vnd.openxmlformats-package.relationships+xml"/>
  <Override PartName="/ppt/slideLayouts/_rels/slideLayout222.xml.rels" ContentType="application/vnd.openxmlformats-package.relationships+xml"/>
  <Override PartName="/ppt/slideLayouts/_rels/slideLayout84.xml.rels" ContentType="application/vnd.openxmlformats-package.relationships+xml"/>
  <Override PartName="/ppt/slideLayouts/_rels/slideLayout223.xml.rels" ContentType="application/vnd.openxmlformats-package.relationships+xml"/>
  <Override PartName="/ppt/slideLayouts/_rels/slideLayout85.xml.rels" ContentType="application/vnd.openxmlformats-package.relationships+xml"/>
  <Override PartName="/ppt/slideLayouts/_rels/slideLayout224.xml.rels" ContentType="application/vnd.openxmlformats-package.relationships+xml"/>
  <Override PartName="/ppt/slideLayouts/_rels/slideLayout86.xml.rels" ContentType="application/vnd.openxmlformats-package.relationships+xml"/>
  <Override PartName="/ppt/slideLayouts/_rels/slideLayout225.xml.rels" ContentType="application/vnd.openxmlformats-package.relationships+xml"/>
  <Override PartName="/ppt/slideLayouts/_rels/slideLayout87.xml.rels" ContentType="application/vnd.openxmlformats-package.relationships+xml"/>
  <Override PartName="/ppt/slideLayouts/_rels/slideLayout226.xml.rels" ContentType="application/vnd.openxmlformats-package.relationships+xml"/>
  <Override PartName="/ppt/slideLayouts/_rels/slideLayout88.xml.rels" ContentType="application/vnd.openxmlformats-package.relationships+xml"/>
  <Override PartName="/ppt/slideLayouts/_rels/slideLayout227.xml.rels" ContentType="application/vnd.openxmlformats-package.relationships+xml"/>
  <Override PartName="/ppt/slideLayouts/_rels/slideLayout89.xml.rels" ContentType="application/vnd.openxmlformats-package.relationships+xml"/>
  <Override PartName="/ppt/slideLayouts/_rels/slideLayout228.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92.xml.rels" ContentType="application/vnd.openxmlformats-package.relationships+xml"/>
  <Override PartName="/ppt/slideLayouts/_rels/slideLayout93.xml.rels" ContentType="application/vnd.openxmlformats-package.relationships+xml"/>
  <Override PartName="/ppt/slideLayouts/_rels/slideLayout94.xml.rels" ContentType="application/vnd.openxmlformats-package.relationships+xml"/>
  <Override PartName="/ppt/slideLayouts/_rels/slideLayout95.xml.rels" ContentType="application/vnd.openxmlformats-package.relationships+xml"/>
  <Override PartName="/ppt/slideLayouts/_rels/slideLayout96.xml.rels" ContentType="application/vnd.openxmlformats-package.relationships+xml"/>
  <Override PartName="/ppt/slideLayouts/_rels/slideLayout97.xml.rels" ContentType="application/vnd.openxmlformats-package.relationships+xml"/>
  <Override PartName="/ppt/slideLayouts/_rels/slideLayout98.xml.rels" ContentType="application/vnd.openxmlformats-package.relationships+xml"/>
  <Override PartName="/ppt/slideLayouts/_rels/slideLayout99.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_rels/slideLayout209.xml.rels" ContentType="application/vnd.openxmlformats-package.relationships+xml"/>
  <Override PartName="/ppt/slideLayouts/_rels/slideLayout219.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 id="2147483869" r:id="rId19"/>
    <p:sldMasterId id="2147483882" r:id="rId20"/>
  </p:sldMasterIdLst>
  <p:sldIdLst>
    <p:sldId id="256" r:id="rId21"/>
    <p:sldId id="257" r:id="rId22"/>
    <p:sldId id="258" r:id="rId23"/>
    <p:sldId id="259" r:id="rId24"/>
    <p:sldId id="260" r:id="rId25"/>
    <p:sldId id="261" r:id="rId26"/>
    <p:sldId id="262" r:id="rId27"/>
    <p:sldId id="263" r:id="rId28"/>
    <p:sldId id="264" r:id="rId29"/>
    <p:sldId id="265" r:id="rId30"/>
    <p:sldId id="266" r:id="rId31"/>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slide" Target="slides/slide3.xml"/><Relationship Id="rId24" Type="http://schemas.openxmlformats.org/officeDocument/2006/relationships/slide" Target="slides/slide4.xml"/><Relationship Id="rId25" Type="http://schemas.openxmlformats.org/officeDocument/2006/relationships/slide" Target="slides/slide5.xml"/><Relationship Id="rId26" Type="http://schemas.openxmlformats.org/officeDocument/2006/relationships/slide" Target="slides/slide6.xml"/><Relationship Id="rId27" Type="http://schemas.openxmlformats.org/officeDocument/2006/relationships/slide" Target="slides/slide7.xml"/><Relationship Id="rId28" Type="http://schemas.openxmlformats.org/officeDocument/2006/relationships/slide" Target="slides/slide8.xml"/><Relationship Id="rId29" Type="http://schemas.openxmlformats.org/officeDocument/2006/relationships/slide" Target="slides/slide9.xml"/><Relationship Id="rId30" Type="http://schemas.openxmlformats.org/officeDocument/2006/relationships/slide" Target="slides/slide10.xml"/><Relationship Id="rId31" Type="http://schemas.openxmlformats.org/officeDocument/2006/relationships/slide" Target="slides/slide11.xml"/><Relationship Id="rId32" Type="http://schemas.openxmlformats.org/officeDocument/2006/relationships/slide" Target="slides/slide12.xml"/><Relationship Id="rId33" Type="http://schemas.openxmlformats.org/officeDocument/2006/relationships/slide" Target="slides/slide13.xml"/><Relationship Id="rId34" Type="http://schemas.openxmlformats.org/officeDocument/2006/relationships/slide" Target="slides/slide14.xml"/><Relationship Id="rId35" Type="http://schemas.openxmlformats.org/officeDocument/2006/relationships/slide" Target="slides/slide15.xml"/><Relationship Id="rId36" Type="http://schemas.openxmlformats.org/officeDocument/2006/relationships/slide" Target="slides/slide16.xml"/><Relationship Id="rId37" Type="http://schemas.openxmlformats.org/officeDocument/2006/relationships/slide" Target="slides/slide17.xml"/><Relationship Id="rId38" Type="http://schemas.openxmlformats.org/officeDocument/2006/relationships/slide" Target="slides/slide18.xml"/><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7.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1.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2.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3.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2.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3.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4.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5.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6.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8.xml.rels><?xml version="1.0" encoding="UTF-8"?>
<Relationships xmlns="http://schemas.openxmlformats.org/package/2006/relationships"><Relationship Id="rId1" Type="http://schemas.openxmlformats.org/officeDocument/2006/relationships/slideMaster" Target="../slideMasters/slideMaster19.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7B256EEA-C1F9-4B80-BADD-8406D809F7E7}"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4203141-7798-4929-B102-EE42436D2077}"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9D2455A-BEFC-4A78-9D64-73E676038E9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5911D8B5-FD0C-463C-9556-79468C5B610C}"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32E9ACFE-0C9A-48F1-9E73-10608A595B1B}"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BF819A19-23C7-4097-AF7A-8DEA815E0E4E}"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A5ACA46C-1CDC-4901-BBC4-BADEDE304AC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DF953F2-861D-4B6D-A681-08EC2C2409D7}"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54052E1-55BD-470D-81A0-F274CB651F2C}"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B2F4AF4A-23ED-445C-BDBF-F2615E0ED0DD}"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9D969280-1030-49A4-AD21-FBB74F240432}"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457FDCBA-9647-4B64-B805-9E7E98FFE55E}"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ECDBF3E8-0BF2-4A4E-A02D-E91316FC4B43}"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F6D4BD5-3E3E-4B2E-A0C7-AE3EE0F56227}"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D3CB67EF-5791-46B1-8CE7-2F7225E0AFA0}"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2F56CD77-71C9-4210-8BA8-3BD3517F4566}"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10C0C51E-C2DF-415A-B005-495A138DB489}"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7C64297C-3135-4D60-8444-A52C8264BEAC}"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91506FB1-59BD-4A63-BE0D-13C0B5B041C7}"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F13E68E5-44E5-477A-B6EF-C22737F971C3}"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5A42C626-995B-40A8-830B-28F50BC9E8C1}"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BF35E9F6-3C84-4207-BFB0-8F461C32A630}"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D4F0C6AE-A1DA-4DAF-9046-BA0159200660}"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3F940BD1-EE72-4DB1-83A1-85376B0347B9}"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1830E199-C0F1-4F8A-B9F9-0A9EAB743085}"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9E1A31C9-3002-439B-9819-110C692F6CC8}"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5A486B6E-DC86-4532-9572-5BCD44F6E038}"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52E41C32-E6CB-4F3F-9DF1-A3640141ED90}"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50CE3855-A60E-4F23-AE29-053B37613702}"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F5504EAF-89D9-4AE5-AA71-DCCF281F4464}"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D1639476-5EF5-4D6D-A909-1FD6AA4BF186}"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85017131-75DA-4E71-AF44-05F861191DC5}"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F2C5125C-61C7-4767-A700-BD37B5F221BC}"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D8CEB951-A3D9-48ED-95FB-9A154E7C2959}"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072D9DCF-8233-4ED0-B009-7ED85F1F72EC}"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9FB3379E-4AB5-4032-8F11-8FF7D9AE5CD8}"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5BE58892-066B-43B0-89F3-F07738B4CBEF}"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2DD67FB6-D1BE-49AB-970D-2A7CE016133C}"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F15B5006-AD27-4D28-BCB6-C53E05FEB0FE}"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8E0ACAC4-7A38-4AE4-907F-9ED1480E8F19}"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A3832623-6385-4030-85B7-8ED509182AB0}"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C0442C3D-3502-43BE-BF31-0908E6ED9549}"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A0CF11D7-129B-4C34-AE52-9684DE6100FB}"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44C906B5-30FF-4D7A-8420-7D194E3E4400}"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2DE61AF0-3680-43EA-AEEA-9064C3195519}"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213A0C73-4309-49BE-B9E2-7E0591FD4D97}"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40B71023-FED2-46A0-88F4-3FCF7BDDAFCB}"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4F9AB2B9-9919-4C3A-9EF3-621089DACB1B}"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E657DBC3-B411-4AC6-B531-2008B65F5184}"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8462087A-82D5-4244-BF38-D6A6178E06C2}"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FE138007-05ED-4669-A6D5-90499CABDBC0}"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9A6E53CE-12F7-4C6E-9027-68A4B06FE74F}"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5E653DB7-06DA-4E65-8BB1-D7A45EA4E176}"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F6A34937-7312-4F6C-A48E-1DB627CDA03C}"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BB4102C0-63C7-4C45-AA41-48AB4C75DD57}"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ABDA2604-CEBC-4597-B25A-01C8A219BE76}"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FCCC9D85-9361-4ECE-B96D-8DACB87A3813}"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135072C1-37A4-4A02-AE69-DB951CBFA6DA}"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FDCB487E-8FC7-41D4-9D38-BAE9FE37579B}"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E918D9E9-EFAE-4ACF-8033-F824407FC6D7}"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88960DD2-7537-4FEF-8E82-8724B1F9CA9D}"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15C74B65-8AA9-46E7-AAFF-75914B200373}"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0431975E-E42F-4A5B-881F-0667990A7F96}"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B2B5E622-278B-429F-9D91-45B986FD0AC4}"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D796CFE9-B904-4CE9-8CE6-9BE0563F8022}"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BCFE2B20-C1C9-4CA1-BA38-5BF2CD047D09}"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1AB7DEBA-B8F1-4578-BBCB-4C39E60BC267}"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030927D-A78C-446D-B844-1C9BA2D93BE5}"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1CD25A3B-F9B5-4B74-AD41-64C98FB1C64A}"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5B827168-9A2E-4298-B8D7-4433E9B35114}"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CCC6F4E0-8DAB-48F3-8A62-12E559CDE729}"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4C29B825-0773-48C6-9A35-924FCD37DBBD}"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9EEF8FA2-45D7-4285-AA83-7E6A529B5FC3}"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61248808-50E4-495F-A406-BAB231FD5F69}"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4880ACA3-A41F-4FFC-B8D8-F7664EA8CE50}"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2B64F4A8-5640-493E-94EA-8A6CAAD33691}"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EF97E07E-695F-41A8-A35A-9B384E937036}"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C15BAA4F-2600-4964-A553-68EE14BFC74D}"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253E1A90-2BD0-45EB-A1CB-F0F1F55B15D5}"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7D9D33E3-54FB-4383-891B-CBBAE1B2B654}"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746EC3BF-43FE-447C-A30F-F5224934D5BF}"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A03B9C67-4358-442E-A977-035FCB07E81A}"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AABE8CFD-7D7B-4950-91C4-B62F8AC340C1}"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3F822D83-5FB1-4034-B3C2-BE74F296C0EC}"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D23837B7-738D-4D02-BC0F-D326C4E9F059}"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C7755ACB-D494-43C3-9CE1-4FA515B936F5}"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AED95918-9CE8-4102-A20E-4773BB79A317}"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839E0E63-931E-48CC-8C7A-2753B21F94B8}"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0D92A379-B0B3-4948-8391-51FFB5CDFF15}"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A2A85A35-8D18-42C4-B1CD-D39BFC6196F6}"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1D99C9D1-695F-4A03-81CA-97C9E6FE15AD}"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A80FB1E5-6DC9-467E-B61A-672EBF062C2B}"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D84E07F8-41C7-47D5-AE10-0196A2775006}"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EE1A0F8D-1ACE-4730-9AD0-09D73BC983A8}"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D2EC1D76-DC55-4773-BC96-31096FA13CFB}"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727A1930-0737-4C0F-A0F3-602F46184951}"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B978B260-3E97-45AD-B8B7-3E12E0767BE9}"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C3BF2277-9491-4EA3-A2C4-AC29CC00EDA1}"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55B307B6-FC5B-4353-8CB9-424E7A7C30FC}"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A88D0ED8-B2BF-4031-B573-D299AAB279B2}"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DA3BD82C-C447-4719-BDAA-860D71E28AEA}"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F0EA24FA-C7C4-4408-A812-23051588A201}"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FF1F0B56-5CA4-4D57-B2AB-4663F539E19B}"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734350F7-0624-45A8-8B40-B42429EB34F3}"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73CE6D80-7BCB-44CA-9DBF-B8C881C41179}"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568F4F0A-7534-4255-B3C7-60A14432FCD9}"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EFF16DFA-180F-457F-A292-68B41870B92B}"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9EB4D685-0C37-4AA7-9A4C-1D37565EB9BC}"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64EF9034-5823-4F57-AEDA-7C2AB2FFA6B5}"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84415429-02C8-4903-B1F1-5C68144D9472}"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95F0FF4A-805E-4462-98F6-C5398155807F}"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14DFB2CE-3F37-466A-8901-254A28A6EC87}"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27A5F993-9AF4-4B8F-8245-C42989CDA211}"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107E40C0-C7B4-4C8A-B20B-E8C728890584}"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7EC672F3-4FCA-48AE-BD26-8D5E28DCB692}"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975C9D2D-6BE2-485D-88A2-B6DFAE82146B}"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C475DA5E-F293-427A-88C7-D9657F359D56}"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EF66C314-C027-45E8-94C1-CFAEB4BCFCC2}"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7533452C-6DD1-41E6-A2D7-48C5AD643257}"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1EC38795-050B-44A8-A145-A1099F4D07F0}"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A70C36F7-ABF3-426E-9E61-7446AE569BC6}"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6CE3343D-EFC3-4C78-B3AD-58879CFEB8C3}"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87D88083-5DFE-43DA-B424-21475E880A8C}"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9039664F-A1F5-45F9-816C-83A501509C2C}"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F2DEA8E6-7809-4E54-A498-96A01F892D82}"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7698A4F0-5921-46D9-81AB-37485C1C57D8}"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01648257-0ED6-47EC-BEFD-893FFC850693}"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EA184E7A-D782-4FBF-81AC-3A95BCCF7858}"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B59F4757-8167-4556-BE1B-80DDE715DABC}"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27803976-FAA3-4D1B-82CA-95147031719C}"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68B32E4C-F875-47B9-AECF-78329F5F94E4}"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E125DFBE-C0A1-4080-B07A-A170892265A0}"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894F5320-E032-47C0-8F14-D1A5BC8B53E6}"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177BFD4A-2D71-42E9-99AD-7A5DAE187EB1}"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55FC01DD-2C30-4F83-AA72-58EBAF80B6F6}"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646AE78A-6C61-494D-B093-111C83492625}"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72F7C00B-09BA-4E12-81B4-F873B61A9E16}"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16BB3E06-6A1A-47CE-A10F-F93ECC996C10}"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0B45ED37-27CF-4B61-BD39-4E6AB4FE6E91}"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C30F9CD5-CD5F-4C3B-B166-DF0A492DB66A}"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A749935B-2F95-4C91-B311-067B7E824652}"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8DD56060-C777-4A63-877A-50FA793636EA}"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59D329B6-4B04-4AFB-9F44-96033158BEEC}"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9C0E6240-8DED-4A5A-AEE4-4AA29D329392}"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71AA1324-F78D-45C0-B24F-A6C39174F746}"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5877A17C-0735-4310-B30E-23C5951F57D2}"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238A974A-CF66-45C3-B6CD-6EBBD26B5F64}"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5FB57121-92C9-4E7B-B690-C4430EA90262}"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CF09B556-DC9F-473A-A6DE-3248BE2B67B8}"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3767A639-3EAA-4658-8BCD-7CE548C4F272}"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D10E8BD9-72F8-45A6-B37F-0A39058AA6A5}"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C691AB27-7D15-410F-98C4-08317CA4ABEC}"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DAC0103C-A9D1-4A8D-A904-2005489EAD98}"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25FDCAFA-A269-4143-B3E7-A6B5B965E3DE}"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71764D6B-8CB9-407B-8EC4-D26F0AE59775}"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60566D05-D448-4781-BFD8-E4091857E6E6}"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35C6BB10-0849-4C6F-9EDD-FAC903EEA6C6}"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B2D6900C-4919-4A51-BB1B-9D9E850AEC44}"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630B7FA9-E099-476A-B0A7-DB0A69521803}"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E1A14CAF-6F6A-403B-8A5B-BCCAC77D4EA0}"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CBC36967-5855-41BE-82E3-7EF070A24FE1}"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B38CB739-BE42-4903-B438-18871D65ED06}"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DC1C4302-9F8B-4A0C-8A58-D8DB68912429}"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9DCDA07C-CF17-41F8-9E7D-4FA9795A3BAC}"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DFCBAA25-76B5-45D8-8CBD-BAB839E8DF75}"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0432BFB8-CB1E-4A6A-A070-C1D75864A2E2}"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67D53E5A-31BE-4C6D-AE36-20A43CD9DD7A}"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FEDF5C2D-EB0F-4A43-A27D-33DDFB9D7BD8}"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ECB9B1FF-2DA0-49FA-BE0C-FF0E01608262}"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13892F61-6C10-4A50-B5F9-D9FAE58961BF}"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7806317D-FFDE-402B-ADD0-85CED68C5030}"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0411AC59-9473-469D-A8EE-54BE4EF31BA8}"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A61838B7-CAD7-441C-84F6-F84362562941}"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0A6B2E68-6414-4264-98B1-6821CE5AF524}"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581E6D45-D63D-482A-AB70-6F69CE4628E5}"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05F904DE-1D51-475C-9DE9-B46508F1C566}"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52FFBFF8-FC85-48D2-B97D-4184D5F37F85}"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09CFC1F8-418E-4167-BBE7-00763DD64483}"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D50D080B-0F0F-4808-B43F-806C6DED9A36}"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43ACB3ED-BC56-4E62-BF52-36A7A2C75D83}"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B9D960A7-A859-4462-9B08-12D3FF0121C1}"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756DC98E-FCA3-4284-BB4F-32878A0081BC}"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26724C13-5321-4219-8E21-C0E91BE425B6}"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0C3F7EEA-4CF0-486F-9B78-ADBA01D5C258}"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F87A9691-738F-49AF-B0E5-AD227ED61BF6}"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61938F90-EB37-44F0-8FE2-D2A1367716F9}"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18E6176B-65DE-4BEC-ADC3-2E3683EC9C39}"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A2A3B45F-2A29-4E96-BB0B-69AB5573E095}"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576912D0-3BAA-4BDB-9F4D-B8FD896120AA}"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B7EC66F6-C9E3-4830-876F-D363CDA48297}"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FD7DDC91-ED36-456A-95BF-69C435DF7044}"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62293B57-2D24-4EC3-958B-6BC2D3435565}"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50CF8F73-2146-4DC9-9226-B8BC8B9F18DF}"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0F8C9A11-0A41-44CE-A903-259E1EE02A74}"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2DFBEA67-605E-49EA-8DD3-6042D988F127}"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507A1F8F-30B4-429A-B0A9-6451EA67B064}"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6E25D713-4091-46CE-953F-DDC473C7C125}"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6C36ED18-6D72-45BF-AB26-167F7D454460}"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1DE5D5BC-E8A6-4419-9A7A-90CD73408888}"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94A8177D-72A8-4869-92D8-F8F406B35166}"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1CB3B104-2671-4B27-B90B-96AC3A9135CF}"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E75591C4-DFD8-4D20-B5F3-30BA8E00B28E}"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6A6DA68F-AFA2-4D0B-82AC-F8905F5A41D1}"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8DC335E9-FBCA-4883-BC2D-2CF6D3346F4E}" type="slidenum">
              <a:t>&lt;#&gt;</a:t>
            </a:fld>
          </a:p>
        </p:txBody>
      </p:sp>
      <p:sp>
        <p:nvSpPr>
          <p:cNvPr id="11" name="PlaceHolder 10"/>
          <p:cNvSpPr>
            <a:spLocks noGrp="1"/>
          </p:cNvSpPr>
          <p:nvPr>
            <p:ph type="dt" idx="51"/>
          </p:nvPr>
        </p:nvSpPr>
        <p:spPr/>
        <p:txBody>
          <a:bodyPr/>
          <a:p>
            <a:r>
              <a:rPr lang="en-US"/>
              <a:t/>
            </a:r>
          </a:p>
        </p:txBody>
      </p:sp>
    </p:spTree>
  </p:cSld>
</p:sldLayout>
</file>

<file path=ppt/slideLayouts/slideLayout2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23C7E8AF-88AB-4CCB-A83A-144BE1121523}"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751F75E0-438B-4B4C-86A4-03FAF733FBA3}"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0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FAC09C04-08B3-4582-B168-BE1DA29FE3E4}"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A641B38B-8D29-4A8D-B771-B9E897D3C18D}"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0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3DD04FAB-E059-4570-86F1-857916492C5C}"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0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F9677B41-FA6C-452F-8E70-ABCC09229C2A}"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EA44DDBF-26C1-4885-BD8D-2B146D34F27D}"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9B57B406-2509-411D-9BC6-1AC5E0A7AB43}"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DACCE89E-C739-49AB-A3CE-F37E33D29178}"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0A69EBEC-B979-41E5-AD53-AC0A5605A03B}"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2"/>
          </p:nvPr>
        </p:nvSpPr>
        <p:spPr/>
        <p:txBody>
          <a:bodyPr/>
          <a:p>
            <a:r>
              <a:t>Footer</a:t>
            </a:r>
          </a:p>
        </p:txBody>
      </p:sp>
      <p:sp>
        <p:nvSpPr>
          <p:cNvPr id="8" name="PlaceHolder 7"/>
          <p:cNvSpPr>
            <a:spLocks noGrp="1"/>
          </p:cNvSpPr>
          <p:nvPr>
            <p:ph type="sldNum" idx="53"/>
          </p:nvPr>
        </p:nvSpPr>
        <p:spPr/>
        <p:txBody>
          <a:bodyPr/>
          <a:p>
            <a:fld id="{03ED8104-DA9D-49FE-B708-B89D0E04137D}" type="slidenum">
              <a:t>&lt;#&gt;</a:t>
            </a:fld>
          </a:p>
        </p:txBody>
      </p:sp>
      <p:sp>
        <p:nvSpPr>
          <p:cNvPr id="9" name="PlaceHolder 8"/>
          <p:cNvSpPr>
            <a:spLocks noGrp="1"/>
          </p:cNvSpPr>
          <p:nvPr>
            <p:ph type="dt" idx="54"/>
          </p:nvPr>
        </p:nvSpPr>
        <p:spPr/>
        <p:txBody>
          <a:bodyPr/>
          <a:p>
            <a:r>
              <a:rPr lang="en-US"/>
              <a:t/>
            </a:r>
          </a:p>
        </p:txBody>
      </p:sp>
    </p:spTree>
  </p:cSld>
</p:sldLayout>
</file>

<file path=ppt/slideLayouts/slideLayout2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3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2"/>
          </p:nvPr>
        </p:nvSpPr>
        <p:spPr/>
        <p:txBody>
          <a:bodyPr/>
          <a:p>
            <a:r>
              <a:t>Footer</a:t>
            </a:r>
          </a:p>
        </p:txBody>
      </p:sp>
      <p:sp>
        <p:nvSpPr>
          <p:cNvPr id="10" name="PlaceHolder 9"/>
          <p:cNvSpPr>
            <a:spLocks noGrp="1"/>
          </p:cNvSpPr>
          <p:nvPr>
            <p:ph type="sldNum" idx="53"/>
          </p:nvPr>
        </p:nvSpPr>
        <p:spPr/>
        <p:txBody>
          <a:bodyPr/>
          <a:p>
            <a:fld id="{323E2A22-D9FE-475C-81A9-694542FD6DE3}" type="slidenum">
              <a:t>&lt;#&gt;</a:t>
            </a:fld>
          </a:p>
        </p:txBody>
      </p:sp>
      <p:sp>
        <p:nvSpPr>
          <p:cNvPr id="11" name="PlaceHolder 10"/>
          <p:cNvSpPr>
            <a:spLocks noGrp="1"/>
          </p:cNvSpPr>
          <p:nvPr>
            <p:ph type="dt" idx="54"/>
          </p:nvPr>
        </p:nvSpPr>
        <p:spPr/>
        <p:txBody>
          <a:bodyPr/>
          <a:p>
            <a:r>
              <a:rPr lang="en-US"/>
              <a:t/>
            </a:r>
          </a:p>
        </p:txBody>
      </p:sp>
    </p:spTree>
  </p:cSld>
</p:sldLayout>
</file>

<file path=ppt/slideLayouts/slideLayout2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2CD8BCF8-E0D0-437B-BCE3-57DFFF211AD4}" type="slidenum">
              <a:t>&lt;#&gt;</a:t>
            </a:fld>
          </a:p>
        </p:txBody>
      </p:sp>
      <p:sp>
        <p:nvSpPr>
          <p:cNvPr id="4" name="PlaceHolder 3"/>
          <p:cNvSpPr>
            <a:spLocks noGrp="1"/>
          </p:cNvSpPr>
          <p:nvPr>
            <p:ph type="dt" idx="57"/>
          </p:nvPr>
        </p:nvSpPr>
        <p:spPr/>
        <p:txBody>
          <a:bodyPr/>
          <a:p>
            <a:r>
              <a:rPr lang="en-US"/>
              <a:t/>
            </a:r>
          </a:p>
        </p:txBody>
      </p:sp>
    </p:spTree>
  </p:cSld>
</p:sldLayout>
</file>

<file path=ppt/slideLayouts/slideLayout2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ACC23B88-ABB9-42C2-99A5-FBEBA043A613}"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4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69992578-FBCA-41C5-9284-89202DA8B9AD}"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399F8CDC-7015-4EA9-8D20-EC0F5D95ED45}"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0B534C3D-0FA0-4E4A-B8BD-FEE696F4BF1B}"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4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17ACE030-822A-46F9-B35D-6D2CC55EC268}"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097D7DAC-9A4F-48DD-B4BE-6E5B72E67CBE}"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DB14F1DF-FE0C-45C7-97B1-5461DDD654F7}"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BD4D0ECC-952B-4968-8B3A-D538DEA72EAB}"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6F6EED90-3E0C-42F7-9BA7-43526CA18691}"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5"/>
          </p:nvPr>
        </p:nvSpPr>
        <p:spPr/>
        <p:txBody>
          <a:bodyPr/>
          <a:p>
            <a:r>
              <a:t>Footer</a:t>
            </a:r>
          </a:p>
        </p:txBody>
      </p:sp>
      <p:sp>
        <p:nvSpPr>
          <p:cNvPr id="8" name="PlaceHolder 7"/>
          <p:cNvSpPr>
            <a:spLocks noGrp="1"/>
          </p:cNvSpPr>
          <p:nvPr>
            <p:ph type="sldNum" idx="56"/>
          </p:nvPr>
        </p:nvSpPr>
        <p:spPr/>
        <p:txBody>
          <a:bodyPr/>
          <a:p>
            <a:fld id="{77872CB8-7422-4929-AA1A-3050668177A1}" type="slidenum">
              <a:t>&lt;#&gt;</a:t>
            </a:fld>
          </a:p>
        </p:txBody>
      </p:sp>
      <p:sp>
        <p:nvSpPr>
          <p:cNvPr id="9" name="PlaceHolder 8"/>
          <p:cNvSpPr>
            <a:spLocks noGrp="1"/>
          </p:cNvSpPr>
          <p:nvPr>
            <p:ph type="dt" idx="57"/>
          </p:nvPr>
        </p:nvSpPr>
        <p:spPr/>
        <p:txBody>
          <a:bodyPr/>
          <a:p>
            <a:r>
              <a:rPr lang="en-US"/>
              <a:t/>
            </a:r>
          </a:p>
        </p:txBody>
      </p:sp>
    </p:spTree>
  </p:cSld>
</p:sldLayout>
</file>

<file path=ppt/slideLayouts/slideLayout2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5"/>
          </p:nvPr>
        </p:nvSpPr>
        <p:spPr/>
        <p:txBody>
          <a:bodyPr/>
          <a:p>
            <a:r>
              <a:t>Footer</a:t>
            </a:r>
          </a:p>
        </p:txBody>
      </p:sp>
      <p:sp>
        <p:nvSpPr>
          <p:cNvPr id="10" name="PlaceHolder 9"/>
          <p:cNvSpPr>
            <a:spLocks noGrp="1"/>
          </p:cNvSpPr>
          <p:nvPr>
            <p:ph type="sldNum" idx="56"/>
          </p:nvPr>
        </p:nvSpPr>
        <p:spPr/>
        <p:txBody>
          <a:bodyPr/>
          <a:p>
            <a:fld id="{6DD33455-EFC3-422D-97B3-0CCBE19D1659}" type="slidenum">
              <a:t>&lt;#&gt;</a:t>
            </a:fld>
          </a:p>
        </p:txBody>
      </p:sp>
      <p:sp>
        <p:nvSpPr>
          <p:cNvPr id="11" name="PlaceHolder 10"/>
          <p:cNvSpPr>
            <a:spLocks noGrp="1"/>
          </p:cNvSpPr>
          <p:nvPr>
            <p:ph type="dt" idx="57"/>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205.xml"/><Relationship Id="rId3" Type="http://schemas.openxmlformats.org/officeDocument/2006/relationships/slideLayout" Target="../slideLayouts/slideLayout206.xml"/><Relationship Id="rId4" Type="http://schemas.openxmlformats.org/officeDocument/2006/relationships/slideLayout" Target="../slideLayouts/slideLayout207.xml"/><Relationship Id="rId5" Type="http://schemas.openxmlformats.org/officeDocument/2006/relationships/slideLayout" Target="../slideLayouts/slideLayout208.xml"/><Relationship Id="rId6" Type="http://schemas.openxmlformats.org/officeDocument/2006/relationships/slideLayout" Target="../slideLayouts/slideLayout209.xml"/><Relationship Id="rId7" Type="http://schemas.openxmlformats.org/officeDocument/2006/relationships/slideLayout" Target="../slideLayouts/slideLayout210.xml"/><Relationship Id="rId8" Type="http://schemas.openxmlformats.org/officeDocument/2006/relationships/slideLayout" Target="../slideLayouts/slideLayout211.xml"/><Relationship Id="rId9" Type="http://schemas.openxmlformats.org/officeDocument/2006/relationships/slideLayout" Target="../slideLayouts/slideLayout212.xml"/><Relationship Id="rId10" Type="http://schemas.openxmlformats.org/officeDocument/2006/relationships/slideLayout" Target="../slideLayouts/slideLayout213.xml"/><Relationship Id="rId11" Type="http://schemas.openxmlformats.org/officeDocument/2006/relationships/slideLayout" Target="../slideLayouts/slideLayout214.xml"/><Relationship Id="rId12" Type="http://schemas.openxmlformats.org/officeDocument/2006/relationships/slideLayout" Target="../slideLayouts/slideLayout215.xml"/><Relationship Id="rId13" Type="http://schemas.openxmlformats.org/officeDocument/2006/relationships/slideLayout" Target="../slideLayouts/slideLayout216.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217.xml"/><Relationship Id="rId3" Type="http://schemas.openxmlformats.org/officeDocument/2006/relationships/slideLayout" Target="../slideLayouts/slideLayout218.xml"/><Relationship Id="rId4" Type="http://schemas.openxmlformats.org/officeDocument/2006/relationships/slideLayout" Target="../slideLayouts/slideLayout219.xml"/><Relationship Id="rId5" Type="http://schemas.openxmlformats.org/officeDocument/2006/relationships/slideLayout" Target="../slideLayouts/slideLayout220.xml"/><Relationship Id="rId6" Type="http://schemas.openxmlformats.org/officeDocument/2006/relationships/slideLayout" Target="../slideLayouts/slideLayout221.xml"/><Relationship Id="rId7" Type="http://schemas.openxmlformats.org/officeDocument/2006/relationships/slideLayout" Target="../slideLayouts/slideLayout222.xml"/><Relationship Id="rId8" Type="http://schemas.openxmlformats.org/officeDocument/2006/relationships/slideLayout" Target="../slideLayouts/slideLayout223.xml"/><Relationship Id="rId9" Type="http://schemas.openxmlformats.org/officeDocument/2006/relationships/slideLayout" Target="../slideLayouts/slideLayout224.xml"/><Relationship Id="rId10" Type="http://schemas.openxmlformats.org/officeDocument/2006/relationships/slideLayout" Target="../slideLayouts/slideLayout225.xml"/><Relationship Id="rId11" Type="http://schemas.openxmlformats.org/officeDocument/2006/relationships/slideLayout" Target="../slideLayouts/slideLayout226.xml"/><Relationship Id="rId12" Type="http://schemas.openxmlformats.org/officeDocument/2006/relationships/slideLayout" Target="../slideLayouts/slideLayout227.xml"/><Relationship Id="rId13" Type="http://schemas.openxmlformats.org/officeDocument/2006/relationships/slideLayout" Target="../slideLayouts/slideLayout22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6840" cy="3564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5080" cy="3564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333A03D0-45E0-4C96-9C12-4510A52DFDF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5080" cy="3564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9000" cy="3585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7240" cy="3585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1FA0B38-404C-49FA-AAF4-D3A8933A769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7240" cy="3585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8640" cy="3582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6880" cy="3582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8E56FD4-99FF-4982-AE12-38328556EFE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6880" cy="3582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6840" cy="3564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5080" cy="3564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537DD16-14F8-449A-A654-26AC43EB8EB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5080" cy="3564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7200" cy="3567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5440" cy="3567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6982E74-C394-487D-B3AB-359E506FE76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5440" cy="3567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EEF6E7C-78E6-4D4A-ADCB-28835C5CD11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8280" cy="3578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6520" cy="3578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AEA8961-0815-4E00-8473-31C5E3FDD34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6520" cy="3578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2C04B5E0-1DB9-488B-988A-5E9223971F7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89720" cy="3592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7960" cy="3592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8554395D-C891-4194-B6FC-0EE0BC74CB2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7960" cy="3592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90080" cy="3596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8320" cy="3596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D13F373-665E-4BF1-8C9E-D41CA9CF22D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8320" cy="3596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90440" cy="3600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8680" cy="3600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6A61666-47AD-4717-9F46-1ED903E51BF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8680" cy="3600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91160" cy="3607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29400" cy="3607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24ED90A3-E55F-482C-834E-379287FF160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29400" cy="3607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1880" cy="3614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30120" cy="3614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E8B954C-85A1-4F36-9102-FA73437A753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30120" cy="3614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2240" cy="3618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30480" cy="3618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A1AD5CE-7079-42B4-86E8-EFED152BFA9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30480" cy="3618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2600" cy="3621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30840" cy="3621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1171345-1ECB-49C3-B8F5-B608D69C0AB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30840" cy="3621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296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3120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B6DDC92-6812-4D4E-B2A4-DC9E99D6208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3120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6" name="PlaceHolder 1"/>
          <p:cNvSpPr>
            <a:spLocks noGrp="1"/>
          </p:cNvSpPr>
          <p:nvPr>
            <p:ph type="ftr" idx="49"/>
          </p:nvPr>
        </p:nvSpPr>
        <p:spPr>
          <a:xfrm>
            <a:off x="3124080" y="6356520"/>
            <a:ext cx="2893680" cy="3632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7" name="PlaceHolder 2"/>
          <p:cNvSpPr>
            <a:spLocks noGrp="1"/>
          </p:cNvSpPr>
          <p:nvPr>
            <p:ph type="sldNum" idx="50"/>
          </p:nvPr>
        </p:nvSpPr>
        <p:spPr>
          <a:xfrm>
            <a:off x="6553080" y="6356520"/>
            <a:ext cx="2131920" cy="3632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73411CA-A438-45B2-AC67-B8B7A95DE67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8" name="PlaceHolder 3"/>
          <p:cNvSpPr>
            <a:spLocks noGrp="1"/>
          </p:cNvSpPr>
          <p:nvPr>
            <p:ph type="dt" idx="51"/>
          </p:nvPr>
        </p:nvSpPr>
        <p:spPr>
          <a:xfrm>
            <a:off x="457200" y="6356520"/>
            <a:ext cx="2131920" cy="3632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5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6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7" name="PlaceHolder 1"/>
          <p:cNvSpPr>
            <a:spLocks noGrp="1"/>
          </p:cNvSpPr>
          <p:nvPr>
            <p:ph type="ftr" idx="52"/>
          </p:nvPr>
        </p:nvSpPr>
        <p:spPr>
          <a:xfrm>
            <a:off x="3124080" y="6356520"/>
            <a:ext cx="2894040" cy="363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8" name="PlaceHolder 2"/>
          <p:cNvSpPr>
            <a:spLocks noGrp="1"/>
          </p:cNvSpPr>
          <p:nvPr>
            <p:ph type="sldNum" idx="53"/>
          </p:nvPr>
        </p:nvSpPr>
        <p:spPr>
          <a:xfrm>
            <a:off x="6553080" y="6356520"/>
            <a:ext cx="2132280" cy="363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7C406A7-19EB-4E5C-9EFC-8BD7A3421F7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99" name="PlaceHolder 3"/>
          <p:cNvSpPr>
            <a:spLocks noGrp="1"/>
          </p:cNvSpPr>
          <p:nvPr>
            <p:ph type="dt" idx="54"/>
          </p:nvPr>
        </p:nvSpPr>
        <p:spPr>
          <a:xfrm>
            <a:off x="457200" y="6356520"/>
            <a:ext cx="2132280" cy="363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870" r:id="rId2"/>
    <p:sldLayoutId id="2147483871" r:id="rId3"/>
    <p:sldLayoutId id="2147483872" r:id="rId4"/>
    <p:sldLayoutId id="2147483873" r:id="rId5"/>
    <p:sldLayoutId id="2147483874" r:id="rId6"/>
    <p:sldLayoutId id="2147483875" r:id="rId7"/>
    <p:sldLayoutId id="2147483876" r:id="rId8"/>
    <p:sldLayoutId id="2147483877" r:id="rId9"/>
    <p:sldLayoutId id="2147483878" r:id="rId10"/>
    <p:sldLayoutId id="2147483879" r:id="rId11"/>
    <p:sldLayoutId id="2147483880" r:id="rId12"/>
    <p:sldLayoutId id="2147483881" r:id="rId1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6" name="PlaceHolder 1"/>
          <p:cNvSpPr>
            <a:spLocks noGrp="1"/>
          </p:cNvSpPr>
          <p:nvPr>
            <p:ph type="ftr" idx="55"/>
          </p:nvPr>
        </p:nvSpPr>
        <p:spPr>
          <a:xfrm>
            <a:off x="3124080" y="6356520"/>
            <a:ext cx="289440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37" name="PlaceHolder 2"/>
          <p:cNvSpPr>
            <a:spLocks noGrp="1"/>
          </p:cNvSpPr>
          <p:nvPr>
            <p:ph type="sldNum" idx="56"/>
          </p:nvPr>
        </p:nvSpPr>
        <p:spPr>
          <a:xfrm>
            <a:off x="6553080" y="6356520"/>
            <a:ext cx="213264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26F5AE32-4019-4EA9-808B-065592DBA07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38" name="PlaceHolder 3"/>
          <p:cNvSpPr>
            <a:spLocks noGrp="1"/>
          </p:cNvSpPr>
          <p:nvPr>
            <p:ph type="dt" idx="57"/>
          </p:nvPr>
        </p:nvSpPr>
        <p:spPr>
          <a:xfrm>
            <a:off x="457200" y="6356520"/>
            <a:ext cx="213264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3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4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83" r:id="rId2"/>
    <p:sldLayoutId id="2147483884" r:id="rId3"/>
    <p:sldLayoutId id="2147483885" r:id="rId4"/>
    <p:sldLayoutId id="2147483886" r:id="rId5"/>
    <p:sldLayoutId id="2147483887" r:id="rId6"/>
    <p:sldLayoutId id="2147483888" r:id="rId7"/>
    <p:sldLayoutId id="2147483889" r:id="rId8"/>
    <p:sldLayoutId id="2147483890" r:id="rId9"/>
    <p:sldLayoutId id="2147483891" r:id="rId10"/>
    <p:sldLayoutId id="2147483892" r:id="rId11"/>
    <p:sldLayoutId id="2147483893" r:id="rId12"/>
    <p:sldLayoutId id="2147483894"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05.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Rectangle 1"/>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78" name="Rectangle 2"/>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79" name="Rectangle 3"/>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0" name="Rectangle 4"/>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1" name="Rectangle 5"/>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2" name="Rectangle 6"/>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3" name="Rectangle 7"/>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4" name="Rectangle 8"/>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5" name="Rectangle 9"/>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6" name="Rectangle 10"/>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7" name="Rectangle 11"/>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8" name="Rectangle 12"/>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89" name="Rectangle 13"/>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90" name="Rectangle 14"/>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91" name="Rectangle 15"/>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92" name="Rectangle 16"/>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93" name="Rounded Rectangle 17"/>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94"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795"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796" name="Rounded Rectangle 20"/>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97" name="Rounded Rectangle 21"/>
          <p:cNvSpPr/>
          <p:nvPr/>
        </p:nvSpPr>
        <p:spPr>
          <a:xfrm>
            <a:off x="914400" y="3108960"/>
            <a:ext cx="3283200" cy="328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798" name="Rounded Rectangle 22"/>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99" name="Rounded Rectangle 23"/>
          <p:cNvSpPr/>
          <p:nvPr/>
        </p:nvSpPr>
        <p:spPr>
          <a:xfrm>
            <a:off x="4434840" y="3108960"/>
            <a:ext cx="3283200" cy="2734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800" name="Rounded Rectangle 24"/>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01" name="Rounded Rectangle 25"/>
          <p:cNvSpPr/>
          <p:nvPr/>
        </p:nvSpPr>
        <p:spPr>
          <a:xfrm>
            <a:off x="7955280" y="3108960"/>
            <a:ext cx="3467160" cy="328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02"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3" name="Rectangle 32"/>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4" name="Rectangle 33"/>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5" name="Rectangle 34"/>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6" name="Rectangle 35"/>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7" name="Rectangle 36"/>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8" name="Rectangle 37"/>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9" name="Rectangle 38"/>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0" name="Rectangle 39"/>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1" name="Rectangle 40"/>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2" name="Rectangle 41"/>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3" name="Rectangle 42"/>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4" name="Rectangle 43"/>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5" name="Rectangle 44"/>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6" name="Rectangle 45"/>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7" name="Rectangle 46"/>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8" name="Rectangle 47"/>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9" name="Rounded Rectangle 8"/>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20"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821"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822" name="Rounded Rectangle 9"/>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3" name="Rounded Rectangle 10"/>
          <p:cNvSpPr/>
          <p:nvPr/>
        </p:nvSpPr>
        <p:spPr>
          <a:xfrm>
            <a:off x="826200" y="2925720"/>
            <a:ext cx="3386880" cy="3698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824" name="Rounded Rectangle 11"/>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5" name="Rounded Rectangle 12"/>
          <p:cNvSpPr/>
          <p:nvPr/>
        </p:nvSpPr>
        <p:spPr>
          <a:xfrm>
            <a:off x="4434840" y="3108960"/>
            <a:ext cx="3283200" cy="305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826" name="Rounded Rectangle 13"/>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7" name="Rounded Rectangle 14"/>
          <p:cNvSpPr/>
          <p:nvPr/>
        </p:nvSpPr>
        <p:spPr>
          <a:xfrm>
            <a:off x="7955280" y="3108960"/>
            <a:ext cx="3467160" cy="328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828"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9" name="Rectangle 160"/>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0" name="Rectangle 161"/>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1" name="Rectangle 162"/>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2" name="Rectangle 163"/>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3" name="Rectangle 164"/>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4" name="Rectangle 165"/>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5" name="Rectangle 166"/>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6" name="Rectangle 167"/>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7" name="Rectangle 168"/>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8" name="Rectangle 169"/>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9" name="Rectangle 170"/>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0" name="Rectangle 171"/>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1" name="Rectangle 172"/>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2" name="Rectangle 173"/>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3" name="Rectangle 174"/>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4" name="Rectangle 175"/>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5" name="Rounded Rectangle 71"/>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46"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847"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848" name="Rounded Rectangle 72"/>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9" name="Rounded Rectangle 73"/>
          <p:cNvSpPr/>
          <p:nvPr/>
        </p:nvSpPr>
        <p:spPr>
          <a:xfrm>
            <a:off x="685800" y="2971800"/>
            <a:ext cx="3513960" cy="319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850" name="Rounded Rectangle 74"/>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1" name="Rounded Rectangle 75"/>
          <p:cNvSpPr/>
          <p:nvPr/>
        </p:nvSpPr>
        <p:spPr>
          <a:xfrm>
            <a:off x="4434840" y="3108960"/>
            <a:ext cx="3285360" cy="3057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852" name="Rounded Rectangle 76"/>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3" name="Rounded Rectangle 77"/>
          <p:cNvSpPr/>
          <p:nvPr/>
        </p:nvSpPr>
        <p:spPr>
          <a:xfrm>
            <a:off x="7955280" y="2971800"/>
            <a:ext cx="3697920" cy="3423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854"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Rectangle 144"/>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6" name="Rectangle 145"/>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7" name="Rectangle 146"/>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8" name="Rectangle 147"/>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9" name="Rectangle 148"/>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0" name="Rectangle 149"/>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1" name="Rectangle 150"/>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2" name="Rectangle 151"/>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3" name="Rectangle 152"/>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4" name="Rectangle 153"/>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5" name="Rectangle 154"/>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6" name="Rectangle 155"/>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7" name="Rectangle 156"/>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8" name="Rectangle 157"/>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9" name="Rectangle 158"/>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0" name="Rectangle 159"/>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1" name="Rounded Rectangle 64"/>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72"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873"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874" name="Rounded Rectangle 65"/>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5" name="Rounded Rectangle 66"/>
          <p:cNvSpPr/>
          <p:nvPr/>
        </p:nvSpPr>
        <p:spPr>
          <a:xfrm>
            <a:off x="685800" y="3108960"/>
            <a:ext cx="3513600" cy="3286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876" name="Rounded Rectangle 67"/>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7" name="Rounded Rectangle 68"/>
          <p:cNvSpPr/>
          <p:nvPr/>
        </p:nvSpPr>
        <p:spPr>
          <a:xfrm>
            <a:off x="4434840" y="3108960"/>
            <a:ext cx="3285000" cy="3057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878" name="Rounded Rectangle 69"/>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9" name="Rounded Rectangle 70"/>
          <p:cNvSpPr/>
          <p:nvPr/>
        </p:nvSpPr>
        <p:spPr>
          <a:xfrm>
            <a:off x="7955280" y="3108960"/>
            <a:ext cx="3697560" cy="3057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80"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1" name="Rectangle 48"/>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2" name="Rectangle 49"/>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3" name="Rectangle 50"/>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4" name="Rectangle 51"/>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5" name="Rectangle 52"/>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6" name="Rectangle 53"/>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7" name="Rectangle 54"/>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8" name="Rectangle 55"/>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9" name="Rectangle 56"/>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0" name="Rectangle 57"/>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1" name="Rectangle 58"/>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2" name="Rectangle 59"/>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3" name="Rectangle 60"/>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4" name="Rectangle 61"/>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5" name="Rectangle 62"/>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6" name="Rectangle 63"/>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7" name="Rounded Rectangle 15"/>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98"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899"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900" name="Rounded Rectangle 16"/>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1" name="Rounded Rectangle 18"/>
          <p:cNvSpPr/>
          <p:nvPr/>
        </p:nvSpPr>
        <p:spPr>
          <a:xfrm>
            <a:off x="685800" y="2743200"/>
            <a:ext cx="3511800" cy="3421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902" name="Rounded Rectangle 19"/>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3" name="Rounded Rectangle 26"/>
          <p:cNvSpPr/>
          <p:nvPr/>
        </p:nvSpPr>
        <p:spPr>
          <a:xfrm>
            <a:off x="4343400" y="2743200"/>
            <a:ext cx="3374640" cy="3650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904" name="Rounded Rectangle 27"/>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5" name="Rounded Rectangle 28"/>
          <p:cNvSpPr/>
          <p:nvPr/>
        </p:nvSpPr>
        <p:spPr>
          <a:xfrm>
            <a:off x="7955280" y="2971800"/>
            <a:ext cx="3695760" cy="3192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06"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7" name="Rectangle 80"/>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8" name="Rectangle 81"/>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9" name="Rectangle 82"/>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0" name="Rectangle 83"/>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1" name="Rectangle 84"/>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2" name="Rectangle 85"/>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3" name="Rectangle 86"/>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4" name="Rectangle 87"/>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5" name="Rectangle 88"/>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6" name="Rectangle 89"/>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7" name="Rectangle 90"/>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8" name="Rectangle 91"/>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9" name="Rectangle 92"/>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0" name="Rectangle 93"/>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1" name="Rectangle 94"/>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2" name="Rectangle 95"/>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3" name="Rounded Rectangle 36"/>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24"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925"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926" name="Rounded Rectangle 37"/>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7" name="Rounded Rectangle 38"/>
          <p:cNvSpPr/>
          <p:nvPr/>
        </p:nvSpPr>
        <p:spPr>
          <a:xfrm>
            <a:off x="685800" y="3108960"/>
            <a:ext cx="351216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928" name="Rounded Rectangle 39"/>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9" name="Rounded Rectangle 40"/>
          <p:cNvSpPr/>
          <p:nvPr/>
        </p:nvSpPr>
        <p:spPr>
          <a:xfrm>
            <a:off x="443484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930" name="Rounded Rectangle 41"/>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ounded Rectangle 42"/>
          <p:cNvSpPr/>
          <p:nvPr/>
        </p:nvSpPr>
        <p:spPr>
          <a:xfrm>
            <a:off x="7955280" y="3108960"/>
            <a:ext cx="3696120" cy="3056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932"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3" name="Rectangle 64"/>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4" name="Rectangle 65"/>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5" name="Rectangle 66"/>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6" name="Rectangle 67"/>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7" name="Rectangle 68"/>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ectangle 69"/>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9" name="Rectangle 70"/>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ectangle 71"/>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1" name="Rectangle 72"/>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2" name="Rectangle 73"/>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3" name="Rectangle 74"/>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4" name="Rectangle 75"/>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5" name="Rectangle 76"/>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6" name="Rectangle 77"/>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7" name="Rectangle 78"/>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8" name="Rectangle 79"/>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9" name="Rounded Rectangle 29"/>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50"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951"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952" name="Rounded Rectangle 30"/>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3" name="Rounded Rectangle 31"/>
          <p:cNvSpPr/>
          <p:nvPr/>
        </p:nvSpPr>
        <p:spPr>
          <a:xfrm>
            <a:off x="457200" y="2971800"/>
            <a:ext cx="3740760" cy="3421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954" name="Rounded Rectangle 32"/>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5" name="Rounded Rectangle 33"/>
          <p:cNvSpPr/>
          <p:nvPr/>
        </p:nvSpPr>
        <p:spPr>
          <a:xfrm>
            <a:off x="4343400" y="2971800"/>
            <a:ext cx="342180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956" name="Rounded Rectangle 34"/>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ounded Rectangle 35"/>
          <p:cNvSpPr/>
          <p:nvPr/>
        </p:nvSpPr>
        <p:spPr>
          <a:xfrm>
            <a:off x="7955280" y="3108960"/>
            <a:ext cx="3696120" cy="3056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958"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9" name="Rectangle 96"/>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0" name="Rectangle 97"/>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1" name="Rectangle 98"/>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2" name="Rectangle 99"/>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3" name="Rectangle 100"/>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ectangle 101"/>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5" name="Rectangle 102"/>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ectangle 103"/>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7" name="Rectangle 104"/>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8" name="Rectangle 105"/>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9" name="Rectangle 106"/>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0" name="Rectangle 107"/>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1" name="Rectangle 108"/>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2" name="Rectangle 109"/>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3" name="Rectangle 110"/>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4" name="Rectangle 111"/>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5" name="Rounded Rectangle 43"/>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76"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977"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978" name="Rounded Rectangle 44"/>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9" name="Rounded Rectangle 45"/>
          <p:cNvSpPr/>
          <p:nvPr/>
        </p:nvSpPr>
        <p:spPr>
          <a:xfrm>
            <a:off x="475560" y="2514600"/>
            <a:ext cx="3722760" cy="3879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980" name="Rounded Rectangle 46"/>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1" name="Rounded Rectangle 47"/>
          <p:cNvSpPr/>
          <p:nvPr/>
        </p:nvSpPr>
        <p:spPr>
          <a:xfrm>
            <a:off x="4434840" y="3108960"/>
            <a:ext cx="3283920" cy="2735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982" name="Rounded Rectangle 48"/>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ounded Rectangle 49"/>
          <p:cNvSpPr/>
          <p:nvPr/>
        </p:nvSpPr>
        <p:spPr>
          <a:xfrm>
            <a:off x="7955280" y="2514600"/>
            <a:ext cx="3696480" cy="3402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984"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5" name="Rectangle 112"/>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6" name="Rectangle 113"/>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7" name="Rectangle 114"/>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8" name="Rectangle 115"/>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9" name="Rectangle 116"/>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ectangle 117"/>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1" name="Rectangle 118"/>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ectangle 119"/>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3" name="Rectangle 120"/>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4" name="Rectangle 121"/>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5" name="Rectangle 122"/>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6" name="Rectangle 123"/>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7" name="Rectangle 124"/>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8" name="Rectangle 125"/>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9" name="Rectangle 126"/>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0" name="Rectangle 127"/>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1" name="Rounded Rectangle 50"/>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02"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1003"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1004" name="Rounded Rectangle 51"/>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5" name="Rounded Rectangle 52"/>
          <p:cNvSpPr/>
          <p:nvPr/>
        </p:nvSpPr>
        <p:spPr>
          <a:xfrm>
            <a:off x="685800" y="2971800"/>
            <a:ext cx="3512520" cy="319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1006" name="Rounded Rectangle 53"/>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7" name="Rounded Rectangle 54"/>
          <p:cNvSpPr/>
          <p:nvPr/>
        </p:nvSpPr>
        <p:spPr>
          <a:xfrm>
            <a:off x="4434840" y="3108960"/>
            <a:ext cx="3283920" cy="2735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1008" name="Rounded Rectangle 55"/>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ounded Rectangle 56"/>
          <p:cNvSpPr/>
          <p:nvPr/>
        </p:nvSpPr>
        <p:spPr>
          <a:xfrm>
            <a:off x="7955280" y="2971800"/>
            <a:ext cx="3467880" cy="2964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10"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1" name="Rectangle 128"/>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2" name="Rectangle 129"/>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3" name="Rectangle 130"/>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4" name="Rectangle 131"/>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5" name="Rectangle 132"/>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ectangle 133"/>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7" name="Rectangle 134"/>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ectangle 135"/>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9" name="Rectangle 136"/>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0" name="Rectangle 137"/>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1" name="Rectangle 138"/>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2" name="Rectangle 139"/>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3" name="Rectangle 140"/>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4" name="Rectangle 141"/>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5" name="Rectangle 142"/>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6" name="Rectangle 143"/>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7" name="Rounded Rectangle 57"/>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28"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1029"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1030" name="Rounded Rectangle 58"/>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1" name="Rounded Rectangle 59"/>
          <p:cNvSpPr/>
          <p:nvPr/>
        </p:nvSpPr>
        <p:spPr>
          <a:xfrm>
            <a:off x="685800" y="3108960"/>
            <a:ext cx="3513240" cy="3285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1032" name="Rounded Rectangle 60"/>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3" name="Rounded Rectangle 61"/>
          <p:cNvSpPr/>
          <p:nvPr/>
        </p:nvSpPr>
        <p:spPr>
          <a:xfrm>
            <a:off x="443484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1034" name="Rounded Rectangle 62"/>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ounded Rectangle 63"/>
          <p:cNvSpPr/>
          <p:nvPr/>
        </p:nvSpPr>
        <p:spPr>
          <a:xfrm>
            <a:off x="7955280" y="3108960"/>
            <a:ext cx="3468600" cy="3285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36"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7" name="Rectangle 176"/>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8" name="Rectangle 177"/>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9" name="Rectangle 178"/>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0" name="Rectangle 179"/>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1" name="Rectangle 180"/>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ectangle 181"/>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3" name="Rectangle 182"/>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ectangle 183"/>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5" name="Rectangle 184"/>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6" name="Rectangle 185"/>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7" name="Rectangle 186"/>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8" name="Rectangle 187"/>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9" name="Rectangle 188"/>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0" name="Rectangle 189"/>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1" name="Rectangle 190"/>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2" name="Rectangle 191"/>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3" name="Rounded Rectangle 78"/>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54"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1055"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1056" name="Rounded Rectangle 79"/>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7" name="Rounded Rectangle 80"/>
          <p:cNvSpPr/>
          <p:nvPr/>
        </p:nvSpPr>
        <p:spPr>
          <a:xfrm>
            <a:off x="914400" y="3108960"/>
            <a:ext cx="3285360" cy="2736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1058" name="Rounded Rectangle 81"/>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9" name="Rounded Rectangle 82"/>
          <p:cNvSpPr/>
          <p:nvPr/>
        </p:nvSpPr>
        <p:spPr>
          <a:xfrm>
            <a:off x="4434840" y="3108960"/>
            <a:ext cx="3285360" cy="2736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060" name="Rounded Rectangle 83"/>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ounded Rectangle 84"/>
          <p:cNvSpPr/>
          <p:nvPr/>
        </p:nvSpPr>
        <p:spPr>
          <a:xfrm>
            <a:off x="7955280" y="2971800"/>
            <a:ext cx="3697920" cy="319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62"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3" name="Rectangle 192"/>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4" name="Rectangle 193"/>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5" name="Rectangle 194"/>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6" name="Rectangle 195"/>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7" name="Rectangle 196"/>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ectangle 197"/>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9" name="Rectangle 198"/>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ectangle 199"/>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1" name="Rectangle 200"/>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2" name="Rectangle 201"/>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3" name="Rectangle 202"/>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4" name="Rectangle 203"/>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5" name="Rectangle 204"/>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6" name="Rectangle 205"/>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7" name="Rectangle 206"/>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8" name="Rectangle 207"/>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9" name="Rounded Rectangle 85"/>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80"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1081"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082" name="Rounded Rectangle 86"/>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3" name="Rounded Rectangle 87"/>
          <p:cNvSpPr/>
          <p:nvPr/>
        </p:nvSpPr>
        <p:spPr>
          <a:xfrm>
            <a:off x="595440" y="2743200"/>
            <a:ext cx="3514320" cy="3652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084" name="Rounded Rectangle 88"/>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5" name="Rounded Rectangle 89"/>
          <p:cNvSpPr/>
          <p:nvPr/>
        </p:nvSpPr>
        <p:spPr>
          <a:xfrm>
            <a:off x="4343400" y="2880360"/>
            <a:ext cx="3652560" cy="3423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086" name="Rounded Rectangle 90"/>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ounded Rectangle 91"/>
          <p:cNvSpPr/>
          <p:nvPr/>
        </p:nvSpPr>
        <p:spPr>
          <a:xfrm>
            <a:off x="8229600" y="2972880"/>
            <a:ext cx="3652560" cy="319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88"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9" name="Rectangle 208"/>
          <p:cNvSpPr/>
          <p:nvPr/>
        </p:nvSpPr>
        <p:spPr>
          <a:xfrm>
            <a:off x="0" y="0"/>
            <a:ext cx="12183120" cy="68522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0" name="Rectangle 209"/>
          <p:cNvSpPr/>
          <p:nvPr/>
        </p:nvSpPr>
        <p:spPr>
          <a:xfrm>
            <a:off x="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1" name="Rectangle 210"/>
          <p:cNvSpPr/>
          <p:nvPr/>
        </p:nvSpPr>
        <p:spPr>
          <a:xfrm>
            <a:off x="914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2" name="Rectangle 211"/>
          <p:cNvSpPr/>
          <p:nvPr/>
        </p:nvSpPr>
        <p:spPr>
          <a:xfrm>
            <a:off x="1828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3" name="Rectangle 212"/>
          <p:cNvSpPr/>
          <p:nvPr/>
        </p:nvSpPr>
        <p:spPr>
          <a:xfrm>
            <a:off x="2743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ectangle 213"/>
          <p:cNvSpPr/>
          <p:nvPr/>
        </p:nvSpPr>
        <p:spPr>
          <a:xfrm>
            <a:off x="3657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5" name="Rectangle 214"/>
          <p:cNvSpPr/>
          <p:nvPr/>
        </p:nvSpPr>
        <p:spPr>
          <a:xfrm>
            <a:off x="4572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ectangle 215"/>
          <p:cNvSpPr/>
          <p:nvPr/>
        </p:nvSpPr>
        <p:spPr>
          <a:xfrm>
            <a:off x="5486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7" name="Rectangle 216"/>
          <p:cNvSpPr/>
          <p:nvPr/>
        </p:nvSpPr>
        <p:spPr>
          <a:xfrm>
            <a:off x="6400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8" name="Rectangle 217"/>
          <p:cNvSpPr/>
          <p:nvPr/>
        </p:nvSpPr>
        <p:spPr>
          <a:xfrm>
            <a:off x="7315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9" name="Rectangle 218"/>
          <p:cNvSpPr/>
          <p:nvPr/>
        </p:nvSpPr>
        <p:spPr>
          <a:xfrm>
            <a:off x="8229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0" name="Rectangle 219"/>
          <p:cNvSpPr/>
          <p:nvPr/>
        </p:nvSpPr>
        <p:spPr>
          <a:xfrm>
            <a:off x="9144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1" name="Rectangle 220"/>
          <p:cNvSpPr/>
          <p:nvPr/>
        </p:nvSpPr>
        <p:spPr>
          <a:xfrm>
            <a:off x="10058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2" name="Rectangle 221"/>
          <p:cNvSpPr/>
          <p:nvPr/>
        </p:nvSpPr>
        <p:spPr>
          <a:xfrm>
            <a:off x="10972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3" name="Rectangle 222"/>
          <p:cNvSpPr/>
          <p:nvPr/>
        </p:nvSpPr>
        <p:spPr>
          <a:xfrm>
            <a:off x="11887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4" name="Rectangle 223"/>
          <p:cNvSpPr/>
          <p:nvPr/>
        </p:nvSpPr>
        <p:spPr>
          <a:xfrm>
            <a:off x="0" y="0"/>
            <a:ext cx="314280" cy="68522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5" name="Rounded Rectangle 92"/>
          <p:cNvSpPr/>
          <p:nvPr/>
        </p:nvSpPr>
        <p:spPr>
          <a:xfrm>
            <a:off x="9875520" y="365760"/>
            <a:ext cx="2005920" cy="4971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06"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107"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108" name="Rounded Rectangle 93"/>
          <p:cNvSpPr/>
          <p:nvPr/>
        </p:nvSpPr>
        <p:spPr>
          <a:xfrm>
            <a:off x="98748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9" name="Rounded Rectangle 94"/>
          <p:cNvSpPr/>
          <p:nvPr/>
        </p:nvSpPr>
        <p:spPr>
          <a:xfrm>
            <a:off x="457200" y="2743200"/>
            <a:ext cx="3743280" cy="3881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10" name="Rounded Rectangle 95"/>
          <p:cNvSpPr/>
          <p:nvPr/>
        </p:nvSpPr>
        <p:spPr>
          <a:xfrm>
            <a:off x="450792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1" name="Rounded Rectangle 96"/>
          <p:cNvSpPr/>
          <p:nvPr/>
        </p:nvSpPr>
        <p:spPr>
          <a:xfrm>
            <a:off x="4434840" y="2971800"/>
            <a:ext cx="3286080" cy="3424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112" name="Rounded Rectangle 97"/>
          <p:cNvSpPr/>
          <p:nvPr/>
        </p:nvSpPr>
        <p:spPr>
          <a:xfrm>
            <a:off x="802836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ounded Rectangle 98"/>
          <p:cNvSpPr/>
          <p:nvPr/>
        </p:nvSpPr>
        <p:spPr>
          <a:xfrm>
            <a:off x="7955280" y="2514600"/>
            <a:ext cx="3927240" cy="4110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114"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5" name="Rectangle 224"/>
          <p:cNvSpPr/>
          <p:nvPr/>
        </p:nvSpPr>
        <p:spPr>
          <a:xfrm>
            <a:off x="0" y="0"/>
            <a:ext cx="12183480" cy="68526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6" name="Rectangle 225"/>
          <p:cNvSpPr/>
          <p:nvPr/>
        </p:nvSpPr>
        <p:spPr>
          <a:xfrm>
            <a:off x="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7" name="Rectangle 226"/>
          <p:cNvSpPr/>
          <p:nvPr/>
        </p:nvSpPr>
        <p:spPr>
          <a:xfrm>
            <a:off x="914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8" name="Rectangle 227"/>
          <p:cNvSpPr/>
          <p:nvPr/>
        </p:nvSpPr>
        <p:spPr>
          <a:xfrm>
            <a:off x="1828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9" name="Rectangle 228"/>
          <p:cNvSpPr/>
          <p:nvPr/>
        </p:nvSpPr>
        <p:spPr>
          <a:xfrm>
            <a:off x="2743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ectangle 229"/>
          <p:cNvSpPr/>
          <p:nvPr/>
        </p:nvSpPr>
        <p:spPr>
          <a:xfrm>
            <a:off x="3657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1" name="Rectangle 230"/>
          <p:cNvSpPr/>
          <p:nvPr/>
        </p:nvSpPr>
        <p:spPr>
          <a:xfrm>
            <a:off x="4572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ectangle 231"/>
          <p:cNvSpPr/>
          <p:nvPr/>
        </p:nvSpPr>
        <p:spPr>
          <a:xfrm>
            <a:off x="5486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3" name="Rectangle 232"/>
          <p:cNvSpPr/>
          <p:nvPr/>
        </p:nvSpPr>
        <p:spPr>
          <a:xfrm>
            <a:off x="6400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4" name="Rectangle 233"/>
          <p:cNvSpPr/>
          <p:nvPr/>
        </p:nvSpPr>
        <p:spPr>
          <a:xfrm>
            <a:off x="7315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5" name="Rectangle 234"/>
          <p:cNvSpPr/>
          <p:nvPr/>
        </p:nvSpPr>
        <p:spPr>
          <a:xfrm>
            <a:off x="8229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6" name="Rectangle 235"/>
          <p:cNvSpPr/>
          <p:nvPr/>
        </p:nvSpPr>
        <p:spPr>
          <a:xfrm>
            <a:off x="9144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7" name="Rectangle 236"/>
          <p:cNvSpPr/>
          <p:nvPr/>
        </p:nvSpPr>
        <p:spPr>
          <a:xfrm>
            <a:off x="10058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8" name="Rectangle 237"/>
          <p:cNvSpPr/>
          <p:nvPr/>
        </p:nvSpPr>
        <p:spPr>
          <a:xfrm>
            <a:off x="10972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9" name="Rectangle 238"/>
          <p:cNvSpPr/>
          <p:nvPr/>
        </p:nvSpPr>
        <p:spPr>
          <a:xfrm>
            <a:off x="11887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0" name="Rectangle 239"/>
          <p:cNvSpPr/>
          <p:nvPr/>
        </p:nvSpPr>
        <p:spPr>
          <a:xfrm>
            <a:off x="0" y="0"/>
            <a:ext cx="314640" cy="68526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1" name="Rounded Rectangle 99"/>
          <p:cNvSpPr/>
          <p:nvPr/>
        </p:nvSpPr>
        <p:spPr>
          <a:xfrm>
            <a:off x="9875520" y="365760"/>
            <a:ext cx="2006280" cy="4975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32"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133"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134" name="Rounded Rectangle 100"/>
          <p:cNvSpPr/>
          <p:nvPr/>
        </p:nvSpPr>
        <p:spPr>
          <a:xfrm>
            <a:off x="98748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5" name="Rounded Rectangle 101"/>
          <p:cNvSpPr/>
          <p:nvPr/>
        </p:nvSpPr>
        <p:spPr>
          <a:xfrm>
            <a:off x="914400" y="3108960"/>
            <a:ext cx="3286440" cy="2737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136" name="Rounded Rectangle 102"/>
          <p:cNvSpPr/>
          <p:nvPr/>
        </p:nvSpPr>
        <p:spPr>
          <a:xfrm>
            <a:off x="450792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7" name="Rounded Rectangle 103"/>
          <p:cNvSpPr/>
          <p:nvPr/>
        </p:nvSpPr>
        <p:spPr>
          <a:xfrm>
            <a:off x="4434840" y="3108960"/>
            <a:ext cx="3286440" cy="2737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138" name="Rounded Rectangle 104"/>
          <p:cNvSpPr/>
          <p:nvPr/>
        </p:nvSpPr>
        <p:spPr>
          <a:xfrm>
            <a:off x="802836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ounded Rectangle 105"/>
          <p:cNvSpPr/>
          <p:nvPr/>
        </p:nvSpPr>
        <p:spPr>
          <a:xfrm>
            <a:off x="7955280" y="3108960"/>
            <a:ext cx="3699000" cy="3058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40"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1" name="Rectangle 240"/>
          <p:cNvSpPr/>
          <p:nvPr/>
        </p:nvSpPr>
        <p:spPr>
          <a:xfrm>
            <a:off x="0" y="0"/>
            <a:ext cx="12183840" cy="68529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2" name="Rectangle 241"/>
          <p:cNvSpPr/>
          <p:nvPr/>
        </p:nvSpPr>
        <p:spPr>
          <a:xfrm>
            <a:off x="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3" name="Rectangle 242"/>
          <p:cNvSpPr/>
          <p:nvPr/>
        </p:nvSpPr>
        <p:spPr>
          <a:xfrm>
            <a:off x="914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4" name="Rectangle 243"/>
          <p:cNvSpPr/>
          <p:nvPr/>
        </p:nvSpPr>
        <p:spPr>
          <a:xfrm>
            <a:off x="1828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5" name="Rectangle 244"/>
          <p:cNvSpPr/>
          <p:nvPr/>
        </p:nvSpPr>
        <p:spPr>
          <a:xfrm>
            <a:off x="2743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ectangle 245"/>
          <p:cNvSpPr/>
          <p:nvPr/>
        </p:nvSpPr>
        <p:spPr>
          <a:xfrm>
            <a:off x="3657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7" name="Rectangle 246"/>
          <p:cNvSpPr/>
          <p:nvPr/>
        </p:nvSpPr>
        <p:spPr>
          <a:xfrm>
            <a:off x="4572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ectangle 247"/>
          <p:cNvSpPr/>
          <p:nvPr/>
        </p:nvSpPr>
        <p:spPr>
          <a:xfrm>
            <a:off x="5486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9" name="Rectangle 248"/>
          <p:cNvSpPr/>
          <p:nvPr/>
        </p:nvSpPr>
        <p:spPr>
          <a:xfrm>
            <a:off x="6400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0" name="Rectangle 249"/>
          <p:cNvSpPr/>
          <p:nvPr/>
        </p:nvSpPr>
        <p:spPr>
          <a:xfrm>
            <a:off x="7315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1" name="Rectangle 250"/>
          <p:cNvSpPr/>
          <p:nvPr/>
        </p:nvSpPr>
        <p:spPr>
          <a:xfrm>
            <a:off x="8229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2" name="Rectangle 251"/>
          <p:cNvSpPr/>
          <p:nvPr/>
        </p:nvSpPr>
        <p:spPr>
          <a:xfrm>
            <a:off x="9144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3" name="Rectangle 252"/>
          <p:cNvSpPr/>
          <p:nvPr/>
        </p:nvSpPr>
        <p:spPr>
          <a:xfrm>
            <a:off x="10058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4" name="Rectangle 253"/>
          <p:cNvSpPr/>
          <p:nvPr/>
        </p:nvSpPr>
        <p:spPr>
          <a:xfrm>
            <a:off x="10972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5" name="Rectangle 254"/>
          <p:cNvSpPr/>
          <p:nvPr/>
        </p:nvSpPr>
        <p:spPr>
          <a:xfrm>
            <a:off x="11887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6" name="Rectangle 255"/>
          <p:cNvSpPr/>
          <p:nvPr/>
        </p:nvSpPr>
        <p:spPr>
          <a:xfrm>
            <a:off x="0" y="0"/>
            <a:ext cx="315000" cy="68529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7" name="Rounded Rectangle 106"/>
          <p:cNvSpPr/>
          <p:nvPr/>
        </p:nvSpPr>
        <p:spPr>
          <a:xfrm>
            <a:off x="9875520" y="365760"/>
            <a:ext cx="2006640" cy="4978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58"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159"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160" name="Rounded Rectangle 107"/>
          <p:cNvSpPr/>
          <p:nvPr/>
        </p:nvSpPr>
        <p:spPr>
          <a:xfrm>
            <a:off x="98748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1" name="Rounded Rectangle 108"/>
          <p:cNvSpPr/>
          <p:nvPr/>
        </p:nvSpPr>
        <p:spPr>
          <a:xfrm>
            <a:off x="914400" y="310896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162" name="Rounded Rectangle 109"/>
          <p:cNvSpPr/>
          <p:nvPr/>
        </p:nvSpPr>
        <p:spPr>
          <a:xfrm>
            <a:off x="450792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3" name="Rounded Rectangle 110"/>
          <p:cNvSpPr/>
          <p:nvPr/>
        </p:nvSpPr>
        <p:spPr>
          <a:xfrm>
            <a:off x="4343400" y="3108960"/>
            <a:ext cx="3378240" cy="3287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164" name="Rounded Rectangle 111"/>
          <p:cNvSpPr/>
          <p:nvPr/>
        </p:nvSpPr>
        <p:spPr>
          <a:xfrm>
            <a:off x="802836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ounded Rectangle 112"/>
          <p:cNvSpPr/>
          <p:nvPr/>
        </p:nvSpPr>
        <p:spPr>
          <a:xfrm>
            <a:off x="7955280" y="2971800"/>
            <a:ext cx="3927960" cy="3425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166"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7" name="Rectangle 256"/>
          <p:cNvSpPr/>
          <p:nvPr/>
        </p:nvSpPr>
        <p:spPr>
          <a:xfrm>
            <a:off x="0" y="0"/>
            <a:ext cx="12184560" cy="68536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8" name="Rectangle 257"/>
          <p:cNvSpPr/>
          <p:nvPr/>
        </p:nvSpPr>
        <p:spPr>
          <a:xfrm>
            <a:off x="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9" name="Rectangle 258"/>
          <p:cNvSpPr/>
          <p:nvPr/>
        </p:nvSpPr>
        <p:spPr>
          <a:xfrm>
            <a:off x="914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0" name="Rectangle 259"/>
          <p:cNvSpPr/>
          <p:nvPr/>
        </p:nvSpPr>
        <p:spPr>
          <a:xfrm>
            <a:off x="1828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1" name="Rectangle 260"/>
          <p:cNvSpPr/>
          <p:nvPr/>
        </p:nvSpPr>
        <p:spPr>
          <a:xfrm>
            <a:off x="2743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ectangle 261"/>
          <p:cNvSpPr/>
          <p:nvPr/>
        </p:nvSpPr>
        <p:spPr>
          <a:xfrm>
            <a:off x="3657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3" name="Rectangle 262"/>
          <p:cNvSpPr/>
          <p:nvPr/>
        </p:nvSpPr>
        <p:spPr>
          <a:xfrm>
            <a:off x="4572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ectangle 263"/>
          <p:cNvSpPr/>
          <p:nvPr/>
        </p:nvSpPr>
        <p:spPr>
          <a:xfrm>
            <a:off x="5486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5" name="Rectangle 264"/>
          <p:cNvSpPr/>
          <p:nvPr/>
        </p:nvSpPr>
        <p:spPr>
          <a:xfrm>
            <a:off x="6400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6" name="Rectangle 265"/>
          <p:cNvSpPr/>
          <p:nvPr/>
        </p:nvSpPr>
        <p:spPr>
          <a:xfrm>
            <a:off x="7315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7" name="Rectangle 266"/>
          <p:cNvSpPr/>
          <p:nvPr/>
        </p:nvSpPr>
        <p:spPr>
          <a:xfrm>
            <a:off x="8229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8" name="Rectangle 267"/>
          <p:cNvSpPr/>
          <p:nvPr/>
        </p:nvSpPr>
        <p:spPr>
          <a:xfrm>
            <a:off x="9144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9" name="Rectangle 268"/>
          <p:cNvSpPr/>
          <p:nvPr/>
        </p:nvSpPr>
        <p:spPr>
          <a:xfrm>
            <a:off x="10058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0" name="Rectangle 269"/>
          <p:cNvSpPr/>
          <p:nvPr/>
        </p:nvSpPr>
        <p:spPr>
          <a:xfrm>
            <a:off x="10972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1" name="Rectangle 270"/>
          <p:cNvSpPr/>
          <p:nvPr/>
        </p:nvSpPr>
        <p:spPr>
          <a:xfrm>
            <a:off x="11887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2" name="Rectangle 271"/>
          <p:cNvSpPr/>
          <p:nvPr/>
        </p:nvSpPr>
        <p:spPr>
          <a:xfrm>
            <a:off x="0" y="0"/>
            <a:ext cx="315720" cy="68536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3" name="Rounded Rectangle 113"/>
          <p:cNvSpPr/>
          <p:nvPr/>
        </p:nvSpPr>
        <p:spPr>
          <a:xfrm>
            <a:off x="9875520" y="365760"/>
            <a:ext cx="2007360" cy="4986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84"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185"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186" name="Rounded Rectangle 114"/>
          <p:cNvSpPr/>
          <p:nvPr/>
        </p:nvSpPr>
        <p:spPr>
          <a:xfrm>
            <a:off x="98748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7" name="Rounded Rectangle 115"/>
          <p:cNvSpPr/>
          <p:nvPr/>
        </p:nvSpPr>
        <p:spPr>
          <a:xfrm>
            <a:off x="914400" y="3108960"/>
            <a:ext cx="3287520" cy="2738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188" name="Rounded Rectangle 116"/>
          <p:cNvSpPr/>
          <p:nvPr/>
        </p:nvSpPr>
        <p:spPr>
          <a:xfrm>
            <a:off x="450792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9" name="Rounded Rectangle 117"/>
          <p:cNvSpPr/>
          <p:nvPr/>
        </p:nvSpPr>
        <p:spPr>
          <a:xfrm>
            <a:off x="4434840" y="3108960"/>
            <a:ext cx="3287520" cy="2738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190" name="Rounded Rectangle 118"/>
          <p:cNvSpPr/>
          <p:nvPr/>
        </p:nvSpPr>
        <p:spPr>
          <a:xfrm>
            <a:off x="802836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1" name="Rounded Rectangle 119"/>
          <p:cNvSpPr/>
          <p:nvPr/>
        </p:nvSpPr>
        <p:spPr>
          <a:xfrm>
            <a:off x="7955280" y="2971800"/>
            <a:ext cx="3700080" cy="2876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192"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Rectangle 272"/>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4" name="Rectangle 273"/>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ectangle 274"/>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6" name="Rectangle 275"/>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7" name="Rectangle 276"/>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8" name="Rectangle 277"/>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ectangle 278"/>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0" name="Rectangle 279"/>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1" name="Rectangle 280"/>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2" name="Rectangle 281"/>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3" name="Rectangle 282"/>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4" name="Rectangle 283"/>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5" name="Rectangle 284"/>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6" name="Rectangle 285"/>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7" name="Rectangle 286"/>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8" name="Rectangle 287"/>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9" name="Rounded Rectangle 120"/>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10"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211"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212" name="Rounded Rectangle 121"/>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3" name="Rounded Rectangle 122"/>
          <p:cNvSpPr/>
          <p:nvPr/>
        </p:nvSpPr>
        <p:spPr>
          <a:xfrm>
            <a:off x="914400" y="3108960"/>
            <a:ext cx="3288240" cy="3060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214" name="Rounded Rectangle 123"/>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5" name="Rounded Rectangle 124"/>
          <p:cNvSpPr/>
          <p:nvPr/>
        </p:nvSpPr>
        <p:spPr>
          <a:xfrm>
            <a:off x="443484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216" name="Rounded Rectangle 125"/>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7" name="Rounded Rectangle 126"/>
          <p:cNvSpPr/>
          <p:nvPr/>
        </p:nvSpPr>
        <p:spPr>
          <a:xfrm>
            <a:off x="7955280" y="3108960"/>
            <a:ext cx="3700800" cy="3289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218"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219" name="" descr=""/>
          <p:cNvPicPr/>
          <p:nvPr/>
        </p:nvPicPr>
        <p:blipFill>
          <a:blip r:embed="rId1"/>
          <a:stretch/>
        </p:blipFill>
        <p:spPr>
          <a:xfrm>
            <a:off x="4589280" y="5029200"/>
            <a:ext cx="2649240" cy="50472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0" name="Rectangle 288"/>
          <p:cNvSpPr/>
          <p:nvPr/>
        </p:nvSpPr>
        <p:spPr>
          <a:xfrm>
            <a:off x="0" y="0"/>
            <a:ext cx="12185640" cy="68547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ectangle 289"/>
          <p:cNvSpPr/>
          <p:nvPr/>
        </p:nvSpPr>
        <p:spPr>
          <a:xfrm>
            <a:off x="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2" name="Rectangle 290"/>
          <p:cNvSpPr/>
          <p:nvPr/>
        </p:nvSpPr>
        <p:spPr>
          <a:xfrm>
            <a:off x="914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3" name="Rectangle 291"/>
          <p:cNvSpPr/>
          <p:nvPr/>
        </p:nvSpPr>
        <p:spPr>
          <a:xfrm>
            <a:off x="1828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4" name="Rectangle 292"/>
          <p:cNvSpPr/>
          <p:nvPr/>
        </p:nvSpPr>
        <p:spPr>
          <a:xfrm>
            <a:off x="2743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ectangle 293"/>
          <p:cNvSpPr/>
          <p:nvPr/>
        </p:nvSpPr>
        <p:spPr>
          <a:xfrm>
            <a:off x="3657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6" name="Rectangle 294"/>
          <p:cNvSpPr/>
          <p:nvPr/>
        </p:nvSpPr>
        <p:spPr>
          <a:xfrm>
            <a:off x="4572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7" name="Rectangle 295"/>
          <p:cNvSpPr/>
          <p:nvPr/>
        </p:nvSpPr>
        <p:spPr>
          <a:xfrm>
            <a:off x="5486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8" name="Rectangle 296"/>
          <p:cNvSpPr/>
          <p:nvPr/>
        </p:nvSpPr>
        <p:spPr>
          <a:xfrm>
            <a:off x="6400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9" name="Rectangle 297"/>
          <p:cNvSpPr/>
          <p:nvPr/>
        </p:nvSpPr>
        <p:spPr>
          <a:xfrm>
            <a:off x="7315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0" name="Rectangle 298"/>
          <p:cNvSpPr/>
          <p:nvPr/>
        </p:nvSpPr>
        <p:spPr>
          <a:xfrm>
            <a:off x="8229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1" name="Rectangle 299"/>
          <p:cNvSpPr/>
          <p:nvPr/>
        </p:nvSpPr>
        <p:spPr>
          <a:xfrm>
            <a:off x="9144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2" name="Rectangle 300"/>
          <p:cNvSpPr/>
          <p:nvPr/>
        </p:nvSpPr>
        <p:spPr>
          <a:xfrm>
            <a:off x="10058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3" name="Rectangle 301"/>
          <p:cNvSpPr/>
          <p:nvPr/>
        </p:nvSpPr>
        <p:spPr>
          <a:xfrm>
            <a:off x="10972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4" name="Rectangle 302"/>
          <p:cNvSpPr/>
          <p:nvPr/>
        </p:nvSpPr>
        <p:spPr>
          <a:xfrm>
            <a:off x="11887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5" name="Rectangle 303"/>
          <p:cNvSpPr/>
          <p:nvPr/>
        </p:nvSpPr>
        <p:spPr>
          <a:xfrm>
            <a:off x="0" y="0"/>
            <a:ext cx="316800" cy="68547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6" name="Rounded Rectangle 127"/>
          <p:cNvSpPr/>
          <p:nvPr/>
        </p:nvSpPr>
        <p:spPr>
          <a:xfrm>
            <a:off x="9875520" y="365760"/>
            <a:ext cx="2008440" cy="4996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37"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238"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239" name="Rounded Rectangle 128"/>
          <p:cNvSpPr/>
          <p:nvPr/>
        </p:nvSpPr>
        <p:spPr>
          <a:xfrm>
            <a:off x="98748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0" name="Rounded Rectangle 129"/>
          <p:cNvSpPr/>
          <p:nvPr/>
        </p:nvSpPr>
        <p:spPr>
          <a:xfrm>
            <a:off x="685800" y="3108960"/>
            <a:ext cx="3517200" cy="3061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241" name="Rounded Rectangle 130"/>
          <p:cNvSpPr/>
          <p:nvPr/>
        </p:nvSpPr>
        <p:spPr>
          <a:xfrm>
            <a:off x="450792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2" name="Rounded Rectangle 131"/>
          <p:cNvSpPr/>
          <p:nvPr/>
        </p:nvSpPr>
        <p:spPr>
          <a:xfrm>
            <a:off x="4434840" y="3108960"/>
            <a:ext cx="3288600" cy="2739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243" name="Rounded Rectangle 132"/>
          <p:cNvSpPr/>
          <p:nvPr/>
        </p:nvSpPr>
        <p:spPr>
          <a:xfrm>
            <a:off x="802836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4" name="Rounded Rectangle 133"/>
          <p:cNvSpPr/>
          <p:nvPr/>
        </p:nvSpPr>
        <p:spPr>
          <a:xfrm>
            <a:off x="7955280" y="2514600"/>
            <a:ext cx="3929760" cy="3655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45"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6" name="Rectangle 17"/>
          <p:cNvSpPr/>
          <p:nvPr/>
        </p:nvSpPr>
        <p:spPr>
          <a:xfrm>
            <a:off x="0" y="0"/>
            <a:ext cx="12185640" cy="68547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7" name="Rectangle 18"/>
          <p:cNvSpPr/>
          <p:nvPr/>
        </p:nvSpPr>
        <p:spPr>
          <a:xfrm>
            <a:off x="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8" name="Rectangle 19"/>
          <p:cNvSpPr/>
          <p:nvPr/>
        </p:nvSpPr>
        <p:spPr>
          <a:xfrm>
            <a:off x="914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9" name="Rectangle 20"/>
          <p:cNvSpPr/>
          <p:nvPr/>
        </p:nvSpPr>
        <p:spPr>
          <a:xfrm>
            <a:off x="1828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0" name="Rectangle 21"/>
          <p:cNvSpPr/>
          <p:nvPr/>
        </p:nvSpPr>
        <p:spPr>
          <a:xfrm>
            <a:off x="2743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1" name="Rectangle 22"/>
          <p:cNvSpPr/>
          <p:nvPr/>
        </p:nvSpPr>
        <p:spPr>
          <a:xfrm>
            <a:off x="3657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2" name="Rectangle 23"/>
          <p:cNvSpPr/>
          <p:nvPr/>
        </p:nvSpPr>
        <p:spPr>
          <a:xfrm>
            <a:off x="4572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3" name="Rectangle 24"/>
          <p:cNvSpPr/>
          <p:nvPr/>
        </p:nvSpPr>
        <p:spPr>
          <a:xfrm>
            <a:off x="5486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4" name="Rectangle 25"/>
          <p:cNvSpPr/>
          <p:nvPr/>
        </p:nvSpPr>
        <p:spPr>
          <a:xfrm>
            <a:off x="6400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5" name="Rectangle 26"/>
          <p:cNvSpPr/>
          <p:nvPr/>
        </p:nvSpPr>
        <p:spPr>
          <a:xfrm>
            <a:off x="7315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6" name="Rectangle 27"/>
          <p:cNvSpPr/>
          <p:nvPr/>
        </p:nvSpPr>
        <p:spPr>
          <a:xfrm>
            <a:off x="8229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7" name="Rectangle 28"/>
          <p:cNvSpPr/>
          <p:nvPr/>
        </p:nvSpPr>
        <p:spPr>
          <a:xfrm>
            <a:off x="9144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8" name="Rectangle 29"/>
          <p:cNvSpPr/>
          <p:nvPr/>
        </p:nvSpPr>
        <p:spPr>
          <a:xfrm>
            <a:off x="10058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9" name="Rectangle 30"/>
          <p:cNvSpPr/>
          <p:nvPr/>
        </p:nvSpPr>
        <p:spPr>
          <a:xfrm>
            <a:off x="10972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0" name="Rectangle 31"/>
          <p:cNvSpPr/>
          <p:nvPr/>
        </p:nvSpPr>
        <p:spPr>
          <a:xfrm>
            <a:off x="11887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1" name="Rectangle 304"/>
          <p:cNvSpPr/>
          <p:nvPr/>
        </p:nvSpPr>
        <p:spPr>
          <a:xfrm>
            <a:off x="0" y="0"/>
            <a:ext cx="316800" cy="68547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2" name="Rounded Rectangle 134"/>
          <p:cNvSpPr/>
          <p:nvPr/>
        </p:nvSpPr>
        <p:spPr>
          <a:xfrm>
            <a:off x="9875520" y="365760"/>
            <a:ext cx="2008440" cy="4996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63" name="TextBox 58"/>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264"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265" name="Rounded Rectangle 135"/>
          <p:cNvSpPr/>
          <p:nvPr/>
        </p:nvSpPr>
        <p:spPr>
          <a:xfrm>
            <a:off x="98748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6" name="Rounded Rectangle 136"/>
          <p:cNvSpPr/>
          <p:nvPr/>
        </p:nvSpPr>
        <p:spPr>
          <a:xfrm>
            <a:off x="528480" y="2851200"/>
            <a:ext cx="3813120" cy="3318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267" name="Rounded Rectangle 137"/>
          <p:cNvSpPr/>
          <p:nvPr/>
        </p:nvSpPr>
        <p:spPr>
          <a:xfrm>
            <a:off x="450792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8" name="Rounded Rectangle 138"/>
          <p:cNvSpPr/>
          <p:nvPr/>
        </p:nvSpPr>
        <p:spPr>
          <a:xfrm>
            <a:off x="4482000" y="3099600"/>
            <a:ext cx="3288600" cy="2739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269" name="Rounded Rectangle 139"/>
          <p:cNvSpPr/>
          <p:nvPr/>
        </p:nvSpPr>
        <p:spPr>
          <a:xfrm>
            <a:off x="802836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0" name="Rounded Rectangle 140"/>
          <p:cNvSpPr/>
          <p:nvPr/>
        </p:nvSpPr>
        <p:spPr>
          <a:xfrm>
            <a:off x="7955280" y="2286000"/>
            <a:ext cx="3929760" cy="3884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271"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272" name="" descr=""/>
          <p:cNvPicPr/>
          <p:nvPr/>
        </p:nvPicPr>
        <p:blipFill>
          <a:blip r:embed="rId1"/>
          <a:stretch/>
        </p:blipFill>
        <p:spPr>
          <a:xfrm>
            <a:off x="585720" y="3429000"/>
            <a:ext cx="3728520" cy="211608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3" name="Rectangle 305"/>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4" name="Rectangle 306"/>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5" name="Rectangle 307"/>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6" name="Rectangle 308"/>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7" name="Rectangle 309"/>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8" name="Rectangle 310"/>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9" name="Rectangle 311"/>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0" name="Rectangle 312"/>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1" name="Rectangle 313"/>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2" name="Rectangle 314"/>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3" name="Rectangle 315"/>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4" name="Rectangle 316"/>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5" name="Rectangle 317"/>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6" name="Rectangle 318"/>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7" name="Rectangle 319"/>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8" name="Rectangle 320"/>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9" name="Rounded Rectangle 141"/>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90" name="TextBox 61"/>
          <p:cNvSpPr/>
          <p:nvPr/>
        </p:nvSpPr>
        <p:spPr>
          <a:xfrm>
            <a:off x="2571840" y="1005840"/>
            <a:ext cx="582624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291" name="TextBox 62"/>
          <p:cNvSpPr/>
          <p:nvPr/>
        </p:nvSpPr>
        <p:spPr>
          <a:xfrm>
            <a:off x="2514600" y="1828800"/>
            <a:ext cx="67845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292" name="Rounded Rectangle 142"/>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3" name="Rounded Rectangle 143"/>
          <p:cNvSpPr/>
          <p:nvPr/>
        </p:nvSpPr>
        <p:spPr>
          <a:xfrm>
            <a:off x="685800" y="2971800"/>
            <a:ext cx="3517560" cy="3427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294" name="Rounded Rectangle 144"/>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5" name="Rounded Rectangle 145"/>
          <p:cNvSpPr/>
          <p:nvPr/>
        </p:nvSpPr>
        <p:spPr>
          <a:xfrm>
            <a:off x="443484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296" name="Rounded Rectangle 146"/>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7" name="Rounded Rectangle 147"/>
          <p:cNvSpPr/>
          <p:nvPr/>
        </p:nvSpPr>
        <p:spPr>
          <a:xfrm>
            <a:off x="7955280" y="3108960"/>
            <a:ext cx="3472920" cy="2832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98"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9" name="Rectangle 321"/>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0" name="Rectangle 322"/>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1" name="Rectangle 323"/>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2" name="Rectangle 324"/>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3" name="Rectangle 325"/>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4" name="Rectangle 326"/>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5" name="Rectangle 327"/>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6" name="Rectangle 328"/>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7" name="Rectangle 329"/>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8" name="Rectangle 330"/>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9" name="Rectangle 331"/>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0" name="Rectangle 332"/>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1" name="Rectangle 333"/>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2" name="Rectangle 334"/>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3" name="Rectangle 335"/>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4" name="Rectangle 336"/>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5" name="Rounded Rectangle 148"/>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16"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317" name="TextBox 65"/>
          <p:cNvSpPr/>
          <p:nvPr/>
        </p:nvSpPr>
        <p:spPr>
          <a:xfrm>
            <a:off x="1874160" y="2194560"/>
            <a:ext cx="72223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318" name="Rounded Rectangle 149"/>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9" name="Rounded Rectangle 150"/>
          <p:cNvSpPr/>
          <p:nvPr/>
        </p:nvSpPr>
        <p:spPr>
          <a:xfrm>
            <a:off x="685800" y="3108960"/>
            <a:ext cx="3517920" cy="283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320" name="Rounded Rectangle 151"/>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1" name="Rounded Rectangle 152"/>
          <p:cNvSpPr/>
          <p:nvPr/>
        </p:nvSpPr>
        <p:spPr>
          <a:xfrm>
            <a:off x="4434840" y="2971800"/>
            <a:ext cx="3289320" cy="3656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322" name="Rounded Rectangle 153"/>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3" name="Rounded Rectangle 154"/>
          <p:cNvSpPr/>
          <p:nvPr/>
        </p:nvSpPr>
        <p:spPr>
          <a:xfrm>
            <a:off x="7955280" y="2743200"/>
            <a:ext cx="3701880" cy="3656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324"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Rectangle 337"/>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6" name="Rectangle 338"/>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7" name="Rectangle 339"/>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8" name="Rectangle 340"/>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9" name="Rectangle 341"/>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0" name="Rectangle 342"/>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1" name="Rectangle 343"/>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2" name="Rectangle 344"/>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3" name="Rectangle 345"/>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4" name="Rectangle 346"/>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5" name="Rectangle 347"/>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6" name="Rectangle 348"/>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7" name="Rectangle 349"/>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8" name="Rectangle 350"/>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9" name="Rectangle 351"/>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0" name="Rectangle 352"/>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1" name="Rounded Rectangle 155"/>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42" name="TextBox 67"/>
          <p:cNvSpPr/>
          <p:nvPr/>
        </p:nvSpPr>
        <p:spPr>
          <a:xfrm>
            <a:off x="1267920" y="1005840"/>
            <a:ext cx="843444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343" name="TextBox 68"/>
          <p:cNvSpPr/>
          <p:nvPr/>
        </p:nvSpPr>
        <p:spPr>
          <a:xfrm>
            <a:off x="737280" y="2057400"/>
            <a:ext cx="94975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344" name="Rounded Rectangle 156"/>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5" name="Rounded Rectangle 157"/>
          <p:cNvSpPr/>
          <p:nvPr/>
        </p:nvSpPr>
        <p:spPr>
          <a:xfrm>
            <a:off x="914400" y="3108960"/>
            <a:ext cx="3290040" cy="2741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346" name="Rounded Rectangle 158"/>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7" name="Rounded Rectangle 159"/>
          <p:cNvSpPr/>
          <p:nvPr/>
        </p:nvSpPr>
        <p:spPr>
          <a:xfrm>
            <a:off x="4434840" y="3108960"/>
            <a:ext cx="3290040" cy="2741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348" name="Rounded Rectangle 160"/>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9" name="Rounded Rectangle 161"/>
          <p:cNvSpPr/>
          <p:nvPr/>
        </p:nvSpPr>
        <p:spPr>
          <a:xfrm>
            <a:off x="7955280" y="3108960"/>
            <a:ext cx="3931200" cy="3291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350" name="TextBox 6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1" name="Rectangle 353"/>
          <p:cNvSpPr/>
          <p:nvPr/>
        </p:nvSpPr>
        <p:spPr>
          <a:xfrm>
            <a:off x="0" y="0"/>
            <a:ext cx="12187440" cy="6856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2" name="Rectangle 354"/>
          <p:cNvSpPr/>
          <p:nvPr/>
        </p:nvSpPr>
        <p:spPr>
          <a:xfrm>
            <a:off x="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3" name="Rectangle 355"/>
          <p:cNvSpPr/>
          <p:nvPr/>
        </p:nvSpPr>
        <p:spPr>
          <a:xfrm>
            <a:off x="914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4" name="Rectangle 356"/>
          <p:cNvSpPr/>
          <p:nvPr/>
        </p:nvSpPr>
        <p:spPr>
          <a:xfrm>
            <a:off x="1828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5" name="Rectangle 357"/>
          <p:cNvSpPr/>
          <p:nvPr/>
        </p:nvSpPr>
        <p:spPr>
          <a:xfrm>
            <a:off x="2743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6" name="Rectangle 358"/>
          <p:cNvSpPr/>
          <p:nvPr/>
        </p:nvSpPr>
        <p:spPr>
          <a:xfrm>
            <a:off x="3657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7" name="Rectangle 359"/>
          <p:cNvSpPr/>
          <p:nvPr/>
        </p:nvSpPr>
        <p:spPr>
          <a:xfrm>
            <a:off x="4572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8" name="Rectangle 360"/>
          <p:cNvSpPr/>
          <p:nvPr/>
        </p:nvSpPr>
        <p:spPr>
          <a:xfrm>
            <a:off x="5486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9" name="Rectangle 361"/>
          <p:cNvSpPr/>
          <p:nvPr/>
        </p:nvSpPr>
        <p:spPr>
          <a:xfrm>
            <a:off x="6400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0" name="Rectangle 362"/>
          <p:cNvSpPr/>
          <p:nvPr/>
        </p:nvSpPr>
        <p:spPr>
          <a:xfrm>
            <a:off x="7315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1" name="Rectangle 363"/>
          <p:cNvSpPr/>
          <p:nvPr/>
        </p:nvSpPr>
        <p:spPr>
          <a:xfrm>
            <a:off x="8229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2" name="Rectangle 364"/>
          <p:cNvSpPr/>
          <p:nvPr/>
        </p:nvSpPr>
        <p:spPr>
          <a:xfrm>
            <a:off x="9144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3" name="Rectangle 365"/>
          <p:cNvSpPr/>
          <p:nvPr/>
        </p:nvSpPr>
        <p:spPr>
          <a:xfrm>
            <a:off x="10058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4" name="Rectangle 366"/>
          <p:cNvSpPr/>
          <p:nvPr/>
        </p:nvSpPr>
        <p:spPr>
          <a:xfrm>
            <a:off x="10972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5" name="Rectangle 367"/>
          <p:cNvSpPr/>
          <p:nvPr/>
        </p:nvSpPr>
        <p:spPr>
          <a:xfrm>
            <a:off x="11887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6" name="Rectangle 368"/>
          <p:cNvSpPr/>
          <p:nvPr/>
        </p:nvSpPr>
        <p:spPr>
          <a:xfrm>
            <a:off x="0" y="0"/>
            <a:ext cx="318600" cy="6856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7" name="Rounded Rectangle 162"/>
          <p:cNvSpPr/>
          <p:nvPr/>
        </p:nvSpPr>
        <p:spPr>
          <a:xfrm>
            <a:off x="9875520" y="365760"/>
            <a:ext cx="2010240" cy="501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68" name="TextBox 70"/>
          <p:cNvSpPr/>
          <p:nvPr/>
        </p:nvSpPr>
        <p:spPr>
          <a:xfrm>
            <a:off x="1162440" y="1005840"/>
            <a:ext cx="864648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User Input (Getting Input from the User)</a:t>
            </a:r>
            <a:endParaRPr b="0" lang="en-US" sz="4000" spc="-1" strike="noStrike">
              <a:solidFill>
                <a:srgbClr val="000000"/>
              </a:solidFill>
              <a:latin typeface="Arial"/>
            </a:endParaRPr>
          </a:p>
        </p:txBody>
      </p:sp>
      <p:sp>
        <p:nvSpPr>
          <p:cNvPr id="1369" name="TextBox 71"/>
          <p:cNvSpPr/>
          <p:nvPr/>
        </p:nvSpPr>
        <p:spPr>
          <a:xfrm>
            <a:off x="984960" y="2057400"/>
            <a:ext cx="9002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user input is typically handled using the Scanner class.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class allows us to read data entered from the keyboard and use it within our program.</a:t>
            </a:r>
            <a:endParaRPr b="0" lang="en-US" sz="1900" spc="-1" strike="noStrike">
              <a:solidFill>
                <a:srgbClr val="000000"/>
              </a:solidFill>
              <a:latin typeface="Arial"/>
            </a:endParaRPr>
          </a:p>
        </p:txBody>
      </p:sp>
      <p:sp>
        <p:nvSpPr>
          <p:cNvPr id="1370" name="Rounded Rectangle 163"/>
          <p:cNvSpPr/>
          <p:nvPr/>
        </p:nvSpPr>
        <p:spPr>
          <a:xfrm>
            <a:off x="98748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1" name="Rounded Rectangle 164"/>
          <p:cNvSpPr/>
          <p:nvPr/>
        </p:nvSpPr>
        <p:spPr>
          <a:xfrm>
            <a:off x="685800" y="3108960"/>
            <a:ext cx="3519000" cy="3291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To use Scanner, we need to import it: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import java.util.Scanner;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Creating a Scanner Object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input = new Scanner(System.in);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How User Input Works in Java</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System.in → Represents keyboard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Scanner → Reads the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Used for different data types (e.g., nextLine(), nextInt())</a:t>
            </a:r>
            <a:endParaRPr b="0" lang="en-US" sz="1400" spc="-1" strike="noStrike">
              <a:solidFill>
                <a:srgbClr val="ffffff"/>
              </a:solidFill>
              <a:latin typeface="Arial"/>
            </a:endParaRPr>
          </a:p>
        </p:txBody>
      </p:sp>
      <p:sp>
        <p:nvSpPr>
          <p:cNvPr id="1372" name="Rounded Rectangle 165"/>
          <p:cNvSpPr/>
          <p:nvPr/>
        </p:nvSpPr>
        <p:spPr>
          <a:xfrm>
            <a:off x="450792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3" name="Rounded Rectangle 166"/>
          <p:cNvSpPr/>
          <p:nvPr/>
        </p:nvSpPr>
        <p:spPr>
          <a:xfrm>
            <a:off x="4434840" y="2971800"/>
            <a:ext cx="3337200" cy="3428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Program starts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object is created</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is prompted for input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enters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reads the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Data is assigned to variables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Program continues execution</a:t>
            </a:r>
            <a:endParaRPr b="0" lang="en-US" sz="1600" spc="-1" strike="noStrike">
              <a:solidFill>
                <a:srgbClr val="ffffff"/>
              </a:solidFill>
              <a:latin typeface="Arial"/>
            </a:endParaRPr>
          </a:p>
        </p:txBody>
      </p:sp>
      <p:sp>
        <p:nvSpPr>
          <p:cNvPr id="1374" name="Rounded Rectangle 167"/>
          <p:cNvSpPr/>
          <p:nvPr/>
        </p:nvSpPr>
        <p:spPr>
          <a:xfrm>
            <a:off x="802836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5" name="Rounded Rectangle 168"/>
          <p:cNvSpPr/>
          <p:nvPr/>
        </p:nvSpPr>
        <p:spPr>
          <a:xfrm>
            <a:off x="7955280" y="3108960"/>
            <a:ext cx="3702960" cy="3291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UserInputExample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input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input.nextLine();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input.nextInt();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input.close();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376" name="TextBox 72"/>
          <p:cNvSpPr/>
          <p:nvPr/>
        </p:nvSpPr>
        <p:spPr>
          <a:xfrm>
            <a:off x="4600080" y="6446520"/>
            <a:ext cx="305136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7" name="Rectangle 369"/>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78" name="Rectangle 370"/>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79" name="Rectangle 371"/>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0" name="Rectangle 372"/>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1" name="Rectangle 373"/>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2" name="Rectangle 374"/>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3" name="Rectangle 375"/>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4" name="Rectangle 376"/>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5" name="Rectangle 377"/>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6" name="Rectangle 378"/>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7" name="Rectangle 379"/>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8" name="Rectangle 380"/>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89" name="Rectangle 381"/>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90" name="Rectangle 382"/>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91" name="Rectangle 383"/>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92" name="Rectangle 384"/>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93" name="Rounded Rectangle 169"/>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94" name="TextBox 73"/>
          <p:cNvSpPr/>
          <p:nvPr/>
        </p:nvSpPr>
        <p:spPr>
          <a:xfrm>
            <a:off x="2031840" y="1005840"/>
            <a:ext cx="6908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Types of User Input in Java</a:t>
            </a:r>
            <a:endParaRPr b="0" lang="en-US" sz="4800" spc="-1" strike="noStrike">
              <a:solidFill>
                <a:srgbClr val="000000"/>
              </a:solidFill>
              <a:latin typeface="Arial"/>
            </a:endParaRPr>
          </a:p>
        </p:txBody>
      </p:sp>
      <p:sp>
        <p:nvSpPr>
          <p:cNvPr id="1395" name="TextBox 74"/>
          <p:cNvSpPr/>
          <p:nvPr/>
        </p:nvSpPr>
        <p:spPr>
          <a:xfrm>
            <a:off x="978840" y="2074680"/>
            <a:ext cx="90795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The Scanner class provides different methods to read different types of data from the user,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such as integers, floats, and strings. Each method is designed for a specific data type</a:t>
            </a:r>
            <a:endParaRPr b="0" lang="en-US" sz="1900" spc="-1" strike="noStrike">
              <a:solidFill>
                <a:srgbClr val="000000"/>
              </a:solidFill>
              <a:latin typeface="Arial"/>
            </a:endParaRPr>
          </a:p>
        </p:txBody>
      </p:sp>
      <p:sp>
        <p:nvSpPr>
          <p:cNvPr id="1396" name="Rounded Rectangle 170"/>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97" name="Rounded Rectangle 171"/>
          <p:cNvSpPr/>
          <p:nvPr/>
        </p:nvSpPr>
        <p:spPr>
          <a:xfrm>
            <a:off x="914400" y="3108960"/>
            <a:ext cx="3290760" cy="274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nextInt() bir tam sayı okur.</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nextFloat() bir ondalıklı sayı okur.</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nextLine() bir satırın tamamını okur.</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Bu metotlar, Java programlarının kullanıcıdan doğru formatta veri almasını sağlar.</a:t>
            </a:r>
            <a:endParaRPr b="1" lang="en-US" sz="1800" spc="-1" strike="noStrike">
              <a:solidFill>
                <a:srgbClr val="ffffff"/>
              </a:solidFill>
              <a:latin typeface="Arial"/>
            </a:endParaRPr>
          </a:p>
        </p:txBody>
      </p:sp>
      <p:sp>
        <p:nvSpPr>
          <p:cNvPr id="1398" name="Rounded Rectangle 172"/>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99" name="Rounded Rectangle 173"/>
          <p:cNvSpPr/>
          <p:nvPr/>
        </p:nvSpPr>
        <p:spPr>
          <a:xfrm>
            <a:off x="4434840" y="3108960"/>
            <a:ext cx="3290760" cy="3291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object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asks for a specific type of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Matching Scanner method reads the value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Value is stored in a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with that data</a:t>
            </a:r>
            <a:endParaRPr b="0" lang="en-US" sz="1400" spc="-1" strike="noStrike">
              <a:solidFill>
                <a:srgbClr val="ffffff"/>
              </a:solidFill>
              <a:latin typeface="Arial"/>
            </a:endParaRPr>
          </a:p>
        </p:txBody>
      </p:sp>
      <p:sp>
        <p:nvSpPr>
          <p:cNvPr id="1400" name="Rounded Rectangle 174"/>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1" name="Rounded Rectangle 175"/>
          <p:cNvSpPr/>
          <p:nvPr/>
        </p:nvSpPr>
        <p:spPr>
          <a:xfrm>
            <a:off x="7955280" y="2971800"/>
            <a:ext cx="3703320" cy="3429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import java.util.Scanner;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public class InputTypesExample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Scanner sc = new Scanner(System.in);</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an integer: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int number = sc.nextInt();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float: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float decimal = sc.nextFloat();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sc.nextLine(); // clears the buffer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text: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sc.nextLine();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System.out.println("Integer: " + number);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System.out.println("Float: " + decimal);</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System.out.println("Text: " + text);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sc.close();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402" name="TextBox 75"/>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3" name="Rectangle 385"/>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4" name="Rectangle 386"/>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5" name="Rectangle 387"/>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6" name="Rectangle 388"/>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7" name="Rectangle 389"/>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8" name="Rectangle 390"/>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09" name="Rectangle 391"/>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0" name="Rectangle 392"/>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1" name="Rectangle 393"/>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2" name="Rectangle 394"/>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3" name="Rectangle 395"/>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4" name="Rectangle 396"/>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5" name="Rectangle 397"/>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6" name="Rectangle 398"/>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7" name="Rectangle 399"/>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8" name="Rectangle 400"/>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19" name="Rounded Rectangle 176"/>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20" name="TextBox 76"/>
          <p:cNvSpPr/>
          <p:nvPr/>
        </p:nvSpPr>
        <p:spPr>
          <a:xfrm>
            <a:off x="1600200" y="914400"/>
            <a:ext cx="7606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Example of User Input in Java</a:t>
            </a:r>
            <a:endParaRPr b="0" lang="en-US" sz="4800" spc="-1" strike="noStrike">
              <a:solidFill>
                <a:srgbClr val="000000"/>
              </a:solidFill>
              <a:latin typeface="Arial"/>
            </a:endParaRPr>
          </a:p>
        </p:txBody>
      </p:sp>
      <p:sp>
        <p:nvSpPr>
          <p:cNvPr id="1421" name="TextBox 77"/>
          <p:cNvSpPr/>
          <p:nvPr/>
        </p:nvSpPr>
        <p:spPr>
          <a:xfrm>
            <a:off x="817200" y="1828800"/>
            <a:ext cx="969840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 common example of user input in Java is reading numbers from the keyboard, processing them,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 </a:t>
            </a:r>
            <a:r>
              <a:rPr b="0" lang="en-US" sz="1900" spc="-1" strike="noStrike">
                <a:solidFill>
                  <a:srgbClr val="aaaaaa"/>
                </a:solidFill>
                <a:latin typeface="Calibri"/>
                <a:ea typeface="DejaVu Sans"/>
              </a:rPr>
              <a:t>and displaying the result.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With Scanner, this can be done in a simple and structured way.</a:t>
            </a:r>
            <a:endParaRPr b="0" lang="en-US" sz="1900" spc="-1" strike="noStrike">
              <a:solidFill>
                <a:srgbClr val="000000"/>
              </a:solidFill>
              <a:latin typeface="Arial"/>
            </a:endParaRPr>
          </a:p>
        </p:txBody>
      </p:sp>
      <p:sp>
        <p:nvSpPr>
          <p:cNvPr id="1422" name="Rounded Rectangle 177"/>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23" name="Rounded Rectangle 178"/>
          <p:cNvSpPr/>
          <p:nvPr/>
        </p:nvSpPr>
        <p:spPr>
          <a:xfrm>
            <a:off x="914400" y="3108960"/>
            <a:ext cx="3290760" cy="274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First, import java.util.Scanner.</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Then create a Scanner object with System.in.</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 input methods like nextInt() to read values.</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After reading the values, the program can process them, such as calculating a sum.</a:t>
            </a:r>
            <a:endParaRPr b="1" lang="en-US" sz="1800" spc="-1" strike="noStrike">
              <a:solidFill>
                <a:srgbClr val="ffffff"/>
              </a:solidFill>
              <a:latin typeface="Arial"/>
            </a:endParaRPr>
          </a:p>
        </p:txBody>
      </p:sp>
      <p:sp>
        <p:nvSpPr>
          <p:cNvPr id="1424" name="Rounded Rectangle 179"/>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25" name="Rounded Rectangle 180"/>
          <p:cNvSpPr/>
          <p:nvPr/>
        </p:nvSpPr>
        <p:spPr>
          <a:xfrm>
            <a:off x="4434840" y="2971800"/>
            <a:ext cx="3290760" cy="3474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Import Scanner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Scanner sc = new Scanner(System.in);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first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first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second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second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Calculate sum</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Display result</a:t>
            </a:r>
            <a:endParaRPr b="0" lang="en-US" sz="1400" spc="-1" strike="noStrike">
              <a:solidFill>
                <a:srgbClr val="ffffff"/>
              </a:solidFill>
              <a:latin typeface="Arial"/>
            </a:endParaRPr>
          </a:p>
        </p:txBody>
      </p:sp>
      <p:sp>
        <p:nvSpPr>
          <p:cNvPr id="1426" name="Rounded Rectangle 181"/>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27" name="Rounded Rectangle 182"/>
          <p:cNvSpPr/>
          <p:nvPr/>
        </p:nvSpPr>
        <p:spPr>
          <a:xfrm>
            <a:off x="7955280" y="2786760"/>
            <a:ext cx="3703320" cy="3614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import java.util.Scanner;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public class AddTwoNumbers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Scanner sc = new Scanner(System.in);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first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num1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second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num2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sum = num1 + num2;</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System.out.println("The sum of the two numbers is: " + sum);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sc.close();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428" name="TextBox 78"/>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9.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350</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2026-04-12T23:20:31Z</dcterms:modified>
  <cp:revision>34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