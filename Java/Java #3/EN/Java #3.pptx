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20.xml.rels" ContentType="application/vnd.openxmlformats-package.relationships+xml"/>
  <Override PartName="/ppt/slideMasters/_rels/slideMaster7.xml.rels" ContentType="application/vnd.openxmlformats-package.relationships+xml"/>
  <Override PartName="/ppt/slideMasters/_rels/slideMaster3.xml.rels" ContentType="application/vnd.openxmlformats-package.relationships+xml"/>
  <Override PartName="/ppt/slideMasters/_rels/slideMaster4.xml.rels" ContentType="application/vnd.openxmlformats-package.relationships+xml"/>
  <Override PartName="/ppt/slideMasters/_rels/slideMaster5.xml.rels" ContentType="application/vnd.openxmlformats-package.relationships+xml"/>
  <Override PartName="/ppt/slideMasters/_rels/slideMaster6.xml.rels" ContentType="application/vnd.openxmlformats-package.relationships+xml"/>
  <Override PartName="/ppt/slideMasters/_rels/slideMaster8.xml.rels" ContentType="application/vnd.openxmlformats-package.relationships+xml"/>
  <Override PartName="/ppt/slideMasters/_rels/slideMaster9.xml.rels" ContentType="application/vnd.openxmlformats-package.relationships+xml"/>
  <Override PartName="/ppt/slideMasters/_rels/slideMaster10.xml.rels" ContentType="application/vnd.openxmlformats-package.relationships+xml"/>
  <Override PartName="/ppt/slideMasters/_rels/slideMaster11.xml.rels" ContentType="application/vnd.openxmlformats-package.relationships+xml"/>
  <Override PartName="/ppt/slideMasters/_rels/slideMaster12.xml.rels" ContentType="application/vnd.openxmlformats-package.relationships+xml"/>
  <Override PartName="/ppt/slideMasters/_rels/slideMaster13.xml.rels" ContentType="application/vnd.openxmlformats-package.relationships+xml"/>
  <Override PartName="/ppt/slideMasters/_rels/slideMaster14.xml.rels" ContentType="application/vnd.openxmlformats-package.relationships+xml"/>
  <Override PartName="/ppt/slideMasters/_rels/slideMaster15.xml.rels" ContentType="application/vnd.openxmlformats-package.relationships+xml"/>
  <Override PartName="/ppt/slideMasters/_rels/slideMaster16.xml.rels" ContentType="application/vnd.openxmlformats-package.relationships+xml"/>
  <Override PartName="/ppt/slideMasters/_rels/slideMaster17.xml.rels" ContentType="application/vnd.openxmlformats-package.relationships+xml"/>
  <Override PartName="/ppt/slideMasters/_rels/slideMaster18.xml.rels" ContentType="application/vnd.openxmlformats-package.relationships+xml"/>
  <Override PartName="/ppt/slideMasters/_rels/slideMaster19.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slideLayouts/slideLayout31.xml" ContentType="application/vnd.openxmlformats-officedocument.presentationml.slideLayout+xml"/>
  <Override PartName="/ppt/slideLayouts/slideLayout119.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3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37.xml" ContentType="application/vnd.openxmlformats-officedocument.presentationml.slideLayout+xml"/>
  <Override PartName="/ppt/slideLayouts/slideLayout8.xml" ContentType="application/vnd.openxmlformats-officedocument.presentationml.slideLayout+xml"/>
  <Override PartName="/ppt/slideLayouts/slideLayout38.xml" ContentType="application/vnd.openxmlformats-officedocument.presentationml.slideLayout+xml"/>
  <Override PartName="/ppt/slideLayouts/slideLayout9.xml" ContentType="application/vnd.openxmlformats-officedocument.presentationml.slideLayout+xml"/>
  <Override PartName="/ppt/slideLayouts/slideLayout3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108.xml" ContentType="application/vnd.openxmlformats-officedocument.presentationml.slideLayout+xml"/>
  <Override PartName="/ppt/slideLayouts/slideLayout20.xml" ContentType="application/vnd.openxmlformats-officedocument.presentationml.slideLayout+xml"/>
  <Override PartName="/ppt/slideLayouts/slideLayout109.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118.xml" ContentType="application/vnd.openxmlformats-officedocument.presentationml.slideLayout+xml"/>
  <Override PartName="/ppt/slideLayouts/slideLayout30.xml" ContentType="application/vnd.openxmlformats-officedocument.presentationml.slideLayout+xml"/>
  <Override PartName="/ppt/slideLayouts/slideLayout128.xml" ContentType="application/vnd.openxmlformats-officedocument.presentationml.slideLayout+xml"/>
  <Override PartName="/ppt/slideLayouts/slideLayout40.xml" ContentType="application/vnd.openxmlformats-officedocument.presentationml.slideLayout+xml"/>
  <Override PartName="/ppt/slideLayouts/slideLayout129.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138.xml" ContentType="application/vnd.openxmlformats-officedocument.presentationml.slideLayout+xml"/>
  <Override PartName="/ppt/slideLayouts/slideLayout50.xml" ContentType="application/vnd.openxmlformats-officedocument.presentationml.slideLayout+xml"/>
  <Override PartName="/ppt/slideLayouts/slideLayout139.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148.xml" ContentType="application/vnd.openxmlformats-officedocument.presentationml.slideLayout+xml"/>
  <Override PartName="/ppt/slideLayouts/_rels/slideLayout35.xml.rels" ContentType="application/vnd.openxmlformats-package.relationships+xml"/>
  <Override PartName="/ppt/slideLayouts/_rels/slideLayout119.xml.rels" ContentType="application/vnd.openxmlformats-package.relationships+xml"/>
  <Override PartName="/ppt/slideLayouts/_rels/slideLayout53.xml.rels" ContentType="application/vnd.openxmlformats-package.relationships+xml"/>
  <Override PartName="/ppt/slideLayouts/_rels/slideLayout1.xml.rels" ContentType="application/vnd.openxmlformats-package.relationships+xml"/>
  <Override PartName="/ppt/slideLayouts/_rels/slideLayout137.xml.rels" ContentType="application/vnd.openxmlformats-package.relationships+xml"/>
  <Override PartName="/ppt/slideLayouts/_rels/slideLayout3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138.xml.rels" ContentType="application/vnd.openxmlformats-package.relationships+xml"/>
  <Override PartName="/ppt/slideLayouts/_rels/slideLayout54.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139.xml.rels" ContentType="application/vnd.openxmlformats-package.relationships+xml"/>
  <Override PartName="/ppt/slideLayouts/_rels/slideLayout55.xml.rels" ContentType="application/vnd.openxmlformats-package.relationships+xml"/>
  <Override PartName="/ppt/slideLayouts/_rels/slideLayout34.xml.rels" ContentType="application/vnd.openxmlformats-package.relationships+xml"/>
  <Override PartName="/ppt/slideLayouts/_rels/slideLayout118.xml.rels" ContentType="application/vnd.openxmlformats-package.relationships+xml"/>
  <Override PartName="/ppt/slideLayouts/_rels/slideLayout4.xml.rels" ContentType="application/vnd.openxmlformats-package.relationships+xml"/>
  <Override PartName="/ppt/slideLayouts/_rels/slideLayout56.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37.xml.rels" ContentType="application/vnd.openxmlformats-package.relationships+xml"/>
  <Override PartName="/ppt/slideLayouts/_rels/slideLayout7.xml.rels" ContentType="application/vnd.openxmlformats-package.relationships+xml"/>
  <Override PartName="/ppt/slideLayouts/_rels/slideLayout38.xml.rels" ContentType="application/vnd.openxmlformats-package.relationships+xml"/>
  <Override PartName="/ppt/slideLayouts/_rels/slideLayout8.xml.rels" ContentType="application/vnd.openxmlformats-package.relationships+xml"/>
  <Override PartName="/ppt/slideLayouts/_rels/slideLayout39.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108.xml.rels" ContentType="application/vnd.openxmlformats-package.relationships+xml"/>
  <Override PartName="/ppt/slideLayouts/_rels/slideLayout24.xml.rels" ContentType="application/vnd.openxmlformats-package.relationships+xml"/>
  <Override PartName="/ppt/slideLayouts/_rels/slideLayout20.xml.rels" ContentType="application/vnd.openxmlformats-package.relationships+xml"/>
  <Override PartName="/ppt/slideLayouts/_rels/slideLayout109.xml.rels" ContentType="application/vnd.openxmlformats-package.relationships+xml"/>
  <Override PartName="/ppt/slideLayouts/_rels/slideLayout25.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slideLayouts/_rels/slideLayout128.xml.rels" ContentType="application/vnd.openxmlformats-package.relationships+xml"/>
  <Override PartName="/ppt/slideLayouts/_rels/slideLayout44.xml.rels" ContentType="application/vnd.openxmlformats-package.relationships+xml"/>
  <Override PartName="/ppt/slideLayouts/_rels/slideLayout40.xml.rels" ContentType="application/vnd.openxmlformats-package.relationships+xml"/>
  <Override PartName="/ppt/slideLayouts/_rels/slideLayout129.xml.rels" ContentType="application/vnd.openxmlformats-package.relationships+xml"/>
  <Override PartName="/ppt/slideLayouts/_rels/slideLayout45.xml.rels" ContentType="application/vnd.openxmlformats-package.relationships+xml"/>
  <Override PartName="/ppt/slideLayouts/_rels/slideLayout41.xml.rels" ContentType="application/vnd.openxmlformats-package.relationships+xml"/>
  <Override PartName="/ppt/slideLayouts/_rels/slideLayout42.xml.rels" ContentType="application/vnd.openxmlformats-package.relationships+xml"/>
  <Override PartName="/ppt/slideLayouts/_rels/slideLayout43.xml.rels" ContentType="application/vnd.openxmlformats-package.relationships+xml"/>
  <Override PartName="/ppt/slideLayouts/_rels/slideLayout46.xml.rels" ContentType="application/vnd.openxmlformats-package.relationships+xml"/>
  <Override PartName="/ppt/slideLayouts/_rels/slideLayout47.xml.rels" ContentType="application/vnd.openxmlformats-package.relationships+xml"/>
  <Override PartName="/ppt/slideLayouts/_rels/slideLayout48.xml.rels" ContentType="application/vnd.openxmlformats-package.relationships+xml"/>
  <Override PartName="/ppt/slideLayouts/_rels/slideLayout49.xml.rels" ContentType="application/vnd.openxmlformats-package.relationships+xml"/>
  <Override PartName="/ppt/slideLayouts/_rels/slideLayout50.xml.rels" ContentType="application/vnd.openxmlformats-package.relationships+xml"/>
  <Override PartName="/ppt/slideLayouts/_rels/slideLayout51.xml.rels" ContentType="application/vnd.openxmlformats-package.relationships+xml"/>
  <Override PartName="/ppt/slideLayouts/_rels/slideLayout52.xml.rels" ContentType="application/vnd.openxmlformats-package.relationships+xml"/>
  <Override PartName="/ppt/slideLayouts/_rels/slideLayout57.xml.rels" ContentType="application/vnd.openxmlformats-package.relationships+xml"/>
  <Override PartName="/ppt/slideLayouts/_rels/slideLayout58.xml.rels" ContentType="application/vnd.openxmlformats-package.relationships+xml"/>
  <Override PartName="/ppt/slideLayouts/_rels/slideLayout59.xml.rels" ContentType="application/vnd.openxmlformats-package.relationships+xml"/>
  <Override PartName="/ppt/slideLayouts/_rels/slideLayout148.xml.rels" ContentType="application/vnd.openxmlformats-package.relationships+xml"/>
  <Override PartName="/ppt/slideLayouts/_rels/slideLayout60.xml.rels" ContentType="application/vnd.openxmlformats-package.relationships+xml"/>
  <Override PartName="/ppt/slideLayouts/_rels/slideLayout149.xml.rels" ContentType="application/vnd.openxmlformats-package.relationships+xml"/>
  <Override PartName="/ppt/slideLayouts/_rels/slideLayout61.xml.rels" ContentType="application/vnd.openxmlformats-package.relationships+xml"/>
  <Override PartName="/ppt/slideLayouts/_rels/slideLayout200.xml.rels" ContentType="application/vnd.openxmlformats-package.relationships+xml"/>
  <Override PartName="/ppt/slideLayouts/_rels/slideLayout62.xml.rels" ContentType="application/vnd.openxmlformats-package.relationships+xml"/>
  <Override PartName="/ppt/slideLayouts/_rels/slideLayout201.xml.rels" ContentType="application/vnd.openxmlformats-package.relationships+xml"/>
  <Override PartName="/ppt/slideLayouts/_rels/slideLayout63.xml.rels" ContentType="application/vnd.openxmlformats-package.relationships+xml"/>
  <Override PartName="/ppt/slideLayouts/_rels/slideLayout202.xml.rels" ContentType="application/vnd.openxmlformats-package.relationships+xml"/>
  <Override PartName="/ppt/slideLayouts/_rels/slideLayout64.xml.rels" ContentType="application/vnd.openxmlformats-package.relationships+xml"/>
  <Override PartName="/ppt/slideLayouts/_rels/slideLayout203.xml.rels" ContentType="application/vnd.openxmlformats-package.relationships+xml"/>
  <Override PartName="/ppt/slideLayouts/_rels/slideLayout65.xml.rels" ContentType="application/vnd.openxmlformats-package.relationships+xml"/>
  <Override PartName="/ppt/slideLayouts/_rels/slideLayout204.xml.rels" ContentType="application/vnd.openxmlformats-package.relationships+xml"/>
  <Override PartName="/ppt/slideLayouts/_rels/slideLayout66.xml.rels" ContentType="application/vnd.openxmlformats-package.relationships+xml"/>
  <Override PartName="/ppt/slideLayouts/_rels/slideLayout205.xml.rels" ContentType="application/vnd.openxmlformats-package.relationships+xml"/>
  <Override PartName="/ppt/slideLayouts/_rels/slideLayout67.xml.rels" ContentType="application/vnd.openxmlformats-package.relationships+xml"/>
  <Override PartName="/ppt/slideLayouts/_rels/slideLayout206.xml.rels" ContentType="application/vnd.openxmlformats-package.relationships+xml"/>
  <Override PartName="/ppt/slideLayouts/_rels/slideLayout68.xml.rels" ContentType="application/vnd.openxmlformats-package.relationships+xml"/>
  <Override PartName="/ppt/slideLayouts/_rels/slideLayout207.xml.rels" ContentType="application/vnd.openxmlformats-package.relationships+xml"/>
  <Override PartName="/ppt/slideLayouts/_rels/slideLayout69.xml.rels" ContentType="application/vnd.openxmlformats-package.relationships+xml"/>
  <Override PartName="/ppt/slideLayouts/_rels/slideLayout208.xml.rels" ContentType="application/vnd.openxmlformats-package.relationships+xml"/>
  <Override PartName="/ppt/slideLayouts/_rels/slideLayout158.xml.rels" ContentType="application/vnd.openxmlformats-package.relationships+xml"/>
  <Override PartName="/ppt/slideLayouts/_rels/slideLayout70.xml.rels" ContentType="application/vnd.openxmlformats-package.relationships+xml"/>
  <Override PartName="/ppt/slideLayouts/_rels/slideLayout159.xml.rels" ContentType="application/vnd.openxmlformats-package.relationships+xml"/>
  <Override PartName="/ppt/slideLayouts/_rels/slideLayout71.xml.rels" ContentType="application/vnd.openxmlformats-package.relationships+xml"/>
  <Override PartName="/ppt/slideLayouts/_rels/slideLayout210.xml.rels" ContentType="application/vnd.openxmlformats-package.relationships+xml"/>
  <Override PartName="/ppt/slideLayouts/_rels/slideLayout72.xml.rels" ContentType="application/vnd.openxmlformats-package.relationships+xml"/>
  <Override PartName="/ppt/slideLayouts/_rels/slideLayout211.xml.rels" ContentType="application/vnd.openxmlformats-package.relationships+xml"/>
  <Override PartName="/ppt/slideLayouts/_rels/slideLayout73.xml.rels" ContentType="application/vnd.openxmlformats-package.relationships+xml"/>
  <Override PartName="/ppt/slideLayouts/_rels/slideLayout212.xml.rels" ContentType="application/vnd.openxmlformats-package.relationships+xml"/>
  <Override PartName="/ppt/slideLayouts/_rels/slideLayout74.xml.rels" ContentType="application/vnd.openxmlformats-package.relationships+xml"/>
  <Override PartName="/ppt/slideLayouts/_rels/slideLayout213.xml.rels" ContentType="application/vnd.openxmlformats-package.relationships+xml"/>
  <Override PartName="/ppt/slideLayouts/_rels/slideLayout75.xml.rels" ContentType="application/vnd.openxmlformats-package.relationships+xml"/>
  <Override PartName="/ppt/slideLayouts/_rels/slideLayout214.xml.rels" ContentType="application/vnd.openxmlformats-package.relationships+xml"/>
  <Override PartName="/ppt/slideLayouts/_rels/slideLayout76.xml.rels" ContentType="application/vnd.openxmlformats-package.relationships+xml"/>
  <Override PartName="/ppt/slideLayouts/_rels/slideLayout215.xml.rels" ContentType="application/vnd.openxmlformats-package.relationships+xml"/>
  <Override PartName="/ppt/slideLayouts/_rels/slideLayout77.xml.rels" ContentType="application/vnd.openxmlformats-package.relationships+xml"/>
  <Override PartName="/ppt/slideLayouts/_rels/slideLayout216.xml.rels" ContentType="application/vnd.openxmlformats-package.relationships+xml"/>
  <Override PartName="/ppt/slideLayouts/_rels/slideLayout78.xml.rels" ContentType="application/vnd.openxmlformats-package.relationships+xml"/>
  <Override PartName="/ppt/slideLayouts/_rels/slideLayout217.xml.rels" ContentType="application/vnd.openxmlformats-package.relationships+xml"/>
  <Override PartName="/ppt/slideLayouts/_rels/slideLayout79.xml.rels" ContentType="application/vnd.openxmlformats-package.relationships+xml"/>
  <Override PartName="/ppt/slideLayouts/_rels/slideLayout218.xml.rels" ContentType="application/vnd.openxmlformats-package.relationships+xml"/>
  <Override PartName="/ppt/slideLayouts/_rels/slideLayout168.xml.rels" ContentType="application/vnd.openxmlformats-package.relationships+xml"/>
  <Override PartName="/ppt/slideLayouts/_rels/slideLayout80.xml.rels" ContentType="application/vnd.openxmlformats-package.relationships+xml"/>
  <Override PartName="/ppt/slideLayouts/_rels/slideLayout169.xml.rels" ContentType="application/vnd.openxmlformats-package.relationships+xml"/>
  <Override PartName="/ppt/slideLayouts/_rels/slideLayout81.xml.rels" ContentType="application/vnd.openxmlformats-package.relationships+xml"/>
  <Override PartName="/ppt/slideLayouts/_rels/slideLayout220.xml.rels" ContentType="application/vnd.openxmlformats-package.relationships+xml"/>
  <Override PartName="/ppt/slideLayouts/_rels/slideLayout82.xml.rels" ContentType="application/vnd.openxmlformats-package.relationships+xml"/>
  <Override PartName="/ppt/slideLayouts/_rels/slideLayout221.xml.rels" ContentType="application/vnd.openxmlformats-package.relationships+xml"/>
  <Override PartName="/ppt/slideLayouts/_rels/slideLayout83.xml.rels" ContentType="application/vnd.openxmlformats-package.relationships+xml"/>
  <Override PartName="/ppt/slideLayouts/_rels/slideLayout222.xml.rels" ContentType="application/vnd.openxmlformats-package.relationships+xml"/>
  <Override PartName="/ppt/slideLayouts/_rels/slideLayout84.xml.rels" ContentType="application/vnd.openxmlformats-package.relationships+xml"/>
  <Override PartName="/ppt/slideLayouts/_rels/slideLayout223.xml.rels" ContentType="application/vnd.openxmlformats-package.relationships+xml"/>
  <Override PartName="/ppt/slideLayouts/_rels/slideLayout85.xml.rels" ContentType="application/vnd.openxmlformats-package.relationships+xml"/>
  <Override PartName="/ppt/slideLayouts/_rels/slideLayout224.xml.rels" ContentType="application/vnd.openxmlformats-package.relationships+xml"/>
  <Override PartName="/ppt/slideLayouts/_rels/slideLayout86.xml.rels" ContentType="application/vnd.openxmlformats-package.relationships+xml"/>
  <Override PartName="/ppt/slideLayouts/_rels/slideLayout225.xml.rels" ContentType="application/vnd.openxmlformats-package.relationships+xml"/>
  <Override PartName="/ppt/slideLayouts/_rels/slideLayout87.xml.rels" ContentType="application/vnd.openxmlformats-package.relationships+xml"/>
  <Override PartName="/ppt/slideLayouts/_rels/slideLayout226.xml.rels" ContentType="application/vnd.openxmlformats-package.relationships+xml"/>
  <Override PartName="/ppt/slideLayouts/_rels/slideLayout88.xml.rels" ContentType="application/vnd.openxmlformats-package.relationships+xml"/>
  <Override PartName="/ppt/slideLayouts/_rels/slideLayout227.xml.rels" ContentType="application/vnd.openxmlformats-package.relationships+xml"/>
  <Override PartName="/ppt/slideLayouts/_rels/slideLayout89.xml.rels" ContentType="application/vnd.openxmlformats-package.relationships+xml"/>
  <Override PartName="/ppt/slideLayouts/_rels/slideLayout228.xml.rels" ContentType="application/vnd.openxmlformats-package.relationships+xml"/>
  <Override PartName="/ppt/slideLayouts/_rels/slideLayout178.xml.rels" ContentType="application/vnd.openxmlformats-package.relationships+xml"/>
  <Override PartName="/ppt/slideLayouts/_rels/slideLayout90.xml.rels" ContentType="application/vnd.openxmlformats-package.relationships+xml"/>
  <Override PartName="/ppt/slideLayouts/_rels/slideLayout179.xml.rels" ContentType="application/vnd.openxmlformats-package.relationships+xml"/>
  <Override PartName="/ppt/slideLayouts/_rels/slideLayout91.xml.rels" ContentType="application/vnd.openxmlformats-package.relationships+xml"/>
  <Override PartName="/ppt/slideLayouts/_rels/slideLayout230.xml.rels" ContentType="application/vnd.openxmlformats-package.relationships+xml"/>
  <Override PartName="/ppt/slideLayouts/_rels/slideLayout92.xml.rels" ContentType="application/vnd.openxmlformats-package.relationships+xml"/>
  <Override PartName="/ppt/slideLayouts/_rels/slideLayout231.xml.rels" ContentType="application/vnd.openxmlformats-package.relationships+xml"/>
  <Override PartName="/ppt/slideLayouts/_rels/slideLayout93.xml.rels" ContentType="application/vnd.openxmlformats-package.relationships+xml"/>
  <Override PartName="/ppt/slideLayouts/_rels/slideLayout232.xml.rels" ContentType="application/vnd.openxmlformats-package.relationships+xml"/>
  <Override PartName="/ppt/slideLayouts/_rels/slideLayout94.xml.rels" ContentType="application/vnd.openxmlformats-package.relationships+xml"/>
  <Override PartName="/ppt/slideLayouts/_rels/slideLayout233.xml.rels" ContentType="application/vnd.openxmlformats-package.relationships+xml"/>
  <Override PartName="/ppt/slideLayouts/_rels/slideLayout95.xml.rels" ContentType="application/vnd.openxmlformats-package.relationships+xml"/>
  <Override PartName="/ppt/slideLayouts/_rels/slideLayout234.xml.rels" ContentType="application/vnd.openxmlformats-package.relationships+xml"/>
  <Override PartName="/ppt/slideLayouts/_rels/slideLayout96.xml.rels" ContentType="application/vnd.openxmlformats-package.relationships+xml"/>
  <Override PartName="/ppt/slideLayouts/_rels/slideLayout235.xml.rels" ContentType="application/vnd.openxmlformats-package.relationships+xml"/>
  <Override PartName="/ppt/slideLayouts/_rels/slideLayout97.xml.rels" ContentType="application/vnd.openxmlformats-package.relationships+xml"/>
  <Override PartName="/ppt/slideLayouts/_rels/slideLayout236.xml.rels" ContentType="application/vnd.openxmlformats-package.relationships+xml"/>
  <Override PartName="/ppt/slideLayouts/_rels/slideLayout98.xml.rels" ContentType="application/vnd.openxmlformats-package.relationships+xml"/>
  <Override PartName="/ppt/slideLayouts/_rels/slideLayout237.xml.rels" ContentType="application/vnd.openxmlformats-package.relationships+xml"/>
  <Override PartName="/ppt/slideLayouts/_rels/slideLayout99.xml.rels" ContentType="application/vnd.openxmlformats-package.relationships+xml"/>
  <Override PartName="/ppt/slideLayouts/_rels/slideLayout238.xml.rels" ContentType="application/vnd.openxmlformats-package.relationships+xml"/>
  <Override PartName="/ppt/slideLayouts/_rels/slideLayout100.xml.rels" ContentType="application/vnd.openxmlformats-package.relationships+xml"/>
  <Override PartName="/ppt/slideLayouts/_rels/slideLayout101.xml.rels" ContentType="application/vnd.openxmlformats-package.relationships+xml"/>
  <Override PartName="/ppt/slideLayouts/_rels/slideLayout102.xml.rels" ContentType="application/vnd.openxmlformats-package.relationships+xml"/>
  <Override PartName="/ppt/slideLayouts/_rels/slideLayout103.xml.rels" ContentType="application/vnd.openxmlformats-package.relationships+xml"/>
  <Override PartName="/ppt/slideLayouts/_rels/slideLayout104.xml.rels" ContentType="application/vnd.openxmlformats-package.relationships+xml"/>
  <Override PartName="/ppt/slideLayouts/_rels/slideLayout105.xml.rels" ContentType="application/vnd.openxmlformats-package.relationships+xml"/>
  <Override PartName="/ppt/slideLayouts/_rels/slideLayout106.xml.rels" ContentType="application/vnd.openxmlformats-package.relationships+xml"/>
  <Override PartName="/ppt/slideLayouts/_rels/slideLayout107.xml.rels" ContentType="application/vnd.openxmlformats-package.relationships+xml"/>
  <Override PartName="/ppt/slideLayouts/_rels/slideLayout110.xml.rels" ContentType="application/vnd.openxmlformats-package.relationships+xml"/>
  <Override PartName="/ppt/slideLayouts/_rels/slideLayout111.xml.rels" ContentType="application/vnd.openxmlformats-package.relationships+xml"/>
  <Override PartName="/ppt/slideLayouts/_rels/slideLayout112.xml.rels" ContentType="application/vnd.openxmlformats-package.relationships+xml"/>
  <Override PartName="/ppt/slideLayouts/_rels/slideLayout113.xml.rels" ContentType="application/vnd.openxmlformats-package.relationships+xml"/>
  <Override PartName="/ppt/slideLayouts/_rels/slideLayout114.xml.rels" ContentType="application/vnd.openxmlformats-package.relationships+xml"/>
  <Override PartName="/ppt/slideLayouts/_rels/slideLayout115.xml.rels" ContentType="application/vnd.openxmlformats-package.relationships+xml"/>
  <Override PartName="/ppt/slideLayouts/_rels/slideLayout116.xml.rels" ContentType="application/vnd.openxmlformats-package.relationships+xml"/>
  <Override PartName="/ppt/slideLayouts/_rels/slideLayout117.xml.rels" ContentType="application/vnd.openxmlformats-package.relationships+xml"/>
  <Override PartName="/ppt/slideLayouts/_rels/slideLayout120.xml.rels" ContentType="application/vnd.openxmlformats-package.relationships+xml"/>
  <Override PartName="/ppt/slideLayouts/_rels/slideLayout121.xml.rels" ContentType="application/vnd.openxmlformats-package.relationships+xml"/>
  <Override PartName="/ppt/slideLayouts/_rels/slideLayout122.xml.rels" ContentType="application/vnd.openxmlformats-package.relationships+xml"/>
  <Override PartName="/ppt/slideLayouts/_rels/slideLayout123.xml.rels" ContentType="application/vnd.openxmlformats-package.relationships+xml"/>
  <Override PartName="/ppt/slideLayouts/_rels/slideLayout124.xml.rels" ContentType="application/vnd.openxmlformats-package.relationships+xml"/>
  <Override PartName="/ppt/slideLayouts/_rels/slideLayout125.xml.rels" ContentType="application/vnd.openxmlformats-package.relationships+xml"/>
  <Override PartName="/ppt/slideLayouts/_rels/slideLayout126.xml.rels" ContentType="application/vnd.openxmlformats-package.relationships+xml"/>
  <Override PartName="/ppt/slideLayouts/_rels/slideLayout127.xml.rels" ContentType="application/vnd.openxmlformats-package.relationships+xml"/>
  <Override PartName="/ppt/slideLayouts/_rels/slideLayout130.xml.rels" ContentType="application/vnd.openxmlformats-package.relationships+xml"/>
  <Override PartName="/ppt/slideLayouts/_rels/slideLayout131.xml.rels" ContentType="application/vnd.openxmlformats-package.relationships+xml"/>
  <Override PartName="/ppt/slideLayouts/_rels/slideLayout132.xml.rels" ContentType="application/vnd.openxmlformats-package.relationships+xml"/>
  <Override PartName="/ppt/slideLayouts/_rels/slideLayout133.xml.rels" ContentType="application/vnd.openxmlformats-package.relationships+xml"/>
  <Override PartName="/ppt/slideLayouts/_rels/slideLayout134.xml.rels" ContentType="application/vnd.openxmlformats-package.relationships+xml"/>
  <Override PartName="/ppt/slideLayouts/_rels/slideLayout135.xml.rels" ContentType="application/vnd.openxmlformats-package.relationships+xml"/>
  <Override PartName="/ppt/slideLayouts/_rels/slideLayout136.xml.rels" ContentType="application/vnd.openxmlformats-package.relationships+xml"/>
  <Override PartName="/ppt/slideLayouts/_rels/slideLayout140.xml.rels" ContentType="application/vnd.openxmlformats-package.relationships+xml"/>
  <Override PartName="/ppt/slideLayouts/_rels/slideLayout141.xml.rels" ContentType="application/vnd.openxmlformats-package.relationships+xml"/>
  <Override PartName="/ppt/slideLayouts/_rels/slideLayout142.xml.rels" ContentType="application/vnd.openxmlformats-package.relationships+xml"/>
  <Override PartName="/ppt/slideLayouts/_rels/slideLayout143.xml.rels" ContentType="application/vnd.openxmlformats-package.relationships+xml"/>
  <Override PartName="/ppt/slideLayouts/_rels/slideLayout144.xml.rels" ContentType="application/vnd.openxmlformats-package.relationships+xml"/>
  <Override PartName="/ppt/slideLayouts/_rels/slideLayout145.xml.rels" ContentType="application/vnd.openxmlformats-package.relationships+xml"/>
  <Override PartName="/ppt/slideLayouts/_rels/slideLayout146.xml.rels" ContentType="application/vnd.openxmlformats-package.relationships+xml"/>
  <Override PartName="/ppt/slideLayouts/_rels/slideLayout147.xml.rels" ContentType="application/vnd.openxmlformats-package.relationships+xml"/>
  <Override PartName="/ppt/slideLayouts/_rels/slideLayout150.xml.rels" ContentType="application/vnd.openxmlformats-package.relationships+xml"/>
  <Override PartName="/ppt/slideLayouts/_rels/slideLayout151.xml.rels" ContentType="application/vnd.openxmlformats-package.relationships+xml"/>
  <Override PartName="/ppt/slideLayouts/_rels/slideLayout152.xml.rels" ContentType="application/vnd.openxmlformats-package.relationships+xml"/>
  <Override PartName="/ppt/slideLayouts/_rels/slideLayout153.xml.rels" ContentType="application/vnd.openxmlformats-package.relationships+xml"/>
  <Override PartName="/ppt/slideLayouts/_rels/slideLayout154.xml.rels" ContentType="application/vnd.openxmlformats-package.relationships+xml"/>
  <Override PartName="/ppt/slideLayouts/_rels/slideLayout155.xml.rels" ContentType="application/vnd.openxmlformats-package.relationships+xml"/>
  <Override PartName="/ppt/slideLayouts/_rels/slideLayout156.xml.rels" ContentType="application/vnd.openxmlformats-package.relationships+xml"/>
  <Override PartName="/ppt/slideLayouts/_rels/slideLayout157.xml.rels" ContentType="application/vnd.openxmlformats-package.relationships+xml"/>
  <Override PartName="/ppt/slideLayouts/_rels/slideLayout160.xml.rels" ContentType="application/vnd.openxmlformats-package.relationships+xml"/>
  <Override PartName="/ppt/slideLayouts/_rels/slideLayout161.xml.rels" ContentType="application/vnd.openxmlformats-package.relationships+xml"/>
  <Override PartName="/ppt/slideLayouts/_rels/slideLayout162.xml.rels" ContentType="application/vnd.openxmlformats-package.relationships+xml"/>
  <Override PartName="/ppt/slideLayouts/_rels/slideLayout163.xml.rels" ContentType="application/vnd.openxmlformats-package.relationships+xml"/>
  <Override PartName="/ppt/slideLayouts/_rels/slideLayout164.xml.rels" ContentType="application/vnd.openxmlformats-package.relationships+xml"/>
  <Override PartName="/ppt/slideLayouts/_rels/slideLayout165.xml.rels" ContentType="application/vnd.openxmlformats-package.relationships+xml"/>
  <Override PartName="/ppt/slideLayouts/_rels/slideLayout166.xml.rels" ContentType="application/vnd.openxmlformats-package.relationships+xml"/>
  <Override PartName="/ppt/slideLayouts/_rels/slideLayout167.xml.rels" ContentType="application/vnd.openxmlformats-package.relationships+xml"/>
  <Override PartName="/ppt/slideLayouts/_rels/slideLayout170.xml.rels" ContentType="application/vnd.openxmlformats-package.relationships+xml"/>
  <Override PartName="/ppt/slideLayouts/_rels/slideLayout171.xml.rels" ContentType="application/vnd.openxmlformats-package.relationships+xml"/>
  <Override PartName="/ppt/slideLayouts/_rels/slideLayout172.xml.rels" ContentType="application/vnd.openxmlformats-package.relationships+xml"/>
  <Override PartName="/ppt/slideLayouts/_rels/slideLayout173.xml.rels" ContentType="application/vnd.openxmlformats-package.relationships+xml"/>
  <Override PartName="/ppt/slideLayouts/_rels/slideLayout174.xml.rels" ContentType="application/vnd.openxmlformats-package.relationships+xml"/>
  <Override PartName="/ppt/slideLayouts/_rels/slideLayout175.xml.rels" ContentType="application/vnd.openxmlformats-package.relationships+xml"/>
  <Override PartName="/ppt/slideLayouts/_rels/slideLayout176.xml.rels" ContentType="application/vnd.openxmlformats-package.relationships+xml"/>
  <Override PartName="/ppt/slideLayouts/_rels/slideLayout177.xml.rels" ContentType="application/vnd.openxmlformats-package.relationships+xml"/>
  <Override PartName="/ppt/slideLayouts/_rels/slideLayout180.xml.rels" ContentType="application/vnd.openxmlformats-package.relationships+xml"/>
  <Override PartName="/ppt/slideLayouts/_rels/slideLayout181.xml.rels" ContentType="application/vnd.openxmlformats-package.relationships+xml"/>
  <Override PartName="/ppt/slideLayouts/_rels/slideLayout182.xml.rels" ContentType="application/vnd.openxmlformats-package.relationships+xml"/>
  <Override PartName="/ppt/slideLayouts/_rels/slideLayout183.xml.rels" ContentType="application/vnd.openxmlformats-package.relationships+xml"/>
  <Override PartName="/ppt/slideLayouts/_rels/slideLayout184.xml.rels" ContentType="application/vnd.openxmlformats-package.relationships+xml"/>
  <Override PartName="/ppt/slideLayouts/_rels/slideLayout185.xml.rels" ContentType="application/vnd.openxmlformats-package.relationships+xml"/>
  <Override PartName="/ppt/slideLayouts/_rels/slideLayout186.xml.rels" ContentType="application/vnd.openxmlformats-package.relationships+xml"/>
  <Override PartName="/ppt/slideLayouts/_rels/slideLayout187.xml.rels" ContentType="application/vnd.openxmlformats-package.relationships+xml"/>
  <Override PartName="/ppt/slideLayouts/_rels/slideLayout188.xml.rels" ContentType="application/vnd.openxmlformats-package.relationships+xml"/>
  <Override PartName="/ppt/slideLayouts/_rels/slideLayout189.xml.rels" ContentType="application/vnd.openxmlformats-package.relationships+xml"/>
  <Override PartName="/ppt/slideLayouts/_rels/slideLayout190.xml.rels" ContentType="application/vnd.openxmlformats-package.relationships+xml"/>
  <Override PartName="/ppt/slideLayouts/_rels/slideLayout191.xml.rels" ContentType="application/vnd.openxmlformats-package.relationships+xml"/>
  <Override PartName="/ppt/slideLayouts/_rels/slideLayout192.xml.rels" ContentType="application/vnd.openxmlformats-package.relationships+xml"/>
  <Override PartName="/ppt/slideLayouts/_rels/slideLayout193.xml.rels" ContentType="application/vnd.openxmlformats-package.relationships+xml"/>
  <Override PartName="/ppt/slideLayouts/_rels/slideLayout194.xml.rels" ContentType="application/vnd.openxmlformats-package.relationships+xml"/>
  <Override PartName="/ppt/slideLayouts/_rels/slideLayout195.xml.rels" ContentType="application/vnd.openxmlformats-package.relationships+xml"/>
  <Override PartName="/ppt/slideLayouts/_rels/slideLayout196.xml.rels" ContentType="application/vnd.openxmlformats-package.relationships+xml"/>
  <Override PartName="/ppt/slideLayouts/_rels/slideLayout197.xml.rels" ContentType="application/vnd.openxmlformats-package.relationships+xml"/>
  <Override PartName="/ppt/slideLayouts/_rels/slideLayout198.xml.rels" ContentType="application/vnd.openxmlformats-package.relationships+xml"/>
  <Override PartName="/ppt/slideLayouts/_rels/slideLayout199.xml.rels" ContentType="application/vnd.openxmlformats-package.relationships+xml"/>
  <Override PartName="/ppt/slideLayouts/_rels/slideLayout209.xml.rels" ContentType="application/vnd.openxmlformats-package.relationships+xml"/>
  <Override PartName="/ppt/slideLayouts/_rels/slideLayout219.xml.rels" ContentType="application/vnd.openxmlformats-package.relationships+xml"/>
  <Override PartName="/ppt/slideLayouts/_rels/slideLayout229.xml.rels" ContentType="application/vnd.openxmlformats-package.relationships+xml"/>
  <Override PartName="/ppt/slideLayouts/_rels/slideLayout239.xml.rels" ContentType="application/vnd.openxmlformats-package.relationships+xml"/>
  <Override PartName="/ppt/slideLayouts/_rels/slideLayout240.xml.rels" ContentType="application/vnd.openxmlformats-package.relationships+xml"/>
  <Override PartName="/ppt/slideLayouts/slideLayout61.xml" ContentType="application/vnd.openxmlformats-officedocument.presentationml.slideLayout+xml"/>
  <Override PartName="/ppt/slideLayouts/slideLayout149.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158.xml" ContentType="application/vnd.openxmlformats-officedocument.presentationml.slideLayout+xml"/>
  <Override PartName="/ppt/slideLayouts/slideLayout71.xml" ContentType="application/vnd.openxmlformats-officedocument.presentationml.slideLayout+xml"/>
  <Override PartName="/ppt/slideLayouts/slideLayout159.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168.xml" ContentType="application/vnd.openxmlformats-officedocument.presentationml.slideLayout+xml"/>
  <Override PartName="/ppt/slideLayouts/slideLayout81.xml" ContentType="application/vnd.openxmlformats-officedocument.presentationml.slideLayout+xml"/>
  <Override PartName="/ppt/slideLayouts/slideLayout169.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178.xml" ContentType="application/vnd.openxmlformats-officedocument.presentationml.slideLayout+xml"/>
  <Override PartName="/ppt/slideLayouts/slideLayout91.xml" ContentType="application/vnd.openxmlformats-officedocument.presentationml.slideLayout+xml"/>
  <Override PartName="/ppt/slideLayouts/slideLayout179.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0.xml" ContentType="application/vnd.openxmlformats-officedocument.presentationml.slideLayout+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_rels/slide1.xml.rels" ContentType="application/vnd.openxmlformats-package.relationships+xml"/>
  <Override PartName="/ppt/slides/_rels/slide22.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26.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presProps.xml" ContentType="application/vnd.openxmlformats-officedocument.presentationml.presProps+xml"/>
  <Override PartName="/ppt/media/image1.png" ContentType="image/png"/>
  <Override PartName="/ppt/media/image2.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 id="2147483687" r:id="rId5"/>
    <p:sldMasterId id="2147483700" r:id="rId6"/>
    <p:sldMasterId id="2147483713" r:id="rId7"/>
    <p:sldMasterId id="2147483726" r:id="rId8"/>
    <p:sldMasterId id="2147483739" r:id="rId9"/>
    <p:sldMasterId id="2147483752" r:id="rId10"/>
    <p:sldMasterId id="2147483765" r:id="rId11"/>
    <p:sldMasterId id="2147483778" r:id="rId12"/>
    <p:sldMasterId id="2147483791" r:id="rId13"/>
    <p:sldMasterId id="2147483804" r:id="rId14"/>
    <p:sldMasterId id="2147483817" r:id="rId15"/>
    <p:sldMasterId id="2147483830" r:id="rId16"/>
    <p:sldMasterId id="2147483843" r:id="rId17"/>
    <p:sldMasterId id="2147483856" r:id="rId18"/>
    <p:sldMasterId id="2147483869" r:id="rId19"/>
    <p:sldMasterId id="2147483882" r:id="rId20"/>
    <p:sldMasterId id="2147483895" r:id="rId21"/>
  </p:sldMasterIdLst>
  <p:sldIdLst>
    <p:sldId id="256" r:id="rId22"/>
    <p:sldId id="257" r:id="rId23"/>
    <p:sldId id="258" r:id="rId24"/>
    <p:sldId id="259" r:id="rId25"/>
    <p:sldId id="260" r:id="rId26"/>
    <p:sldId id="261" r:id="rId27"/>
    <p:sldId id="262" r:id="rId28"/>
    <p:sldId id="263" r:id="rId29"/>
    <p:sldId id="264" r:id="rId30"/>
    <p:sldId id="265" r:id="rId31"/>
    <p:sldId id="266" r:id="rId32"/>
    <p:sldId id="267" r:id="rId33"/>
    <p:sldId id="268" r:id="rId34"/>
    <p:sldId id="269" r:id="rId35"/>
    <p:sldId id="270" r:id="rId36"/>
    <p:sldId id="271" r:id="rId37"/>
    <p:sldId id="272" r:id="rId38"/>
    <p:sldId id="273" r:id="rId39"/>
    <p:sldId id="274" r:id="rId40"/>
    <p:sldId id="275" r:id="rId41"/>
    <p:sldId id="276" r:id="rId42"/>
    <p:sldId id="277" r:id="rId43"/>
    <p:sldId id="278" r:id="rId44"/>
    <p:sldId id="279" r:id="rId45"/>
    <p:sldId id="280" r:id="rId46"/>
    <p:sldId id="281" r:id="rId47"/>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 Target="slides/slide1.xml"/><Relationship Id="rId23" Type="http://schemas.openxmlformats.org/officeDocument/2006/relationships/slide" Target="slides/slide2.xml"/><Relationship Id="rId24" Type="http://schemas.openxmlformats.org/officeDocument/2006/relationships/slide" Target="slides/slide3.xml"/><Relationship Id="rId25" Type="http://schemas.openxmlformats.org/officeDocument/2006/relationships/slide" Target="slides/slide4.xml"/><Relationship Id="rId26" Type="http://schemas.openxmlformats.org/officeDocument/2006/relationships/slide" Target="slides/slide5.xml"/><Relationship Id="rId27" Type="http://schemas.openxmlformats.org/officeDocument/2006/relationships/slide" Target="slides/slide6.xml"/><Relationship Id="rId28" Type="http://schemas.openxmlformats.org/officeDocument/2006/relationships/slide" Target="slides/slide7.xml"/><Relationship Id="rId29" Type="http://schemas.openxmlformats.org/officeDocument/2006/relationships/slide" Target="slides/slide8.xml"/><Relationship Id="rId30" Type="http://schemas.openxmlformats.org/officeDocument/2006/relationships/slide" Target="slides/slide9.xml"/><Relationship Id="rId31" Type="http://schemas.openxmlformats.org/officeDocument/2006/relationships/slide" Target="slides/slide10.xml"/><Relationship Id="rId32" Type="http://schemas.openxmlformats.org/officeDocument/2006/relationships/slide" Target="slides/slide11.xml"/><Relationship Id="rId33" Type="http://schemas.openxmlformats.org/officeDocument/2006/relationships/slide" Target="slides/slide12.xml"/><Relationship Id="rId34" Type="http://schemas.openxmlformats.org/officeDocument/2006/relationships/slide" Target="slides/slide13.xml"/><Relationship Id="rId35" Type="http://schemas.openxmlformats.org/officeDocument/2006/relationships/slide" Target="slides/slide14.xml"/><Relationship Id="rId36" Type="http://schemas.openxmlformats.org/officeDocument/2006/relationships/slide" Target="slides/slide15.xml"/><Relationship Id="rId37" Type="http://schemas.openxmlformats.org/officeDocument/2006/relationships/slide" Target="slides/slide16.xml"/><Relationship Id="rId38" Type="http://schemas.openxmlformats.org/officeDocument/2006/relationships/slide" Target="slides/slide17.xml"/><Relationship Id="rId39" Type="http://schemas.openxmlformats.org/officeDocument/2006/relationships/slide" Target="slides/slide18.xml"/><Relationship Id="rId40" Type="http://schemas.openxmlformats.org/officeDocument/2006/relationships/slide" Target="slides/slide19.xml"/><Relationship Id="rId41" Type="http://schemas.openxmlformats.org/officeDocument/2006/relationships/slide" Target="slides/slide20.xml"/><Relationship Id="rId42" Type="http://schemas.openxmlformats.org/officeDocument/2006/relationships/slide" Target="slides/slide21.xml"/><Relationship Id="rId43" Type="http://schemas.openxmlformats.org/officeDocument/2006/relationships/slide" Target="slides/slide22.xml"/><Relationship Id="rId44" Type="http://schemas.openxmlformats.org/officeDocument/2006/relationships/slide" Target="slides/slide23.xml"/><Relationship Id="rId45" Type="http://schemas.openxmlformats.org/officeDocument/2006/relationships/slide" Target="slides/slide24.xml"/><Relationship Id="rId46" Type="http://schemas.openxmlformats.org/officeDocument/2006/relationships/slide" Target="slides/slide25.xml"/><Relationship Id="rId47" Type="http://schemas.openxmlformats.org/officeDocument/2006/relationships/slide" Target="slides/slide26.xml"/><Relationship Id="rId4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5.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6.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8.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9.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0.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1.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2.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7.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9.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0.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1.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2.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3.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4.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0.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1.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2.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3.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4.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5.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6.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1.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2.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3.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4.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5.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6.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7.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8.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3.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4.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5.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6.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7.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8.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9.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0.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5.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6.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7.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8.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9.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0.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1.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7.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8.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9.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0.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1.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2.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4.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9.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0.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1.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2.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3.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5.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6.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1.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2.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3.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4.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6.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7.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8.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3.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4.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5.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7.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8.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9.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0.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4.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5.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6.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8.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9.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0.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1.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2.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4.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5.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6.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7.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9.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0.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1.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2.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3.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4.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5.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6.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7.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8.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0.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1.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2.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3.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4.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5.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6.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7.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8.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9.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1.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2.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3.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4.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5.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6.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7.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8.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9.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40.xml.rels><?xml version="1.0" encoding="UTF-8"?>
<Relationships xmlns="http://schemas.openxmlformats.org/package/2006/relationships"><Relationship Id="rId1" Type="http://schemas.openxmlformats.org/officeDocument/2006/relationships/slideMaster" Target="../slideMasters/slideMaster20.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0D9A2DC8-D021-44C6-9CC1-FACF71A41226}"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7ABC2941-19FC-47AA-B861-766B2B9327A9}"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07CBD451-7409-4FFC-8AC8-B08878D54813}"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49F7E7B9-B9A2-4676-B951-89BFF3551944}"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42FD9823-685B-4E37-86E0-963C41957B4E}"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01258E4A-9851-496C-9FE8-CBCECC275AA1}"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E69E30CE-731A-4AD5-BA66-785B6C602F36}"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818E7F96-0316-4DC8-A25A-3E07EB92BD97}"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6A646D11-F009-4460-A831-88E1BB24C517}"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24CBDBB1-9763-42F7-9618-31E21D535622}"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521279CD-1CAE-4C00-8655-E5E8E58B90BC}"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BDE5D842-B993-428D-B89A-E9E4C3F8072A}"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9CBFE626-0BE9-473F-BD24-20EF112A1EAB}"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527FE594-807E-4F2E-A0BB-21F8A9457AAF}"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4C1B1AC8-4092-43D1-A13D-7F8407E78474}"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19369625-AC41-4CF3-820D-BF1F03FE6801}"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85B4E159-0373-4CC8-9467-27C24D15375F}"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653DAB54-65B6-4E4D-BDD5-E67F151EFE08}"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FD51B702-F07F-418B-82B9-BD1E6D2CDEFD}"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2E55D079-8967-4968-92C9-C4EE9039FCD1}"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D23D8711-26C8-4E4A-A80D-281A1C4B0AB8}"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CD26A8DE-F622-46AD-BE3C-0534C8326337}"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D489B781-5274-4243-B0CB-F30587C19847}"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1D93628F-40D2-48B6-96C9-F643AD05A213}" type="slidenum">
              <a:t>&lt;#&gt;</a:t>
            </a:fld>
          </a:p>
        </p:txBody>
      </p:sp>
      <p:sp>
        <p:nvSpPr>
          <p:cNvPr id="11" name="PlaceHolder 10"/>
          <p:cNvSpPr>
            <a:spLocks noGrp="1"/>
          </p:cNvSpPr>
          <p:nvPr>
            <p:ph type="dt" idx="6"/>
          </p:nvPr>
        </p:nvSpPr>
        <p:spPr/>
        <p:txBody>
          <a:bodyPr/>
          <a:p>
            <a:r>
              <a:rPr lang="en-US"/>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6A81A586-C855-4C78-B431-F90EF6522EB8}"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851EB716-ECB7-497B-B942-68DED84B0A11}"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A104BDE6-A662-4581-84CC-B890C06A027B}"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C553AD99-B53D-4C17-8D8D-E73AB727F007}"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18794059-DA79-4035-8096-66A320A514A5}"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BF8953B0-3E4E-44C1-AE82-7987740C1D69}"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95FE484D-37BA-43B8-9585-6F4E21CC1C57}"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F8417983-4601-4682-B863-DFDB826F1CB2}"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FA31813F-FC75-45F7-B5D5-AF406E2165E4}"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E607FD6C-0EFD-42B6-9E92-0199BA5FDBBF}"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687DBB9B-C166-4853-B736-3001A6F00164}" type="slidenum">
              <a:t>&lt;#&gt;</a:t>
            </a:fld>
          </a:p>
        </p:txBody>
      </p:sp>
      <p:sp>
        <p:nvSpPr>
          <p:cNvPr id="9" name="PlaceHolder 8"/>
          <p:cNvSpPr>
            <a:spLocks noGrp="1"/>
          </p:cNvSpPr>
          <p:nvPr>
            <p:ph type="dt" idx="9"/>
          </p:nvPr>
        </p:nvSpPr>
        <p:spPr/>
        <p:txBody>
          <a:bodyPr/>
          <a:p>
            <a:r>
              <a:rPr lang="en-US"/>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6C965C90-D23F-45FF-A549-1E9B86C88920}" type="slidenum">
              <a:t>&lt;#&gt;</a:t>
            </a:fld>
          </a:p>
        </p:txBody>
      </p:sp>
      <p:sp>
        <p:nvSpPr>
          <p:cNvPr id="11" name="PlaceHolder 10"/>
          <p:cNvSpPr>
            <a:spLocks noGrp="1"/>
          </p:cNvSpPr>
          <p:nvPr>
            <p:ph type="dt" idx="9"/>
          </p:nvPr>
        </p:nvSpPr>
        <p:spPr/>
        <p:txBody>
          <a:bodyPr/>
          <a:p>
            <a:r>
              <a:rPr lang="en-US"/>
              <a:t/>
            </a: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0"/>
          </p:nvPr>
        </p:nvSpPr>
        <p:spPr/>
        <p:txBody>
          <a:bodyPr/>
          <a:p>
            <a:r>
              <a:t>Footer</a:t>
            </a:r>
          </a:p>
        </p:txBody>
      </p:sp>
      <p:sp>
        <p:nvSpPr>
          <p:cNvPr id="3" name="PlaceHolder 2"/>
          <p:cNvSpPr>
            <a:spLocks noGrp="1"/>
          </p:cNvSpPr>
          <p:nvPr>
            <p:ph type="sldNum" idx="11"/>
          </p:nvPr>
        </p:nvSpPr>
        <p:spPr/>
        <p:txBody>
          <a:bodyPr/>
          <a:p>
            <a:fld id="{C3EDAA69-ADA3-4A57-845F-17B3D5D39EDD}" type="slidenum">
              <a:t>&lt;#&gt;</a:t>
            </a:fld>
          </a:p>
        </p:txBody>
      </p:sp>
      <p:sp>
        <p:nvSpPr>
          <p:cNvPr id="4" name="PlaceHolder 3"/>
          <p:cNvSpPr>
            <a:spLocks noGrp="1"/>
          </p:cNvSpPr>
          <p:nvPr>
            <p:ph type="dt" idx="12"/>
          </p:nvPr>
        </p:nvSpPr>
        <p:spPr/>
        <p:txBody>
          <a:bodyPr/>
          <a:p>
            <a:r>
              <a:rPr lang="en-US"/>
              <a:t/>
            </a: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62D1A61A-4184-4AB2-9A57-537C28A0BA71}"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3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B9F74E26-F302-454F-A460-90962D27EE97}"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8D9B43D5-4CD2-4910-A011-34B56EF20A77}"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B0AFD19D-7BD8-41CF-9F75-230E168E257F}"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16DF455B-EC5C-4BBA-ABDE-7F7F0B431705}"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0A6BB415-5412-4EEB-ACEF-27D3540B4878}"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22CCFF2F-CE42-4B34-97B6-792F23EA857A}"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B8AAB911-E245-4429-B6E9-0AADAD9C9109}"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DEA21CCF-5D08-4B12-9981-058415B25BCB}"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0"/>
          </p:nvPr>
        </p:nvSpPr>
        <p:spPr/>
        <p:txBody>
          <a:bodyPr/>
          <a:p>
            <a:r>
              <a:t>Footer</a:t>
            </a:r>
          </a:p>
        </p:txBody>
      </p:sp>
      <p:sp>
        <p:nvSpPr>
          <p:cNvPr id="8" name="PlaceHolder 7"/>
          <p:cNvSpPr>
            <a:spLocks noGrp="1"/>
          </p:cNvSpPr>
          <p:nvPr>
            <p:ph type="sldNum" idx="11"/>
          </p:nvPr>
        </p:nvSpPr>
        <p:spPr/>
        <p:txBody>
          <a:bodyPr/>
          <a:p>
            <a:fld id="{00EDC6A3-7719-4372-B3FA-9196E1F86A52}" type="slidenum">
              <a:t>&lt;#&gt;</a:t>
            </a:fld>
          </a:p>
        </p:txBody>
      </p:sp>
      <p:sp>
        <p:nvSpPr>
          <p:cNvPr id="9" name="PlaceHolder 8"/>
          <p:cNvSpPr>
            <a:spLocks noGrp="1"/>
          </p:cNvSpPr>
          <p:nvPr>
            <p:ph type="dt" idx="12"/>
          </p:nvPr>
        </p:nvSpPr>
        <p:spPr/>
        <p:txBody>
          <a:bodyPr/>
          <a:p>
            <a:r>
              <a:rPr lang="en-US"/>
              <a:t/>
            </a: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0"/>
          </p:nvPr>
        </p:nvSpPr>
        <p:spPr/>
        <p:txBody>
          <a:bodyPr/>
          <a:p>
            <a:r>
              <a:t>Footer</a:t>
            </a:r>
          </a:p>
        </p:txBody>
      </p:sp>
      <p:sp>
        <p:nvSpPr>
          <p:cNvPr id="10" name="PlaceHolder 9"/>
          <p:cNvSpPr>
            <a:spLocks noGrp="1"/>
          </p:cNvSpPr>
          <p:nvPr>
            <p:ph type="sldNum" idx="11"/>
          </p:nvPr>
        </p:nvSpPr>
        <p:spPr/>
        <p:txBody>
          <a:bodyPr/>
          <a:p>
            <a:fld id="{8869FCBB-8B7E-44D6-9D8B-F3328CE5933F}" type="slidenum">
              <a:t>&lt;#&gt;</a:t>
            </a:fld>
          </a:p>
        </p:txBody>
      </p:sp>
      <p:sp>
        <p:nvSpPr>
          <p:cNvPr id="11" name="PlaceHolder 10"/>
          <p:cNvSpPr>
            <a:spLocks noGrp="1"/>
          </p:cNvSpPr>
          <p:nvPr>
            <p:ph type="dt" idx="12"/>
          </p:nvPr>
        </p:nvSpPr>
        <p:spPr/>
        <p:txBody>
          <a:bodyPr/>
          <a:p>
            <a:r>
              <a:rPr lang="en-US"/>
              <a:t/>
            </a: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F42730E9-B753-4593-B968-A9DA4C939621}"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65431470-C3A9-44AD-850E-8F06FB6189C0}"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7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54849108-BA3F-4A61-9E96-78840E14BD80}"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9E9682BA-CC84-427F-B087-189FB99D23CA}"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7F70E39C-8F01-4587-A567-69AB3BC06F3D}"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7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27D31383-0FC9-48DF-A71C-BFD5098B8146}"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E669796F-0B69-444A-8A2C-99105AE6D63C}"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6D4762C6-BC62-4372-AA96-197B1E15529F}"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B0C6738A-DA6A-4098-B6E0-FDD3B2D37651}"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6E8F74F3-6757-4C87-9D41-951110320BBE}"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9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3"/>
          </p:nvPr>
        </p:nvSpPr>
        <p:spPr/>
        <p:txBody>
          <a:bodyPr/>
          <a:p>
            <a:r>
              <a:t>Footer</a:t>
            </a:r>
          </a:p>
        </p:txBody>
      </p:sp>
      <p:sp>
        <p:nvSpPr>
          <p:cNvPr id="8" name="PlaceHolder 7"/>
          <p:cNvSpPr>
            <a:spLocks noGrp="1"/>
          </p:cNvSpPr>
          <p:nvPr>
            <p:ph type="sldNum" idx="14"/>
          </p:nvPr>
        </p:nvSpPr>
        <p:spPr/>
        <p:txBody>
          <a:bodyPr/>
          <a:p>
            <a:fld id="{24486240-2368-4A24-B8CD-453827461071}" type="slidenum">
              <a:t>&lt;#&gt;</a:t>
            </a:fld>
          </a:p>
        </p:txBody>
      </p:sp>
      <p:sp>
        <p:nvSpPr>
          <p:cNvPr id="9" name="PlaceHolder 8"/>
          <p:cNvSpPr>
            <a:spLocks noGrp="1"/>
          </p:cNvSpPr>
          <p:nvPr>
            <p:ph type="dt" idx="15"/>
          </p:nvPr>
        </p:nvSpPr>
        <p:spPr/>
        <p:txBody>
          <a:bodyPr/>
          <a:p>
            <a:r>
              <a:rPr lang="en-US"/>
              <a:t/>
            </a: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3"/>
          </p:nvPr>
        </p:nvSpPr>
        <p:spPr/>
        <p:txBody>
          <a:bodyPr/>
          <a:p>
            <a:r>
              <a:t>Footer</a:t>
            </a:r>
          </a:p>
        </p:txBody>
      </p:sp>
      <p:sp>
        <p:nvSpPr>
          <p:cNvPr id="10" name="PlaceHolder 9"/>
          <p:cNvSpPr>
            <a:spLocks noGrp="1"/>
          </p:cNvSpPr>
          <p:nvPr>
            <p:ph type="sldNum" idx="14"/>
          </p:nvPr>
        </p:nvSpPr>
        <p:spPr/>
        <p:txBody>
          <a:bodyPr/>
          <a:p>
            <a:fld id="{FE19CFC5-88AF-47C5-B09E-5C0D9A93AA67}" type="slidenum">
              <a:t>&lt;#&gt;</a:t>
            </a:fld>
          </a:p>
        </p:txBody>
      </p:sp>
      <p:sp>
        <p:nvSpPr>
          <p:cNvPr id="11" name="PlaceHolder 10"/>
          <p:cNvSpPr>
            <a:spLocks noGrp="1"/>
          </p:cNvSpPr>
          <p:nvPr>
            <p:ph type="dt" idx="15"/>
          </p:nvPr>
        </p:nvSpPr>
        <p:spPr/>
        <p:txBody>
          <a:bodyPr/>
          <a:p>
            <a:r>
              <a:rPr lang="en-US"/>
              <a:t/>
            </a: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p>
            <a:r>
              <a:t>Footer</a:t>
            </a:r>
          </a:p>
        </p:txBody>
      </p:sp>
      <p:sp>
        <p:nvSpPr>
          <p:cNvPr id="3" name="PlaceHolder 2"/>
          <p:cNvSpPr>
            <a:spLocks noGrp="1"/>
          </p:cNvSpPr>
          <p:nvPr>
            <p:ph type="sldNum" idx="17"/>
          </p:nvPr>
        </p:nvSpPr>
        <p:spPr/>
        <p:txBody>
          <a:bodyPr/>
          <a:p>
            <a:fld id="{7F4F15E9-5AEE-4225-8C6A-D1BE2BA19051}" type="slidenum">
              <a:t>&lt;#&gt;</a:t>
            </a:fld>
          </a:p>
        </p:txBody>
      </p:sp>
      <p:sp>
        <p:nvSpPr>
          <p:cNvPr id="4" name="PlaceHolder 3"/>
          <p:cNvSpPr>
            <a:spLocks noGrp="1"/>
          </p:cNvSpPr>
          <p:nvPr>
            <p:ph type="dt" idx="18"/>
          </p:nvPr>
        </p:nvSpPr>
        <p:spPr/>
        <p:txBody>
          <a:bodyPr/>
          <a:p>
            <a:r>
              <a:rPr lang="en-US"/>
              <a:t/>
            </a: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FF04A833-25D0-4D11-BDFB-98C2C7E944D2}"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D78AB1C8-8322-4CC4-9374-A8CF26EB7AEB}"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97E36D5B-6416-4960-9549-C17AD07C1A3C}"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66BF3353-A322-4CF9-925C-69B67D697C8A}"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1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ACAAFA3B-1333-4C66-8A15-6FB22D522DBD}"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2F8FC47A-8CDC-46A5-B670-912AEBD67AC2}"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2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8BEA2626-9AF9-460B-AE0A-CAF995ED9A70}"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F25C07C0-FC02-4615-9103-F562A35050F2}"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FCBD063A-D53D-4C0F-8FE4-3801D2DDD39D}"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6"/>
          </p:nvPr>
        </p:nvSpPr>
        <p:spPr/>
        <p:txBody>
          <a:bodyPr/>
          <a:p>
            <a:r>
              <a:t>Footer</a:t>
            </a:r>
          </a:p>
        </p:txBody>
      </p:sp>
      <p:sp>
        <p:nvSpPr>
          <p:cNvPr id="8" name="PlaceHolder 7"/>
          <p:cNvSpPr>
            <a:spLocks noGrp="1"/>
          </p:cNvSpPr>
          <p:nvPr>
            <p:ph type="sldNum" idx="17"/>
          </p:nvPr>
        </p:nvSpPr>
        <p:spPr/>
        <p:txBody>
          <a:bodyPr/>
          <a:p>
            <a:fld id="{0AB2F62A-4520-44D3-9CA4-82F8BEEE02BE}" type="slidenum">
              <a:t>&lt;#&gt;</a:t>
            </a:fld>
          </a:p>
        </p:txBody>
      </p:sp>
      <p:sp>
        <p:nvSpPr>
          <p:cNvPr id="9" name="PlaceHolder 8"/>
          <p:cNvSpPr>
            <a:spLocks noGrp="1"/>
          </p:cNvSpPr>
          <p:nvPr>
            <p:ph type="dt" idx="18"/>
          </p:nvPr>
        </p:nvSpPr>
        <p:spPr/>
        <p:txBody>
          <a:bodyPr/>
          <a:p>
            <a:r>
              <a:rPr lang="en-US"/>
              <a:t/>
            </a:r>
          </a:p>
        </p:txBody>
      </p:sp>
    </p:spTree>
  </p:cSld>
</p:sldLayout>
</file>

<file path=ppt/slideLayouts/slideLayout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4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6"/>
          </p:nvPr>
        </p:nvSpPr>
        <p:spPr/>
        <p:txBody>
          <a:bodyPr/>
          <a:p>
            <a:r>
              <a:t>Footer</a:t>
            </a:r>
          </a:p>
        </p:txBody>
      </p:sp>
      <p:sp>
        <p:nvSpPr>
          <p:cNvPr id="10" name="PlaceHolder 9"/>
          <p:cNvSpPr>
            <a:spLocks noGrp="1"/>
          </p:cNvSpPr>
          <p:nvPr>
            <p:ph type="sldNum" idx="17"/>
          </p:nvPr>
        </p:nvSpPr>
        <p:spPr/>
        <p:txBody>
          <a:bodyPr/>
          <a:p>
            <a:fld id="{7AE3BE4D-AE21-4455-ACFE-25A0B7B59D4B}" type="slidenum">
              <a:t>&lt;#&gt;</a:t>
            </a:fld>
          </a:p>
        </p:txBody>
      </p:sp>
      <p:sp>
        <p:nvSpPr>
          <p:cNvPr id="11" name="PlaceHolder 10"/>
          <p:cNvSpPr>
            <a:spLocks noGrp="1"/>
          </p:cNvSpPr>
          <p:nvPr>
            <p:ph type="dt" idx="18"/>
          </p:nvPr>
        </p:nvSpPr>
        <p:spPr/>
        <p:txBody>
          <a:bodyPr/>
          <a:p>
            <a:r>
              <a:rPr lang="en-US"/>
              <a:t/>
            </a:r>
          </a:p>
        </p:txBody>
      </p:sp>
    </p:spTree>
  </p:cSld>
</p:sldLayout>
</file>

<file path=ppt/slideLayouts/slideLayout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C0567A80-57FD-45E0-9EC2-1DE5FA494CCB}"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2"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57F93AE6-EB81-417B-87AC-541B3FD809E0}"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4"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8B21F8D4-B32E-4AD3-A210-22E2DA701FD4}"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AD421149-E628-4838-B117-F24D8E59BD93}"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C928B518-F5A5-429C-B081-635E336975E5}"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59"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AD43A555-C1F9-4986-9E7E-BA6694DE92C1}"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FC9B78BB-63F5-4228-8574-943E1CB84AE8}"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6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711E3C8D-3364-424C-8838-A581CFA4CE46}"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1"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385579E5-5FB1-4E4B-8899-61006BEDE861}"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7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3"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4"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56429B30-3A4D-4B8B-910E-DCD566228BE9}"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9"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9"/>
          </p:nvPr>
        </p:nvSpPr>
        <p:spPr/>
        <p:txBody>
          <a:bodyPr/>
          <a:p>
            <a:r>
              <a:t>Footer</a:t>
            </a:r>
          </a:p>
        </p:txBody>
      </p:sp>
      <p:sp>
        <p:nvSpPr>
          <p:cNvPr id="8" name="PlaceHolder 7"/>
          <p:cNvSpPr>
            <a:spLocks noGrp="1"/>
          </p:cNvSpPr>
          <p:nvPr>
            <p:ph type="sldNum" idx="20"/>
          </p:nvPr>
        </p:nvSpPr>
        <p:spPr/>
        <p:txBody>
          <a:bodyPr/>
          <a:p>
            <a:fld id="{2208EBFE-E1B4-45BB-8AE6-823FDD313BAF}" type="slidenum">
              <a:t>&lt;#&gt;</a:t>
            </a:fld>
          </a:p>
        </p:txBody>
      </p:sp>
      <p:sp>
        <p:nvSpPr>
          <p:cNvPr id="9" name="PlaceHolder 8"/>
          <p:cNvSpPr>
            <a:spLocks noGrp="1"/>
          </p:cNvSpPr>
          <p:nvPr>
            <p:ph type="dt" idx="21"/>
          </p:nvPr>
        </p:nvSpPr>
        <p:spPr/>
        <p:txBody>
          <a:bodyPr/>
          <a:p>
            <a:r>
              <a:rPr lang="en-US"/>
              <a:t/>
            </a:r>
          </a:p>
        </p:txBody>
      </p:sp>
    </p:spTree>
  </p:cSld>
</p:sldLayout>
</file>

<file path=ppt/slideLayouts/slideLayout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81"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2"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3"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4"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5"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6"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9"/>
          </p:nvPr>
        </p:nvSpPr>
        <p:spPr/>
        <p:txBody>
          <a:bodyPr/>
          <a:p>
            <a:r>
              <a:t>Footer</a:t>
            </a:r>
          </a:p>
        </p:txBody>
      </p:sp>
      <p:sp>
        <p:nvSpPr>
          <p:cNvPr id="10" name="PlaceHolder 9"/>
          <p:cNvSpPr>
            <a:spLocks noGrp="1"/>
          </p:cNvSpPr>
          <p:nvPr>
            <p:ph type="sldNum" idx="20"/>
          </p:nvPr>
        </p:nvSpPr>
        <p:spPr/>
        <p:txBody>
          <a:bodyPr/>
          <a:p>
            <a:fld id="{A7EF0BEF-C390-4DAC-B85F-87590668D616}" type="slidenum">
              <a:t>&lt;#&gt;</a:t>
            </a:fld>
          </a:p>
        </p:txBody>
      </p:sp>
      <p:sp>
        <p:nvSpPr>
          <p:cNvPr id="11" name="PlaceHolder 10"/>
          <p:cNvSpPr>
            <a:spLocks noGrp="1"/>
          </p:cNvSpPr>
          <p:nvPr>
            <p:ph type="dt" idx="21"/>
          </p:nvPr>
        </p:nvSpPr>
        <p:spPr/>
        <p:txBody>
          <a:bodyPr/>
          <a:p>
            <a:r>
              <a:rPr lang="en-US"/>
              <a:t/>
            </a:r>
          </a:p>
        </p:txBody>
      </p:sp>
    </p:spTree>
  </p:cSld>
</p:sldLayout>
</file>

<file path=ppt/slideLayouts/slideLayout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p>
            <a:r>
              <a:t>Footer</a:t>
            </a:r>
          </a:p>
        </p:txBody>
      </p:sp>
      <p:sp>
        <p:nvSpPr>
          <p:cNvPr id="3" name="PlaceHolder 2"/>
          <p:cNvSpPr>
            <a:spLocks noGrp="1"/>
          </p:cNvSpPr>
          <p:nvPr>
            <p:ph type="sldNum" idx="23"/>
          </p:nvPr>
        </p:nvSpPr>
        <p:spPr/>
        <p:txBody>
          <a:bodyPr/>
          <a:p>
            <a:fld id="{AFE4D4C1-9ACB-48D4-B3E8-555997198DEA}" type="slidenum">
              <a:t>&lt;#&gt;</a:t>
            </a:fld>
          </a:p>
        </p:txBody>
      </p:sp>
      <p:sp>
        <p:nvSpPr>
          <p:cNvPr id="4" name="PlaceHolder 3"/>
          <p:cNvSpPr>
            <a:spLocks noGrp="1"/>
          </p:cNvSpPr>
          <p:nvPr>
            <p:ph type="dt" idx="24"/>
          </p:nvPr>
        </p:nvSpPr>
        <p:spPr/>
        <p:txBody>
          <a:bodyPr/>
          <a:p>
            <a:r>
              <a:rPr lang="en-US"/>
              <a:t/>
            </a:r>
          </a:p>
        </p:txBody>
      </p:sp>
    </p:spTree>
  </p:cSld>
</p:sldLayout>
</file>

<file path=ppt/slideLayouts/slideLayout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38031D1C-2570-436E-90AE-34BA08862D47}"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8A9F2974-34B2-4C6A-B3F8-B14DBF79ABDB}"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576C521D-D19D-484C-882B-3C774997ABDC}"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129CD4D7-3B3F-4B3C-8E14-88896B2031CE}"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0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5837942C-488B-4784-9D8C-E4AFBFBFB40B}"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07CAD6B3-D422-43C6-89CA-9CD2BB040BD8}"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0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A66F6447-E0E9-4F0E-B2C4-F5DD6D64A36C}"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3B64B7A0-5210-454C-A917-716959A31B37}"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45EC1B77-BA99-47E8-976D-CE54809277CA}"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2"/>
          </p:nvPr>
        </p:nvSpPr>
        <p:spPr/>
        <p:txBody>
          <a:bodyPr/>
          <a:p>
            <a:r>
              <a:t>Footer</a:t>
            </a:r>
          </a:p>
        </p:txBody>
      </p:sp>
      <p:sp>
        <p:nvSpPr>
          <p:cNvPr id="8" name="PlaceHolder 7"/>
          <p:cNvSpPr>
            <a:spLocks noGrp="1"/>
          </p:cNvSpPr>
          <p:nvPr>
            <p:ph type="sldNum" idx="23"/>
          </p:nvPr>
        </p:nvSpPr>
        <p:spPr/>
        <p:txBody>
          <a:bodyPr/>
          <a:p>
            <a:fld id="{BB3D4EFA-EAC6-44F8-9FDE-EFA709F5C829}" type="slidenum">
              <a:t>&lt;#&gt;</a:t>
            </a:fld>
          </a:p>
        </p:txBody>
      </p:sp>
      <p:sp>
        <p:nvSpPr>
          <p:cNvPr id="9" name="PlaceHolder 8"/>
          <p:cNvSpPr>
            <a:spLocks noGrp="1"/>
          </p:cNvSpPr>
          <p:nvPr>
            <p:ph type="dt" idx="24"/>
          </p:nvPr>
        </p:nvSpPr>
        <p:spPr/>
        <p:txBody>
          <a:bodyPr/>
          <a:p>
            <a:r>
              <a:rPr lang="en-US"/>
              <a:t/>
            </a:r>
          </a:p>
        </p:txBody>
      </p:sp>
    </p:spTree>
  </p:cSld>
</p:sldLayout>
</file>

<file path=ppt/slideLayouts/slideLayout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2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2"/>
          </p:nvPr>
        </p:nvSpPr>
        <p:spPr/>
        <p:txBody>
          <a:bodyPr/>
          <a:p>
            <a:r>
              <a:t>Footer</a:t>
            </a:r>
          </a:p>
        </p:txBody>
      </p:sp>
      <p:sp>
        <p:nvSpPr>
          <p:cNvPr id="10" name="PlaceHolder 9"/>
          <p:cNvSpPr>
            <a:spLocks noGrp="1"/>
          </p:cNvSpPr>
          <p:nvPr>
            <p:ph type="sldNum" idx="23"/>
          </p:nvPr>
        </p:nvSpPr>
        <p:spPr/>
        <p:txBody>
          <a:bodyPr/>
          <a:p>
            <a:fld id="{0B52C8C7-D9A8-49E4-B3B7-AC1676973680}" type="slidenum">
              <a:t>&lt;#&gt;</a:t>
            </a:fld>
          </a:p>
        </p:txBody>
      </p:sp>
      <p:sp>
        <p:nvSpPr>
          <p:cNvPr id="11" name="PlaceHolder 10"/>
          <p:cNvSpPr>
            <a:spLocks noGrp="1"/>
          </p:cNvSpPr>
          <p:nvPr>
            <p:ph type="dt" idx="24"/>
          </p:nvPr>
        </p:nvSpPr>
        <p:spPr/>
        <p:txBody>
          <a:bodyPr/>
          <a:p>
            <a:r>
              <a:rPr lang="en-US"/>
              <a:t/>
            </a:r>
          </a:p>
        </p:txBody>
      </p:sp>
    </p:spTree>
  </p:cSld>
</p:sldLayout>
</file>

<file path=ppt/slideLayouts/slideLayout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24E0D814-DC95-4550-9513-13E5B312D3AA}"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3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4"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5BF9B931-4842-41CD-9FF2-7AEFA7F0EE26}"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6"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AC83F3E0-BD3B-4B2A-945D-F00971512003}"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1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A783DC1B-9097-494B-A1C0-D1EF719C23C2}"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0507B240-8EB0-4716-8508-F2327BB9FE8B}"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41"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631D16DB-F553-4202-BBB4-AC051A0BE47A}"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A895EA37-AE5A-4833-9629-43DE327DCC85}"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9"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E989728E-EFAB-447A-B92C-B7E09A4EBE14}"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3"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6F99453E-5926-48F5-8273-310CD09D119F}"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5"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6"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9FFAD37A-E3A9-4366-85EB-8282AEA81513}"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5"/>
          </p:nvPr>
        </p:nvSpPr>
        <p:spPr/>
        <p:txBody>
          <a:bodyPr/>
          <a:p>
            <a:r>
              <a:t>Footer</a:t>
            </a:r>
          </a:p>
        </p:txBody>
      </p:sp>
      <p:sp>
        <p:nvSpPr>
          <p:cNvPr id="8" name="PlaceHolder 7"/>
          <p:cNvSpPr>
            <a:spLocks noGrp="1"/>
          </p:cNvSpPr>
          <p:nvPr>
            <p:ph type="sldNum" idx="26"/>
          </p:nvPr>
        </p:nvSpPr>
        <p:spPr/>
        <p:txBody>
          <a:bodyPr/>
          <a:p>
            <a:fld id="{F8BB7092-579B-48D9-9262-A695B5B231CE}" type="slidenum">
              <a:t>&lt;#&gt;</a:t>
            </a:fld>
          </a:p>
        </p:txBody>
      </p:sp>
      <p:sp>
        <p:nvSpPr>
          <p:cNvPr id="9" name="PlaceHolder 8"/>
          <p:cNvSpPr>
            <a:spLocks noGrp="1"/>
          </p:cNvSpPr>
          <p:nvPr>
            <p:ph type="dt" idx="27"/>
          </p:nvPr>
        </p:nvSpPr>
        <p:spPr/>
        <p:txBody>
          <a:bodyPr/>
          <a:p>
            <a:r>
              <a:rPr lang="en-US"/>
              <a:t/>
            </a:r>
          </a:p>
        </p:txBody>
      </p:sp>
    </p:spTree>
  </p:cSld>
</p:sldLayout>
</file>

<file path=ppt/slideLayouts/slideLayout1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63"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4"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5"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6"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7"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8"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5"/>
          </p:nvPr>
        </p:nvSpPr>
        <p:spPr/>
        <p:txBody>
          <a:bodyPr/>
          <a:p>
            <a:r>
              <a:t>Footer</a:t>
            </a:r>
          </a:p>
        </p:txBody>
      </p:sp>
      <p:sp>
        <p:nvSpPr>
          <p:cNvPr id="10" name="PlaceHolder 9"/>
          <p:cNvSpPr>
            <a:spLocks noGrp="1"/>
          </p:cNvSpPr>
          <p:nvPr>
            <p:ph type="sldNum" idx="26"/>
          </p:nvPr>
        </p:nvSpPr>
        <p:spPr/>
        <p:txBody>
          <a:bodyPr/>
          <a:p>
            <a:fld id="{29D5D0A1-1D5A-4741-80AA-1B1DD1852FF9}" type="slidenum">
              <a:t>&lt;#&gt;</a:t>
            </a:fld>
          </a:p>
        </p:txBody>
      </p:sp>
      <p:sp>
        <p:nvSpPr>
          <p:cNvPr id="11" name="PlaceHolder 10"/>
          <p:cNvSpPr>
            <a:spLocks noGrp="1"/>
          </p:cNvSpPr>
          <p:nvPr>
            <p:ph type="dt" idx="27"/>
          </p:nvPr>
        </p:nvSpPr>
        <p:spPr/>
        <p:txBody>
          <a:bodyPr/>
          <a:p>
            <a:r>
              <a:rPr lang="en-US"/>
              <a:t/>
            </a:r>
          </a:p>
        </p:txBody>
      </p:sp>
    </p:spTree>
  </p:cSld>
</p:sldLayout>
</file>

<file path=ppt/slideLayouts/slideLayout1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B7959AB1-684A-4582-8E69-7AA228049C2B}"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7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5"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FF800405-9863-4E6E-A9E7-9717D570440C}"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7"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4B5FEA33-F9AD-46CD-B5D5-D6D2CAB33BFB}"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B6E102B8-81CD-4849-BD44-F8CD78451318}"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432E36FC-4A54-42DA-B604-B22BB831ED04}"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82"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9A945F75-6854-4D53-ADE0-8525C5A21AB8}"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F98C68C8-6A2B-4BC1-9BD5-156C99A6DF92}"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0"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BD02F5D4-1E84-49D7-BC70-3BB16DBB85E2}"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4"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DACEE2BA-6231-4861-87E7-7D4B76F28615}"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9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6"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7"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2295668F-4C00-4478-A417-6221F4E2154E}"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2"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8"/>
          </p:nvPr>
        </p:nvSpPr>
        <p:spPr/>
        <p:txBody>
          <a:bodyPr/>
          <a:p>
            <a:r>
              <a:t>Footer</a:t>
            </a:r>
          </a:p>
        </p:txBody>
      </p:sp>
      <p:sp>
        <p:nvSpPr>
          <p:cNvPr id="8" name="PlaceHolder 7"/>
          <p:cNvSpPr>
            <a:spLocks noGrp="1"/>
          </p:cNvSpPr>
          <p:nvPr>
            <p:ph type="sldNum" idx="29"/>
          </p:nvPr>
        </p:nvSpPr>
        <p:spPr/>
        <p:txBody>
          <a:bodyPr/>
          <a:p>
            <a:fld id="{90EB5332-2EC6-4FD9-9528-82317CDC34A5}" type="slidenum">
              <a:t>&lt;#&gt;</a:t>
            </a:fld>
          </a:p>
        </p:txBody>
      </p:sp>
      <p:sp>
        <p:nvSpPr>
          <p:cNvPr id="9" name="PlaceHolder 8"/>
          <p:cNvSpPr>
            <a:spLocks noGrp="1"/>
          </p:cNvSpPr>
          <p:nvPr>
            <p:ph type="dt" idx="30"/>
          </p:nvPr>
        </p:nvSpPr>
        <p:spPr/>
        <p:txBody>
          <a:bodyPr/>
          <a:p>
            <a:r>
              <a:rPr lang="en-US"/>
              <a:t/>
            </a:r>
          </a:p>
        </p:txBody>
      </p:sp>
    </p:spTree>
  </p:cSld>
</p:sldLayout>
</file>

<file path=ppt/slideLayouts/slideLayout1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04"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5"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6"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7"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8"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9"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8"/>
          </p:nvPr>
        </p:nvSpPr>
        <p:spPr/>
        <p:txBody>
          <a:bodyPr/>
          <a:p>
            <a:r>
              <a:t>Footer</a:t>
            </a:r>
          </a:p>
        </p:txBody>
      </p:sp>
      <p:sp>
        <p:nvSpPr>
          <p:cNvPr id="10" name="PlaceHolder 9"/>
          <p:cNvSpPr>
            <a:spLocks noGrp="1"/>
          </p:cNvSpPr>
          <p:nvPr>
            <p:ph type="sldNum" idx="29"/>
          </p:nvPr>
        </p:nvSpPr>
        <p:spPr/>
        <p:txBody>
          <a:bodyPr/>
          <a:p>
            <a:fld id="{5EEF5596-49A7-422B-AC04-93693BD0B459}" type="slidenum">
              <a:t>&lt;#&gt;</a:t>
            </a:fld>
          </a:p>
        </p:txBody>
      </p:sp>
      <p:sp>
        <p:nvSpPr>
          <p:cNvPr id="11" name="PlaceHolder 10"/>
          <p:cNvSpPr>
            <a:spLocks noGrp="1"/>
          </p:cNvSpPr>
          <p:nvPr>
            <p:ph type="dt" idx="30"/>
          </p:nvPr>
        </p:nvSpPr>
        <p:spPr/>
        <p:txBody>
          <a:bodyPr/>
          <a:p>
            <a:r>
              <a:rPr lang="en-US"/>
              <a:t/>
            </a:r>
          </a:p>
        </p:txBody>
      </p:sp>
    </p:spTree>
  </p:cSld>
</p:sldLayout>
</file>

<file path=ppt/slideLayouts/slideLayout1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3400C4F2-CAEA-4200-9C13-8D396C22D1F5}" type="slidenum">
              <a:t>&lt;#&gt;</a:t>
            </a:fld>
          </a:p>
        </p:txBody>
      </p:sp>
      <p:sp>
        <p:nvSpPr>
          <p:cNvPr id="4" name="PlaceHolder 3"/>
          <p:cNvSpPr>
            <a:spLocks noGrp="1"/>
          </p:cNvSpPr>
          <p:nvPr>
            <p:ph type="dt" idx="33"/>
          </p:nvPr>
        </p:nvSpPr>
        <p:spPr/>
        <p:txBody>
          <a:bodyPr/>
          <a:p>
            <a:r>
              <a:rPr lang="en-US"/>
              <a:t/>
            </a:r>
          </a:p>
        </p:txBody>
      </p:sp>
    </p:spTree>
  </p:cSld>
</p:sldLayout>
</file>

<file path=ppt/slideLayouts/slideLayout1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5A8DC477-F425-4C84-961E-2C4E3DB55B4A}"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D956889C-9C2E-4B84-B0CF-884B6F2D06B6}"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AEBD8798-9C30-4C50-B72E-54FDE3ED896F}"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98711088-A7EB-45DD-9BF0-7F87C51EB805}"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2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094D6EF4-BE77-4398-872C-1FC20399E200}"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25665794-308F-4732-8A54-F32F25108797}"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90C718E3-F149-4005-A917-2DB30692C752}"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7BA54214-FC5D-49C0-97FE-8285A85A8E90}"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3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5264D964-2109-4701-AFE7-F03CA9305AAE}"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1"/>
          </p:nvPr>
        </p:nvSpPr>
        <p:spPr/>
        <p:txBody>
          <a:bodyPr/>
          <a:p>
            <a:r>
              <a:t>Footer</a:t>
            </a:r>
          </a:p>
        </p:txBody>
      </p:sp>
      <p:sp>
        <p:nvSpPr>
          <p:cNvPr id="8" name="PlaceHolder 7"/>
          <p:cNvSpPr>
            <a:spLocks noGrp="1"/>
          </p:cNvSpPr>
          <p:nvPr>
            <p:ph type="sldNum" idx="32"/>
          </p:nvPr>
        </p:nvSpPr>
        <p:spPr/>
        <p:txBody>
          <a:bodyPr/>
          <a:p>
            <a:fld id="{54D950E1-3E6C-4732-A89A-EB112DB9580C}" type="slidenum">
              <a:t>&lt;#&gt;</a:t>
            </a:fld>
          </a:p>
        </p:txBody>
      </p:sp>
      <p:sp>
        <p:nvSpPr>
          <p:cNvPr id="9" name="PlaceHolder 8"/>
          <p:cNvSpPr>
            <a:spLocks noGrp="1"/>
          </p:cNvSpPr>
          <p:nvPr>
            <p:ph type="dt" idx="33"/>
          </p:nvPr>
        </p:nvSpPr>
        <p:spPr/>
        <p:txBody>
          <a:bodyPr/>
          <a:p>
            <a:r>
              <a:rPr lang="en-US"/>
              <a:t/>
            </a:r>
          </a:p>
        </p:txBody>
      </p:sp>
    </p:spTree>
  </p:cSld>
</p:sldLayout>
</file>

<file path=ppt/slideLayouts/slideLayout1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5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1"/>
          </p:nvPr>
        </p:nvSpPr>
        <p:spPr/>
        <p:txBody>
          <a:bodyPr/>
          <a:p>
            <a:r>
              <a:t>Footer</a:t>
            </a:r>
          </a:p>
        </p:txBody>
      </p:sp>
      <p:sp>
        <p:nvSpPr>
          <p:cNvPr id="10" name="PlaceHolder 9"/>
          <p:cNvSpPr>
            <a:spLocks noGrp="1"/>
          </p:cNvSpPr>
          <p:nvPr>
            <p:ph type="sldNum" idx="32"/>
          </p:nvPr>
        </p:nvSpPr>
        <p:spPr/>
        <p:txBody>
          <a:bodyPr/>
          <a:p>
            <a:fld id="{71671426-5FF3-46D4-A42A-689520E4EFCA}" type="slidenum">
              <a:t>&lt;#&gt;</a:t>
            </a:fld>
          </a:p>
        </p:txBody>
      </p:sp>
      <p:sp>
        <p:nvSpPr>
          <p:cNvPr id="11" name="PlaceHolder 10"/>
          <p:cNvSpPr>
            <a:spLocks noGrp="1"/>
          </p:cNvSpPr>
          <p:nvPr>
            <p:ph type="dt" idx="33"/>
          </p:nvPr>
        </p:nvSpPr>
        <p:spPr/>
        <p:txBody>
          <a:bodyPr/>
          <a:p>
            <a:r>
              <a:rPr lang="en-US"/>
              <a:t/>
            </a:r>
          </a:p>
        </p:txBody>
      </p:sp>
    </p:spTree>
  </p:cSld>
</p:sldLayout>
</file>

<file path=ppt/slideLayouts/slideLayout1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4"/>
          </p:nvPr>
        </p:nvSpPr>
        <p:spPr/>
        <p:txBody>
          <a:bodyPr/>
          <a:p>
            <a:r>
              <a:t>Footer</a:t>
            </a:r>
          </a:p>
        </p:txBody>
      </p:sp>
      <p:sp>
        <p:nvSpPr>
          <p:cNvPr id="3" name="PlaceHolder 2"/>
          <p:cNvSpPr>
            <a:spLocks noGrp="1"/>
          </p:cNvSpPr>
          <p:nvPr>
            <p:ph type="sldNum" idx="35"/>
          </p:nvPr>
        </p:nvSpPr>
        <p:spPr/>
        <p:txBody>
          <a:bodyPr/>
          <a:p>
            <a:fld id="{4496E476-726B-4BC5-9964-9BC62D6616E6}" type="slidenum">
              <a:t>&lt;#&gt;</a:t>
            </a:fld>
          </a:p>
        </p:txBody>
      </p:sp>
      <p:sp>
        <p:nvSpPr>
          <p:cNvPr id="4" name="PlaceHolder 3"/>
          <p:cNvSpPr>
            <a:spLocks noGrp="1"/>
          </p:cNvSpPr>
          <p:nvPr>
            <p:ph type="dt" idx="36"/>
          </p:nvPr>
        </p:nvSpPr>
        <p:spPr/>
        <p:txBody>
          <a:bodyPr/>
          <a:p>
            <a:r>
              <a:rPr lang="en-US"/>
              <a:t/>
            </a:r>
          </a:p>
        </p:txBody>
      </p:sp>
    </p:spTree>
  </p:cSld>
</p:sldLayout>
</file>

<file path=ppt/slideLayouts/slideLayout1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2FEEB781-B08A-464A-8FF5-6256BF0D9182}"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4A258CC4-A011-44B3-B6D3-33ED5424258F}"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A3C9DEFA-6D7F-491B-9091-FC63D12B6A2D}"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BFC517D0-EACA-41BE-AA07-6AEC4BA578D8}"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6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EB65FACC-81D3-4C12-B47D-5FE629FD80C2}"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49269A44-0906-4BBC-9F91-C1240D697DCE}"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41FBD434-E1E8-4D82-A70C-D9B53FFD2D3D}"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E88F86F5-4D10-4137-9B7D-A2591613E899}"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7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5C839A39-FA31-40B1-A7E9-69546871B65A}"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4"/>
          </p:nvPr>
        </p:nvSpPr>
        <p:spPr/>
        <p:txBody>
          <a:bodyPr/>
          <a:p>
            <a:r>
              <a:t>Footer</a:t>
            </a:r>
          </a:p>
        </p:txBody>
      </p:sp>
      <p:sp>
        <p:nvSpPr>
          <p:cNvPr id="8" name="PlaceHolder 7"/>
          <p:cNvSpPr>
            <a:spLocks noGrp="1"/>
          </p:cNvSpPr>
          <p:nvPr>
            <p:ph type="sldNum" idx="35"/>
          </p:nvPr>
        </p:nvSpPr>
        <p:spPr/>
        <p:txBody>
          <a:bodyPr/>
          <a:p>
            <a:fld id="{90D8D82B-4169-4E2B-B8C6-F902F684B909}" type="slidenum">
              <a:t>&lt;#&gt;</a:t>
            </a:fld>
          </a:p>
        </p:txBody>
      </p:sp>
      <p:sp>
        <p:nvSpPr>
          <p:cNvPr id="9" name="PlaceHolder 8"/>
          <p:cNvSpPr>
            <a:spLocks noGrp="1"/>
          </p:cNvSpPr>
          <p:nvPr>
            <p:ph type="dt" idx="36"/>
          </p:nvPr>
        </p:nvSpPr>
        <p:spPr/>
        <p:txBody>
          <a:bodyPr/>
          <a:p>
            <a:r>
              <a:rPr lang="en-US"/>
              <a:t/>
            </a:r>
          </a:p>
        </p:txBody>
      </p:sp>
    </p:spTree>
  </p:cSld>
</p:sldLayout>
</file>

<file path=ppt/slideLayouts/slideLayout1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8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4"/>
          </p:nvPr>
        </p:nvSpPr>
        <p:spPr/>
        <p:txBody>
          <a:bodyPr/>
          <a:p>
            <a:r>
              <a:t>Footer</a:t>
            </a:r>
          </a:p>
        </p:txBody>
      </p:sp>
      <p:sp>
        <p:nvSpPr>
          <p:cNvPr id="10" name="PlaceHolder 9"/>
          <p:cNvSpPr>
            <a:spLocks noGrp="1"/>
          </p:cNvSpPr>
          <p:nvPr>
            <p:ph type="sldNum" idx="35"/>
          </p:nvPr>
        </p:nvSpPr>
        <p:spPr/>
        <p:txBody>
          <a:bodyPr/>
          <a:p>
            <a:fld id="{431F8440-7801-4F02-8769-4B5A44D44469}" type="slidenum">
              <a:t>&lt;#&gt;</a:t>
            </a:fld>
          </a:p>
        </p:txBody>
      </p:sp>
      <p:sp>
        <p:nvSpPr>
          <p:cNvPr id="11" name="PlaceHolder 10"/>
          <p:cNvSpPr>
            <a:spLocks noGrp="1"/>
          </p:cNvSpPr>
          <p:nvPr>
            <p:ph type="dt" idx="36"/>
          </p:nvPr>
        </p:nvSpPr>
        <p:spPr/>
        <p:txBody>
          <a:bodyPr/>
          <a:p>
            <a:r>
              <a:rPr lang="en-US"/>
              <a:t/>
            </a:r>
          </a:p>
        </p:txBody>
      </p:sp>
    </p:spTree>
  </p:cSld>
</p:sldLayout>
</file>

<file path=ppt/slideLayouts/slideLayout1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p>
            <a:r>
              <a:t>Footer</a:t>
            </a:r>
          </a:p>
        </p:txBody>
      </p:sp>
      <p:sp>
        <p:nvSpPr>
          <p:cNvPr id="3" name="PlaceHolder 2"/>
          <p:cNvSpPr>
            <a:spLocks noGrp="1"/>
          </p:cNvSpPr>
          <p:nvPr>
            <p:ph type="sldNum" idx="38"/>
          </p:nvPr>
        </p:nvSpPr>
        <p:spPr/>
        <p:txBody>
          <a:bodyPr/>
          <a:p>
            <a:fld id="{55C3BFE5-D4DC-4345-ABB6-BEAE0155A740}" type="slidenum">
              <a:t>&lt;#&gt;</a:t>
            </a:fld>
          </a:p>
        </p:txBody>
      </p:sp>
      <p:sp>
        <p:nvSpPr>
          <p:cNvPr id="4" name="PlaceHolder 3"/>
          <p:cNvSpPr>
            <a:spLocks noGrp="1"/>
          </p:cNvSpPr>
          <p:nvPr>
            <p:ph type="dt" idx="39"/>
          </p:nvPr>
        </p:nvSpPr>
        <p:spPr/>
        <p:txBody>
          <a:bodyPr/>
          <a:p>
            <a:r>
              <a:rPr lang="en-US"/>
              <a:t/>
            </a:r>
          </a:p>
        </p:txBody>
      </p:sp>
    </p:spTree>
  </p:cSld>
</p:sldLayout>
</file>

<file path=ppt/slideLayouts/slideLayout1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9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2929F1AE-6BDC-457A-8C39-AB9AB15513D5}"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9C1F16FF-DA98-40E7-A50D-777DD0FDCFB7}"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EB51D4CD-98A8-4AF7-BA87-87F13728A421}"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D884A129-F2AF-462C-93C3-C7E1531CA51C}"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0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3288C164-7EEC-49EC-BEF8-727D34A4880C}"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0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2EE7FBD9-7E49-4AAA-B319-49E47E3EB889}"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C29EB912-9B33-438A-8BAC-0D0E4B9647C4}"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A2821ECD-CAA2-4815-91DD-69800D9DC323}"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4F7DED86-7D30-4EBE-991A-07C0D305CAFA}"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7"/>
          </p:nvPr>
        </p:nvSpPr>
        <p:spPr/>
        <p:txBody>
          <a:bodyPr/>
          <a:p>
            <a:r>
              <a:t>Footer</a:t>
            </a:r>
          </a:p>
        </p:txBody>
      </p:sp>
      <p:sp>
        <p:nvSpPr>
          <p:cNvPr id="8" name="PlaceHolder 7"/>
          <p:cNvSpPr>
            <a:spLocks noGrp="1"/>
          </p:cNvSpPr>
          <p:nvPr>
            <p:ph type="sldNum" idx="38"/>
          </p:nvPr>
        </p:nvSpPr>
        <p:spPr/>
        <p:txBody>
          <a:bodyPr/>
          <a:p>
            <a:fld id="{945337C4-F8A6-44FD-91BD-FFAF0434548F}" type="slidenum">
              <a:t>&lt;#&gt;</a:t>
            </a:fld>
          </a:p>
        </p:txBody>
      </p:sp>
      <p:sp>
        <p:nvSpPr>
          <p:cNvPr id="9" name="PlaceHolder 8"/>
          <p:cNvSpPr>
            <a:spLocks noGrp="1"/>
          </p:cNvSpPr>
          <p:nvPr>
            <p:ph type="dt" idx="39"/>
          </p:nvPr>
        </p:nvSpPr>
        <p:spPr/>
        <p:txBody>
          <a:bodyPr/>
          <a:p>
            <a:r>
              <a:rPr lang="en-US"/>
              <a:t/>
            </a:r>
          </a:p>
        </p:txBody>
      </p:sp>
    </p:spTree>
  </p:cSld>
</p:sldLayout>
</file>

<file path=ppt/slideLayouts/slideLayout1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7"/>
          </p:nvPr>
        </p:nvSpPr>
        <p:spPr/>
        <p:txBody>
          <a:bodyPr/>
          <a:p>
            <a:r>
              <a:t>Footer</a:t>
            </a:r>
          </a:p>
        </p:txBody>
      </p:sp>
      <p:sp>
        <p:nvSpPr>
          <p:cNvPr id="10" name="PlaceHolder 9"/>
          <p:cNvSpPr>
            <a:spLocks noGrp="1"/>
          </p:cNvSpPr>
          <p:nvPr>
            <p:ph type="sldNum" idx="38"/>
          </p:nvPr>
        </p:nvSpPr>
        <p:spPr/>
        <p:txBody>
          <a:bodyPr/>
          <a:p>
            <a:fld id="{EDD98AEF-7F0A-4AC1-A008-B3EBDB8DF57B}" type="slidenum">
              <a:t>&lt;#&gt;</a:t>
            </a:fld>
          </a:p>
        </p:txBody>
      </p:sp>
      <p:sp>
        <p:nvSpPr>
          <p:cNvPr id="11" name="PlaceHolder 10"/>
          <p:cNvSpPr>
            <a:spLocks noGrp="1"/>
          </p:cNvSpPr>
          <p:nvPr>
            <p:ph type="dt" idx="39"/>
          </p:nvPr>
        </p:nvSpPr>
        <p:spPr/>
        <p:txBody>
          <a:bodyPr/>
          <a:p>
            <a:r>
              <a:rPr lang="en-US"/>
              <a:t/>
            </a:r>
          </a:p>
        </p:txBody>
      </p:sp>
    </p:spTree>
  </p:cSld>
</p:sldLayout>
</file>

<file path=ppt/slideLayouts/slideLayout1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p>
            <a:r>
              <a:t>Footer</a:t>
            </a:r>
          </a:p>
        </p:txBody>
      </p:sp>
      <p:sp>
        <p:nvSpPr>
          <p:cNvPr id="3" name="PlaceHolder 2"/>
          <p:cNvSpPr>
            <a:spLocks noGrp="1"/>
          </p:cNvSpPr>
          <p:nvPr>
            <p:ph type="sldNum" idx="41"/>
          </p:nvPr>
        </p:nvSpPr>
        <p:spPr/>
        <p:txBody>
          <a:bodyPr/>
          <a:p>
            <a:fld id="{C07AAC61-5368-4B64-A9D1-7AC53CD5925A}" type="slidenum">
              <a:t>&lt;#&gt;</a:t>
            </a:fld>
          </a:p>
        </p:txBody>
      </p:sp>
      <p:sp>
        <p:nvSpPr>
          <p:cNvPr id="4" name="PlaceHolder 3"/>
          <p:cNvSpPr>
            <a:spLocks noGrp="1"/>
          </p:cNvSpPr>
          <p:nvPr>
            <p:ph type="dt" idx="42"/>
          </p:nvPr>
        </p:nvSpPr>
        <p:spPr/>
        <p:txBody>
          <a:bodyPr/>
          <a:p>
            <a:r>
              <a:rPr lang="en-US"/>
              <a:t/>
            </a:r>
          </a:p>
        </p:txBody>
      </p:sp>
    </p:spTree>
  </p:cSld>
</p:sldLayout>
</file>

<file path=ppt/slideLayouts/slideLayout1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3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3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797DBA13-6848-47EC-81E1-379A7767A25A}"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D4AA1B3B-81BE-4BE4-A5B5-F8EFA899B562}"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084B8578-4ABD-4969-8E55-9A823B0F0EE8}"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61780477-221E-451B-927B-95C183058FF0}"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36F957AF-EB0D-4803-99A3-450A23EE6410}"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F31A9394-B9FA-442B-8B48-C57213290CE7}"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C73B0FD5-4E2F-4C54-B64C-D558E625DCD3}"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CF930862-C1E7-4A85-9FA5-37B5007B8C4D}"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D07D2DA6-0A67-4700-8A1F-B0273C5CAB9A}"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0"/>
          </p:nvPr>
        </p:nvSpPr>
        <p:spPr/>
        <p:txBody>
          <a:bodyPr/>
          <a:p>
            <a:r>
              <a:t>Footer</a:t>
            </a:r>
          </a:p>
        </p:txBody>
      </p:sp>
      <p:sp>
        <p:nvSpPr>
          <p:cNvPr id="8" name="PlaceHolder 7"/>
          <p:cNvSpPr>
            <a:spLocks noGrp="1"/>
          </p:cNvSpPr>
          <p:nvPr>
            <p:ph type="sldNum" idx="41"/>
          </p:nvPr>
        </p:nvSpPr>
        <p:spPr/>
        <p:txBody>
          <a:bodyPr/>
          <a:p>
            <a:fld id="{3151EDCE-9300-4294-A229-8475A1188B70}" type="slidenum">
              <a:t>&lt;#&gt;</a:t>
            </a:fld>
          </a:p>
        </p:txBody>
      </p:sp>
      <p:sp>
        <p:nvSpPr>
          <p:cNvPr id="9" name="PlaceHolder 8"/>
          <p:cNvSpPr>
            <a:spLocks noGrp="1"/>
          </p:cNvSpPr>
          <p:nvPr>
            <p:ph type="dt" idx="42"/>
          </p:nvPr>
        </p:nvSpPr>
        <p:spPr/>
        <p:txBody>
          <a:bodyPr/>
          <a:p>
            <a:r>
              <a:rPr lang="en-US"/>
              <a:t/>
            </a:r>
          </a:p>
        </p:txBody>
      </p:sp>
    </p:spTree>
  </p:cSld>
</p:sldLayout>
</file>

<file path=ppt/slideLayouts/slideLayout1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0"/>
          </p:nvPr>
        </p:nvSpPr>
        <p:spPr/>
        <p:txBody>
          <a:bodyPr/>
          <a:p>
            <a:r>
              <a:t>Footer</a:t>
            </a:r>
          </a:p>
        </p:txBody>
      </p:sp>
      <p:sp>
        <p:nvSpPr>
          <p:cNvPr id="10" name="PlaceHolder 9"/>
          <p:cNvSpPr>
            <a:spLocks noGrp="1"/>
          </p:cNvSpPr>
          <p:nvPr>
            <p:ph type="sldNum" idx="41"/>
          </p:nvPr>
        </p:nvSpPr>
        <p:spPr/>
        <p:txBody>
          <a:bodyPr/>
          <a:p>
            <a:fld id="{17CC627B-2A1D-4380-A580-198336254E86}" type="slidenum">
              <a:t>&lt;#&gt;</a:t>
            </a:fld>
          </a:p>
        </p:txBody>
      </p:sp>
      <p:sp>
        <p:nvSpPr>
          <p:cNvPr id="11" name="PlaceHolder 10"/>
          <p:cNvSpPr>
            <a:spLocks noGrp="1"/>
          </p:cNvSpPr>
          <p:nvPr>
            <p:ph type="dt" idx="42"/>
          </p:nvPr>
        </p:nvSpPr>
        <p:spPr/>
        <p:txBody>
          <a:bodyPr/>
          <a:p>
            <a:r>
              <a:rPr lang="en-US"/>
              <a:t/>
            </a:r>
          </a:p>
        </p:txBody>
      </p:sp>
    </p:spTree>
  </p:cSld>
</p:sldLayout>
</file>

<file path=ppt/slideLayouts/slideLayout1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p>
            <a:r>
              <a:t>Footer</a:t>
            </a:r>
          </a:p>
        </p:txBody>
      </p:sp>
      <p:sp>
        <p:nvSpPr>
          <p:cNvPr id="3" name="PlaceHolder 2"/>
          <p:cNvSpPr>
            <a:spLocks noGrp="1"/>
          </p:cNvSpPr>
          <p:nvPr>
            <p:ph type="sldNum" idx="44"/>
          </p:nvPr>
        </p:nvSpPr>
        <p:spPr/>
        <p:txBody>
          <a:bodyPr/>
          <a:p>
            <a:fld id="{AEC27924-5461-48C4-8C38-3FE68A9FFD78}" type="slidenum">
              <a:t>&lt;#&gt;</a:t>
            </a:fld>
          </a:p>
        </p:txBody>
      </p:sp>
      <p:sp>
        <p:nvSpPr>
          <p:cNvPr id="4" name="PlaceHolder 3"/>
          <p:cNvSpPr>
            <a:spLocks noGrp="1"/>
          </p:cNvSpPr>
          <p:nvPr>
            <p:ph type="dt" idx="45"/>
          </p:nvPr>
        </p:nvSpPr>
        <p:spPr/>
        <p:txBody>
          <a:bodyPr/>
          <a:p>
            <a:r>
              <a:rPr lang="en-US"/>
              <a:t/>
            </a:r>
          </a:p>
        </p:txBody>
      </p:sp>
    </p:spTree>
  </p:cSld>
</p:sldLayout>
</file>

<file path=ppt/slideLayouts/slideLayout1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7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B0C4EA5F-A605-4520-B778-620FA1E0A93B}"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2DEFB296-7733-4230-81A1-9B56A368E16B}"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06AE4ED5-8ED9-4F39-AE8B-F219D4E798AB}"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26AF0B3E-4943-4E13-AC7A-F2D8DF1CD290}"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8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8E219A22-F608-4D22-ADE9-AE47C49A4CFD}"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8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EB160995-30F7-4EC4-8D65-D88780A248A6}"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E60B9AFE-19A3-483F-9D44-41018CC1335A}"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6532A3B2-D40B-42D0-8AE4-51A070A407AC}"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B77F7B20-77DF-4FD8-91E2-C85DA1F07DB0}"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3"/>
          </p:nvPr>
        </p:nvSpPr>
        <p:spPr/>
        <p:txBody>
          <a:bodyPr/>
          <a:p>
            <a:r>
              <a:t>Footer</a:t>
            </a:r>
          </a:p>
        </p:txBody>
      </p:sp>
      <p:sp>
        <p:nvSpPr>
          <p:cNvPr id="8" name="PlaceHolder 7"/>
          <p:cNvSpPr>
            <a:spLocks noGrp="1"/>
          </p:cNvSpPr>
          <p:nvPr>
            <p:ph type="sldNum" idx="44"/>
          </p:nvPr>
        </p:nvSpPr>
        <p:spPr/>
        <p:txBody>
          <a:bodyPr/>
          <a:p>
            <a:fld id="{9ACBEB56-4547-45BE-8582-4F646EE79C2C}" type="slidenum">
              <a:t>&lt;#&gt;</a:t>
            </a:fld>
          </a:p>
        </p:txBody>
      </p:sp>
      <p:sp>
        <p:nvSpPr>
          <p:cNvPr id="9" name="PlaceHolder 8"/>
          <p:cNvSpPr>
            <a:spLocks noGrp="1"/>
          </p:cNvSpPr>
          <p:nvPr>
            <p:ph type="dt" idx="45"/>
          </p:nvPr>
        </p:nvSpPr>
        <p:spPr/>
        <p:txBody>
          <a:bodyPr/>
          <a:p>
            <a:r>
              <a:rPr lang="en-US"/>
              <a:t/>
            </a:r>
          </a:p>
        </p:txBody>
      </p:sp>
    </p:spTree>
  </p:cSld>
</p:sldLayout>
</file>

<file path=ppt/slideLayouts/slideLayout1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3"/>
          </p:nvPr>
        </p:nvSpPr>
        <p:spPr/>
        <p:txBody>
          <a:bodyPr/>
          <a:p>
            <a:r>
              <a:t>Footer</a:t>
            </a:r>
          </a:p>
        </p:txBody>
      </p:sp>
      <p:sp>
        <p:nvSpPr>
          <p:cNvPr id="10" name="PlaceHolder 9"/>
          <p:cNvSpPr>
            <a:spLocks noGrp="1"/>
          </p:cNvSpPr>
          <p:nvPr>
            <p:ph type="sldNum" idx="44"/>
          </p:nvPr>
        </p:nvSpPr>
        <p:spPr/>
        <p:txBody>
          <a:bodyPr/>
          <a:p>
            <a:fld id="{67B7BAFC-197C-40AB-9A2A-6A3F5EA107D6}" type="slidenum">
              <a:t>&lt;#&gt;</a:t>
            </a:fld>
          </a:p>
        </p:txBody>
      </p:sp>
      <p:sp>
        <p:nvSpPr>
          <p:cNvPr id="11" name="PlaceHolder 10"/>
          <p:cNvSpPr>
            <a:spLocks noGrp="1"/>
          </p:cNvSpPr>
          <p:nvPr>
            <p:ph type="dt" idx="45"/>
          </p:nvPr>
        </p:nvSpPr>
        <p:spPr/>
        <p:txBody>
          <a:bodyPr/>
          <a:p>
            <a:r>
              <a:rPr lang="en-US"/>
              <a:t/>
            </a:r>
          </a:p>
        </p:txBody>
      </p:sp>
    </p:spTree>
  </p:cSld>
</p:sldLayout>
</file>

<file path=ppt/slideLayouts/slideLayout1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6"/>
          </p:nvPr>
        </p:nvSpPr>
        <p:spPr/>
        <p:txBody>
          <a:bodyPr/>
          <a:p>
            <a:r>
              <a:t>Footer</a:t>
            </a:r>
          </a:p>
        </p:txBody>
      </p:sp>
      <p:sp>
        <p:nvSpPr>
          <p:cNvPr id="3" name="PlaceHolder 2"/>
          <p:cNvSpPr>
            <a:spLocks noGrp="1"/>
          </p:cNvSpPr>
          <p:nvPr>
            <p:ph type="sldNum" idx="47"/>
          </p:nvPr>
        </p:nvSpPr>
        <p:spPr/>
        <p:txBody>
          <a:bodyPr/>
          <a:p>
            <a:fld id="{6F3E6225-90D2-4ECB-8038-A62E79FB15F0}" type="slidenum">
              <a:t>&lt;#&gt;</a:t>
            </a:fld>
          </a:p>
        </p:txBody>
      </p:sp>
      <p:sp>
        <p:nvSpPr>
          <p:cNvPr id="4" name="PlaceHolder 3"/>
          <p:cNvSpPr>
            <a:spLocks noGrp="1"/>
          </p:cNvSpPr>
          <p:nvPr>
            <p:ph type="dt" idx="48"/>
          </p:nvPr>
        </p:nvSpPr>
        <p:spPr/>
        <p:txBody>
          <a:bodyPr/>
          <a:p>
            <a:r>
              <a:rPr lang="en-US"/>
              <a:t/>
            </a:r>
          </a:p>
        </p:txBody>
      </p:sp>
    </p:spTree>
  </p:cSld>
</p:sldLayout>
</file>

<file path=ppt/slideLayouts/slideLayout1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2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E3DEEC39-6E32-4988-8257-D7FB4876FBD4}"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11FB6AB6-0C84-4CD2-90F7-AFC9DB441AEB}"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A516AFBF-679E-4C54-87C1-2948D38C37A1}"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2B514A10-0760-43E6-9E7A-BBF6B0AA50F6}"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2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6BD472B9-FFF1-46D7-BEE2-A5D1609C948F}"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2F9C7C68-9495-4C18-8274-A6FA16679E77}"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3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E86C3850-7629-4E0A-AD4E-98E905A88ED2}"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50CD347E-2E44-4D46-8E77-021174128C58}"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5948C640-7453-49A8-B599-E5146FB8490F}"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6"/>
          </p:nvPr>
        </p:nvSpPr>
        <p:spPr/>
        <p:txBody>
          <a:bodyPr/>
          <a:p>
            <a:r>
              <a:t>Footer</a:t>
            </a:r>
          </a:p>
        </p:txBody>
      </p:sp>
      <p:sp>
        <p:nvSpPr>
          <p:cNvPr id="8" name="PlaceHolder 7"/>
          <p:cNvSpPr>
            <a:spLocks noGrp="1"/>
          </p:cNvSpPr>
          <p:nvPr>
            <p:ph type="sldNum" idx="47"/>
          </p:nvPr>
        </p:nvSpPr>
        <p:spPr/>
        <p:txBody>
          <a:bodyPr/>
          <a:p>
            <a:fld id="{A3097C18-86F7-47FF-949C-4989EB30E084}" type="slidenum">
              <a:t>&lt;#&gt;</a:t>
            </a:fld>
          </a:p>
        </p:txBody>
      </p:sp>
      <p:sp>
        <p:nvSpPr>
          <p:cNvPr id="9" name="PlaceHolder 8"/>
          <p:cNvSpPr>
            <a:spLocks noGrp="1"/>
          </p:cNvSpPr>
          <p:nvPr>
            <p:ph type="dt" idx="48"/>
          </p:nvPr>
        </p:nvSpPr>
        <p:spPr/>
        <p:txBody>
          <a:bodyPr/>
          <a:p>
            <a:r>
              <a:rPr lang="en-US"/>
              <a:t/>
            </a:r>
          </a:p>
        </p:txBody>
      </p:sp>
    </p:spTree>
  </p:cSld>
</p:sldLayout>
</file>

<file path=ppt/slideLayouts/slideLayout1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5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6"/>
          </p:nvPr>
        </p:nvSpPr>
        <p:spPr/>
        <p:txBody>
          <a:bodyPr/>
          <a:p>
            <a:r>
              <a:t>Footer</a:t>
            </a:r>
          </a:p>
        </p:txBody>
      </p:sp>
      <p:sp>
        <p:nvSpPr>
          <p:cNvPr id="10" name="PlaceHolder 9"/>
          <p:cNvSpPr>
            <a:spLocks noGrp="1"/>
          </p:cNvSpPr>
          <p:nvPr>
            <p:ph type="sldNum" idx="47"/>
          </p:nvPr>
        </p:nvSpPr>
        <p:spPr/>
        <p:txBody>
          <a:bodyPr/>
          <a:p>
            <a:fld id="{F78D9066-F1D3-4AA5-A7B3-DF55EC346072}" type="slidenum">
              <a:t>&lt;#&gt;</a:t>
            </a:fld>
          </a:p>
        </p:txBody>
      </p:sp>
      <p:sp>
        <p:nvSpPr>
          <p:cNvPr id="11" name="PlaceHolder 10"/>
          <p:cNvSpPr>
            <a:spLocks noGrp="1"/>
          </p:cNvSpPr>
          <p:nvPr>
            <p:ph type="dt" idx="48"/>
          </p:nvPr>
        </p:nvSpPr>
        <p:spPr/>
        <p:txBody>
          <a:bodyPr/>
          <a:p>
            <a:r>
              <a:rPr lang="en-US"/>
              <a:t/>
            </a:r>
          </a:p>
        </p:txBody>
      </p:sp>
    </p:spTree>
  </p:cSld>
</p:sldLayout>
</file>

<file path=ppt/slideLayouts/slideLayout1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p>
            <a:r>
              <a:t>Footer</a:t>
            </a:r>
          </a:p>
        </p:txBody>
      </p:sp>
      <p:sp>
        <p:nvSpPr>
          <p:cNvPr id="3" name="PlaceHolder 2"/>
          <p:cNvSpPr>
            <a:spLocks noGrp="1"/>
          </p:cNvSpPr>
          <p:nvPr>
            <p:ph type="sldNum" idx="50"/>
          </p:nvPr>
        </p:nvSpPr>
        <p:spPr/>
        <p:txBody>
          <a:bodyPr/>
          <a:p>
            <a:fld id="{F6F82152-7EC0-482C-8C6A-2852F4C92AC9}" type="slidenum">
              <a:t>&lt;#&gt;</a:t>
            </a:fld>
          </a:p>
        </p:txBody>
      </p:sp>
      <p:sp>
        <p:nvSpPr>
          <p:cNvPr id="4" name="PlaceHolder 3"/>
          <p:cNvSpPr>
            <a:spLocks noGrp="1"/>
          </p:cNvSpPr>
          <p:nvPr>
            <p:ph type="dt" idx="51"/>
          </p:nvPr>
        </p:nvSpPr>
        <p:spPr/>
        <p:txBody>
          <a:bodyPr/>
          <a:p>
            <a:r>
              <a:rPr lang="en-US"/>
              <a:t/>
            </a:r>
          </a:p>
        </p:txBody>
      </p:sp>
    </p:spTree>
  </p:cSld>
</p:sldLayout>
</file>

<file path=ppt/slideLayouts/slideLayout1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6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2"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49854CAB-02BC-4E40-8C62-5C30A8674719}"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4"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E9CF51A2-E598-456A-AD7D-34209B6A12C1}"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B6EDA1C9-8D79-4E9B-8822-E209173799C0}"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1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5ECD88A5-D76E-4BA1-9168-E522B0589175}"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69"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02FFD64E-8403-4487-A8A0-EA7BB248A152}"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DBC47A4A-6949-4DA2-82E7-B7FB81DE09CC}"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7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F24E8643-99B3-417D-9F33-89C79994422F}"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1"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5B2799C6-3310-4DD9-91C8-190619A0D0D8}"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3"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4"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2441CAA6-AFCA-488B-99F8-C1F86E02427A}"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2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8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9"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9"/>
          </p:nvPr>
        </p:nvSpPr>
        <p:spPr/>
        <p:txBody>
          <a:bodyPr/>
          <a:p>
            <a:r>
              <a:t>Footer</a:t>
            </a:r>
          </a:p>
        </p:txBody>
      </p:sp>
      <p:sp>
        <p:nvSpPr>
          <p:cNvPr id="8" name="PlaceHolder 7"/>
          <p:cNvSpPr>
            <a:spLocks noGrp="1"/>
          </p:cNvSpPr>
          <p:nvPr>
            <p:ph type="sldNum" idx="50"/>
          </p:nvPr>
        </p:nvSpPr>
        <p:spPr/>
        <p:txBody>
          <a:bodyPr/>
          <a:p>
            <a:fld id="{A07FE528-2375-499E-95D6-15C2A682636D}" type="slidenum">
              <a:t>&lt;#&gt;</a:t>
            </a:fld>
          </a:p>
        </p:txBody>
      </p:sp>
      <p:sp>
        <p:nvSpPr>
          <p:cNvPr id="9" name="PlaceHolder 8"/>
          <p:cNvSpPr>
            <a:spLocks noGrp="1"/>
          </p:cNvSpPr>
          <p:nvPr>
            <p:ph type="dt" idx="51"/>
          </p:nvPr>
        </p:nvSpPr>
        <p:spPr/>
        <p:txBody>
          <a:bodyPr/>
          <a:p>
            <a:r>
              <a:rPr lang="en-US"/>
              <a:t/>
            </a:r>
          </a:p>
        </p:txBody>
      </p:sp>
    </p:spTree>
  </p:cSld>
</p:sldLayout>
</file>

<file path=ppt/slideLayouts/slideLayout2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91"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2"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3"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4"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5"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6"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9"/>
          </p:nvPr>
        </p:nvSpPr>
        <p:spPr/>
        <p:txBody>
          <a:bodyPr/>
          <a:p>
            <a:r>
              <a:t>Footer</a:t>
            </a:r>
          </a:p>
        </p:txBody>
      </p:sp>
      <p:sp>
        <p:nvSpPr>
          <p:cNvPr id="10" name="PlaceHolder 9"/>
          <p:cNvSpPr>
            <a:spLocks noGrp="1"/>
          </p:cNvSpPr>
          <p:nvPr>
            <p:ph type="sldNum" idx="50"/>
          </p:nvPr>
        </p:nvSpPr>
        <p:spPr/>
        <p:txBody>
          <a:bodyPr/>
          <a:p>
            <a:fld id="{3A61576E-244E-466C-B1B4-4943A82AF157}" type="slidenum">
              <a:t>&lt;#&gt;</a:t>
            </a:fld>
          </a:p>
        </p:txBody>
      </p:sp>
      <p:sp>
        <p:nvSpPr>
          <p:cNvPr id="11" name="PlaceHolder 10"/>
          <p:cNvSpPr>
            <a:spLocks noGrp="1"/>
          </p:cNvSpPr>
          <p:nvPr>
            <p:ph type="dt" idx="51"/>
          </p:nvPr>
        </p:nvSpPr>
        <p:spPr/>
        <p:txBody>
          <a:bodyPr/>
          <a:p>
            <a:r>
              <a:rPr lang="en-US"/>
              <a:t/>
            </a:r>
          </a:p>
        </p:txBody>
      </p:sp>
    </p:spTree>
  </p:cSld>
</p:sldLayout>
</file>

<file path=ppt/slideLayouts/slideLayout2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2"/>
          </p:nvPr>
        </p:nvSpPr>
        <p:spPr/>
        <p:txBody>
          <a:bodyPr/>
          <a:p>
            <a:r>
              <a:t>Footer</a:t>
            </a:r>
          </a:p>
        </p:txBody>
      </p:sp>
      <p:sp>
        <p:nvSpPr>
          <p:cNvPr id="3" name="PlaceHolder 2"/>
          <p:cNvSpPr>
            <a:spLocks noGrp="1"/>
          </p:cNvSpPr>
          <p:nvPr>
            <p:ph type="sldNum" idx="53"/>
          </p:nvPr>
        </p:nvSpPr>
        <p:spPr/>
        <p:txBody>
          <a:bodyPr/>
          <a:p>
            <a:fld id="{C6138D23-87FD-4AE6-8D97-6F5A94F6408C}" type="slidenum">
              <a:t>&lt;#&gt;</a:t>
            </a:fld>
          </a:p>
        </p:txBody>
      </p:sp>
      <p:sp>
        <p:nvSpPr>
          <p:cNvPr id="4" name="PlaceHolder 3"/>
          <p:cNvSpPr>
            <a:spLocks noGrp="1"/>
          </p:cNvSpPr>
          <p:nvPr>
            <p:ph type="dt" idx="54"/>
          </p:nvPr>
        </p:nvSpPr>
        <p:spPr/>
        <p:txBody>
          <a:bodyPr/>
          <a:p>
            <a:r>
              <a:rPr lang="en-US"/>
              <a:t/>
            </a:r>
          </a:p>
        </p:txBody>
      </p:sp>
    </p:spTree>
  </p:cSld>
</p:sldLayout>
</file>

<file path=ppt/slideLayouts/slideLayout2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0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2"/>
          </p:nvPr>
        </p:nvSpPr>
        <p:spPr/>
        <p:txBody>
          <a:bodyPr/>
          <a:p>
            <a:r>
              <a:t>Footer</a:t>
            </a:r>
          </a:p>
        </p:txBody>
      </p:sp>
      <p:sp>
        <p:nvSpPr>
          <p:cNvPr id="5" name="PlaceHolder 4"/>
          <p:cNvSpPr>
            <a:spLocks noGrp="1"/>
          </p:cNvSpPr>
          <p:nvPr>
            <p:ph type="sldNum" idx="53"/>
          </p:nvPr>
        </p:nvSpPr>
        <p:spPr/>
        <p:txBody>
          <a:bodyPr/>
          <a:p>
            <a:fld id="{A61957F8-69FB-4E54-A14B-2686799C6E37}" type="slidenum">
              <a:t>&lt;#&gt;</a:t>
            </a:fld>
          </a:p>
        </p:txBody>
      </p:sp>
      <p:sp>
        <p:nvSpPr>
          <p:cNvPr id="6" name="PlaceHolder 5"/>
          <p:cNvSpPr>
            <a:spLocks noGrp="1"/>
          </p:cNvSpPr>
          <p:nvPr>
            <p:ph type="dt" idx="54"/>
          </p:nvPr>
        </p:nvSpPr>
        <p:spPr/>
        <p:txBody>
          <a:bodyPr/>
          <a:p>
            <a:r>
              <a:rPr lang="en-US"/>
              <a:t/>
            </a:r>
          </a:p>
        </p:txBody>
      </p:sp>
    </p:spTree>
  </p:cSld>
</p:sldLayout>
</file>

<file path=ppt/slideLayouts/slideLayout2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2"/>
          </p:nvPr>
        </p:nvSpPr>
        <p:spPr/>
        <p:txBody>
          <a:bodyPr/>
          <a:p>
            <a:r>
              <a:t>Footer</a:t>
            </a:r>
          </a:p>
        </p:txBody>
      </p:sp>
      <p:sp>
        <p:nvSpPr>
          <p:cNvPr id="5" name="PlaceHolder 4"/>
          <p:cNvSpPr>
            <a:spLocks noGrp="1"/>
          </p:cNvSpPr>
          <p:nvPr>
            <p:ph type="sldNum" idx="53"/>
          </p:nvPr>
        </p:nvSpPr>
        <p:spPr/>
        <p:txBody>
          <a:bodyPr/>
          <a:p>
            <a:fld id="{CFE304A8-9005-4BBA-830B-92173391BFEB}" type="slidenum">
              <a:t>&lt;#&gt;</a:t>
            </a:fld>
          </a:p>
        </p:txBody>
      </p:sp>
      <p:sp>
        <p:nvSpPr>
          <p:cNvPr id="6" name="PlaceHolder 5"/>
          <p:cNvSpPr>
            <a:spLocks noGrp="1"/>
          </p:cNvSpPr>
          <p:nvPr>
            <p:ph type="dt" idx="54"/>
          </p:nvPr>
        </p:nvSpPr>
        <p:spPr/>
        <p:txBody>
          <a:bodyPr/>
          <a:p>
            <a:r>
              <a:rPr lang="en-US"/>
              <a:t/>
            </a:r>
          </a:p>
        </p:txBody>
      </p:sp>
    </p:spTree>
  </p:cSld>
</p:sldLayout>
</file>

<file path=ppt/slideLayouts/slideLayout2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0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0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2"/>
          </p:nvPr>
        </p:nvSpPr>
        <p:spPr/>
        <p:txBody>
          <a:bodyPr/>
          <a:p>
            <a:r>
              <a:t>Footer</a:t>
            </a:r>
          </a:p>
        </p:txBody>
      </p:sp>
      <p:sp>
        <p:nvSpPr>
          <p:cNvPr id="6" name="PlaceHolder 5"/>
          <p:cNvSpPr>
            <a:spLocks noGrp="1"/>
          </p:cNvSpPr>
          <p:nvPr>
            <p:ph type="sldNum" idx="53"/>
          </p:nvPr>
        </p:nvSpPr>
        <p:spPr/>
        <p:txBody>
          <a:bodyPr/>
          <a:p>
            <a:fld id="{7D4ED825-2256-4747-8B08-969DA0FC84C8}" type="slidenum">
              <a:t>&lt;#&gt;</a:t>
            </a:fld>
          </a:p>
        </p:txBody>
      </p:sp>
      <p:sp>
        <p:nvSpPr>
          <p:cNvPr id="7" name="PlaceHolder 6"/>
          <p:cNvSpPr>
            <a:spLocks noGrp="1"/>
          </p:cNvSpPr>
          <p:nvPr>
            <p:ph type="dt" idx="54"/>
          </p:nvPr>
        </p:nvSpPr>
        <p:spPr/>
        <p:txBody>
          <a:bodyPr/>
          <a:p>
            <a:r>
              <a:rPr lang="en-US"/>
              <a:t/>
            </a:r>
          </a:p>
        </p:txBody>
      </p:sp>
    </p:spTree>
  </p:cSld>
</p:sldLayout>
</file>

<file path=ppt/slideLayouts/slideLayout2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2"/>
          </p:nvPr>
        </p:nvSpPr>
        <p:spPr/>
        <p:txBody>
          <a:bodyPr/>
          <a:p>
            <a:r>
              <a:t>Footer</a:t>
            </a:r>
          </a:p>
        </p:txBody>
      </p:sp>
      <p:sp>
        <p:nvSpPr>
          <p:cNvPr id="4" name="PlaceHolder 3"/>
          <p:cNvSpPr>
            <a:spLocks noGrp="1"/>
          </p:cNvSpPr>
          <p:nvPr>
            <p:ph type="sldNum" idx="53"/>
          </p:nvPr>
        </p:nvSpPr>
        <p:spPr/>
        <p:txBody>
          <a:bodyPr/>
          <a:p>
            <a:fld id="{CF252D44-3762-4533-98B7-2C190F5FADCE}" type="slidenum">
              <a:t>&lt;#&gt;</a:t>
            </a:fld>
          </a:p>
        </p:txBody>
      </p:sp>
      <p:sp>
        <p:nvSpPr>
          <p:cNvPr id="5" name="PlaceHolder 4"/>
          <p:cNvSpPr>
            <a:spLocks noGrp="1"/>
          </p:cNvSpPr>
          <p:nvPr>
            <p:ph type="dt" idx="54"/>
          </p:nvPr>
        </p:nvSpPr>
        <p:spPr/>
        <p:txBody>
          <a:bodyPr/>
          <a:p>
            <a:r>
              <a:rPr lang="en-US"/>
              <a:t/>
            </a:r>
          </a:p>
        </p:txBody>
      </p:sp>
    </p:spTree>
  </p:cSld>
</p:sldLayout>
</file>

<file path=ppt/slideLayouts/slideLayout2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1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2"/>
          </p:nvPr>
        </p:nvSpPr>
        <p:spPr/>
        <p:txBody>
          <a:bodyPr/>
          <a:p>
            <a:r>
              <a:t>Footer</a:t>
            </a:r>
          </a:p>
        </p:txBody>
      </p:sp>
      <p:sp>
        <p:nvSpPr>
          <p:cNvPr id="4" name="PlaceHolder 3"/>
          <p:cNvSpPr>
            <a:spLocks noGrp="1"/>
          </p:cNvSpPr>
          <p:nvPr>
            <p:ph type="sldNum" idx="53"/>
          </p:nvPr>
        </p:nvSpPr>
        <p:spPr/>
        <p:txBody>
          <a:bodyPr/>
          <a:p>
            <a:fld id="{9E6C59C3-BA0E-4A57-BCDD-E337CEE5FE3C}" type="slidenum">
              <a:t>&lt;#&gt;</a:t>
            </a:fld>
          </a:p>
        </p:txBody>
      </p:sp>
      <p:sp>
        <p:nvSpPr>
          <p:cNvPr id="5" name="PlaceHolder 4"/>
          <p:cNvSpPr>
            <a:spLocks noGrp="1"/>
          </p:cNvSpPr>
          <p:nvPr>
            <p:ph type="dt" idx="54"/>
          </p:nvPr>
        </p:nvSpPr>
        <p:spPr/>
        <p:txBody>
          <a:bodyPr/>
          <a:p>
            <a:r>
              <a:rPr lang="en-US"/>
              <a:t/>
            </a:r>
          </a:p>
        </p:txBody>
      </p:sp>
    </p:spTree>
  </p:cSld>
</p:sldLayout>
</file>

<file path=ppt/slideLayouts/slideLayout2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BBAFAB57-9CEC-49DB-AAF6-58250E4A71E8}"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B9C56D8A-DE08-4726-83C6-1C8250F1A5E4}"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AF0566A0-7C5D-48D5-BE62-83820CE8288F}"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2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2"/>
          </p:nvPr>
        </p:nvSpPr>
        <p:spPr/>
        <p:txBody>
          <a:bodyPr/>
          <a:p>
            <a:r>
              <a:t>Footer</a:t>
            </a:r>
          </a:p>
        </p:txBody>
      </p:sp>
      <p:sp>
        <p:nvSpPr>
          <p:cNvPr id="6" name="PlaceHolder 5"/>
          <p:cNvSpPr>
            <a:spLocks noGrp="1"/>
          </p:cNvSpPr>
          <p:nvPr>
            <p:ph type="sldNum" idx="53"/>
          </p:nvPr>
        </p:nvSpPr>
        <p:spPr/>
        <p:txBody>
          <a:bodyPr/>
          <a:p>
            <a:fld id="{2888164F-F40A-439C-B7E1-8318D003EE37}" type="slidenum">
              <a:t>&lt;#&gt;</a:t>
            </a:fld>
          </a:p>
        </p:txBody>
      </p:sp>
      <p:sp>
        <p:nvSpPr>
          <p:cNvPr id="7" name="PlaceHolder 6"/>
          <p:cNvSpPr>
            <a:spLocks noGrp="1"/>
          </p:cNvSpPr>
          <p:nvPr>
            <p:ph type="dt" idx="54"/>
          </p:nvPr>
        </p:nvSpPr>
        <p:spPr/>
        <p:txBody>
          <a:bodyPr/>
          <a:p>
            <a:r>
              <a:rPr lang="en-US"/>
              <a:t/>
            </a:r>
          </a:p>
        </p:txBody>
      </p:sp>
    </p:spTree>
  </p:cSld>
</p:sldLayout>
</file>

<file path=ppt/slideLayouts/slideLayout2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2"/>
          </p:nvPr>
        </p:nvSpPr>
        <p:spPr/>
        <p:txBody>
          <a:bodyPr/>
          <a:p>
            <a:r>
              <a:t>Footer</a:t>
            </a:r>
          </a:p>
        </p:txBody>
      </p:sp>
      <p:sp>
        <p:nvSpPr>
          <p:cNvPr id="8" name="PlaceHolder 7"/>
          <p:cNvSpPr>
            <a:spLocks noGrp="1"/>
          </p:cNvSpPr>
          <p:nvPr>
            <p:ph type="sldNum" idx="53"/>
          </p:nvPr>
        </p:nvSpPr>
        <p:spPr/>
        <p:txBody>
          <a:bodyPr/>
          <a:p>
            <a:fld id="{6FD2FD38-FD6A-461F-84D7-D0D96B8400B1}" type="slidenum">
              <a:t>&lt;#&gt;</a:t>
            </a:fld>
          </a:p>
        </p:txBody>
      </p:sp>
      <p:sp>
        <p:nvSpPr>
          <p:cNvPr id="9" name="PlaceHolder 8"/>
          <p:cNvSpPr>
            <a:spLocks noGrp="1"/>
          </p:cNvSpPr>
          <p:nvPr>
            <p:ph type="dt" idx="54"/>
          </p:nvPr>
        </p:nvSpPr>
        <p:spPr/>
        <p:txBody>
          <a:bodyPr/>
          <a:p>
            <a:r>
              <a:rPr lang="en-US"/>
              <a:t/>
            </a:r>
          </a:p>
        </p:txBody>
      </p:sp>
    </p:spTree>
  </p:cSld>
</p:sldLayout>
</file>

<file path=ppt/slideLayouts/slideLayout2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3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3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2"/>
          </p:nvPr>
        </p:nvSpPr>
        <p:spPr/>
        <p:txBody>
          <a:bodyPr/>
          <a:p>
            <a:r>
              <a:t>Footer</a:t>
            </a:r>
          </a:p>
        </p:txBody>
      </p:sp>
      <p:sp>
        <p:nvSpPr>
          <p:cNvPr id="10" name="PlaceHolder 9"/>
          <p:cNvSpPr>
            <a:spLocks noGrp="1"/>
          </p:cNvSpPr>
          <p:nvPr>
            <p:ph type="sldNum" idx="53"/>
          </p:nvPr>
        </p:nvSpPr>
        <p:spPr/>
        <p:txBody>
          <a:bodyPr/>
          <a:p>
            <a:fld id="{46A00386-8E3B-4303-ADD1-37B8DBBF540C}" type="slidenum">
              <a:t>&lt;#&gt;</a:t>
            </a:fld>
          </a:p>
        </p:txBody>
      </p:sp>
      <p:sp>
        <p:nvSpPr>
          <p:cNvPr id="11" name="PlaceHolder 10"/>
          <p:cNvSpPr>
            <a:spLocks noGrp="1"/>
          </p:cNvSpPr>
          <p:nvPr>
            <p:ph type="dt" idx="54"/>
          </p:nvPr>
        </p:nvSpPr>
        <p:spPr/>
        <p:txBody>
          <a:bodyPr/>
          <a:p>
            <a:r>
              <a:rPr lang="en-US"/>
              <a:t/>
            </a:r>
          </a:p>
        </p:txBody>
      </p:sp>
    </p:spTree>
  </p:cSld>
</p:sldLayout>
</file>

<file path=ppt/slideLayouts/slideLayout2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p>
            <a:r>
              <a:t>Footer</a:t>
            </a:r>
          </a:p>
        </p:txBody>
      </p:sp>
      <p:sp>
        <p:nvSpPr>
          <p:cNvPr id="3" name="PlaceHolder 2"/>
          <p:cNvSpPr>
            <a:spLocks noGrp="1"/>
          </p:cNvSpPr>
          <p:nvPr>
            <p:ph type="sldNum" idx="56"/>
          </p:nvPr>
        </p:nvSpPr>
        <p:spPr/>
        <p:txBody>
          <a:bodyPr/>
          <a:p>
            <a:fld id="{9464E97F-B3BD-4F12-8FEA-7F024F06653B}" type="slidenum">
              <a:t>&lt;#&gt;</a:t>
            </a:fld>
          </a:p>
        </p:txBody>
      </p:sp>
      <p:sp>
        <p:nvSpPr>
          <p:cNvPr id="4" name="PlaceHolder 3"/>
          <p:cNvSpPr>
            <a:spLocks noGrp="1"/>
          </p:cNvSpPr>
          <p:nvPr>
            <p:ph type="dt" idx="57"/>
          </p:nvPr>
        </p:nvSpPr>
        <p:spPr/>
        <p:txBody>
          <a:bodyPr/>
          <a:p>
            <a:r>
              <a:rPr lang="en-US"/>
              <a:t/>
            </a:r>
          </a:p>
        </p:txBody>
      </p:sp>
    </p:spTree>
  </p:cSld>
</p:sldLayout>
</file>

<file path=ppt/slideLayouts/slideLayout2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4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4"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5"/>
          </p:nvPr>
        </p:nvSpPr>
        <p:spPr/>
        <p:txBody>
          <a:bodyPr/>
          <a:p>
            <a:r>
              <a:t>Footer</a:t>
            </a:r>
          </a:p>
        </p:txBody>
      </p:sp>
      <p:sp>
        <p:nvSpPr>
          <p:cNvPr id="5" name="PlaceHolder 4"/>
          <p:cNvSpPr>
            <a:spLocks noGrp="1"/>
          </p:cNvSpPr>
          <p:nvPr>
            <p:ph type="sldNum" idx="56"/>
          </p:nvPr>
        </p:nvSpPr>
        <p:spPr/>
        <p:txBody>
          <a:bodyPr/>
          <a:p>
            <a:fld id="{E0FD2D61-EB99-44B9-901F-2DA8E6AC5BE4}" type="slidenum">
              <a:t>&lt;#&gt;</a:t>
            </a:fld>
          </a:p>
        </p:txBody>
      </p:sp>
      <p:sp>
        <p:nvSpPr>
          <p:cNvPr id="6" name="PlaceHolder 5"/>
          <p:cNvSpPr>
            <a:spLocks noGrp="1"/>
          </p:cNvSpPr>
          <p:nvPr>
            <p:ph type="dt" idx="57"/>
          </p:nvPr>
        </p:nvSpPr>
        <p:spPr/>
        <p:txBody>
          <a:bodyPr/>
          <a:p>
            <a:r>
              <a:rPr lang="en-US"/>
              <a:t/>
            </a:r>
          </a:p>
        </p:txBody>
      </p:sp>
    </p:spTree>
  </p:cSld>
</p:sldLayout>
</file>

<file path=ppt/slideLayouts/slideLayout2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6"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5"/>
          </p:nvPr>
        </p:nvSpPr>
        <p:spPr/>
        <p:txBody>
          <a:bodyPr/>
          <a:p>
            <a:r>
              <a:t>Footer</a:t>
            </a:r>
          </a:p>
        </p:txBody>
      </p:sp>
      <p:sp>
        <p:nvSpPr>
          <p:cNvPr id="5" name="PlaceHolder 4"/>
          <p:cNvSpPr>
            <a:spLocks noGrp="1"/>
          </p:cNvSpPr>
          <p:nvPr>
            <p:ph type="sldNum" idx="56"/>
          </p:nvPr>
        </p:nvSpPr>
        <p:spPr/>
        <p:txBody>
          <a:bodyPr/>
          <a:p>
            <a:fld id="{BCADB2A9-07CC-4AE0-A5F3-2B46F598740C}" type="slidenum">
              <a:t>&lt;#&gt;</a:t>
            </a:fld>
          </a:p>
        </p:txBody>
      </p:sp>
      <p:sp>
        <p:nvSpPr>
          <p:cNvPr id="6" name="PlaceHolder 5"/>
          <p:cNvSpPr>
            <a:spLocks noGrp="1"/>
          </p:cNvSpPr>
          <p:nvPr>
            <p:ph type="dt" idx="57"/>
          </p:nvPr>
        </p:nvSpPr>
        <p:spPr/>
        <p:txBody>
          <a:bodyPr/>
          <a:p>
            <a:r>
              <a:rPr lang="en-US"/>
              <a:t/>
            </a:r>
          </a:p>
        </p:txBody>
      </p:sp>
    </p:spTree>
  </p:cSld>
</p:sldLayout>
</file>

<file path=ppt/slideLayouts/slideLayout2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5"/>
          </p:nvPr>
        </p:nvSpPr>
        <p:spPr/>
        <p:txBody>
          <a:bodyPr/>
          <a:p>
            <a:r>
              <a:t>Footer</a:t>
            </a:r>
          </a:p>
        </p:txBody>
      </p:sp>
      <p:sp>
        <p:nvSpPr>
          <p:cNvPr id="6" name="PlaceHolder 5"/>
          <p:cNvSpPr>
            <a:spLocks noGrp="1"/>
          </p:cNvSpPr>
          <p:nvPr>
            <p:ph type="sldNum" idx="56"/>
          </p:nvPr>
        </p:nvSpPr>
        <p:spPr/>
        <p:txBody>
          <a:bodyPr/>
          <a:p>
            <a:fld id="{E36A33D6-7A15-4FE1-815F-A9D8523BBADF}" type="slidenum">
              <a:t>&lt;#&gt;</a:t>
            </a:fld>
          </a:p>
        </p:txBody>
      </p:sp>
      <p:sp>
        <p:nvSpPr>
          <p:cNvPr id="7" name="PlaceHolder 6"/>
          <p:cNvSpPr>
            <a:spLocks noGrp="1"/>
          </p:cNvSpPr>
          <p:nvPr>
            <p:ph type="dt" idx="57"/>
          </p:nvPr>
        </p:nvSpPr>
        <p:spPr/>
        <p:txBody>
          <a:bodyPr/>
          <a:p>
            <a:r>
              <a:rPr lang="en-US"/>
              <a:t/>
            </a:r>
          </a:p>
        </p:txBody>
      </p:sp>
    </p:spTree>
  </p:cSld>
</p:sldLayout>
</file>

<file path=ppt/slideLayouts/slideLayout2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5"/>
          </p:nvPr>
        </p:nvSpPr>
        <p:spPr/>
        <p:txBody>
          <a:bodyPr/>
          <a:p>
            <a:r>
              <a:t>Footer</a:t>
            </a:r>
          </a:p>
        </p:txBody>
      </p:sp>
      <p:sp>
        <p:nvSpPr>
          <p:cNvPr id="4" name="PlaceHolder 3"/>
          <p:cNvSpPr>
            <a:spLocks noGrp="1"/>
          </p:cNvSpPr>
          <p:nvPr>
            <p:ph type="sldNum" idx="56"/>
          </p:nvPr>
        </p:nvSpPr>
        <p:spPr/>
        <p:txBody>
          <a:bodyPr/>
          <a:p>
            <a:fld id="{55395B92-3E7C-4E8D-A6D1-830A0733A918}" type="slidenum">
              <a:t>&lt;#&gt;</a:t>
            </a:fld>
          </a:p>
        </p:txBody>
      </p:sp>
      <p:sp>
        <p:nvSpPr>
          <p:cNvPr id="5" name="PlaceHolder 4"/>
          <p:cNvSpPr>
            <a:spLocks noGrp="1"/>
          </p:cNvSpPr>
          <p:nvPr>
            <p:ph type="dt" idx="57"/>
          </p:nvPr>
        </p:nvSpPr>
        <p:spPr/>
        <p:txBody>
          <a:bodyPr/>
          <a:p>
            <a:r>
              <a:rPr lang="en-US"/>
              <a:t/>
            </a:r>
          </a:p>
        </p:txBody>
      </p:sp>
    </p:spTree>
  </p:cSld>
</p:sldLayout>
</file>

<file path=ppt/slideLayouts/slideLayout2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51"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5"/>
          </p:nvPr>
        </p:nvSpPr>
        <p:spPr/>
        <p:txBody>
          <a:bodyPr/>
          <a:p>
            <a:r>
              <a:t>Footer</a:t>
            </a:r>
          </a:p>
        </p:txBody>
      </p:sp>
      <p:sp>
        <p:nvSpPr>
          <p:cNvPr id="4" name="PlaceHolder 3"/>
          <p:cNvSpPr>
            <a:spLocks noGrp="1"/>
          </p:cNvSpPr>
          <p:nvPr>
            <p:ph type="sldNum" idx="56"/>
          </p:nvPr>
        </p:nvSpPr>
        <p:spPr/>
        <p:txBody>
          <a:bodyPr/>
          <a:p>
            <a:fld id="{5F077DAA-F59D-40D1-BA14-D604E916723C}" type="slidenum">
              <a:t>&lt;#&gt;</a:t>
            </a:fld>
          </a:p>
        </p:txBody>
      </p:sp>
      <p:sp>
        <p:nvSpPr>
          <p:cNvPr id="5" name="PlaceHolder 4"/>
          <p:cNvSpPr>
            <a:spLocks noGrp="1"/>
          </p:cNvSpPr>
          <p:nvPr>
            <p:ph type="dt" idx="57"/>
          </p:nvPr>
        </p:nvSpPr>
        <p:spPr/>
        <p:txBody>
          <a:bodyPr/>
          <a:p>
            <a:r>
              <a:rPr lang="en-US"/>
              <a:t/>
            </a:r>
          </a:p>
        </p:txBody>
      </p:sp>
    </p:spTree>
  </p:cSld>
</p:sldLayout>
</file>

<file path=ppt/slideLayouts/slideLayout2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5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AA3C7641-0C82-4E6B-8494-6E6F62754F73}"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5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9"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5D2CBCA6-52E8-499F-9392-569FE0E8CAF6}"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3"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6ECC2DA8-A881-419A-82E8-3228EB552DF5}"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6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5"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6"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5"/>
          </p:nvPr>
        </p:nvSpPr>
        <p:spPr/>
        <p:txBody>
          <a:bodyPr/>
          <a:p>
            <a:r>
              <a:t>Footer</a:t>
            </a:r>
          </a:p>
        </p:txBody>
      </p:sp>
      <p:sp>
        <p:nvSpPr>
          <p:cNvPr id="6" name="PlaceHolder 5"/>
          <p:cNvSpPr>
            <a:spLocks noGrp="1"/>
          </p:cNvSpPr>
          <p:nvPr>
            <p:ph type="sldNum" idx="56"/>
          </p:nvPr>
        </p:nvSpPr>
        <p:spPr/>
        <p:txBody>
          <a:bodyPr/>
          <a:p>
            <a:fld id="{602AADAC-DD5C-4265-BDFF-5EA6A72132DA}" type="slidenum">
              <a:t>&lt;#&gt;</a:t>
            </a:fld>
          </a:p>
        </p:txBody>
      </p:sp>
      <p:sp>
        <p:nvSpPr>
          <p:cNvPr id="7" name="PlaceHolder 6"/>
          <p:cNvSpPr>
            <a:spLocks noGrp="1"/>
          </p:cNvSpPr>
          <p:nvPr>
            <p:ph type="dt" idx="57"/>
          </p:nvPr>
        </p:nvSpPr>
        <p:spPr/>
        <p:txBody>
          <a:bodyPr/>
          <a:p>
            <a:r>
              <a:rPr lang="en-US"/>
              <a:t/>
            </a:r>
          </a:p>
        </p:txBody>
      </p:sp>
    </p:spTree>
  </p:cSld>
</p:sldLayout>
</file>

<file path=ppt/slideLayouts/slideLayout2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5"/>
          </p:nvPr>
        </p:nvSpPr>
        <p:spPr/>
        <p:txBody>
          <a:bodyPr/>
          <a:p>
            <a:r>
              <a:t>Footer</a:t>
            </a:r>
          </a:p>
        </p:txBody>
      </p:sp>
      <p:sp>
        <p:nvSpPr>
          <p:cNvPr id="8" name="PlaceHolder 7"/>
          <p:cNvSpPr>
            <a:spLocks noGrp="1"/>
          </p:cNvSpPr>
          <p:nvPr>
            <p:ph type="sldNum" idx="56"/>
          </p:nvPr>
        </p:nvSpPr>
        <p:spPr/>
        <p:txBody>
          <a:bodyPr/>
          <a:p>
            <a:fld id="{AD9FAAEC-B6FC-4124-8DFC-D3C86F1F6609}" type="slidenum">
              <a:t>&lt;#&gt;</a:t>
            </a:fld>
          </a:p>
        </p:txBody>
      </p:sp>
      <p:sp>
        <p:nvSpPr>
          <p:cNvPr id="9" name="PlaceHolder 8"/>
          <p:cNvSpPr>
            <a:spLocks noGrp="1"/>
          </p:cNvSpPr>
          <p:nvPr>
            <p:ph type="dt" idx="57"/>
          </p:nvPr>
        </p:nvSpPr>
        <p:spPr/>
        <p:txBody>
          <a:bodyPr/>
          <a:p>
            <a:r>
              <a:rPr lang="en-US"/>
              <a:t/>
            </a:r>
          </a:p>
        </p:txBody>
      </p:sp>
    </p:spTree>
  </p:cSld>
</p:sldLayout>
</file>

<file path=ppt/slideLayouts/slideLayout2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7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73"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4"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5"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6"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7"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8"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5"/>
          </p:nvPr>
        </p:nvSpPr>
        <p:spPr/>
        <p:txBody>
          <a:bodyPr/>
          <a:p>
            <a:r>
              <a:t>Footer</a:t>
            </a:r>
          </a:p>
        </p:txBody>
      </p:sp>
      <p:sp>
        <p:nvSpPr>
          <p:cNvPr id="10" name="PlaceHolder 9"/>
          <p:cNvSpPr>
            <a:spLocks noGrp="1"/>
          </p:cNvSpPr>
          <p:nvPr>
            <p:ph type="sldNum" idx="56"/>
          </p:nvPr>
        </p:nvSpPr>
        <p:spPr/>
        <p:txBody>
          <a:bodyPr/>
          <a:p>
            <a:fld id="{3DD28F44-4980-47F1-AF07-93684CDC84D9}" type="slidenum">
              <a:t>&lt;#&gt;</a:t>
            </a:fld>
          </a:p>
        </p:txBody>
      </p:sp>
      <p:sp>
        <p:nvSpPr>
          <p:cNvPr id="11" name="PlaceHolder 10"/>
          <p:cNvSpPr>
            <a:spLocks noGrp="1"/>
          </p:cNvSpPr>
          <p:nvPr>
            <p:ph type="dt" idx="57"/>
          </p:nvPr>
        </p:nvSpPr>
        <p:spPr/>
        <p:txBody>
          <a:bodyPr/>
          <a:p>
            <a:r>
              <a:rPr lang="en-US"/>
              <a:t/>
            </a:r>
          </a:p>
        </p:txBody>
      </p:sp>
    </p:spTree>
  </p:cSld>
</p:sldLayout>
</file>

<file path=ppt/slideLayouts/slideLayout2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p>
            <a:r>
              <a:t>Footer</a:t>
            </a:r>
          </a:p>
        </p:txBody>
      </p:sp>
      <p:sp>
        <p:nvSpPr>
          <p:cNvPr id="3" name="PlaceHolder 2"/>
          <p:cNvSpPr>
            <a:spLocks noGrp="1"/>
          </p:cNvSpPr>
          <p:nvPr>
            <p:ph type="sldNum" idx="59"/>
          </p:nvPr>
        </p:nvSpPr>
        <p:spPr/>
        <p:txBody>
          <a:bodyPr/>
          <a:p>
            <a:fld id="{FE7DB711-8FE2-45F9-8BB9-251CB2DCDA8D}" type="slidenum">
              <a:t>&lt;#&gt;</a:t>
            </a:fld>
          </a:p>
        </p:txBody>
      </p:sp>
      <p:sp>
        <p:nvSpPr>
          <p:cNvPr id="4" name="PlaceHolder 3"/>
          <p:cNvSpPr>
            <a:spLocks noGrp="1"/>
          </p:cNvSpPr>
          <p:nvPr>
            <p:ph type="dt" idx="60"/>
          </p:nvPr>
        </p:nvSpPr>
        <p:spPr/>
        <p:txBody>
          <a:bodyPr/>
          <a:p>
            <a:r>
              <a:rPr lang="en-US"/>
              <a:t/>
            </a:r>
          </a:p>
        </p:txBody>
      </p:sp>
    </p:spTree>
  </p:cSld>
</p:sldLayout>
</file>

<file path=ppt/slideLayouts/slideLayout2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8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5"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8"/>
          </p:nvPr>
        </p:nvSpPr>
        <p:spPr/>
        <p:txBody>
          <a:bodyPr/>
          <a:p>
            <a:r>
              <a:t>Footer</a:t>
            </a:r>
          </a:p>
        </p:txBody>
      </p:sp>
      <p:sp>
        <p:nvSpPr>
          <p:cNvPr id="5" name="PlaceHolder 4"/>
          <p:cNvSpPr>
            <a:spLocks noGrp="1"/>
          </p:cNvSpPr>
          <p:nvPr>
            <p:ph type="sldNum" idx="59"/>
          </p:nvPr>
        </p:nvSpPr>
        <p:spPr/>
        <p:txBody>
          <a:bodyPr/>
          <a:p>
            <a:fld id="{B31B6011-61E3-41EF-8B6E-0616CE3DFF4F}" type="slidenum">
              <a:t>&lt;#&gt;</a:t>
            </a:fld>
          </a:p>
        </p:txBody>
      </p:sp>
      <p:sp>
        <p:nvSpPr>
          <p:cNvPr id="6" name="PlaceHolder 5"/>
          <p:cNvSpPr>
            <a:spLocks noGrp="1"/>
          </p:cNvSpPr>
          <p:nvPr>
            <p:ph type="dt" idx="60"/>
          </p:nvPr>
        </p:nvSpPr>
        <p:spPr/>
        <p:txBody>
          <a:bodyPr/>
          <a:p>
            <a:r>
              <a:rPr lang="en-US"/>
              <a:t/>
            </a:r>
          </a:p>
        </p:txBody>
      </p:sp>
    </p:spTree>
  </p:cSld>
</p:sldLayout>
</file>

<file path=ppt/slideLayouts/slideLayout2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7"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8"/>
          </p:nvPr>
        </p:nvSpPr>
        <p:spPr/>
        <p:txBody>
          <a:bodyPr/>
          <a:p>
            <a:r>
              <a:t>Footer</a:t>
            </a:r>
          </a:p>
        </p:txBody>
      </p:sp>
      <p:sp>
        <p:nvSpPr>
          <p:cNvPr id="5" name="PlaceHolder 4"/>
          <p:cNvSpPr>
            <a:spLocks noGrp="1"/>
          </p:cNvSpPr>
          <p:nvPr>
            <p:ph type="sldNum" idx="59"/>
          </p:nvPr>
        </p:nvSpPr>
        <p:spPr/>
        <p:txBody>
          <a:bodyPr/>
          <a:p>
            <a:fld id="{6A89473C-B105-4AFC-8F4D-AAA985C15E45}" type="slidenum">
              <a:t>&lt;#&gt;</a:t>
            </a:fld>
          </a:p>
        </p:txBody>
      </p:sp>
      <p:sp>
        <p:nvSpPr>
          <p:cNvPr id="6" name="PlaceHolder 5"/>
          <p:cNvSpPr>
            <a:spLocks noGrp="1"/>
          </p:cNvSpPr>
          <p:nvPr>
            <p:ph type="dt" idx="60"/>
          </p:nvPr>
        </p:nvSpPr>
        <p:spPr/>
        <p:txBody>
          <a:bodyPr/>
          <a:p>
            <a:r>
              <a:rPr lang="en-US"/>
              <a:t/>
            </a:r>
          </a:p>
        </p:txBody>
      </p:sp>
    </p:spTree>
  </p:cSld>
</p:sldLayout>
</file>

<file path=ppt/slideLayouts/slideLayout2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8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8"/>
          </p:nvPr>
        </p:nvSpPr>
        <p:spPr/>
        <p:txBody>
          <a:bodyPr/>
          <a:p>
            <a:r>
              <a:t>Footer</a:t>
            </a:r>
          </a:p>
        </p:txBody>
      </p:sp>
      <p:sp>
        <p:nvSpPr>
          <p:cNvPr id="6" name="PlaceHolder 5"/>
          <p:cNvSpPr>
            <a:spLocks noGrp="1"/>
          </p:cNvSpPr>
          <p:nvPr>
            <p:ph type="sldNum" idx="59"/>
          </p:nvPr>
        </p:nvSpPr>
        <p:spPr/>
        <p:txBody>
          <a:bodyPr/>
          <a:p>
            <a:fld id="{9AEC7E17-B174-48B0-92A0-B10FA3DD8DD1}" type="slidenum">
              <a:t>&lt;#&gt;</a:t>
            </a:fld>
          </a:p>
        </p:txBody>
      </p:sp>
      <p:sp>
        <p:nvSpPr>
          <p:cNvPr id="7" name="PlaceHolder 6"/>
          <p:cNvSpPr>
            <a:spLocks noGrp="1"/>
          </p:cNvSpPr>
          <p:nvPr>
            <p:ph type="dt" idx="60"/>
          </p:nvPr>
        </p:nvSpPr>
        <p:spPr/>
        <p:txBody>
          <a:bodyPr/>
          <a:p>
            <a:r>
              <a:rPr lang="en-US"/>
              <a:t/>
            </a:r>
          </a:p>
        </p:txBody>
      </p:sp>
    </p:spTree>
  </p:cSld>
</p:sldLayout>
</file>

<file path=ppt/slideLayouts/slideLayout2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8"/>
          </p:nvPr>
        </p:nvSpPr>
        <p:spPr/>
        <p:txBody>
          <a:bodyPr/>
          <a:p>
            <a:r>
              <a:t>Footer</a:t>
            </a:r>
          </a:p>
        </p:txBody>
      </p:sp>
      <p:sp>
        <p:nvSpPr>
          <p:cNvPr id="4" name="PlaceHolder 3"/>
          <p:cNvSpPr>
            <a:spLocks noGrp="1"/>
          </p:cNvSpPr>
          <p:nvPr>
            <p:ph type="sldNum" idx="59"/>
          </p:nvPr>
        </p:nvSpPr>
        <p:spPr/>
        <p:txBody>
          <a:bodyPr/>
          <a:p>
            <a:fld id="{C848EA14-A8FD-48C7-ACB3-A6ED1D657A9E}" type="slidenum">
              <a:t>&lt;#&gt;</a:t>
            </a:fld>
          </a:p>
        </p:txBody>
      </p:sp>
      <p:sp>
        <p:nvSpPr>
          <p:cNvPr id="5" name="PlaceHolder 4"/>
          <p:cNvSpPr>
            <a:spLocks noGrp="1"/>
          </p:cNvSpPr>
          <p:nvPr>
            <p:ph type="dt" idx="60"/>
          </p:nvPr>
        </p:nvSpPr>
        <p:spPr/>
        <p:txBody>
          <a:bodyPr/>
          <a:p>
            <a:r>
              <a:rPr lang="en-US"/>
              <a:t/>
            </a:r>
          </a:p>
        </p:txBody>
      </p:sp>
    </p:spTree>
  </p:cSld>
</p:sldLayout>
</file>

<file path=ppt/slideLayouts/slideLayout2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92"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8"/>
          </p:nvPr>
        </p:nvSpPr>
        <p:spPr/>
        <p:txBody>
          <a:bodyPr/>
          <a:p>
            <a:r>
              <a:t>Footer</a:t>
            </a:r>
          </a:p>
        </p:txBody>
      </p:sp>
      <p:sp>
        <p:nvSpPr>
          <p:cNvPr id="4" name="PlaceHolder 3"/>
          <p:cNvSpPr>
            <a:spLocks noGrp="1"/>
          </p:cNvSpPr>
          <p:nvPr>
            <p:ph type="sldNum" idx="59"/>
          </p:nvPr>
        </p:nvSpPr>
        <p:spPr/>
        <p:txBody>
          <a:bodyPr/>
          <a:p>
            <a:fld id="{E83E047A-0FEC-4446-ADE1-DCF23D2E7589}" type="slidenum">
              <a:t>&lt;#&gt;</a:t>
            </a:fld>
          </a:p>
        </p:txBody>
      </p:sp>
      <p:sp>
        <p:nvSpPr>
          <p:cNvPr id="5" name="PlaceHolder 4"/>
          <p:cNvSpPr>
            <a:spLocks noGrp="1"/>
          </p:cNvSpPr>
          <p:nvPr>
            <p:ph type="dt" idx="60"/>
          </p:nvPr>
        </p:nvSpPr>
        <p:spPr/>
        <p:txBody>
          <a:bodyPr/>
          <a:p>
            <a:r>
              <a:rPr lang="en-US"/>
              <a:t/>
            </a:r>
          </a:p>
        </p:txBody>
      </p:sp>
    </p:spTree>
  </p:cSld>
</p:sldLayout>
</file>

<file path=ppt/slideLayouts/slideLayout2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9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9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8"/>
          </p:nvPr>
        </p:nvSpPr>
        <p:spPr/>
        <p:txBody>
          <a:bodyPr/>
          <a:p>
            <a:r>
              <a:t>Footer</a:t>
            </a:r>
          </a:p>
        </p:txBody>
      </p:sp>
      <p:sp>
        <p:nvSpPr>
          <p:cNvPr id="7" name="PlaceHolder 6"/>
          <p:cNvSpPr>
            <a:spLocks noGrp="1"/>
          </p:cNvSpPr>
          <p:nvPr>
            <p:ph type="sldNum" idx="59"/>
          </p:nvPr>
        </p:nvSpPr>
        <p:spPr/>
        <p:txBody>
          <a:bodyPr/>
          <a:p>
            <a:fld id="{C65C352F-1702-41DC-8023-9893B5BD3598}" type="slidenum">
              <a:t>&lt;#&gt;</a:t>
            </a:fld>
          </a:p>
        </p:txBody>
      </p:sp>
      <p:sp>
        <p:nvSpPr>
          <p:cNvPr id="8" name="PlaceHolder 7"/>
          <p:cNvSpPr>
            <a:spLocks noGrp="1"/>
          </p:cNvSpPr>
          <p:nvPr>
            <p:ph type="dt" idx="60"/>
          </p:nvPr>
        </p:nvSpPr>
        <p:spPr/>
        <p:txBody>
          <a:bodyPr/>
          <a:p>
            <a:r>
              <a:rPr lang="en-US"/>
              <a:t/>
            </a:r>
          </a:p>
        </p:txBody>
      </p:sp>
    </p:spTree>
  </p:cSld>
</p:sldLayout>
</file>

<file path=ppt/slideLayouts/slideLayout2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9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9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0"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8"/>
          </p:nvPr>
        </p:nvSpPr>
        <p:spPr/>
        <p:txBody>
          <a:bodyPr/>
          <a:p>
            <a:r>
              <a:t>Footer</a:t>
            </a:r>
          </a:p>
        </p:txBody>
      </p:sp>
      <p:sp>
        <p:nvSpPr>
          <p:cNvPr id="7" name="PlaceHolder 6"/>
          <p:cNvSpPr>
            <a:spLocks noGrp="1"/>
          </p:cNvSpPr>
          <p:nvPr>
            <p:ph type="sldNum" idx="59"/>
          </p:nvPr>
        </p:nvSpPr>
        <p:spPr/>
        <p:txBody>
          <a:bodyPr/>
          <a:p>
            <a:fld id="{280C55A3-8EA3-436E-844D-2EE0B7204853}" type="slidenum">
              <a:t>&lt;#&gt;</a:t>
            </a:fld>
          </a:p>
        </p:txBody>
      </p:sp>
      <p:sp>
        <p:nvSpPr>
          <p:cNvPr id="8" name="PlaceHolder 7"/>
          <p:cNvSpPr>
            <a:spLocks noGrp="1"/>
          </p:cNvSpPr>
          <p:nvPr>
            <p:ph type="dt" idx="60"/>
          </p:nvPr>
        </p:nvSpPr>
        <p:spPr/>
        <p:txBody>
          <a:bodyPr/>
          <a:p>
            <a:r>
              <a:rPr lang="en-US"/>
              <a:t/>
            </a:r>
          </a:p>
        </p:txBody>
      </p:sp>
    </p:spTree>
  </p:cSld>
</p:sldLayout>
</file>

<file path=ppt/slideLayouts/slideLayout2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8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0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4"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8"/>
          </p:nvPr>
        </p:nvSpPr>
        <p:spPr/>
        <p:txBody>
          <a:bodyPr/>
          <a:p>
            <a:r>
              <a:t>Footer</a:t>
            </a:r>
          </a:p>
        </p:txBody>
      </p:sp>
      <p:sp>
        <p:nvSpPr>
          <p:cNvPr id="7" name="PlaceHolder 6"/>
          <p:cNvSpPr>
            <a:spLocks noGrp="1"/>
          </p:cNvSpPr>
          <p:nvPr>
            <p:ph type="sldNum" idx="59"/>
          </p:nvPr>
        </p:nvSpPr>
        <p:spPr/>
        <p:txBody>
          <a:bodyPr/>
          <a:p>
            <a:fld id="{ED68F75C-B626-41DB-B023-0B9C439C0E2C}" type="slidenum">
              <a:t>&lt;#&gt;</a:t>
            </a:fld>
          </a:p>
        </p:txBody>
      </p:sp>
      <p:sp>
        <p:nvSpPr>
          <p:cNvPr id="8" name="PlaceHolder 7"/>
          <p:cNvSpPr>
            <a:spLocks noGrp="1"/>
          </p:cNvSpPr>
          <p:nvPr>
            <p:ph type="dt" idx="60"/>
          </p:nvPr>
        </p:nvSpPr>
        <p:spPr/>
        <p:txBody>
          <a:bodyPr/>
          <a:p>
            <a:r>
              <a:rPr lang="en-US"/>
              <a:t/>
            </a:r>
          </a:p>
        </p:txBody>
      </p:sp>
    </p:spTree>
  </p:cSld>
</p:sldLayout>
</file>

<file path=ppt/slideLayouts/slideLayout2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80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06"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7"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8"/>
          </p:nvPr>
        </p:nvSpPr>
        <p:spPr/>
        <p:txBody>
          <a:bodyPr/>
          <a:p>
            <a:r>
              <a:t>Footer</a:t>
            </a:r>
          </a:p>
        </p:txBody>
      </p:sp>
      <p:sp>
        <p:nvSpPr>
          <p:cNvPr id="6" name="PlaceHolder 5"/>
          <p:cNvSpPr>
            <a:spLocks noGrp="1"/>
          </p:cNvSpPr>
          <p:nvPr>
            <p:ph type="sldNum" idx="59"/>
          </p:nvPr>
        </p:nvSpPr>
        <p:spPr/>
        <p:txBody>
          <a:bodyPr/>
          <a:p>
            <a:fld id="{74EAF962-0DE6-400F-A229-19DB10CBAAD7}" type="slidenum">
              <a:t>&lt;#&gt;</a:t>
            </a:fld>
          </a:p>
        </p:txBody>
      </p:sp>
      <p:sp>
        <p:nvSpPr>
          <p:cNvPr id="7" name="PlaceHolder 6"/>
          <p:cNvSpPr>
            <a:spLocks noGrp="1"/>
          </p:cNvSpPr>
          <p:nvPr>
            <p:ph type="dt" idx="60"/>
          </p:nvPr>
        </p:nvSpPr>
        <p:spPr/>
        <p:txBody>
          <a:bodyPr/>
          <a:p>
            <a:r>
              <a:rPr lang="en-US"/>
              <a:t/>
            </a:r>
          </a:p>
        </p:txBody>
      </p:sp>
    </p:spTree>
  </p:cSld>
</p:sldLayout>
</file>

<file path=ppt/slideLayouts/slideLayout2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8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0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2"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8"/>
          </p:nvPr>
        </p:nvSpPr>
        <p:spPr/>
        <p:txBody>
          <a:bodyPr/>
          <a:p>
            <a:r>
              <a:t>Footer</a:t>
            </a:r>
          </a:p>
        </p:txBody>
      </p:sp>
      <p:sp>
        <p:nvSpPr>
          <p:cNvPr id="8" name="PlaceHolder 7"/>
          <p:cNvSpPr>
            <a:spLocks noGrp="1"/>
          </p:cNvSpPr>
          <p:nvPr>
            <p:ph type="sldNum" idx="59"/>
          </p:nvPr>
        </p:nvSpPr>
        <p:spPr/>
        <p:txBody>
          <a:bodyPr/>
          <a:p>
            <a:fld id="{E3C7BC0A-0D51-4D98-AE0F-E42E8B888096}" type="slidenum">
              <a:t>&lt;#&gt;</a:t>
            </a:fld>
          </a:p>
        </p:txBody>
      </p:sp>
      <p:sp>
        <p:nvSpPr>
          <p:cNvPr id="9" name="PlaceHolder 8"/>
          <p:cNvSpPr>
            <a:spLocks noGrp="1"/>
          </p:cNvSpPr>
          <p:nvPr>
            <p:ph type="dt" idx="60"/>
          </p:nvPr>
        </p:nvSpPr>
        <p:spPr/>
        <p:txBody>
          <a:bodyPr/>
          <a:p>
            <a:r>
              <a:rPr lang="en-US"/>
              <a:t/>
            </a:r>
          </a:p>
        </p:txBody>
      </p:sp>
    </p:spTree>
  </p:cSld>
</p:sldLayout>
</file>

<file path=ppt/slideLayouts/slideLayout2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14"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5"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6"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7"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8"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9"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8"/>
          </p:nvPr>
        </p:nvSpPr>
        <p:spPr/>
        <p:txBody>
          <a:bodyPr/>
          <a:p>
            <a:r>
              <a:t>Footer</a:t>
            </a:r>
          </a:p>
        </p:txBody>
      </p:sp>
      <p:sp>
        <p:nvSpPr>
          <p:cNvPr id="10" name="PlaceHolder 9"/>
          <p:cNvSpPr>
            <a:spLocks noGrp="1"/>
          </p:cNvSpPr>
          <p:nvPr>
            <p:ph type="sldNum" idx="59"/>
          </p:nvPr>
        </p:nvSpPr>
        <p:spPr/>
        <p:txBody>
          <a:bodyPr/>
          <a:p>
            <a:fld id="{CE9CB3E2-46AF-4119-A7C3-A2A082F1A1AB}" type="slidenum">
              <a:t>&lt;#&gt;</a:t>
            </a:fld>
          </a:p>
        </p:txBody>
      </p:sp>
      <p:sp>
        <p:nvSpPr>
          <p:cNvPr id="11" name="PlaceHolder 10"/>
          <p:cNvSpPr>
            <a:spLocks noGrp="1"/>
          </p:cNvSpPr>
          <p:nvPr>
            <p:ph type="dt" idx="60"/>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1.xml"/><Relationship Id="rId3" Type="http://schemas.openxmlformats.org/officeDocument/2006/relationships/slideLayout" Target="../slideLayouts/slideLayout62.xml"/><Relationship Id="rId4" Type="http://schemas.openxmlformats.org/officeDocument/2006/relationships/slideLayout" Target="../slideLayouts/slideLayout63.xml"/><Relationship Id="rId5" Type="http://schemas.openxmlformats.org/officeDocument/2006/relationships/slideLayout" Target="../slideLayouts/slideLayout64.xml"/><Relationship Id="rId6" Type="http://schemas.openxmlformats.org/officeDocument/2006/relationships/slideLayout" Target="../slideLayouts/slideLayout65.xml"/><Relationship Id="rId7" Type="http://schemas.openxmlformats.org/officeDocument/2006/relationships/slideLayout" Target="../slideLayouts/slideLayout66.xml"/><Relationship Id="rId8" Type="http://schemas.openxmlformats.org/officeDocument/2006/relationships/slideLayout" Target="../slideLayouts/slideLayout67.xml"/><Relationship Id="rId9" Type="http://schemas.openxmlformats.org/officeDocument/2006/relationships/slideLayout" Target="../slideLayouts/slideLayout68.xml"/><Relationship Id="rId10" Type="http://schemas.openxmlformats.org/officeDocument/2006/relationships/slideLayout" Target="../slideLayouts/slideLayout69.xml"/><Relationship Id="rId11" Type="http://schemas.openxmlformats.org/officeDocument/2006/relationships/slideLayout" Target="../slideLayouts/slideLayout70.xml"/><Relationship Id="rId12" Type="http://schemas.openxmlformats.org/officeDocument/2006/relationships/slideLayout" Target="../slideLayouts/slideLayout71.xml"/><Relationship Id="rId13" Type="http://schemas.openxmlformats.org/officeDocument/2006/relationships/slideLayout" Target="../slideLayouts/slideLayout72.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3.xml"/><Relationship Id="rId3" Type="http://schemas.openxmlformats.org/officeDocument/2006/relationships/slideLayout" Target="../slideLayouts/slideLayout74.xml"/><Relationship Id="rId4" Type="http://schemas.openxmlformats.org/officeDocument/2006/relationships/slideLayout" Target="../slideLayouts/slideLayout75.xml"/><Relationship Id="rId5" Type="http://schemas.openxmlformats.org/officeDocument/2006/relationships/slideLayout" Target="../slideLayouts/slideLayout76.xml"/><Relationship Id="rId6" Type="http://schemas.openxmlformats.org/officeDocument/2006/relationships/slideLayout" Target="../slideLayouts/slideLayout77.xml"/><Relationship Id="rId7" Type="http://schemas.openxmlformats.org/officeDocument/2006/relationships/slideLayout" Target="../slideLayouts/slideLayout78.xml"/><Relationship Id="rId8" Type="http://schemas.openxmlformats.org/officeDocument/2006/relationships/slideLayout" Target="../slideLayouts/slideLayout79.xml"/><Relationship Id="rId9" Type="http://schemas.openxmlformats.org/officeDocument/2006/relationships/slideLayout" Target="../slideLayouts/slideLayout80.xml"/><Relationship Id="rId10" Type="http://schemas.openxmlformats.org/officeDocument/2006/relationships/slideLayout" Target="../slideLayouts/slideLayout81.xml"/><Relationship Id="rId11" Type="http://schemas.openxmlformats.org/officeDocument/2006/relationships/slideLayout" Target="../slideLayouts/slideLayout82.xml"/><Relationship Id="rId12" Type="http://schemas.openxmlformats.org/officeDocument/2006/relationships/slideLayout" Target="../slideLayouts/slideLayout83.xml"/><Relationship Id="rId13" Type="http://schemas.openxmlformats.org/officeDocument/2006/relationships/slideLayout" Target="../slideLayouts/slideLayout84.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9" Type="http://schemas.openxmlformats.org/officeDocument/2006/relationships/slideLayout" Target="../slideLayouts/slideLayout92.xml"/><Relationship Id="rId10" Type="http://schemas.openxmlformats.org/officeDocument/2006/relationships/slideLayout" Target="../slideLayouts/slideLayout93.xml"/><Relationship Id="rId11" Type="http://schemas.openxmlformats.org/officeDocument/2006/relationships/slideLayout" Target="../slideLayouts/slideLayout94.xml"/><Relationship Id="rId12" Type="http://schemas.openxmlformats.org/officeDocument/2006/relationships/slideLayout" Target="../slideLayouts/slideLayout95.xml"/><Relationship Id="rId13" Type="http://schemas.openxmlformats.org/officeDocument/2006/relationships/slideLayout" Target="../slideLayouts/slideLayout96.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9" Type="http://schemas.openxmlformats.org/officeDocument/2006/relationships/slideLayout" Target="../slideLayouts/slideLayout104.xml"/><Relationship Id="rId10" Type="http://schemas.openxmlformats.org/officeDocument/2006/relationships/slideLayout" Target="../slideLayouts/slideLayout105.xml"/><Relationship Id="rId11" Type="http://schemas.openxmlformats.org/officeDocument/2006/relationships/slideLayout" Target="../slideLayouts/slideLayout106.xml"/><Relationship Id="rId12" Type="http://schemas.openxmlformats.org/officeDocument/2006/relationships/slideLayout" Target="../slideLayouts/slideLayout107.xml"/><Relationship Id="rId13" Type="http://schemas.openxmlformats.org/officeDocument/2006/relationships/slideLayout" Target="../slideLayouts/slideLayout108.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9.xml"/><Relationship Id="rId3" Type="http://schemas.openxmlformats.org/officeDocument/2006/relationships/slideLayout" Target="../slideLayouts/slideLayout110.xml"/><Relationship Id="rId4" Type="http://schemas.openxmlformats.org/officeDocument/2006/relationships/slideLayout" Target="../slideLayouts/slideLayout111.xml"/><Relationship Id="rId5" Type="http://schemas.openxmlformats.org/officeDocument/2006/relationships/slideLayout" Target="../slideLayouts/slideLayout112.xml"/><Relationship Id="rId6" Type="http://schemas.openxmlformats.org/officeDocument/2006/relationships/slideLayout" Target="../slideLayouts/slideLayout113.xml"/><Relationship Id="rId7" Type="http://schemas.openxmlformats.org/officeDocument/2006/relationships/slideLayout" Target="../slideLayouts/slideLayout114.xml"/><Relationship Id="rId8" Type="http://schemas.openxmlformats.org/officeDocument/2006/relationships/slideLayout" Target="../slideLayouts/slideLayout115.xml"/><Relationship Id="rId9" Type="http://schemas.openxmlformats.org/officeDocument/2006/relationships/slideLayout" Target="../slideLayouts/slideLayout116.xml"/><Relationship Id="rId10" Type="http://schemas.openxmlformats.org/officeDocument/2006/relationships/slideLayout" Target="../slideLayouts/slideLayout117.xml"/><Relationship Id="rId11" Type="http://schemas.openxmlformats.org/officeDocument/2006/relationships/slideLayout" Target="../slideLayouts/slideLayout118.xml"/><Relationship Id="rId12" Type="http://schemas.openxmlformats.org/officeDocument/2006/relationships/slideLayout" Target="../slideLayouts/slideLayout119.xml"/><Relationship Id="rId13" Type="http://schemas.openxmlformats.org/officeDocument/2006/relationships/slideLayout" Target="../slideLayouts/slideLayout12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21.xml"/><Relationship Id="rId3" Type="http://schemas.openxmlformats.org/officeDocument/2006/relationships/slideLayout" Target="../slideLayouts/slideLayout122.xml"/><Relationship Id="rId4" Type="http://schemas.openxmlformats.org/officeDocument/2006/relationships/slideLayout" Target="../slideLayouts/slideLayout123.xml"/><Relationship Id="rId5" Type="http://schemas.openxmlformats.org/officeDocument/2006/relationships/slideLayout" Target="../slideLayouts/slideLayout124.xml"/><Relationship Id="rId6" Type="http://schemas.openxmlformats.org/officeDocument/2006/relationships/slideLayout" Target="../slideLayouts/slideLayout125.xml"/><Relationship Id="rId7" Type="http://schemas.openxmlformats.org/officeDocument/2006/relationships/slideLayout" Target="../slideLayouts/slideLayout126.xml"/><Relationship Id="rId8" Type="http://schemas.openxmlformats.org/officeDocument/2006/relationships/slideLayout" Target="../slideLayouts/slideLayout127.xml"/><Relationship Id="rId9" Type="http://schemas.openxmlformats.org/officeDocument/2006/relationships/slideLayout" Target="../slideLayouts/slideLayout128.xml"/><Relationship Id="rId10" Type="http://schemas.openxmlformats.org/officeDocument/2006/relationships/slideLayout" Target="../slideLayouts/slideLayout129.xml"/><Relationship Id="rId11" Type="http://schemas.openxmlformats.org/officeDocument/2006/relationships/slideLayout" Target="../slideLayouts/slideLayout130.xml"/><Relationship Id="rId12" Type="http://schemas.openxmlformats.org/officeDocument/2006/relationships/slideLayout" Target="../slideLayouts/slideLayout131.xml"/><Relationship Id="rId13" Type="http://schemas.openxmlformats.org/officeDocument/2006/relationships/slideLayout" Target="../slideLayouts/slideLayout132.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33.xml"/><Relationship Id="rId3" Type="http://schemas.openxmlformats.org/officeDocument/2006/relationships/slideLayout" Target="../slideLayouts/slideLayout134.xml"/><Relationship Id="rId4" Type="http://schemas.openxmlformats.org/officeDocument/2006/relationships/slideLayout" Target="../slideLayouts/slideLayout135.xml"/><Relationship Id="rId5" Type="http://schemas.openxmlformats.org/officeDocument/2006/relationships/slideLayout" Target="../slideLayouts/slideLayout136.xml"/><Relationship Id="rId6" Type="http://schemas.openxmlformats.org/officeDocument/2006/relationships/slideLayout" Target="../slideLayouts/slideLayout137.xml"/><Relationship Id="rId7" Type="http://schemas.openxmlformats.org/officeDocument/2006/relationships/slideLayout" Target="../slideLayouts/slideLayout138.xml"/><Relationship Id="rId8" Type="http://schemas.openxmlformats.org/officeDocument/2006/relationships/slideLayout" Target="../slideLayouts/slideLayout139.xml"/><Relationship Id="rId9" Type="http://schemas.openxmlformats.org/officeDocument/2006/relationships/slideLayout" Target="../slideLayouts/slideLayout140.xml"/><Relationship Id="rId10" Type="http://schemas.openxmlformats.org/officeDocument/2006/relationships/slideLayout" Target="../slideLayouts/slideLayout141.xml"/><Relationship Id="rId11" Type="http://schemas.openxmlformats.org/officeDocument/2006/relationships/slideLayout" Target="../slideLayouts/slideLayout142.xml"/><Relationship Id="rId12" Type="http://schemas.openxmlformats.org/officeDocument/2006/relationships/slideLayout" Target="../slideLayouts/slideLayout143.xml"/><Relationship Id="rId13" Type="http://schemas.openxmlformats.org/officeDocument/2006/relationships/slideLayout" Target="../slideLayouts/slideLayout144.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45.xml"/><Relationship Id="rId3" Type="http://schemas.openxmlformats.org/officeDocument/2006/relationships/slideLayout" Target="../slideLayouts/slideLayout146.xml"/><Relationship Id="rId4" Type="http://schemas.openxmlformats.org/officeDocument/2006/relationships/slideLayout" Target="../slideLayouts/slideLayout147.xml"/><Relationship Id="rId5" Type="http://schemas.openxmlformats.org/officeDocument/2006/relationships/slideLayout" Target="../slideLayouts/slideLayout148.xml"/><Relationship Id="rId6" Type="http://schemas.openxmlformats.org/officeDocument/2006/relationships/slideLayout" Target="../slideLayouts/slideLayout149.xml"/><Relationship Id="rId7" Type="http://schemas.openxmlformats.org/officeDocument/2006/relationships/slideLayout" Target="../slideLayouts/slideLayout150.xml"/><Relationship Id="rId8" Type="http://schemas.openxmlformats.org/officeDocument/2006/relationships/slideLayout" Target="../slideLayouts/slideLayout151.xml"/><Relationship Id="rId9" Type="http://schemas.openxmlformats.org/officeDocument/2006/relationships/slideLayout" Target="../slideLayouts/slideLayout152.xml"/><Relationship Id="rId10" Type="http://schemas.openxmlformats.org/officeDocument/2006/relationships/slideLayout" Target="../slideLayouts/slideLayout153.xml"/><Relationship Id="rId11" Type="http://schemas.openxmlformats.org/officeDocument/2006/relationships/slideLayout" Target="../slideLayouts/slideLayout154.xml"/><Relationship Id="rId12" Type="http://schemas.openxmlformats.org/officeDocument/2006/relationships/slideLayout" Target="../slideLayouts/slideLayout155.xml"/><Relationship Id="rId13" Type="http://schemas.openxmlformats.org/officeDocument/2006/relationships/slideLayout" Target="../slideLayouts/slideLayout156.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57.xml"/><Relationship Id="rId3" Type="http://schemas.openxmlformats.org/officeDocument/2006/relationships/slideLayout" Target="../slideLayouts/slideLayout158.xml"/><Relationship Id="rId4" Type="http://schemas.openxmlformats.org/officeDocument/2006/relationships/slideLayout" Target="../slideLayouts/slideLayout159.xml"/><Relationship Id="rId5" Type="http://schemas.openxmlformats.org/officeDocument/2006/relationships/slideLayout" Target="../slideLayouts/slideLayout160.xml"/><Relationship Id="rId6" Type="http://schemas.openxmlformats.org/officeDocument/2006/relationships/slideLayout" Target="../slideLayouts/slideLayout161.xml"/><Relationship Id="rId7" Type="http://schemas.openxmlformats.org/officeDocument/2006/relationships/slideLayout" Target="../slideLayouts/slideLayout162.xml"/><Relationship Id="rId8" Type="http://schemas.openxmlformats.org/officeDocument/2006/relationships/slideLayout" Target="../slideLayouts/slideLayout163.xml"/><Relationship Id="rId9" Type="http://schemas.openxmlformats.org/officeDocument/2006/relationships/slideLayout" Target="../slideLayouts/slideLayout164.xml"/><Relationship Id="rId10" Type="http://schemas.openxmlformats.org/officeDocument/2006/relationships/slideLayout" Target="../slideLayouts/slideLayout165.xml"/><Relationship Id="rId11" Type="http://schemas.openxmlformats.org/officeDocument/2006/relationships/slideLayout" Target="../slideLayouts/slideLayout166.xml"/><Relationship Id="rId12" Type="http://schemas.openxmlformats.org/officeDocument/2006/relationships/slideLayout" Target="../slideLayouts/slideLayout167.xml"/><Relationship Id="rId13" Type="http://schemas.openxmlformats.org/officeDocument/2006/relationships/slideLayout" Target="../slideLayouts/slideLayout168.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69.xml"/><Relationship Id="rId3" Type="http://schemas.openxmlformats.org/officeDocument/2006/relationships/slideLayout" Target="../slideLayouts/slideLayout170.xml"/><Relationship Id="rId4" Type="http://schemas.openxmlformats.org/officeDocument/2006/relationships/slideLayout" Target="../slideLayouts/slideLayout171.xml"/><Relationship Id="rId5" Type="http://schemas.openxmlformats.org/officeDocument/2006/relationships/slideLayout" Target="../slideLayouts/slideLayout172.xml"/><Relationship Id="rId6" Type="http://schemas.openxmlformats.org/officeDocument/2006/relationships/slideLayout" Target="../slideLayouts/slideLayout173.xml"/><Relationship Id="rId7" Type="http://schemas.openxmlformats.org/officeDocument/2006/relationships/slideLayout" Target="../slideLayouts/slideLayout174.xml"/><Relationship Id="rId8" Type="http://schemas.openxmlformats.org/officeDocument/2006/relationships/slideLayout" Target="../slideLayouts/slideLayout175.xml"/><Relationship Id="rId9" Type="http://schemas.openxmlformats.org/officeDocument/2006/relationships/slideLayout" Target="../slideLayouts/slideLayout176.xml"/><Relationship Id="rId10" Type="http://schemas.openxmlformats.org/officeDocument/2006/relationships/slideLayout" Target="../slideLayouts/slideLayout177.xml"/><Relationship Id="rId11" Type="http://schemas.openxmlformats.org/officeDocument/2006/relationships/slideLayout" Target="../slideLayouts/slideLayout178.xml"/><Relationship Id="rId12" Type="http://schemas.openxmlformats.org/officeDocument/2006/relationships/slideLayout" Target="../slideLayouts/slideLayout179.xml"/><Relationship Id="rId13" Type="http://schemas.openxmlformats.org/officeDocument/2006/relationships/slideLayout" Target="../slideLayouts/slideLayout180.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81.xml"/><Relationship Id="rId3" Type="http://schemas.openxmlformats.org/officeDocument/2006/relationships/slideLayout" Target="../slideLayouts/slideLayout182.xml"/><Relationship Id="rId4" Type="http://schemas.openxmlformats.org/officeDocument/2006/relationships/slideLayout" Target="../slideLayouts/slideLayout183.xml"/><Relationship Id="rId5" Type="http://schemas.openxmlformats.org/officeDocument/2006/relationships/slideLayout" Target="../slideLayouts/slideLayout184.xml"/><Relationship Id="rId6" Type="http://schemas.openxmlformats.org/officeDocument/2006/relationships/slideLayout" Target="../slideLayouts/slideLayout185.xml"/><Relationship Id="rId7" Type="http://schemas.openxmlformats.org/officeDocument/2006/relationships/slideLayout" Target="../slideLayouts/slideLayout186.xml"/><Relationship Id="rId8" Type="http://schemas.openxmlformats.org/officeDocument/2006/relationships/slideLayout" Target="../slideLayouts/slideLayout187.xml"/><Relationship Id="rId9" Type="http://schemas.openxmlformats.org/officeDocument/2006/relationships/slideLayout" Target="../slideLayouts/slideLayout188.xml"/><Relationship Id="rId10" Type="http://schemas.openxmlformats.org/officeDocument/2006/relationships/slideLayout" Target="../slideLayouts/slideLayout189.xml"/><Relationship Id="rId11" Type="http://schemas.openxmlformats.org/officeDocument/2006/relationships/slideLayout" Target="../slideLayouts/slideLayout190.xml"/><Relationship Id="rId12" Type="http://schemas.openxmlformats.org/officeDocument/2006/relationships/slideLayout" Target="../slideLayouts/slideLayout191.xml"/><Relationship Id="rId13" Type="http://schemas.openxmlformats.org/officeDocument/2006/relationships/slideLayout" Target="../slideLayouts/slideLayout192.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93.xml"/><Relationship Id="rId3" Type="http://schemas.openxmlformats.org/officeDocument/2006/relationships/slideLayout" Target="../slideLayouts/slideLayout194.xml"/><Relationship Id="rId4" Type="http://schemas.openxmlformats.org/officeDocument/2006/relationships/slideLayout" Target="../slideLayouts/slideLayout195.xml"/><Relationship Id="rId5" Type="http://schemas.openxmlformats.org/officeDocument/2006/relationships/slideLayout" Target="../slideLayouts/slideLayout196.xml"/><Relationship Id="rId6" Type="http://schemas.openxmlformats.org/officeDocument/2006/relationships/slideLayout" Target="../slideLayouts/slideLayout197.xml"/><Relationship Id="rId7" Type="http://schemas.openxmlformats.org/officeDocument/2006/relationships/slideLayout" Target="../slideLayouts/slideLayout198.xml"/><Relationship Id="rId8" Type="http://schemas.openxmlformats.org/officeDocument/2006/relationships/slideLayout" Target="../slideLayouts/slideLayout199.xml"/><Relationship Id="rId9" Type="http://schemas.openxmlformats.org/officeDocument/2006/relationships/slideLayout" Target="../slideLayouts/slideLayout200.xml"/><Relationship Id="rId10" Type="http://schemas.openxmlformats.org/officeDocument/2006/relationships/slideLayout" Target="../slideLayouts/slideLayout201.xml"/><Relationship Id="rId11" Type="http://schemas.openxmlformats.org/officeDocument/2006/relationships/slideLayout" Target="../slideLayouts/slideLayout202.xml"/><Relationship Id="rId12" Type="http://schemas.openxmlformats.org/officeDocument/2006/relationships/slideLayout" Target="../slideLayouts/slideLayout203.xml"/><Relationship Id="rId13" Type="http://schemas.openxmlformats.org/officeDocument/2006/relationships/slideLayout" Target="../slideLayouts/slideLayout204.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205.xml"/><Relationship Id="rId3" Type="http://schemas.openxmlformats.org/officeDocument/2006/relationships/slideLayout" Target="../slideLayouts/slideLayout206.xml"/><Relationship Id="rId4" Type="http://schemas.openxmlformats.org/officeDocument/2006/relationships/slideLayout" Target="../slideLayouts/slideLayout207.xml"/><Relationship Id="rId5" Type="http://schemas.openxmlformats.org/officeDocument/2006/relationships/slideLayout" Target="../slideLayouts/slideLayout208.xml"/><Relationship Id="rId6" Type="http://schemas.openxmlformats.org/officeDocument/2006/relationships/slideLayout" Target="../slideLayouts/slideLayout209.xml"/><Relationship Id="rId7" Type="http://schemas.openxmlformats.org/officeDocument/2006/relationships/slideLayout" Target="../slideLayouts/slideLayout210.xml"/><Relationship Id="rId8" Type="http://schemas.openxmlformats.org/officeDocument/2006/relationships/slideLayout" Target="../slideLayouts/slideLayout211.xml"/><Relationship Id="rId9" Type="http://schemas.openxmlformats.org/officeDocument/2006/relationships/slideLayout" Target="../slideLayouts/slideLayout212.xml"/><Relationship Id="rId10" Type="http://schemas.openxmlformats.org/officeDocument/2006/relationships/slideLayout" Target="../slideLayouts/slideLayout213.xml"/><Relationship Id="rId11" Type="http://schemas.openxmlformats.org/officeDocument/2006/relationships/slideLayout" Target="../slideLayouts/slideLayout214.xml"/><Relationship Id="rId12" Type="http://schemas.openxmlformats.org/officeDocument/2006/relationships/slideLayout" Target="../slideLayouts/slideLayout215.xml"/><Relationship Id="rId13" Type="http://schemas.openxmlformats.org/officeDocument/2006/relationships/slideLayout" Target="../slideLayouts/slideLayout216.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217.xml"/><Relationship Id="rId3" Type="http://schemas.openxmlformats.org/officeDocument/2006/relationships/slideLayout" Target="../slideLayouts/slideLayout218.xml"/><Relationship Id="rId4" Type="http://schemas.openxmlformats.org/officeDocument/2006/relationships/slideLayout" Target="../slideLayouts/slideLayout219.xml"/><Relationship Id="rId5" Type="http://schemas.openxmlformats.org/officeDocument/2006/relationships/slideLayout" Target="../slideLayouts/slideLayout220.xml"/><Relationship Id="rId6" Type="http://schemas.openxmlformats.org/officeDocument/2006/relationships/slideLayout" Target="../slideLayouts/slideLayout221.xml"/><Relationship Id="rId7" Type="http://schemas.openxmlformats.org/officeDocument/2006/relationships/slideLayout" Target="../slideLayouts/slideLayout222.xml"/><Relationship Id="rId8" Type="http://schemas.openxmlformats.org/officeDocument/2006/relationships/slideLayout" Target="../slideLayouts/slideLayout223.xml"/><Relationship Id="rId9" Type="http://schemas.openxmlformats.org/officeDocument/2006/relationships/slideLayout" Target="../slideLayouts/slideLayout224.xml"/><Relationship Id="rId10" Type="http://schemas.openxmlformats.org/officeDocument/2006/relationships/slideLayout" Target="../slideLayouts/slideLayout225.xml"/><Relationship Id="rId11" Type="http://schemas.openxmlformats.org/officeDocument/2006/relationships/slideLayout" Target="../slideLayouts/slideLayout226.xml"/><Relationship Id="rId12" Type="http://schemas.openxmlformats.org/officeDocument/2006/relationships/slideLayout" Target="../slideLayouts/slideLayout227.xml"/><Relationship Id="rId13" Type="http://schemas.openxmlformats.org/officeDocument/2006/relationships/slideLayout" Target="../slideLayouts/slideLayout228.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slideLayout" Target="../slideLayouts/slideLayout229.xml"/><Relationship Id="rId3" Type="http://schemas.openxmlformats.org/officeDocument/2006/relationships/slideLayout" Target="../slideLayouts/slideLayout230.xml"/><Relationship Id="rId4" Type="http://schemas.openxmlformats.org/officeDocument/2006/relationships/slideLayout" Target="../slideLayouts/slideLayout231.xml"/><Relationship Id="rId5" Type="http://schemas.openxmlformats.org/officeDocument/2006/relationships/slideLayout" Target="../slideLayouts/slideLayout232.xml"/><Relationship Id="rId6" Type="http://schemas.openxmlformats.org/officeDocument/2006/relationships/slideLayout" Target="../slideLayouts/slideLayout233.xml"/><Relationship Id="rId7" Type="http://schemas.openxmlformats.org/officeDocument/2006/relationships/slideLayout" Target="../slideLayouts/slideLayout234.xml"/><Relationship Id="rId8" Type="http://schemas.openxmlformats.org/officeDocument/2006/relationships/slideLayout" Target="../slideLayouts/slideLayout235.xml"/><Relationship Id="rId9" Type="http://schemas.openxmlformats.org/officeDocument/2006/relationships/slideLayout" Target="../slideLayouts/slideLayout236.xml"/><Relationship Id="rId10" Type="http://schemas.openxmlformats.org/officeDocument/2006/relationships/slideLayout" Target="../slideLayouts/slideLayout237.xml"/><Relationship Id="rId11" Type="http://schemas.openxmlformats.org/officeDocument/2006/relationships/slideLayout" Target="../slideLayouts/slideLayout238.xml"/><Relationship Id="rId12" Type="http://schemas.openxmlformats.org/officeDocument/2006/relationships/slideLayout" Target="../slideLayouts/slideLayout239.xml"/><Relationship Id="rId13" Type="http://schemas.openxmlformats.org/officeDocument/2006/relationships/slideLayout" Target="../slideLayouts/slideLayout240.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520"/>
            <a:ext cx="2886480" cy="3560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 name="PlaceHolder 2"/>
          <p:cNvSpPr>
            <a:spLocks noGrp="1"/>
          </p:cNvSpPr>
          <p:nvPr>
            <p:ph type="sldNum" idx="2"/>
          </p:nvPr>
        </p:nvSpPr>
        <p:spPr>
          <a:xfrm>
            <a:off x="6553080" y="6356520"/>
            <a:ext cx="2124720" cy="3560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39B42097-7AEC-49D5-8022-4B26A24C500B}"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 name="PlaceHolder 3"/>
          <p:cNvSpPr>
            <a:spLocks noGrp="1"/>
          </p:cNvSpPr>
          <p:nvPr>
            <p:ph type="dt" idx="3"/>
          </p:nvPr>
        </p:nvSpPr>
        <p:spPr>
          <a:xfrm>
            <a:off x="457200" y="6356520"/>
            <a:ext cx="2124720" cy="3560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3124080" y="6356520"/>
            <a:ext cx="2888640" cy="3582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2" name="PlaceHolder 2"/>
          <p:cNvSpPr>
            <a:spLocks noGrp="1"/>
          </p:cNvSpPr>
          <p:nvPr>
            <p:ph type="sldNum" idx="5"/>
          </p:nvPr>
        </p:nvSpPr>
        <p:spPr>
          <a:xfrm>
            <a:off x="6553080" y="6356520"/>
            <a:ext cx="2126880" cy="3582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853510B0-5F4C-463B-B581-719B5CCE9657}"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3" name="PlaceHolder 3"/>
          <p:cNvSpPr>
            <a:spLocks noGrp="1"/>
          </p:cNvSpPr>
          <p:nvPr>
            <p:ph type="dt" idx="6"/>
          </p:nvPr>
        </p:nvSpPr>
        <p:spPr>
          <a:xfrm>
            <a:off x="457200" y="6356520"/>
            <a:ext cx="2126880" cy="3582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ftr" idx="7"/>
          </p:nvPr>
        </p:nvSpPr>
        <p:spPr>
          <a:xfrm>
            <a:off x="3124080" y="6356520"/>
            <a:ext cx="2888280" cy="3578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3" name="PlaceHolder 2"/>
          <p:cNvSpPr>
            <a:spLocks noGrp="1"/>
          </p:cNvSpPr>
          <p:nvPr>
            <p:ph type="sldNum" idx="8"/>
          </p:nvPr>
        </p:nvSpPr>
        <p:spPr>
          <a:xfrm>
            <a:off x="6553080" y="6356520"/>
            <a:ext cx="2126520" cy="3578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E22FA425-1D62-44BA-90F1-9B3F3E008AC3}"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84" name="PlaceHolder 3"/>
          <p:cNvSpPr>
            <a:spLocks noGrp="1"/>
          </p:cNvSpPr>
          <p:nvPr>
            <p:ph type="dt" idx="9"/>
          </p:nvPr>
        </p:nvSpPr>
        <p:spPr>
          <a:xfrm>
            <a:off x="457200" y="6356520"/>
            <a:ext cx="2126520" cy="3578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3" name="PlaceHolder 1"/>
          <p:cNvSpPr>
            <a:spLocks noGrp="1"/>
          </p:cNvSpPr>
          <p:nvPr>
            <p:ph type="ftr" idx="10"/>
          </p:nvPr>
        </p:nvSpPr>
        <p:spPr>
          <a:xfrm>
            <a:off x="3124080" y="6356520"/>
            <a:ext cx="2886480" cy="3560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4" name="PlaceHolder 2"/>
          <p:cNvSpPr>
            <a:spLocks noGrp="1"/>
          </p:cNvSpPr>
          <p:nvPr>
            <p:ph type="sldNum" idx="11"/>
          </p:nvPr>
        </p:nvSpPr>
        <p:spPr>
          <a:xfrm>
            <a:off x="6553080" y="6356520"/>
            <a:ext cx="2124720" cy="3560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31C14413-51A2-4E50-AA8A-299D5494F6AF}"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25" name="PlaceHolder 3"/>
          <p:cNvSpPr>
            <a:spLocks noGrp="1"/>
          </p:cNvSpPr>
          <p:nvPr>
            <p:ph type="dt" idx="12"/>
          </p:nvPr>
        </p:nvSpPr>
        <p:spPr>
          <a:xfrm>
            <a:off x="457200" y="6356520"/>
            <a:ext cx="2124720" cy="3560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2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2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4" name="PlaceHolder 1"/>
          <p:cNvSpPr>
            <a:spLocks noGrp="1"/>
          </p:cNvSpPr>
          <p:nvPr>
            <p:ph type="ftr" idx="13"/>
          </p:nvPr>
        </p:nvSpPr>
        <p:spPr>
          <a:xfrm>
            <a:off x="3124080" y="6356520"/>
            <a:ext cx="2886840" cy="3564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5" name="PlaceHolder 2"/>
          <p:cNvSpPr>
            <a:spLocks noGrp="1"/>
          </p:cNvSpPr>
          <p:nvPr>
            <p:ph type="sldNum" idx="14"/>
          </p:nvPr>
        </p:nvSpPr>
        <p:spPr>
          <a:xfrm>
            <a:off x="6553080" y="6356520"/>
            <a:ext cx="2125080" cy="3564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C1C0C7F9-C215-4BC6-A635-A9F410E01DD2}"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66" name="PlaceHolder 3"/>
          <p:cNvSpPr>
            <a:spLocks noGrp="1"/>
          </p:cNvSpPr>
          <p:nvPr>
            <p:ph type="dt" idx="15"/>
          </p:nvPr>
        </p:nvSpPr>
        <p:spPr>
          <a:xfrm>
            <a:off x="457200" y="6356520"/>
            <a:ext cx="2125080" cy="3564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6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6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5" name="PlaceHolder 1"/>
          <p:cNvSpPr>
            <a:spLocks noGrp="1"/>
          </p:cNvSpPr>
          <p:nvPr>
            <p:ph type="ftr" idx="16"/>
          </p:nvPr>
        </p:nvSpPr>
        <p:spPr>
          <a:xfrm>
            <a:off x="3124080" y="6356520"/>
            <a:ext cx="2887200" cy="3567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6" name="PlaceHolder 2"/>
          <p:cNvSpPr>
            <a:spLocks noGrp="1"/>
          </p:cNvSpPr>
          <p:nvPr>
            <p:ph type="sldNum" idx="17"/>
          </p:nvPr>
        </p:nvSpPr>
        <p:spPr>
          <a:xfrm>
            <a:off x="6553080" y="6356520"/>
            <a:ext cx="2125440" cy="3567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033B54AD-A9AA-4E22-8DFC-34902F16BAC9}"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07" name="PlaceHolder 3"/>
          <p:cNvSpPr>
            <a:spLocks noGrp="1"/>
          </p:cNvSpPr>
          <p:nvPr>
            <p:ph type="dt" idx="18"/>
          </p:nvPr>
        </p:nvSpPr>
        <p:spPr>
          <a:xfrm>
            <a:off x="457200" y="6356520"/>
            <a:ext cx="2125440" cy="3567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0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0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6" name="PlaceHolder 1"/>
          <p:cNvSpPr>
            <a:spLocks noGrp="1"/>
          </p:cNvSpPr>
          <p:nvPr>
            <p:ph type="ftr" idx="19"/>
          </p:nvPr>
        </p:nvSpPr>
        <p:spPr>
          <a:xfrm>
            <a:off x="3124080" y="6356520"/>
            <a:ext cx="2887920" cy="3574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47" name="PlaceHolder 2"/>
          <p:cNvSpPr>
            <a:spLocks noGrp="1"/>
          </p:cNvSpPr>
          <p:nvPr>
            <p:ph type="sldNum" idx="20"/>
          </p:nvPr>
        </p:nvSpPr>
        <p:spPr>
          <a:xfrm>
            <a:off x="6553080" y="6356520"/>
            <a:ext cx="2126160" cy="3574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EF99566D-4B12-434E-9861-129CCA082053}"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48" name="PlaceHolder 3"/>
          <p:cNvSpPr>
            <a:spLocks noGrp="1"/>
          </p:cNvSpPr>
          <p:nvPr>
            <p:ph type="dt" idx="21"/>
          </p:nvPr>
        </p:nvSpPr>
        <p:spPr>
          <a:xfrm>
            <a:off x="457200" y="6356520"/>
            <a:ext cx="2126160" cy="3574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4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5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7" name="PlaceHolder 1"/>
          <p:cNvSpPr>
            <a:spLocks noGrp="1"/>
          </p:cNvSpPr>
          <p:nvPr>
            <p:ph type="ftr" idx="22"/>
          </p:nvPr>
        </p:nvSpPr>
        <p:spPr>
          <a:xfrm>
            <a:off x="3124080" y="6356520"/>
            <a:ext cx="2889000" cy="3585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88" name="PlaceHolder 2"/>
          <p:cNvSpPr>
            <a:spLocks noGrp="1"/>
          </p:cNvSpPr>
          <p:nvPr>
            <p:ph type="sldNum" idx="23"/>
          </p:nvPr>
        </p:nvSpPr>
        <p:spPr>
          <a:xfrm>
            <a:off x="6553080" y="6356520"/>
            <a:ext cx="2127240" cy="3585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64E529A0-55C3-43CF-B7F9-EDADB783D77B}"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89" name="PlaceHolder 3"/>
          <p:cNvSpPr>
            <a:spLocks noGrp="1"/>
          </p:cNvSpPr>
          <p:nvPr>
            <p:ph type="dt" idx="24"/>
          </p:nvPr>
        </p:nvSpPr>
        <p:spPr>
          <a:xfrm>
            <a:off x="457200" y="6356520"/>
            <a:ext cx="2127240" cy="3585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90"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91"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8" name="PlaceHolder 1"/>
          <p:cNvSpPr>
            <a:spLocks noGrp="1"/>
          </p:cNvSpPr>
          <p:nvPr>
            <p:ph type="ftr" idx="25"/>
          </p:nvPr>
        </p:nvSpPr>
        <p:spPr>
          <a:xfrm>
            <a:off x="3124080" y="6356520"/>
            <a:ext cx="2889360" cy="3589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9" name="PlaceHolder 2"/>
          <p:cNvSpPr>
            <a:spLocks noGrp="1"/>
          </p:cNvSpPr>
          <p:nvPr>
            <p:ph type="sldNum" idx="26"/>
          </p:nvPr>
        </p:nvSpPr>
        <p:spPr>
          <a:xfrm>
            <a:off x="6553080" y="6356520"/>
            <a:ext cx="2127600" cy="3589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83F853AA-DD22-45C4-8C89-39FE847CD0C2}"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30" name="PlaceHolder 3"/>
          <p:cNvSpPr>
            <a:spLocks noGrp="1"/>
          </p:cNvSpPr>
          <p:nvPr>
            <p:ph type="dt" idx="27"/>
          </p:nvPr>
        </p:nvSpPr>
        <p:spPr>
          <a:xfrm>
            <a:off x="457200" y="6356520"/>
            <a:ext cx="2127600" cy="3589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31"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32"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53" r:id="rId2"/>
    <p:sldLayoutId id="2147483754" r:id="rId3"/>
    <p:sldLayoutId id="2147483755" r:id="rId4"/>
    <p:sldLayoutId id="2147483756" r:id="rId5"/>
    <p:sldLayoutId id="2147483757" r:id="rId6"/>
    <p:sldLayoutId id="2147483758" r:id="rId7"/>
    <p:sldLayoutId id="2147483759" r:id="rId8"/>
    <p:sldLayoutId id="2147483760" r:id="rId9"/>
    <p:sldLayoutId id="2147483761" r:id="rId10"/>
    <p:sldLayoutId id="2147483762" r:id="rId11"/>
    <p:sldLayoutId id="2147483763" r:id="rId12"/>
    <p:sldLayoutId id="2147483764" r:id="rId1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9" name="PlaceHolder 1"/>
          <p:cNvSpPr>
            <a:spLocks noGrp="1"/>
          </p:cNvSpPr>
          <p:nvPr>
            <p:ph type="ftr" idx="28"/>
          </p:nvPr>
        </p:nvSpPr>
        <p:spPr>
          <a:xfrm>
            <a:off x="3124080" y="6356520"/>
            <a:ext cx="2889720" cy="3592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70" name="PlaceHolder 2"/>
          <p:cNvSpPr>
            <a:spLocks noGrp="1"/>
          </p:cNvSpPr>
          <p:nvPr>
            <p:ph type="sldNum" idx="29"/>
          </p:nvPr>
        </p:nvSpPr>
        <p:spPr>
          <a:xfrm>
            <a:off x="6553080" y="6356520"/>
            <a:ext cx="2127960" cy="3592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7DA5E900-5A5F-4083-B959-B9DCD1390E77}"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71" name="PlaceHolder 3"/>
          <p:cNvSpPr>
            <a:spLocks noGrp="1"/>
          </p:cNvSpPr>
          <p:nvPr>
            <p:ph type="dt" idx="30"/>
          </p:nvPr>
        </p:nvSpPr>
        <p:spPr>
          <a:xfrm>
            <a:off x="457200" y="6356520"/>
            <a:ext cx="2127960" cy="3592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72"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73"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66" r:id="rId2"/>
    <p:sldLayoutId id="2147483767" r:id="rId3"/>
    <p:sldLayoutId id="2147483768" r:id="rId4"/>
    <p:sldLayoutId id="2147483769" r:id="rId5"/>
    <p:sldLayoutId id="2147483770" r:id="rId6"/>
    <p:sldLayoutId id="2147483771" r:id="rId7"/>
    <p:sldLayoutId id="2147483772" r:id="rId8"/>
    <p:sldLayoutId id="2147483773" r:id="rId9"/>
    <p:sldLayoutId id="2147483774" r:id="rId10"/>
    <p:sldLayoutId id="2147483775" r:id="rId11"/>
    <p:sldLayoutId id="2147483776" r:id="rId12"/>
    <p:sldLayoutId id="2147483777" r:id="rId13"/>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0" name="PlaceHolder 1"/>
          <p:cNvSpPr>
            <a:spLocks noGrp="1"/>
          </p:cNvSpPr>
          <p:nvPr>
            <p:ph type="ftr" idx="31"/>
          </p:nvPr>
        </p:nvSpPr>
        <p:spPr>
          <a:xfrm>
            <a:off x="3124080" y="6356520"/>
            <a:ext cx="2890080" cy="3596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11" name="PlaceHolder 2"/>
          <p:cNvSpPr>
            <a:spLocks noGrp="1"/>
          </p:cNvSpPr>
          <p:nvPr>
            <p:ph type="sldNum" idx="32"/>
          </p:nvPr>
        </p:nvSpPr>
        <p:spPr>
          <a:xfrm>
            <a:off x="6553080" y="6356520"/>
            <a:ext cx="2128320" cy="3596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B0BB024B-CE62-4414-A7D5-6C2F5A58D0CB}"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12" name="PlaceHolder 3"/>
          <p:cNvSpPr>
            <a:spLocks noGrp="1"/>
          </p:cNvSpPr>
          <p:nvPr>
            <p:ph type="dt" idx="33"/>
          </p:nvPr>
        </p:nvSpPr>
        <p:spPr>
          <a:xfrm>
            <a:off x="457200" y="6356520"/>
            <a:ext cx="2128320" cy="3596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1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1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 id="2147483789" r:id="rId12"/>
    <p:sldLayoutId id="2147483790" r:id="rId13"/>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1" name="PlaceHolder 1"/>
          <p:cNvSpPr>
            <a:spLocks noGrp="1"/>
          </p:cNvSpPr>
          <p:nvPr>
            <p:ph type="ftr" idx="34"/>
          </p:nvPr>
        </p:nvSpPr>
        <p:spPr>
          <a:xfrm>
            <a:off x="3124080" y="6356520"/>
            <a:ext cx="2890800" cy="3603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2" name="PlaceHolder 2"/>
          <p:cNvSpPr>
            <a:spLocks noGrp="1"/>
          </p:cNvSpPr>
          <p:nvPr>
            <p:ph type="sldNum" idx="35"/>
          </p:nvPr>
        </p:nvSpPr>
        <p:spPr>
          <a:xfrm>
            <a:off x="6553080" y="6356520"/>
            <a:ext cx="2129040" cy="3603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D2115780-82C6-4AB2-82F5-0AF878ACF29D}"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53" name="PlaceHolder 3"/>
          <p:cNvSpPr>
            <a:spLocks noGrp="1"/>
          </p:cNvSpPr>
          <p:nvPr>
            <p:ph type="dt" idx="36"/>
          </p:nvPr>
        </p:nvSpPr>
        <p:spPr>
          <a:xfrm>
            <a:off x="457200" y="6356520"/>
            <a:ext cx="2129040" cy="3603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5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92" r:id="rId2"/>
    <p:sldLayoutId id="2147483793" r:id="rId3"/>
    <p:sldLayoutId id="2147483794" r:id="rId4"/>
    <p:sldLayoutId id="2147483795" r:id="rId5"/>
    <p:sldLayoutId id="2147483796" r:id="rId6"/>
    <p:sldLayoutId id="2147483797" r:id="rId7"/>
    <p:sldLayoutId id="2147483798" r:id="rId8"/>
    <p:sldLayoutId id="2147483799" r:id="rId9"/>
    <p:sldLayoutId id="2147483800" r:id="rId10"/>
    <p:sldLayoutId id="2147483801" r:id="rId11"/>
    <p:sldLayoutId id="2147483802" r:id="rId12"/>
    <p:sldLayoutId id="2147483803" r:id="rId1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2" name="PlaceHolder 1"/>
          <p:cNvSpPr>
            <a:spLocks noGrp="1"/>
          </p:cNvSpPr>
          <p:nvPr>
            <p:ph type="ftr" idx="37"/>
          </p:nvPr>
        </p:nvSpPr>
        <p:spPr>
          <a:xfrm>
            <a:off x="3124080" y="6356520"/>
            <a:ext cx="2891520" cy="3610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3" name="PlaceHolder 2"/>
          <p:cNvSpPr>
            <a:spLocks noGrp="1"/>
          </p:cNvSpPr>
          <p:nvPr>
            <p:ph type="sldNum" idx="38"/>
          </p:nvPr>
        </p:nvSpPr>
        <p:spPr>
          <a:xfrm>
            <a:off x="6553080" y="6356520"/>
            <a:ext cx="2129760" cy="3610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B8B9D537-725F-46D0-9115-267BC0346EF8}"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94" name="PlaceHolder 3"/>
          <p:cNvSpPr>
            <a:spLocks noGrp="1"/>
          </p:cNvSpPr>
          <p:nvPr>
            <p:ph type="dt" idx="39"/>
          </p:nvPr>
        </p:nvSpPr>
        <p:spPr>
          <a:xfrm>
            <a:off x="457200" y="6356520"/>
            <a:ext cx="2129760" cy="3610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9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9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 id="2147483815" r:id="rId12"/>
    <p:sldLayoutId id="2147483816" r:id="rId13"/>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3" name="PlaceHolder 1"/>
          <p:cNvSpPr>
            <a:spLocks noGrp="1"/>
          </p:cNvSpPr>
          <p:nvPr>
            <p:ph type="ftr" idx="40"/>
          </p:nvPr>
        </p:nvSpPr>
        <p:spPr>
          <a:xfrm>
            <a:off x="3124080" y="6356520"/>
            <a:ext cx="2891880" cy="3614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34" name="PlaceHolder 2"/>
          <p:cNvSpPr>
            <a:spLocks noGrp="1"/>
          </p:cNvSpPr>
          <p:nvPr>
            <p:ph type="sldNum" idx="41"/>
          </p:nvPr>
        </p:nvSpPr>
        <p:spPr>
          <a:xfrm>
            <a:off x="6553080" y="6356520"/>
            <a:ext cx="2130120" cy="3614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D1D5BD10-0DD7-4E4B-A699-DC85B158C772}"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35" name="PlaceHolder 3"/>
          <p:cNvSpPr>
            <a:spLocks noGrp="1"/>
          </p:cNvSpPr>
          <p:nvPr>
            <p:ph type="dt" idx="42"/>
          </p:nvPr>
        </p:nvSpPr>
        <p:spPr>
          <a:xfrm>
            <a:off x="457200" y="6356520"/>
            <a:ext cx="2130120" cy="3614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3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3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18" r:id="rId2"/>
    <p:sldLayoutId id="2147483819" r:id="rId3"/>
    <p:sldLayoutId id="2147483820" r:id="rId4"/>
    <p:sldLayoutId id="2147483821" r:id="rId5"/>
    <p:sldLayoutId id="2147483822" r:id="rId6"/>
    <p:sldLayoutId id="2147483823" r:id="rId7"/>
    <p:sldLayoutId id="2147483824" r:id="rId8"/>
    <p:sldLayoutId id="2147483825" r:id="rId9"/>
    <p:sldLayoutId id="2147483826" r:id="rId10"/>
    <p:sldLayoutId id="2147483827" r:id="rId11"/>
    <p:sldLayoutId id="2147483828" r:id="rId12"/>
    <p:sldLayoutId id="2147483829" r:id="rId13"/>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74" name="PlaceHolder 1"/>
          <p:cNvSpPr>
            <a:spLocks noGrp="1"/>
          </p:cNvSpPr>
          <p:nvPr>
            <p:ph type="ftr" idx="43"/>
          </p:nvPr>
        </p:nvSpPr>
        <p:spPr>
          <a:xfrm>
            <a:off x="3124080" y="6356520"/>
            <a:ext cx="2892240" cy="3618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75" name="PlaceHolder 2"/>
          <p:cNvSpPr>
            <a:spLocks noGrp="1"/>
          </p:cNvSpPr>
          <p:nvPr>
            <p:ph type="sldNum" idx="44"/>
          </p:nvPr>
        </p:nvSpPr>
        <p:spPr>
          <a:xfrm>
            <a:off x="6553080" y="6356520"/>
            <a:ext cx="2130480" cy="3618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B5196304-0E26-4D10-A010-38DCCB79BA8A}"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76" name="PlaceHolder 3"/>
          <p:cNvSpPr>
            <a:spLocks noGrp="1"/>
          </p:cNvSpPr>
          <p:nvPr>
            <p:ph type="dt" idx="45"/>
          </p:nvPr>
        </p:nvSpPr>
        <p:spPr>
          <a:xfrm>
            <a:off x="457200" y="6356520"/>
            <a:ext cx="2130480" cy="3618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7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7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31" r:id="rId2"/>
    <p:sldLayoutId id="2147483832" r:id="rId3"/>
    <p:sldLayoutId id="2147483833" r:id="rId4"/>
    <p:sldLayoutId id="2147483834" r:id="rId5"/>
    <p:sldLayoutId id="2147483835" r:id="rId6"/>
    <p:sldLayoutId id="2147483836" r:id="rId7"/>
    <p:sldLayoutId id="2147483837" r:id="rId8"/>
    <p:sldLayoutId id="2147483838" r:id="rId9"/>
    <p:sldLayoutId id="2147483839" r:id="rId10"/>
    <p:sldLayoutId id="2147483840" r:id="rId11"/>
    <p:sldLayoutId id="2147483841" r:id="rId12"/>
    <p:sldLayoutId id="2147483842" r:id="rId1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5" name="PlaceHolder 1"/>
          <p:cNvSpPr>
            <a:spLocks noGrp="1"/>
          </p:cNvSpPr>
          <p:nvPr>
            <p:ph type="ftr" idx="46"/>
          </p:nvPr>
        </p:nvSpPr>
        <p:spPr>
          <a:xfrm>
            <a:off x="3124080" y="6356520"/>
            <a:ext cx="2892600" cy="3621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16" name="PlaceHolder 2"/>
          <p:cNvSpPr>
            <a:spLocks noGrp="1"/>
          </p:cNvSpPr>
          <p:nvPr>
            <p:ph type="sldNum" idx="47"/>
          </p:nvPr>
        </p:nvSpPr>
        <p:spPr>
          <a:xfrm>
            <a:off x="6553080" y="6356520"/>
            <a:ext cx="2130840" cy="3621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5D62282B-1392-49FB-82C3-1C1825142D68}"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17" name="PlaceHolder 3"/>
          <p:cNvSpPr>
            <a:spLocks noGrp="1"/>
          </p:cNvSpPr>
          <p:nvPr>
            <p:ph type="dt" idx="48"/>
          </p:nvPr>
        </p:nvSpPr>
        <p:spPr>
          <a:xfrm>
            <a:off x="457200" y="6356520"/>
            <a:ext cx="2130840" cy="3621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1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61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44" r:id="rId2"/>
    <p:sldLayoutId id="2147483845" r:id="rId3"/>
    <p:sldLayoutId id="2147483846" r:id="rId4"/>
    <p:sldLayoutId id="2147483847" r:id="rId5"/>
    <p:sldLayoutId id="2147483848" r:id="rId6"/>
    <p:sldLayoutId id="2147483849" r:id="rId7"/>
    <p:sldLayoutId id="2147483850" r:id="rId8"/>
    <p:sldLayoutId id="2147483851" r:id="rId9"/>
    <p:sldLayoutId id="2147483852" r:id="rId10"/>
    <p:sldLayoutId id="2147483853" r:id="rId11"/>
    <p:sldLayoutId id="2147483854" r:id="rId12"/>
    <p:sldLayoutId id="2147483855" r:id="rId13"/>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56" name="PlaceHolder 1"/>
          <p:cNvSpPr>
            <a:spLocks noGrp="1"/>
          </p:cNvSpPr>
          <p:nvPr>
            <p:ph type="ftr" idx="49"/>
          </p:nvPr>
        </p:nvSpPr>
        <p:spPr>
          <a:xfrm>
            <a:off x="3124080" y="6356520"/>
            <a:ext cx="2893320" cy="3628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7" name="PlaceHolder 2"/>
          <p:cNvSpPr>
            <a:spLocks noGrp="1"/>
          </p:cNvSpPr>
          <p:nvPr>
            <p:ph type="sldNum" idx="50"/>
          </p:nvPr>
        </p:nvSpPr>
        <p:spPr>
          <a:xfrm>
            <a:off x="6553080" y="6356520"/>
            <a:ext cx="2131560" cy="3628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7D16DFEA-9F91-4E92-BA95-0D7E311CCF17}"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58" name="PlaceHolder 3"/>
          <p:cNvSpPr>
            <a:spLocks noGrp="1"/>
          </p:cNvSpPr>
          <p:nvPr>
            <p:ph type="dt" idx="51"/>
          </p:nvPr>
        </p:nvSpPr>
        <p:spPr>
          <a:xfrm>
            <a:off x="457200" y="6356520"/>
            <a:ext cx="2131560" cy="3628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5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66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 id="2147483868" r:id="rId13"/>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97" name="PlaceHolder 1"/>
          <p:cNvSpPr>
            <a:spLocks noGrp="1"/>
          </p:cNvSpPr>
          <p:nvPr>
            <p:ph type="ftr" idx="52"/>
          </p:nvPr>
        </p:nvSpPr>
        <p:spPr>
          <a:xfrm>
            <a:off x="3124080" y="6356520"/>
            <a:ext cx="2893680" cy="3632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98" name="PlaceHolder 2"/>
          <p:cNvSpPr>
            <a:spLocks noGrp="1"/>
          </p:cNvSpPr>
          <p:nvPr>
            <p:ph type="sldNum" idx="53"/>
          </p:nvPr>
        </p:nvSpPr>
        <p:spPr>
          <a:xfrm>
            <a:off x="6553080" y="6356520"/>
            <a:ext cx="2131920" cy="3632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FAF248D9-6ACF-4ECB-A271-ABC7EDBD31F1}"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99" name="PlaceHolder 3"/>
          <p:cNvSpPr>
            <a:spLocks noGrp="1"/>
          </p:cNvSpPr>
          <p:nvPr>
            <p:ph type="dt" idx="54"/>
          </p:nvPr>
        </p:nvSpPr>
        <p:spPr>
          <a:xfrm>
            <a:off x="457200" y="6356520"/>
            <a:ext cx="2131920" cy="3632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00"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01"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70" r:id="rId2"/>
    <p:sldLayoutId id="2147483871" r:id="rId3"/>
    <p:sldLayoutId id="2147483872" r:id="rId4"/>
    <p:sldLayoutId id="2147483873" r:id="rId5"/>
    <p:sldLayoutId id="2147483874" r:id="rId6"/>
    <p:sldLayoutId id="2147483875" r:id="rId7"/>
    <p:sldLayoutId id="2147483876" r:id="rId8"/>
    <p:sldLayoutId id="2147483877" r:id="rId9"/>
    <p:sldLayoutId id="2147483878" r:id="rId10"/>
    <p:sldLayoutId id="2147483879" r:id="rId11"/>
    <p:sldLayoutId id="2147483880" r:id="rId12"/>
    <p:sldLayoutId id="2147483881" r:id="rId13"/>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38" name="PlaceHolder 1"/>
          <p:cNvSpPr>
            <a:spLocks noGrp="1"/>
          </p:cNvSpPr>
          <p:nvPr>
            <p:ph type="ftr" idx="55"/>
          </p:nvPr>
        </p:nvSpPr>
        <p:spPr>
          <a:xfrm>
            <a:off x="3124080" y="6356520"/>
            <a:ext cx="2894040" cy="3636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39" name="PlaceHolder 2"/>
          <p:cNvSpPr>
            <a:spLocks noGrp="1"/>
          </p:cNvSpPr>
          <p:nvPr>
            <p:ph type="sldNum" idx="56"/>
          </p:nvPr>
        </p:nvSpPr>
        <p:spPr>
          <a:xfrm>
            <a:off x="6553080" y="6356520"/>
            <a:ext cx="2132280" cy="3636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0881FDDA-658F-4D0C-B7C3-089B88A16DB5}"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740" name="PlaceHolder 3"/>
          <p:cNvSpPr>
            <a:spLocks noGrp="1"/>
          </p:cNvSpPr>
          <p:nvPr>
            <p:ph type="dt" idx="57"/>
          </p:nvPr>
        </p:nvSpPr>
        <p:spPr>
          <a:xfrm>
            <a:off x="457200" y="6356520"/>
            <a:ext cx="2132280" cy="3636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41"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42"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83" r:id="rId2"/>
    <p:sldLayoutId id="2147483884" r:id="rId3"/>
    <p:sldLayoutId id="2147483885" r:id="rId4"/>
    <p:sldLayoutId id="2147483886" r:id="rId5"/>
    <p:sldLayoutId id="2147483887" r:id="rId6"/>
    <p:sldLayoutId id="2147483888" r:id="rId7"/>
    <p:sldLayoutId id="2147483889" r:id="rId8"/>
    <p:sldLayoutId id="2147483890" r:id="rId9"/>
    <p:sldLayoutId id="2147483891" r:id="rId10"/>
    <p:sldLayoutId id="2147483892" r:id="rId11"/>
    <p:sldLayoutId id="2147483893" r:id="rId12"/>
    <p:sldLayoutId id="2147483894" r:id="rId13"/>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79" name="PlaceHolder 1"/>
          <p:cNvSpPr>
            <a:spLocks noGrp="1"/>
          </p:cNvSpPr>
          <p:nvPr>
            <p:ph type="ftr" idx="58"/>
          </p:nvPr>
        </p:nvSpPr>
        <p:spPr>
          <a:xfrm>
            <a:off x="3124080" y="6356520"/>
            <a:ext cx="289440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80" name="PlaceHolder 2"/>
          <p:cNvSpPr>
            <a:spLocks noGrp="1"/>
          </p:cNvSpPr>
          <p:nvPr>
            <p:ph type="sldNum" idx="59"/>
          </p:nvPr>
        </p:nvSpPr>
        <p:spPr>
          <a:xfrm>
            <a:off x="6553080" y="6356520"/>
            <a:ext cx="213264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652682A6-E363-4064-87C9-BCE6232DDD11}"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781" name="PlaceHolder 3"/>
          <p:cNvSpPr>
            <a:spLocks noGrp="1"/>
          </p:cNvSpPr>
          <p:nvPr>
            <p:ph type="dt" idx="60"/>
          </p:nvPr>
        </p:nvSpPr>
        <p:spPr>
          <a:xfrm>
            <a:off x="457200" y="6356520"/>
            <a:ext cx="2132640" cy="3639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82"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83"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96" r:id="rId2"/>
    <p:sldLayoutId id="2147483897" r:id="rId3"/>
    <p:sldLayoutId id="2147483898" r:id="rId4"/>
    <p:sldLayoutId id="2147483899" r:id="rId5"/>
    <p:sldLayoutId id="2147483900" r:id="rId6"/>
    <p:sldLayoutId id="2147483901" r:id="rId7"/>
    <p:sldLayoutId id="2147483902" r:id="rId8"/>
    <p:sldLayoutId id="2147483903" r:id="rId9"/>
    <p:sldLayoutId id="2147483904" r:id="rId10"/>
    <p:sldLayoutId id="2147483905" r:id="rId11"/>
    <p:sldLayoutId id="2147483906" r:id="rId12"/>
    <p:sldLayoutId id="2147483907"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85.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0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2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33.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45.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57.xml"/>
</Relationships>
</file>

<file path=ppt/slides/_rels/slide1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57.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6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8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93.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205.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17.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217.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22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0" name="Rectangle 1"/>
          <p:cNvSpPr/>
          <p:nvPr/>
        </p:nvSpPr>
        <p:spPr>
          <a:xfrm>
            <a:off x="0" y="0"/>
            <a:ext cx="12179880" cy="68490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21" name="Rectangle 2"/>
          <p:cNvSpPr/>
          <p:nvPr/>
        </p:nvSpPr>
        <p:spPr>
          <a:xfrm>
            <a:off x="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22" name="Rectangle 3"/>
          <p:cNvSpPr/>
          <p:nvPr/>
        </p:nvSpPr>
        <p:spPr>
          <a:xfrm>
            <a:off x="914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23" name="Rectangle 4"/>
          <p:cNvSpPr/>
          <p:nvPr/>
        </p:nvSpPr>
        <p:spPr>
          <a:xfrm>
            <a:off x="1828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24" name="Rectangle 5"/>
          <p:cNvSpPr/>
          <p:nvPr/>
        </p:nvSpPr>
        <p:spPr>
          <a:xfrm>
            <a:off x="2743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25" name="Rectangle 6"/>
          <p:cNvSpPr/>
          <p:nvPr/>
        </p:nvSpPr>
        <p:spPr>
          <a:xfrm>
            <a:off x="3657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26" name="Rectangle 7"/>
          <p:cNvSpPr/>
          <p:nvPr/>
        </p:nvSpPr>
        <p:spPr>
          <a:xfrm>
            <a:off x="4572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27" name="Rectangle 8"/>
          <p:cNvSpPr/>
          <p:nvPr/>
        </p:nvSpPr>
        <p:spPr>
          <a:xfrm>
            <a:off x="5486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28" name="Rectangle 9"/>
          <p:cNvSpPr/>
          <p:nvPr/>
        </p:nvSpPr>
        <p:spPr>
          <a:xfrm>
            <a:off x="6400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29" name="Rectangle 10"/>
          <p:cNvSpPr/>
          <p:nvPr/>
        </p:nvSpPr>
        <p:spPr>
          <a:xfrm>
            <a:off x="7315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30" name="Rectangle 11"/>
          <p:cNvSpPr/>
          <p:nvPr/>
        </p:nvSpPr>
        <p:spPr>
          <a:xfrm>
            <a:off x="8229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31" name="Rectangle 12"/>
          <p:cNvSpPr/>
          <p:nvPr/>
        </p:nvSpPr>
        <p:spPr>
          <a:xfrm>
            <a:off x="9144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32" name="Rectangle 13"/>
          <p:cNvSpPr/>
          <p:nvPr/>
        </p:nvSpPr>
        <p:spPr>
          <a:xfrm>
            <a:off x="10058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33" name="Rectangle 14"/>
          <p:cNvSpPr/>
          <p:nvPr/>
        </p:nvSpPr>
        <p:spPr>
          <a:xfrm>
            <a:off x="10972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34" name="Rectangle 15"/>
          <p:cNvSpPr/>
          <p:nvPr/>
        </p:nvSpPr>
        <p:spPr>
          <a:xfrm>
            <a:off x="11887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35" name="Rectangle 16"/>
          <p:cNvSpPr/>
          <p:nvPr/>
        </p:nvSpPr>
        <p:spPr>
          <a:xfrm>
            <a:off x="0" y="0"/>
            <a:ext cx="311040" cy="68490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36" name="Rounded Rectangle 17"/>
          <p:cNvSpPr/>
          <p:nvPr/>
        </p:nvSpPr>
        <p:spPr>
          <a:xfrm>
            <a:off x="9875520" y="365760"/>
            <a:ext cx="2002680" cy="4939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37" name="TextBox 18"/>
          <p:cNvSpPr/>
          <p:nvPr/>
        </p:nvSpPr>
        <p:spPr>
          <a:xfrm>
            <a:off x="3340800" y="1005840"/>
            <a:ext cx="4289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a:t>
            </a:r>
            <a:endParaRPr b="0" lang="en-US" sz="4800" spc="-1" strike="noStrike">
              <a:solidFill>
                <a:srgbClr val="000000"/>
              </a:solidFill>
              <a:latin typeface="Arial"/>
            </a:endParaRPr>
          </a:p>
        </p:txBody>
      </p:sp>
      <p:sp>
        <p:nvSpPr>
          <p:cNvPr id="838" name="TextBox 19"/>
          <p:cNvSpPr/>
          <p:nvPr/>
        </p:nvSpPr>
        <p:spPr>
          <a:xfrm>
            <a:off x="1470960" y="2057400"/>
            <a:ext cx="95018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Variables are named memory locations used to store data in a program.</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In Java, every variable must have a specific data type that defines what kind of data it can store.</a:t>
            </a:r>
            <a:endParaRPr b="0" lang="en-US" sz="1900" spc="-1" strike="noStrike">
              <a:solidFill>
                <a:srgbClr val="000000"/>
              </a:solidFill>
              <a:latin typeface="Arial"/>
            </a:endParaRPr>
          </a:p>
        </p:txBody>
      </p:sp>
      <p:sp>
        <p:nvSpPr>
          <p:cNvPr id="839" name="Rounded Rectangle 20"/>
          <p:cNvSpPr/>
          <p:nvPr/>
        </p:nvSpPr>
        <p:spPr>
          <a:xfrm>
            <a:off x="98748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40" name="Rounded Rectangle 21"/>
          <p:cNvSpPr/>
          <p:nvPr/>
        </p:nvSpPr>
        <p:spPr>
          <a:xfrm>
            <a:off x="914400" y="3108960"/>
            <a:ext cx="3282840" cy="3283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100" spc="-1" strike="noStrike">
                <a:solidFill>
                  <a:schemeClr val="lt1"/>
                </a:solidFill>
                <a:latin typeface="Calibri"/>
                <a:ea typeface="DejaVu Sans"/>
              </a:rPr>
              <a:t>Variable Definition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A variable is a named memory location used to store data.</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Data Type Requirement</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In Java, every variable must be declared with a specific data type.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Memory Allocation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The data type determines the type of value and the memory size.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Example Data Types</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For example, int stores whole numbers, double stores decimals, and String stores text.</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Program Flexibility</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Variables allow programs to store and modify data during execution.</a:t>
            </a:r>
            <a:endParaRPr b="0" lang="en-US" sz="1100" spc="-1" strike="noStrike">
              <a:solidFill>
                <a:srgbClr val="ffffff"/>
              </a:solidFill>
              <a:latin typeface="Arial"/>
            </a:endParaRPr>
          </a:p>
        </p:txBody>
      </p:sp>
      <p:sp>
        <p:nvSpPr>
          <p:cNvPr id="841" name="Rounded Rectangle 22"/>
          <p:cNvSpPr/>
          <p:nvPr/>
        </p:nvSpPr>
        <p:spPr>
          <a:xfrm>
            <a:off x="450792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42" name="Rounded Rectangle 23"/>
          <p:cNvSpPr/>
          <p:nvPr/>
        </p:nvSpPr>
        <p:spPr>
          <a:xfrm>
            <a:off x="4434840" y="3108960"/>
            <a:ext cx="3282840" cy="2734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Start Program</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Declare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(data type + name)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Assign Value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Use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(print / calculate)</a:t>
            </a:r>
            <a:endParaRPr b="0" lang="en-US" sz="1800" spc="-1" strike="noStrike">
              <a:solidFill>
                <a:srgbClr val="ffffff"/>
              </a:solidFill>
              <a:latin typeface="Arial"/>
            </a:endParaRPr>
          </a:p>
        </p:txBody>
      </p:sp>
      <p:sp>
        <p:nvSpPr>
          <p:cNvPr id="843" name="Rounded Rectangle 24"/>
          <p:cNvSpPr/>
          <p:nvPr/>
        </p:nvSpPr>
        <p:spPr>
          <a:xfrm>
            <a:off x="802836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44" name="Rounded Rectangle 25"/>
          <p:cNvSpPr/>
          <p:nvPr/>
        </p:nvSpPr>
        <p:spPr>
          <a:xfrm>
            <a:off x="7955280" y="3108960"/>
            <a:ext cx="3466800" cy="3283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VariableExample{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21;</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br>
              <a:rPr sz="1400"/>
            </a:b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System.out.println(price);    System.out.println(name);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845" name="TextBox 2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6" name="Rectangle 32"/>
          <p:cNvSpPr/>
          <p:nvPr/>
        </p:nvSpPr>
        <p:spPr>
          <a:xfrm>
            <a:off x="0" y="0"/>
            <a:ext cx="12179880" cy="68490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7" name="Rectangle 33"/>
          <p:cNvSpPr/>
          <p:nvPr/>
        </p:nvSpPr>
        <p:spPr>
          <a:xfrm>
            <a:off x="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8" name="Rectangle 34"/>
          <p:cNvSpPr/>
          <p:nvPr/>
        </p:nvSpPr>
        <p:spPr>
          <a:xfrm>
            <a:off x="914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9" name="Rectangle 35"/>
          <p:cNvSpPr/>
          <p:nvPr/>
        </p:nvSpPr>
        <p:spPr>
          <a:xfrm>
            <a:off x="1828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0" name="Rectangle 36"/>
          <p:cNvSpPr/>
          <p:nvPr/>
        </p:nvSpPr>
        <p:spPr>
          <a:xfrm>
            <a:off x="2743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1" name="Rectangle 37"/>
          <p:cNvSpPr/>
          <p:nvPr/>
        </p:nvSpPr>
        <p:spPr>
          <a:xfrm>
            <a:off x="3657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2" name="Rectangle 38"/>
          <p:cNvSpPr/>
          <p:nvPr/>
        </p:nvSpPr>
        <p:spPr>
          <a:xfrm>
            <a:off x="4572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3" name="Rectangle 39"/>
          <p:cNvSpPr/>
          <p:nvPr/>
        </p:nvSpPr>
        <p:spPr>
          <a:xfrm>
            <a:off x="5486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4" name="Rectangle 40"/>
          <p:cNvSpPr/>
          <p:nvPr/>
        </p:nvSpPr>
        <p:spPr>
          <a:xfrm>
            <a:off x="6400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5" name="Rectangle 41"/>
          <p:cNvSpPr/>
          <p:nvPr/>
        </p:nvSpPr>
        <p:spPr>
          <a:xfrm>
            <a:off x="7315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6" name="Rectangle 42"/>
          <p:cNvSpPr/>
          <p:nvPr/>
        </p:nvSpPr>
        <p:spPr>
          <a:xfrm>
            <a:off x="8229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7" name="Rectangle 43"/>
          <p:cNvSpPr/>
          <p:nvPr/>
        </p:nvSpPr>
        <p:spPr>
          <a:xfrm>
            <a:off x="9144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8" name="Rectangle 44"/>
          <p:cNvSpPr/>
          <p:nvPr/>
        </p:nvSpPr>
        <p:spPr>
          <a:xfrm>
            <a:off x="10058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9" name="Rectangle 45"/>
          <p:cNvSpPr/>
          <p:nvPr/>
        </p:nvSpPr>
        <p:spPr>
          <a:xfrm>
            <a:off x="10972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0" name="Rectangle 46"/>
          <p:cNvSpPr/>
          <p:nvPr/>
        </p:nvSpPr>
        <p:spPr>
          <a:xfrm>
            <a:off x="11887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1" name="Rectangle 47"/>
          <p:cNvSpPr/>
          <p:nvPr/>
        </p:nvSpPr>
        <p:spPr>
          <a:xfrm>
            <a:off x="0" y="0"/>
            <a:ext cx="311040" cy="68490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2" name="Rounded Rectangle 8"/>
          <p:cNvSpPr/>
          <p:nvPr/>
        </p:nvSpPr>
        <p:spPr>
          <a:xfrm>
            <a:off x="9875520" y="365760"/>
            <a:ext cx="2002680" cy="4939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63" name="TextBox 4"/>
          <p:cNvSpPr/>
          <p:nvPr/>
        </p:nvSpPr>
        <p:spPr>
          <a:xfrm>
            <a:off x="2652120" y="1005840"/>
            <a:ext cx="5667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 TYPES</a:t>
            </a:r>
            <a:endParaRPr b="0" lang="en-US" sz="4800" spc="-1" strike="noStrike">
              <a:solidFill>
                <a:srgbClr val="000000"/>
              </a:solidFill>
              <a:latin typeface="Arial"/>
            </a:endParaRPr>
          </a:p>
        </p:txBody>
      </p:sp>
      <p:sp>
        <p:nvSpPr>
          <p:cNvPr id="864" name="TextBox 5"/>
          <p:cNvSpPr/>
          <p:nvPr/>
        </p:nvSpPr>
        <p:spPr>
          <a:xfrm>
            <a:off x="712800" y="2057400"/>
            <a:ext cx="1101816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variables are classified based on where they are declared and how they are used within a class or method.</a:t>
            </a:r>
            <a:endParaRPr b="0" lang="en-US" sz="1900" spc="-1" strike="noStrike">
              <a:solidFill>
                <a:srgbClr val="000000"/>
              </a:solidFill>
              <a:latin typeface="Arial"/>
            </a:endParaRPr>
          </a:p>
        </p:txBody>
      </p:sp>
      <p:sp>
        <p:nvSpPr>
          <p:cNvPr id="865" name="Rounded Rectangle 9"/>
          <p:cNvSpPr/>
          <p:nvPr/>
        </p:nvSpPr>
        <p:spPr>
          <a:xfrm>
            <a:off x="98748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6" name="Rounded Rectangle 10"/>
          <p:cNvSpPr/>
          <p:nvPr/>
        </p:nvSpPr>
        <p:spPr>
          <a:xfrm>
            <a:off x="826200" y="2925720"/>
            <a:ext cx="3386520" cy="3697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Local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Local variables are declared inside a method, constructor, or block. They can only be accessed within that specific method or block where they are created.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Instance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Instance variables are declared inside a class but outside methods. Each object of the class has its own copy of these variables.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Static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Static variables are declared using the static keyword. They belong to the class itself and are shared among all objects of that class.</a:t>
            </a:r>
            <a:endParaRPr b="0" lang="en-US" sz="1300" spc="-1" strike="noStrike">
              <a:solidFill>
                <a:srgbClr val="ffffff"/>
              </a:solidFill>
              <a:latin typeface="Arial"/>
            </a:endParaRPr>
          </a:p>
        </p:txBody>
      </p:sp>
      <p:sp>
        <p:nvSpPr>
          <p:cNvPr id="867" name="Rounded Rectangle 11"/>
          <p:cNvSpPr/>
          <p:nvPr/>
        </p:nvSpPr>
        <p:spPr>
          <a:xfrm>
            <a:off x="450792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8" name="Rounded Rectangle 12"/>
          <p:cNvSpPr/>
          <p:nvPr/>
        </p:nvSpPr>
        <p:spPr>
          <a:xfrm>
            <a:off x="4434840" y="3108960"/>
            <a:ext cx="3282840" cy="3055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Class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Static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Instance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Method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Local Variable</a:t>
            </a:r>
            <a:endParaRPr b="0" lang="en-US" sz="1800" spc="-1" strike="noStrike">
              <a:solidFill>
                <a:srgbClr val="ffffff"/>
              </a:solidFill>
              <a:latin typeface="Arial"/>
            </a:endParaRPr>
          </a:p>
        </p:txBody>
      </p:sp>
      <p:sp>
        <p:nvSpPr>
          <p:cNvPr id="869" name="Rounded Rectangle 13"/>
          <p:cNvSpPr/>
          <p:nvPr/>
        </p:nvSpPr>
        <p:spPr>
          <a:xfrm>
            <a:off x="802836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0" name="Rounded Rectangle 14"/>
          <p:cNvSpPr/>
          <p:nvPr/>
        </p:nvSpPr>
        <p:spPr>
          <a:xfrm>
            <a:off x="7955280" y="3108960"/>
            <a:ext cx="3466800" cy="3283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VariableTypes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instanceVar = 10;        // instance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static int staticVar = 20;   // static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void showVariables()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localVar = 30;       // local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System.out.println(localVar);        System.out.println(instanceVar);        System.out.println(staticVar);</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871" name="TextBox 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2" name="Rectangle 160"/>
          <p:cNvSpPr/>
          <p:nvPr/>
        </p:nvSpPr>
        <p:spPr>
          <a:xfrm>
            <a:off x="0" y="0"/>
            <a:ext cx="12182040" cy="68511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3" name="Rectangle 161"/>
          <p:cNvSpPr/>
          <p:nvPr/>
        </p:nvSpPr>
        <p:spPr>
          <a:xfrm>
            <a:off x="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4" name="Rectangle 162"/>
          <p:cNvSpPr/>
          <p:nvPr/>
        </p:nvSpPr>
        <p:spPr>
          <a:xfrm>
            <a:off x="914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5" name="Rectangle 163"/>
          <p:cNvSpPr/>
          <p:nvPr/>
        </p:nvSpPr>
        <p:spPr>
          <a:xfrm>
            <a:off x="1828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6" name="Rectangle 164"/>
          <p:cNvSpPr/>
          <p:nvPr/>
        </p:nvSpPr>
        <p:spPr>
          <a:xfrm>
            <a:off x="2743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7" name="Rectangle 165"/>
          <p:cNvSpPr/>
          <p:nvPr/>
        </p:nvSpPr>
        <p:spPr>
          <a:xfrm>
            <a:off x="3657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8" name="Rectangle 166"/>
          <p:cNvSpPr/>
          <p:nvPr/>
        </p:nvSpPr>
        <p:spPr>
          <a:xfrm>
            <a:off x="4572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9" name="Rectangle 167"/>
          <p:cNvSpPr/>
          <p:nvPr/>
        </p:nvSpPr>
        <p:spPr>
          <a:xfrm>
            <a:off x="5486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0" name="Rectangle 168"/>
          <p:cNvSpPr/>
          <p:nvPr/>
        </p:nvSpPr>
        <p:spPr>
          <a:xfrm>
            <a:off x="6400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1" name="Rectangle 169"/>
          <p:cNvSpPr/>
          <p:nvPr/>
        </p:nvSpPr>
        <p:spPr>
          <a:xfrm>
            <a:off x="7315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2" name="Rectangle 170"/>
          <p:cNvSpPr/>
          <p:nvPr/>
        </p:nvSpPr>
        <p:spPr>
          <a:xfrm>
            <a:off x="8229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3" name="Rectangle 171"/>
          <p:cNvSpPr/>
          <p:nvPr/>
        </p:nvSpPr>
        <p:spPr>
          <a:xfrm>
            <a:off x="9144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4" name="Rectangle 172"/>
          <p:cNvSpPr/>
          <p:nvPr/>
        </p:nvSpPr>
        <p:spPr>
          <a:xfrm>
            <a:off x="10058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5" name="Rectangle 173"/>
          <p:cNvSpPr/>
          <p:nvPr/>
        </p:nvSpPr>
        <p:spPr>
          <a:xfrm>
            <a:off x="10972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6" name="Rectangle 174"/>
          <p:cNvSpPr/>
          <p:nvPr/>
        </p:nvSpPr>
        <p:spPr>
          <a:xfrm>
            <a:off x="11887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7" name="Rectangle 175"/>
          <p:cNvSpPr/>
          <p:nvPr/>
        </p:nvSpPr>
        <p:spPr>
          <a:xfrm>
            <a:off x="0" y="0"/>
            <a:ext cx="313200" cy="68511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8" name="Rounded Rectangle 71"/>
          <p:cNvSpPr/>
          <p:nvPr/>
        </p:nvSpPr>
        <p:spPr>
          <a:xfrm>
            <a:off x="9875520" y="365760"/>
            <a:ext cx="2004840" cy="4960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89" name="TextBox 31"/>
          <p:cNvSpPr/>
          <p:nvPr/>
        </p:nvSpPr>
        <p:spPr>
          <a:xfrm>
            <a:off x="2074320" y="685800"/>
            <a:ext cx="684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 EXAMPLE</a:t>
            </a:r>
            <a:endParaRPr b="0" lang="en-US" sz="4800" spc="-1" strike="noStrike">
              <a:solidFill>
                <a:srgbClr val="000000"/>
              </a:solidFill>
              <a:latin typeface="Arial"/>
            </a:endParaRPr>
          </a:p>
        </p:txBody>
      </p:sp>
      <p:sp>
        <p:nvSpPr>
          <p:cNvPr id="890" name="TextBox 32"/>
          <p:cNvSpPr/>
          <p:nvPr/>
        </p:nvSpPr>
        <p:spPr>
          <a:xfrm>
            <a:off x="2312280" y="1679400"/>
            <a:ext cx="6373080" cy="1063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600" spc="-1" strike="noStrike">
                <a:solidFill>
                  <a:srgbClr val="aaaaaa"/>
                </a:solidFill>
                <a:latin typeface="Calibri"/>
                <a:ea typeface="DejaVu Sans"/>
              </a:rPr>
              <a:t>Java programs use different variable types together.</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Each type has a different scope and lifetime.</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Local variables exist in methods, I</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nstance variables belong to objects, and static variables belong to the class.</a:t>
            </a:r>
            <a:endParaRPr b="0" lang="en-US" sz="1600" spc="-1" strike="noStrike">
              <a:solidFill>
                <a:srgbClr val="000000"/>
              </a:solidFill>
              <a:latin typeface="Arial"/>
            </a:endParaRPr>
          </a:p>
        </p:txBody>
      </p:sp>
      <p:sp>
        <p:nvSpPr>
          <p:cNvPr id="891" name="Rounded Rectangle 72"/>
          <p:cNvSpPr/>
          <p:nvPr/>
        </p:nvSpPr>
        <p:spPr>
          <a:xfrm>
            <a:off x="98748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2" name="Rounded Rectangle 73"/>
          <p:cNvSpPr/>
          <p:nvPr/>
        </p:nvSpPr>
        <p:spPr>
          <a:xfrm>
            <a:off x="685800" y="2971800"/>
            <a:ext cx="3513600" cy="3194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Değişken Kapsamı</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Yerel Değişken (Local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Sadece bir metod içinde bulunur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başladığında oluşturulur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bittiğinde yok edilir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Instance Değişken (Instance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Bir nesneye aittir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Her nesnenin kendine ait kopyası vardır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Static Değişken (Static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Tüm nesneler tarafından paylaşılır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Sınıfın kendisine aittir</a:t>
            </a:r>
            <a:endParaRPr b="0" lang="en-US" sz="1400" spc="-1" strike="noStrike">
              <a:solidFill>
                <a:srgbClr val="ffffff"/>
              </a:solidFill>
              <a:latin typeface="Arial"/>
            </a:endParaRPr>
          </a:p>
        </p:txBody>
      </p:sp>
      <p:sp>
        <p:nvSpPr>
          <p:cNvPr id="893" name="Rounded Rectangle 74"/>
          <p:cNvSpPr/>
          <p:nvPr/>
        </p:nvSpPr>
        <p:spPr>
          <a:xfrm>
            <a:off x="450792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4" name="Rounded Rectangle 75"/>
          <p:cNvSpPr/>
          <p:nvPr/>
        </p:nvSpPr>
        <p:spPr>
          <a:xfrm>
            <a:off x="4434840" y="3108960"/>
            <a:ext cx="3285000" cy="3057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Execution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Class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Static Variable (shared)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Object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Call Method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Local Variable</a:t>
            </a:r>
            <a:endParaRPr b="0" lang="en-US" sz="1400" spc="-1" strike="noStrike">
              <a:solidFill>
                <a:srgbClr val="ffffff"/>
              </a:solidFill>
              <a:latin typeface="Arial"/>
            </a:endParaRPr>
          </a:p>
        </p:txBody>
      </p:sp>
      <p:sp>
        <p:nvSpPr>
          <p:cNvPr id="895" name="Rounded Rectangle 76"/>
          <p:cNvSpPr/>
          <p:nvPr/>
        </p:nvSpPr>
        <p:spPr>
          <a:xfrm>
            <a:off x="802836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6" name="Rounded Rectangle 77"/>
          <p:cNvSpPr/>
          <p:nvPr/>
        </p:nvSpPr>
        <p:spPr>
          <a:xfrm>
            <a:off x="7955280" y="2971800"/>
            <a:ext cx="3697560" cy="3423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50" spc="-1" strike="noStrike">
                <a:solidFill>
                  <a:srgbClr val="78ffc8"/>
                </a:solidFill>
                <a:latin typeface="Consolas"/>
                <a:ea typeface="DejaVu Sans"/>
              </a:rPr>
              <a:t>public class VariableDemo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static String university = "Tech University"; // static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String studentName; // instance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void showInfo()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int year = 2; // local variable</a:t>
            </a:r>
            <a:endParaRPr b="0" lang="en-US" sz="1050" spc="-1" strike="noStrike">
              <a:solidFill>
                <a:srgbClr val="ffffff"/>
              </a:solidFill>
              <a:latin typeface="Arial"/>
            </a:endParaRPr>
          </a:p>
          <a:p>
            <a:pPr algn="ctr">
              <a:lnSpc>
                <a:spcPct val="100000"/>
              </a:lnSpc>
            </a:pP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System.out.println(studentName);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System.out.println(university);</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System.out.println(year);</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static void main(String[] args)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VariableDemo s1 = new VariableDemo();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s1.studentName = "Tuna";</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s1.showInfo();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a:t>
            </a:r>
            <a:endParaRPr b="0" lang="en-US" sz="1050" spc="-1" strike="noStrike">
              <a:solidFill>
                <a:srgbClr val="ffffff"/>
              </a:solidFill>
              <a:latin typeface="Arial"/>
            </a:endParaRPr>
          </a:p>
        </p:txBody>
      </p:sp>
      <p:sp>
        <p:nvSpPr>
          <p:cNvPr id="897" name="TextBox 3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8" name="Rectangle 144"/>
          <p:cNvSpPr/>
          <p:nvPr/>
        </p:nvSpPr>
        <p:spPr>
          <a:xfrm>
            <a:off x="0" y="0"/>
            <a:ext cx="12181680" cy="68508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9" name="Rectangle 145"/>
          <p:cNvSpPr/>
          <p:nvPr/>
        </p:nvSpPr>
        <p:spPr>
          <a:xfrm>
            <a:off x="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0" name="Rectangle 146"/>
          <p:cNvSpPr/>
          <p:nvPr/>
        </p:nvSpPr>
        <p:spPr>
          <a:xfrm>
            <a:off x="914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1" name="Rectangle 147"/>
          <p:cNvSpPr/>
          <p:nvPr/>
        </p:nvSpPr>
        <p:spPr>
          <a:xfrm>
            <a:off x="1828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2" name="Rectangle 148"/>
          <p:cNvSpPr/>
          <p:nvPr/>
        </p:nvSpPr>
        <p:spPr>
          <a:xfrm>
            <a:off x="2743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3" name="Rectangle 149"/>
          <p:cNvSpPr/>
          <p:nvPr/>
        </p:nvSpPr>
        <p:spPr>
          <a:xfrm>
            <a:off x="3657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4" name="Rectangle 150"/>
          <p:cNvSpPr/>
          <p:nvPr/>
        </p:nvSpPr>
        <p:spPr>
          <a:xfrm>
            <a:off x="4572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5" name="Rectangle 151"/>
          <p:cNvSpPr/>
          <p:nvPr/>
        </p:nvSpPr>
        <p:spPr>
          <a:xfrm>
            <a:off x="5486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6" name="Rectangle 152"/>
          <p:cNvSpPr/>
          <p:nvPr/>
        </p:nvSpPr>
        <p:spPr>
          <a:xfrm>
            <a:off x="6400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7" name="Rectangle 153"/>
          <p:cNvSpPr/>
          <p:nvPr/>
        </p:nvSpPr>
        <p:spPr>
          <a:xfrm>
            <a:off x="7315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8" name="Rectangle 154"/>
          <p:cNvSpPr/>
          <p:nvPr/>
        </p:nvSpPr>
        <p:spPr>
          <a:xfrm>
            <a:off x="8229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9" name="Rectangle 155"/>
          <p:cNvSpPr/>
          <p:nvPr/>
        </p:nvSpPr>
        <p:spPr>
          <a:xfrm>
            <a:off x="9144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0" name="Rectangle 156"/>
          <p:cNvSpPr/>
          <p:nvPr/>
        </p:nvSpPr>
        <p:spPr>
          <a:xfrm>
            <a:off x="10058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1" name="Rectangle 157"/>
          <p:cNvSpPr/>
          <p:nvPr/>
        </p:nvSpPr>
        <p:spPr>
          <a:xfrm>
            <a:off x="10972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2" name="Rectangle 158"/>
          <p:cNvSpPr/>
          <p:nvPr/>
        </p:nvSpPr>
        <p:spPr>
          <a:xfrm>
            <a:off x="11887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3" name="Rectangle 159"/>
          <p:cNvSpPr/>
          <p:nvPr/>
        </p:nvSpPr>
        <p:spPr>
          <a:xfrm>
            <a:off x="0" y="0"/>
            <a:ext cx="312840" cy="68508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4" name="Rounded Rectangle 64"/>
          <p:cNvSpPr/>
          <p:nvPr/>
        </p:nvSpPr>
        <p:spPr>
          <a:xfrm>
            <a:off x="9875520" y="365760"/>
            <a:ext cx="2004480" cy="4957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15" name="TextBox 28"/>
          <p:cNvSpPr/>
          <p:nvPr/>
        </p:nvSpPr>
        <p:spPr>
          <a:xfrm>
            <a:off x="3228120" y="1005840"/>
            <a:ext cx="4515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DATA TYPES</a:t>
            </a:r>
            <a:endParaRPr b="0" lang="en-US" sz="4800" spc="-1" strike="noStrike">
              <a:solidFill>
                <a:srgbClr val="000000"/>
              </a:solidFill>
              <a:latin typeface="Arial"/>
            </a:endParaRPr>
          </a:p>
        </p:txBody>
      </p:sp>
      <p:sp>
        <p:nvSpPr>
          <p:cNvPr id="916" name="TextBox 29"/>
          <p:cNvSpPr/>
          <p:nvPr/>
        </p:nvSpPr>
        <p:spPr>
          <a:xfrm>
            <a:off x="2229120" y="2194560"/>
            <a:ext cx="65120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Data types define what kind of value a variable can store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Every variable must have a specific data type</a:t>
            </a:r>
            <a:endParaRPr b="0" lang="en-US" sz="1900" spc="-1" strike="noStrike">
              <a:solidFill>
                <a:srgbClr val="000000"/>
              </a:solidFill>
              <a:latin typeface="Arial"/>
            </a:endParaRPr>
          </a:p>
        </p:txBody>
      </p:sp>
      <p:sp>
        <p:nvSpPr>
          <p:cNvPr id="917" name="Rounded Rectangle 65"/>
          <p:cNvSpPr/>
          <p:nvPr/>
        </p:nvSpPr>
        <p:spPr>
          <a:xfrm>
            <a:off x="98748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8" name="Rounded Rectangle 66"/>
          <p:cNvSpPr/>
          <p:nvPr/>
        </p:nvSpPr>
        <p:spPr>
          <a:xfrm>
            <a:off x="685800" y="3108960"/>
            <a:ext cx="3513240" cy="3285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500" spc="-1" strike="noStrike">
                <a:solidFill>
                  <a:schemeClr val="lt1"/>
                </a:solidFill>
                <a:latin typeface="Calibri"/>
                <a:ea typeface="DejaVu Sans"/>
              </a:rPr>
              <a:t>Data Types</a:t>
            </a:r>
            <a:r>
              <a:rPr b="0" lang="en-US" sz="1500" spc="-1" strike="noStrike">
                <a:solidFill>
                  <a:schemeClr val="lt1"/>
                </a:solidFill>
                <a:latin typeface="Calibri"/>
                <a:ea typeface="DejaVu Sans"/>
              </a:rPr>
              <a:t> specify the type of data stored in a variable.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Java has </a:t>
            </a:r>
            <a:r>
              <a:rPr b="1" lang="en-US" sz="1500" spc="-1" strike="noStrike">
                <a:solidFill>
                  <a:schemeClr val="lt1"/>
                </a:solidFill>
                <a:latin typeface="Calibri"/>
                <a:ea typeface="DejaVu Sans"/>
              </a:rPr>
              <a:t>two main data type categories</a:t>
            </a:r>
            <a:r>
              <a:rPr b="0" lang="en-US" sz="1500" spc="-1" strike="noStrike">
                <a:solidFill>
                  <a:schemeClr val="lt1"/>
                </a:solidFill>
                <a:latin typeface="Calibri"/>
                <a:ea typeface="DejaVu Sans"/>
              </a:rPr>
              <a:t>.</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simple values directly in memory.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a:t>
            </a:r>
            <a:r>
              <a:rPr b="1" lang="en-US" sz="1500" spc="-1" strike="noStrike">
                <a:solidFill>
                  <a:schemeClr val="lt1"/>
                </a:solidFill>
                <a:latin typeface="Calibri"/>
                <a:ea typeface="DejaVu Sans"/>
              </a:rPr>
              <a:t>int, double, char, boolean.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references to objects.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String, Arrays, Classes.</a:t>
            </a:r>
            <a:endParaRPr b="0" lang="en-US" sz="1500" spc="-1" strike="noStrike">
              <a:solidFill>
                <a:srgbClr val="ffffff"/>
              </a:solidFill>
              <a:latin typeface="Arial"/>
            </a:endParaRPr>
          </a:p>
        </p:txBody>
      </p:sp>
      <p:sp>
        <p:nvSpPr>
          <p:cNvPr id="919" name="Rounded Rectangle 67"/>
          <p:cNvSpPr/>
          <p:nvPr/>
        </p:nvSpPr>
        <p:spPr>
          <a:xfrm>
            <a:off x="450792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0" name="Rounded Rectangle 68"/>
          <p:cNvSpPr/>
          <p:nvPr/>
        </p:nvSpPr>
        <p:spPr>
          <a:xfrm>
            <a:off x="4434840" y="3108960"/>
            <a:ext cx="3284640" cy="3057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Java Data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int</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double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char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boolean</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String</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Array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Class</a:t>
            </a:r>
            <a:endParaRPr b="0" lang="en-US" sz="1500" spc="-1" strike="noStrike">
              <a:solidFill>
                <a:srgbClr val="ffffff"/>
              </a:solidFill>
              <a:latin typeface="Arial"/>
            </a:endParaRPr>
          </a:p>
        </p:txBody>
      </p:sp>
      <p:sp>
        <p:nvSpPr>
          <p:cNvPr id="921" name="Rounded Rectangle 69"/>
          <p:cNvSpPr/>
          <p:nvPr/>
        </p:nvSpPr>
        <p:spPr>
          <a:xfrm>
            <a:off x="802836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2" name="Rounded Rectangle 70"/>
          <p:cNvSpPr/>
          <p:nvPr/>
        </p:nvSpPr>
        <p:spPr>
          <a:xfrm>
            <a:off x="7955280" y="3108960"/>
            <a:ext cx="3697200" cy="3057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DataTypesExample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salary = 5500.5;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char grade = 'A';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boolean isStudent = true;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"Tuna";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923" name="TextBox 3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4" name="Rectangle 48"/>
          <p:cNvSpPr/>
          <p:nvPr/>
        </p:nvSpPr>
        <p:spPr>
          <a:xfrm>
            <a:off x="0" y="0"/>
            <a:ext cx="12179880" cy="68490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5" name="Rectangle 49"/>
          <p:cNvSpPr/>
          <p:nvPr/>
        </p:nvSpPr>
        <p:spPr>
          <a:xfrm>
            <a:off x="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6" name="Rectangle 50"/>
          <p:cNvSpPr/>
          <p:nvPr/>
        </p:nvSpPr>
        <p:spPr>
          <a:xfrm>
            <a:off x="914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7" name="Rectangle 51"/>
          <p:cNvSpPr/>
          <p:nvPr/>
        </p:nvSpPr>
        <p:spPr>
          <a:xfrm>
            <a:off x="1828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8" name="Rectangle 52"/>
          <p:cNvSpPr/>
          <p:nvPr/>
        </p:nvSpPr>
        <p:spPr>
          <a:xfrm>
            <a:off x="2743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9" name="Rectangle 53"/>
          <p:cNvSpPr/>
          <p:nvPr/>
        </p:nvSpPr>
        <p:spPr>
          <a:xfrm>
            <a:off x="3657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0" name="Rectangle 54"/>
          <p:cNvSpPr/>
          <p:nvPr/>
        </p:nvSpPr>
        <p:spPr>
          <a:xfrm>
            <a:off x="4572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1" name="Rectangle 55"/>
          <p:cNvSpPr/>
          <p:nvPr/>
        </p:nvSpPr>
        <p:spPr>
          <a:xfrm>
            <a:off x="5486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2" name="Rectangle 56"/>
          <p:cNvSpPr/>
          <p:nvPr/>
        </p:nvSpPr>
        <p:spPr>
          <a:xfrm>
            <a:off x="6400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3" name="Rectangle 57"/>
          <p:cNvSpPr/>
          <p:nvPr/>
        </p:nvSpPr>
        <p:spPr>
          <a:xfrm>
            <a:off x="7315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4" name="Rectangle 58"/>
          <p:cNvSpPr/>
          <p:nvPr/>
        </p:nvSpPr>
        <p:spPr>
          <a:xfrm>
            <a:off x="8229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5" name="Rectangle 59"/>
          <p:cNvSpPr/>
          <p:nvPr/>
        </p:nvSpPr>
        <p:spPr>
          <a:xfrm>
            <a:off x="9144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6" name="Rectangle 60"/>
          <p:cNvSpPr/>
          <p:nvPr/>
        </p:nvSpPr>
        <p:spPr>
          <a:xfrm>
            <a:off x="10058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7" name="Rectangle 61"/>
          <p:cNvSpPr/>
          <p:nvPr/>
        </p:nvSpPr>
        <p:spPr>
          <a:xfrm>
            <a:off x="10972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8" name="Rectangle 62"/>
          <p:cNvSpPr/>
          <p:nvPr/>
        </p:nvSpPr>
        <p:spPr>
          <a:xfrm>
            <a:off x="11887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9" name="Rectangle 63"/>
          <p:cNvSpPr/>
          <p:nvPr/>
        </p:nvSpPr>
        <p:spPr>
          <a:xfrm>
            <a:off x="0" y="0"/>
            <a:ext cx="311040" cy="68490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0" name="Rounded Rectangle 15"/>
          <p:cNvSpPr/>
          <p:nvPr/>
        </p:nvSpPr>
        <p:spPr>
          <a:xfrm>
            <a:off x="9875520" y="365760"/>
            <a:ext cx="2002680" cy="4939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41" name="TextBox 7"/>
          <p:cNvSpPr/>
          <p:nvPr/>
        </p:nvSpPr>
        <p:spPr>
          <a:xfrm>
            <a:off x="1629000" y="1005840"/>
            <a:ext cx="77144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   </a:t>
            </a:r>
            <a:r>
              <a:rPr b="1" lang="en-US" sz="4800" spc="-1" strike="noStrike">
                <a:solidFill>
                  <a:srgbClr val="f5f5f5"/>
                </a:solidFill>
                <a:latin typeface="Calibri"/>
                <a:ea typeface="DejaVu Sans"/>
              </a:rPr>
              <a:t>JAVA PRIMITIVE DATA TYPES</a:t>
            </a:r>
            <a:endParaRPr b="0" lang="en-US" sz="4800" spc="-1" strike="noStrike">
              <a:solidFill>
                <a:srgbClr val="000000"/>
              </a:solidFill>
              <a:latin typeface="Arial"/>
            </a:endParaRPr>
          </a:p>
        </p:txBody>
      </p:sp>
      <p:sp>
        <p:nvSpPr>
          <p:cNvPr id="942" name="TextBox 8"/>
          <p:cNvSpPr/>
          <p:nvPr/>
        </p:nvSpPr>
        <p:spPr>
          <a:xfrm>
            <a:off x="1870560" y="1846080"/>
            <a:ext cx="72892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Primitive data types are the basic data types in Java used to store simple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values such as numbers, characters, and boolean values.</a:t>
            </a:r>
            <a:endParaRPr b="0" lang="en-US" sz="1900" spc="-1" strike="noStrike">
              <a:solidFill>
                <a:srgbClr val="000000"/>
              </a:solidFill>
              <a:latin typeface="Arial"/>
            </a:endParaRPr>
          </a:p>
        </p:txBody>
      </p:sp>
      <p:sp>
        <p:nvSpPr>
          <p:cNvPr id="943" name="Rounded Rectangle 16"/>
          <p:cNvSpPr/>
          <p:nvPr/>
        </p:nvSpPr>
        <p:spPr>
          <a:xfrm>
            <a:off x="98748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4" name="Rounded Rectangle 18"/>
          <p:cNvSpPr/>
          <p:nvPr/>
        </p:nvSpPr>
        <p:spPr>
          <a:xfrm>
            <a:off x="685800" y="2743200"/>
            <a:ext cx="3511440" cy="3421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Numeric Types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provides numeric data types such as byte, short, int, long, float, and double to store different kinds of numbers.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Character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char data type is used to store a single character based on the Unicode system.</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Boolean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boolean data type represents logical values and can only store true or false.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Memory Efficiency</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Primitive types are stored directly in memory and are faster and more memory-efficient than reference types.</a:t>
            </a:r>
            <a:endParaRPr b="0" lang="en-US" sz="1300" spc="-1" strike="noStrike">
              <a:solidFill>
                <a:srgbClr val="ffffff"/>
              </a:solidFill>
              <a:latin typeface="Arial"/>
            </a:endParaRPr>
          </a:p>
        </p:txBody>
      </p:sp>
      <p:sp>
        <p:nvSpPr>
          <p:cNvPr id="945" name="Rounded Rectangle 19"/>
          <p:cNvSpPr/>
          <p:nvPr/>
        </p:nvSpPr>
        <p:spPr>
          <a:xfrm>
            <a:off x="450792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6" name="Rounded Rectangle 26"/>
          <p:cNvSpPr/>
          <p:nvPr/>
        </p:nvSpPr>
        <p:spPr>
          <a:xfrm>
            <a:off x="4343400" y="2743200"/>
            <a:ext cx="3374280" cy="3649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Primitive Data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Numeric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Character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char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a:t>
            </a:r>
            <a:endParaRPr b="0" lang="en-US" sz="1400" spc="-1" strike="noStrike">
              <a:solidFill>
                <a:srgbClr val="ffffff"/>
              </a:solidFill>
              <a:latin typeface="Arial"/>
            </a:endParaRPr>
          </a:p>
        </p:txBody>
      </p:sp>
      <p:sp>
        <p:nvSpPr>
          <p:cNvPr id="947" name="Rounded Rectangle 27"/>
          <p:cNvSpPr/>
          <p:nvPr/>
        </p:nvSpPr>
        <p:spPr>
          <a:xfrm>
            <a:off x="802836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8" name="Rounded Rectangle 28"/>
          <p:cNvSpPr/>
          <p:nvPr/>
        </p:nvSpPr>
        <p:spPr>
          <a:xfrm>
            <a:off x="7955280" y="2971800"/>
            <a:ext cx="3695400" cy="3192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PrimitiveExample {</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grade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boolean isStudent = true;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      System.out.println(grade);    System.out.println(isStudent);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949" name="TextBox 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0" name="Rectangle 80"/>
          <p:cNvSpPr/>
          <p:nvPr/>
        </p:nvSpPr>
        <p:spPr>
          <a:xfrm>
            <a:off x="0" y="0"/>
            <a:ext cx="12180240" cy="68493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1" name="Rectangle 81"/>
          <p:cNvSpPr/>
          <p:nvPr/>
        </p:nvSpPr>
        <p:spPr>
          <a:xfrm>
            <a:off x="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2" name="Rectangle 82"/>
          <p:cNvSpPr/>
          <p:nvPr/>
        </p:nvSpPr>
        <p:spPr>
          <a:xfrm>
            <a:off x="914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3" name="Rectangle 83"/>
          <p:cNvSpPr/>
          <p:nvPr/>
        </p:nvSpPr>
        <p:spPr>
          <a:xfrm>
            <a:off x="1828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4" name="Rectangle 84"/>
          <p:cNvSpPr/>
          <p:nvPr/>
        </p:nvSpPr>
        <p:spPr>
          <a:xfrm>
            <a:off x="2743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5" name="Rectangle 85"/>
          <p:cNvSpPr/>
          <p:nvPr/>
        </p:nvSpPr>
        <p:spPr>
          <a:xfrm>
            <a:off x="3657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6" name="Rectangle 86"/>
          <p:cNvSpPr/>
          <p:nvPr/>
        </p:nvSpPr>
        <p:spPr>
          <a:xfrm>
            <a:off x="4572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7" name="Rectangle 87"/>
          <p:cNvSpPr/>
          <p:nvPr/>
        </p:nvSpPr>
        <p:spPr>
          <a:xfrm>
            <a:off x="5486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8" name="Rectangle 88"/>
          <p:cNvSpPr/>
          <p:nvPr/>
        </p:nvSpPr>
        <p:spPr>
          <a:xfrm>
            <a:off x="6400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9" name="Rectangle 89"/>
          <p:cNvSpPr/>
          <p:nvPr/>
        </p:nvSpPr>
        <p:spPr>
          <a:xfrm>
            <a:off x="7315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0" name="Rectangle 90"/>
          <p:cNvSpPr/>
          <p:nvPr/>
        </p:nvSpPr>
        <p:spPr>
          <a:xfrm>
            <a:off x="8229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1" name="Rectangle 91"/>
          <p:cNvSpPr/>
          <p:nvPr/>
        </p:nvSpPr>
        <p:spPr>
          <a:xfrm>
            <a:off x="9144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2" name="Rectangle 92"/>
          <p:cNvSpPr/>
          <p:nvPr/>
        </p:nvSpPr>
        <p:spPr>
          <a:xfrm>
            <a:off x="10058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3" name="Rectangle 93"/>
          <p:cNvSpPr/>
          <p:nvPr/>
        </p:nvSpPr>
        <p:spPr>
          <a:xfrm>
            <a:off x="10972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4" name="Rectangle 94"/>
          <p:cNvSpPr/>
          <p:nvPr/>
        </p:nvSpPr>
        <p:spPr>
          <a:xfrm>
            <a:off x="11887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5" name="Rectangle 95"/>
          <p:cNvSpPr/>
          <p:nvPr/>
        </p:nvSpPr>
        <p:spPr>
          <a:xfrm>
            <a:off x="0" y="0"/>
            <a:ext cx="311400" cy="68493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6" name="Rounded Rectangle 36"/>
          <p:cNvSpPr/>
          <p:nvPr/>
        </p:nvSpPr>
        <p:spPr>
          <a:xfrm>
            <a:off x="9875520" y="365760"/>
            <a:ext cx="2003040" cy="4942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67" name="TextBox 13"/>
          <p:cNvSpPr/>
          <p:nvPr/>
        </p:nvSpPr>
        <p:spPr>
          <a:xfrm>
            <a:off x="2400480" y="1005840"/>
            <a:ext cx="6170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REFERENCE DATA TYPES</a:t>
            </a:r>
            <a:endParaRPr b="0" lang="en-US" sz="4800" spc="-1" strike="noStrike">
              <a:solidFill>
                <a:srgbClr val="000000"/>
              </a:solidFill>
              <a:latin typeface="Arial"/>
            </a:endParaRPr>
          </a:p>
        </p:txBody>
      </p:sp>
      <p:sp>
        <p:nvSpPr>
          <p:cNvPr id="968" name="TextBox 14"/>
          <p:cNvSpPr/>
          <p:nvPr/>
        </p:nvSpPr>
        <p:spPr>
          <a:xfrm>
            <a:off x="2493720" y="2194560"/>
            <a:ext cx="59832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Reference data types store references (memory addresses)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to objects rather than the actual values.</a:t>
            </a:r>
            <a:endParaRPr b="0" lang="en-US" sz="1900" spc="-1" strike="noStrike">
              <a:solidFill>
                <a:srgbClr val="000000"/>
              </a:solidFill>
              <a:latin typeface="Arial"/>
            </a:endParaRPr>
          </a:p>
        </p:txBody>
      </p:sp>
      <p:sp>
        <p:nvSpPr>
          <p:cNvPr id="969" name="Rounded Rectangle 37"/>
          <p:cNvSpPr/>
          <p:nvPr/>
        </p:nvSpPr>
        <p:spPr>
          <a:xfrm>
            <a:off x="98748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0" name="Rounded Rectangle 38"/>
          <p:cNvSpPr/>
          <p:nvPr/>
        </p:nvSpPr>
        <p:spPr>
          <a:xfrm>
            <a:off x="685800" y="3108960"/>
            <a:ext cx="3511800" cy="3284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Object-Based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represent objects created from classes.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Memory Reference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store the memory address of the object instead of the actual data.</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Common 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 include String, arrays, classes, and objects.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Flexible Structure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allow storing complex data structures and multiple values.</a:t>
            </a:r>
            <a:endParaRPr b="0" lang="en-US" sz="1400" spc="-1" strike="noStrike">
              <a:solidFill>
                <a:srgbClr val="ffffff"/>
              </a:solidFill>
              <a:latin typeface="Arial"/>
            </a:endParaRPr>
          </a:p>
        </p:txBody>
      </p:sp>
      <p:sp>
        <p:nvSpPr>
          <p:cNvPr id="971" name="Rounded Rectangle 39"/>
          <p:cNvSpPr/>
          <p:nvPr/>
        </p:nvSpPr>
        <p:spPr>
          <a:xfrm>
            <a:off x="450792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2" name="Rounded Rectangle 40"/>
          <p:cNvSpPr/>
          <p:nvPr/>
        </p:nvSpPr>
        <p:spPr>
          <a:xfrm>
            <a:off x="4434840" y="3108960"/>
            <a:ext cx="3283200" cy="2734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2200" spc="-1" strike="noStrike">
                <a:solidFill>
                  <a:schemeClr val="lt1"/>
                </a:solidFill>
                <a:latin typeface="Calibri"/>
                <a:ea typeface="DejaVu Sans"/>
              </a:rPr>
              <a:t>Reference Types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String</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Arrays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Classes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Objects</a:t>
            </a:r>
            <a:endParaRPr b="0" lang="en-US" sz="2200" spc="-1" strike="noStrike">
              <a:solidFill>
                <a:srgbClr val="ffffff"/>
              </a:solidFill>
              <a:latin typeface="Arial"/>
            </a:endParaRPr>
          </a:p>
        </p:txBody>
      </p:sp>
      <p:sp>
        <p:nvSpPr>
          <p:cNvPr id="973" name="Rounded Rectangle 41"/>
          <p:cNvSpPr/>
          <p:nvPr/>
        </p:nvSpPr>
        <p:spPr>
          <a:xfrm>
            <a:off x="802836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4" name="Rounded Rectangle 42"/>
          <p:cNvSpPr/>
          <p:nvPr/>
        </p:nvSpPr>
        <p:spPr>
          <a:xfrm>
            <a:off x="7955280" y="3108960"/>
            <a:ext cx="3695760" cy="3055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ReferenceExample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numbers = {10, 20, 30};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System.out.println(numbers[0]);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975" name="TextBox 1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6" name="Rectangle 64"/>
          <p:cNvSpPr/>
          <p:nvPr/>
        </p:nvSpPr>
        <p:spPr>
          <a:xfrm>
            <a:off x="0" y="0"/>
            <a:ext cx="12180240" cy="68493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7" name="Rectangle 65"/>
          <p:cNvSpPr/>
          <p:nvPr/>
        </p:nvSpPr>
        <p:spPr>
          <a:xfrm>
            <a:off x="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8" name="Rectangle 66"/>
          <p:cNvSpPr/>
          <p:nvPr/>
        </p:nvSpPr>
        <p:spPr>
          <a:xfrm>
            <a:off x="914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9" name="Rectangle 67"/>
          <p:cNvSpPr/>
          <p:nvPr/>
        </p:nvSpPr>
        <p:spPr>
          <a:xfrm>
            <a:off x="1828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0" name="Rectangle 68"/>
          <p:cNvSpPr/>
          <p:nvPr/>
        </p:nvSpPr>
        <p:spPr>
          <a:xfrm>
            <a:off x="2743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1" name="Rectangle 69"/>
          <p:cNvSpPr/>
          <p:nvPr/>
        </p:nvSpPr>
        <p:spPr>
          <a:xfrm>
            <a:off x="3657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2" name="Rectangle 70"/>
          <p:cNvSpPr/>
          <p:nvPr/>
        </p:nvSpPr>
        <p:spPr>
          <a:xfrm>
            <a:off x="4572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3" name="Rectangle 71"/>
          <p:cNvSpPr/>
          <p:nvPr/>
        </p:nvSpPr>
        <p:spPr>
          <a:xfrm>
            <a:off x="5486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4" name="Rectangle 72"/>
          <p:cNvSpPr/>
          <p:nvPr/>
        </p:nvSpPr>
        <p:spPr>
          <a:xfrm>
            <a:off x="6400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5" name="Rectangle 73"/>
          <p:cNvSpPr/>
          <p:nvPr/>
        </p:nvSpPr>
        <p:spPr>
          <a:xfrm>
            <a:off x="7315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6" name="Rectangle 74"/>
          <p:cNvSpPr/>
          <p:nvPr/>
        </p:nvSpPr>
        <p:spPr>
          <a:xfrm>
            <a:off x="8229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7" name="Rectangle 75"/>
          <p:cNvSpPr/>
          <p:nvPr/>
        </p:nvSpPr>
        <p:spPr>
          <a:xfrm>
            <a:off x="9144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8" name="Rectangle 76"/>
          <p:cNvSpPr/>
          <p:nvPr/>
        </p:nvSpPr>
        <p:spPr>
          <a:xfrm>
            <a:off x="10058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9" name="Rectangle 77"/>
          <p:cNvSpPr/>
          <p:nvPr/>
        </p:nvSpPr>
        <p:spPr>
          <a:xfrm>
            <a:off x="10972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0" name="Rectangle 78"/>
          <p:cNvSpPr/>
          <p:nvPr/>
        </p:nvSpPr>
        <p:spPr>
          <a:xfrm>
            <a:off x="11887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1" name="Rectangle 79"/>
          <p:cNvSpPr/>
          <p:nvPr/>
        </p:nvSpPr>
        <p:spPr>
          <a:xfrm>
            <a:off x="0" y="0"/>
            <a:ext cx="311400" cy="68493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2" name="Rounded Rectangle 29"/>
          <p:cNvSpPr/>
          <p:nvPr/>
        </p:nvSpPr>
        <p:spPr>
          <a:xfrm>
            <a:off x="9875520" y="365760"/>
            <a:ext cx="2003040" cy="4942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93" name="TextBox 10"/>
          <p:cNvSpPr/>
          <p:nvPr/>
        </p:nvSpPr>
        <p:spPr>
          <a:xfrm>
            <a:off x="1342800" y="1005840"/>
            <a:ext cx="8285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PRIMITIVE VS REFERENCE TYPES</a:t>
            </a:r>
            <a:endParaRPr b="0" lang="en-US" sz="4800" spc="-1" strike="noStrike">
              <a:solidFill>
                <a:srgbClr val="000000"/>
              </a:solidFill>
              <a:latin typeface="Arial"/>
            </a:endParaRPr>
          </a:p>
        </p:txBody>
      </p:sp>
      <p:sp>
        <p:nvSpPr>
          <p:cNvPr id="994" name="TextBox 11"/>
          <p:cNvSpPr/>
          <p:nvPr/>
        </p:nvSpPr>
        <p:spPr>
          <a:xfrm>
            <a:off x="1143000" y="2057400"/>
            <a:ext cx="92732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data types are divided into primitive types and reference types.</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Primitive types store actual values, while reference types store memory addresses of objects.</a:t>
            </a:r>
            <a:endParaRPr b="0" lang="en-US" sz="1900" spc="-1" strike="noStrike">
              <a:solidFill>
                <a:srgbClr val="000000"/>
              </a:solidFill>
              <a:latin typeface="Arial"/>
            </a:endParaRPr>
          </a:p>
        </p:txBody>
      </p:sp>
      <p:sp>
        <p:nvSpPr>
          <p:cNvPr id="995" name="Rounded Rectangle 30"/>
          <p:cNvSpPr/>
          <p:nvPr/>
        </p:nvSpPr>
        <p:spPr>
          <a:xfrm>
            <a:off x="98748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6" name="Rounded Rectangle 31"/>
          <p:cNvSpPr/>
          <p:nvPr/>
        </p:nvSpPr>
        <p:spPr>
          <a:xfrm>
            <a:off x="457200" y="2971800"/>
            <a:ext cx="3740400" cy="3421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Primitive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store the actual value directly in memory. Examples include int, double, char, and boolean.</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Reference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Reference types store the memory address of an object. Examples include String, arrays, and class objects.</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Memory Storage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values are stored directly, while reference types point to objects in memory.</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Usage Difference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are used for simple values, while reference types handle complex data and objects.</a:t>
            </a:r>
            <a:endParaRPr b="0" lang="en-US" sz="1200" spc="-1" strike="noStrike">
              <a:solidFill>
                <a:srgbClr val="ffffff"/>
              </a:solidFill>
              <a:latin typeface="Arial"/>
            </a:endParaRPr>
          </a:p>
        </p:txBody>
      </p:sp>
      <p:sp>
        <p:nvSpPr>
          <p:cNvPr id="997" name="Rounded Rectangle 32"/>
          <p:cNvSpPr/>
          <p:nvPr/>
        </p:nvSpPr>
        <p:spPr>
          <a:xfrm>
            <a:off x="450792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8" name="Rounded Rectangle 33"/>
          <p:cNvSpPr/>
          <p:nvPr/>
        </p:nvSpPr>
        <p:spPr>
          <a:xfrm>
            <a:off x="4343400" y="2971800"/>
            <a:ext cx="3421440" cy="3284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Java Data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Primitive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char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boolean</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Reference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Arrays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Objects</a:t>
            </a:r>
            <a:endParaRPr b="0" lang="en-US" sz="1800" spc="-1" strike="noStrike">
              <a:solidFill>
                <a:srgbClr val="ffffff"/>
              </a:solidFill>
              <a:latin typeface="Arial"/>
            </a:endParaRPr>
          </a:p>
        </p:txBody>
      </p:sp>
      <p:sp>
        <p:nvSpPr>
          <p:cNvPr id="999" name="Rounded Rectangle 34"/>
          <p:cNvSpPr/>
          <p:nvPr/>
        </p:nvSpPr>
        <p:spPr>
          <a:xfrm>
            <a:off x="802836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0" name="Rounded Rectangle 35"/>
          <p:cNvSpPr/>
          <p:nvPr/>
        </p:nvSpPr>
        <p:spPr>
          <a:xfrm>
            <a:off x="7955280" y="3108960"/>
            <a:ext cx="3695760" cy="3055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100" spc="-1" strike="noStrike">
                <a:solidFill>
                  <a:srgbClr val="78ffc8"/>
                </a:solidFill>
                <a:latin typeface="Consolas"/>
                <a:ea typeface="DejaVu Sans"/>
              </a:rPr>
              <a:t>public class PrimitiveVsReference {</a:t>
            </a:r>
            <a:endParaRPr b="0" lang="en-US" sz="1100" spc="-1" strike="noStrike">
              <a:solidFill>
                <a:srgbClr val="ffffff"/>
              </a:solidFill>
              <a:latin typeface="Arial"/>
            </a:endParaRPr>
          </a:p>
          <a:p>
            <a:pPr algn="ctr">
              <a:lnSpc>
                <a:spcPct val="100000"/>
              </a:lnSpc>
            </a:pP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public static void main(String[] args) {</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 = 10;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double price = 19.99;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String text = "Java";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numbers = {1, 2, 3};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System.out.println(price);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System.out.println(text);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System.out.println(numbers[0]);</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a:t>
            </a:r>
            <a:endParaRPr b="0" lang="en-US" sz="1100" spc="-1" strike="noStrike">
              <a:solidFill>
                <a:srgbClr val="ffffff"/>
              </a:solidFill>
              <a:latin typeface="Arial"/>
            </a:endParaRPr>
          </a:p>
        </p:txBody>
      </p:sp>
      <p:sp>
        <p:nvSpPr>
          <p:cNvPr id="1001" name="TextBox 1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2" name="Rectangle 96"/>
          <p:cNvSpPr/>
          <p:nvPr/>
        </p:nvSpPr>
        <p:spPr>
          <a:xfrm>
            <a:off x="0" y="0"/>
            <a:ext cx="12180600" cy="68497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3" name="Rectangle 97"/>
          <p:cNvSpPr/>
          <p:nvPr/>
        </p:nvSpPr>
        <p:spPr>
          <a:xfrm>
            <a:off x="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4" name="Rectangle 98"/>
          <p:cNvSpPr/>
          <p:nvPr/>
        </p:nvSpPr>
        <p:spPr>
          <a:xfrm>
            <a:off x="914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5" name="Rectangle 99"/>
          <p:cNvSpPr/>
          <p:nvPr/>
        </p:nvSpPr>
        <p:spPr>
          <a:xfrm>
            <a:off x="1828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6" name="Rectangle 100"/>
          <p:cNvSpPr/>
          <p:nvPr/>
        </p:nvSpPr>
        <p:spPr>
          <a:xfrm>
            <a:off x="2743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7" name="Rectangle 101"/>
          <p:cNvSpPr/>
          <p:nvPr/>
        </p:nvSpPr>
        <p:spPr>
          <a:xfrm>
            <a:off x="3657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8" name="Rectangle 102"/>
          <p:cNvSpPr/>
          <p:nvPr/>
        </p:nvSpPr>
        <p:spPr>
          <a:xfrm>
            <a:off x="4572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9" name="Rectangle 103"/>
          <p:cNvSpPr/>
          <p:nvPr/>
        </p:nvSpPr>
        <p:spPr>
          <a:xfrm>
            <a:off x="5486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0" name="Rectangle 104"/>
          <p:cNvSpPr/>
          <p:nvPr/>
        </p:nvSpPr>
        <p:spPr>
          <a:xfrm>
            <a:off x="6400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1" name="Rectangle 105"/>
          <p:cNvSpPr/>
          <p:nvPr/>
        </p:nvSpPr>
        <p:spPr>
          <a:xfrm>
            <a:off x="7315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2" name="Rectangle 106"/>
          <p:cNvSpPr/>
          <p:nvPr/>
        </p:nvSpPr>
        <p:spPr>
          <a:xfrm>
            <a:off x="8229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3" name="Rectangle 107"/>
          <p:cNvSpPr/>
          <p:nvPr/>
        </p:nvSpPr>
        <p:spPr>
          <a:xfrm>
            <a:off x="9144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4" name="Rectangle 108"/>
          <p:cNvSpPr/>
          <p:nvPr/>
        </p:nvSpPr>
        <p:spPr>
          <a:xfrm>
            <a:off x="10058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5" name="Rectangle 109"/>
          <p:cNvSpPr/>
          <p:nvPr/>
        </p:nvSpPr>
        <p:spPr>
          <a:xfrm>
            <a:off x="10972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6" name="Rectangle 110"/>
          <p:cNvSpPr/>
          <p:nvPr/>
        </p:nvSpPr>
        <p:spPr>
          <a:xfrm>
            <a:off x="11887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7" name="Rectangle 111"/>
          <p:cNvSpPr/>
          <p:nvPr/>
        </p:nvSpPr>
        <p:spPr>
          <a:xfrm>
            <a:off x="0" y="0"/>
            <a:ext cx="311760" cy="68497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8" name="Rounded Rectangle 43"/>
          <p:cNvSpPr/>
          <p:nvPr/>
        </p:nvSpPr>
        <p:spPr>
          <a:xfrm>
            <a:off x="9875520" y="365760"/>
            <a:ext cx="2003400" cy="4946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19" name="TextBox 16"/>
          <p:cNvSpPr/>
          <p:nvPr/>
        </p:nvSpPr>
        <p:spPr>
          <a:xfrm>
            <a:off x="2108520" y="1005840"/>
            <a:ext cx="67543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NAMING RULES</a:t>
            </a:r>
            <a:endParaRPr b="0" lang="en-US" sz="4800" spc="-1" strike="noStrike">
              <a:solidFill>
                <a:srgbClr val="000000"/>
              </a:solidFill>
              <a:latin typeface="Arial"/>
            </a:endParaRPr>
          </a:p>
        </p:txBody>
      </p:sp>
      <p:sp>
        <p:nvSpPr>
          <p:cNvPr id="1020" name="TextBox 17"/>
          <p:cNvSpPr/>
          <p:nvPr/>
        </p:nvSpPr>
        <p:spPr>
          <a:xfrm>
            <a:off x="2305080" y="1826640"/>
            <a:ext cx="65041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naming rules specify how variables should be written in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ensure valid and readable code.</a:t>
            </a:r>
            <a:endParaRPr b="0" lang="en-US" sz="1900" spc="-1" strike="noStrike">
              <a:solidFill>
                <a:srgbClr val="000000"/>
              </a:solidFill>
              <a:latin typeface="Arial"/>
            </a:endParaRPr>
          </a:p>
        </p:txBody>
      </p:sp>
      <p:sp>
        <p:nvSpPr>
          <p:cNvPr id="1021" name="Rounded Rectangle 44"/>
          <p:cNvSpPr/>
          <p:nvPr/>
        </p:nvSpPr>
        <p:spPr>
          <a:xfrm>
            <a:off x="98748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2" name="Rounded Rectangle 45"/>
          <p:cNvSpPr/>
          <p:nvPr/>
        </p:nvSpPr>
        <p:spPr>
          <a:xfrm>
            <a:off x="475560" y="2514600"/>
            <a:ext cx="3722400" cy="3879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Start with Letter, _ or $</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 variable name must start with a letter, underscore _, or dollar sign $.</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No Spaces Allowed</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cannot contain spaces.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Case Sensitive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variable names are case sensitive (age and Age are different).</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Cannot Use Keywords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reserved keywords such as int, class, or public cannot be used as variable names.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Meaningful Names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should be meaningful and descriptive to improve code readability.</a:t>
            </a:r>
            <a:endParaRPr b="0" lang="en-US" sz="1300" spc="-1" strike="noStrike">
              <a:solidFill>
                <a:srgbClr val="ffffff"/>
              </a:solidFill>
              <a:latin typeface="Arial"/>
            </a:endParaRPr>
          </a:p>
        </p:txBody>
      </p:sp>
      <p:sp>
        <p:nvSpPr>
          <p:cNvPr id="1023" name="Rounded Rectangle 46"/>
          <p:cNvSpPr/>
          <p:nvPr/>
        </p:nvSpPr>
        <p:spPr>
          <a:xfrm>
            <a:off x="450792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4" name="Rounded Rectangle 47"/>
          <p:cNvSpPr/>
          <p:nvPr/>
        </p:nvSpPr>
        <p:spPr>
          <a:xfrm>
            <a:off x="4434840" y="3108960"/>
            <a:ext cx="3283560" cy="2734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Variable Name Rules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Start with letter / _ /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 spaces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Case sensitive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Not a keyword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Use meaningful names</a:t>
            </a:r>
            <a:endParaRPr b="0" lang="en-US" sz="1800" spc="-1" strike="noStrike">
              <a:solidFill>
                <a:srgbClr val="ffffff"/>
              </a:solidFill>
              <a:latin typeface="Arial"/>
            </a:endParaRPr>
          </a:p>
        </p:txBody>
      </p:sp>
      <p:sp>
        <p:nvSpPr>
          <p:cNvPr id="1025" name="Rounded Rectangle 48"/>
          <p:cNvSpPr/>
          <p:nvPr/>
        </p:nvSpPr>
        <p:spPr>
          <a:xfrm>
            <a:off x="802836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6" name="Rounded Rectangle 49"/>
          <p:cNvSpPr/>
          <p:nvPr/>
        </p:nvSpPr>
        <p:spPr>
          <a:xfrm>
            <a:off x="7955280" y="2514600"/>
            <a:ext cx="3696120" cy="3402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VariableNaming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25;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studentCount = 30;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2age = 20;      // invalid (cannot start with number)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student age = 5; // invalid (space not allowed)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class = 10;     // invalid (keyword)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System.out.println(age); System.out.println(studentCount);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027" name="TextBox 2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8" name="Rectangle 112"/>
          <p:cNvSpPr/>
          <p:nvPr/>
        </p:nvSpPr>
        <p:spPr>
          <a:xfrm>
            <a:off x="0" y="0"/>
            <a:ext cx="12180600" cy="68497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9" name="Rectangle 113"/>
          <p:cNvSpPr/>
          <p:nvPr/>
        </p:nvSpPr>
        <p:spPr>
          <a:xfrm>
            <a:off x="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0" name="Rectangle 114"/>
          <p:cNvSpPr/>
          <p:nvPr/>
        </p:nvSpPr>
        <p:spPr>
          <a:xfrm>
            <a:off x="914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1" name="Rectangle 115"/>
          <p:cNvSpPr/>
          <p:nvPr/>
        </p:nvSpPr>
        <p:spPr>
          <a:xfrm>
            <a:off x="1828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2" name="Rectangle 116"/>
          <p:cNvSpPr/>
          <p:nvPr/>
        </p:nvSpPr>
        <p:spPr>
          <a:xfrm>
            <a:off x="2743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3" name="Rectangle 117"/>
          <p:cNvSpPr/>
          <p:nvPr/>
        </p:nvSpPr>
        <p:spPr>
          <a:xfrm>
            <a:off x="3657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4" name="Rectangle 118"/>
          <p:cNvSpPr/>
          <p:nvPr/>
        </p:nvSpPr>
        <p:spPr>
          <a:xfrm>
            <a:off x="4572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5" name="Rectangle 119"/>
          <p:cNvSpPr/>
          <p:nvPr/>
        </p:nvSpPr>
        <p:spPr>
          <a:xfrm>
            <a:off x="5486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6" name="Rectangle 120"/>
          <p:cNvSpPr/>
          <p:nvPr/>
        </p:nvSpPr>
        <p:spPr>
          <a:xfrm>
            <a:off x="6400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7" name="Rectangle 121"/>
          <p:cNvSpPr/>
          <p:nvPr/>
        </p:nvSpPr>
        <p:spPr>
          <a:xfrm>
            <a:off x="7315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8" name="Rectangle 122"/>
          <p:cNvSpPr/>
          <p:nvPr/>
        </p:nvSpPr>
        <p:spPr>
          <a:xfrm>
            <a:off x="8229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9" name="Rectangle 123"/>
          <p:cNvSpPr/>
          <p:nvPr/>
        </p:nvSpPr>
        <p:spPr>
          <a:xfrm>
            <a:off x="9144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0" name="Rectangle 124"/>
          <p:cNvSpPr/>
          <p:nvPr/>
        </p:nvSpPr>
        <p:spPr>
          <a:xfrm>
            <a:off x="10058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1" name="Rectangle 125"/>
          <p:cNvSpPr/>
          <p:nvPr/>
        </p:nvSpPr>
        <p:spPr>
          <a:xfrm>
            <a:off x="10972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2" name="Rectangle 126"/>
          <p:cNvSpPr/>
          <p:nvPr/>
        </p:nvSpPr>
        <p:spPr>
          <a:xfrm>
            <a:off x="11887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3" name="Rectangle 127"/>
          <p:cNvSpPr/>
          <p:nvPr/>
        </p:nvSpPr>
        <p:spPr>
          <a:xfrm>
            <a:off x="0" y="0"/>
            <a:ext cx="311760" cy="68497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4" name="Rounded Rectangle 50"/>
          <p:cNvSpPr/>
          <p:nvPr/>
        </p:nvSpPr>
        <p:spPr>
          <a:xfrm>
            <a:off x="9875520" y="365760"/>
            <a:ext cx="2003400" cy="4946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45" name="TextBox 21"/>
          <p:cNvSpPr/>
          <p:nvPr/>
        </p:nvSpPr>
        <p:spPr>
          <a:xfrm>
            <a:off x="2159640" y="1005840"/>
            <a:ext cx="6652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INITIALIZATION</a:t>
            </a:r>
            <a:endParaRPr b="0" lang="en-US" sz="4800" spc="-1" strike="noStrike">
              <a:solidFill>
                <a:srgbClr val="000000"/>
              </a:solidFill>
              <a:latin typeface="Arial"/>
            </a:endParaRPr>
          </a:p>
        </p:txBody>
      </p:sp>
      <p:sp>
        <p:nvSpPr>
          <p:cNvPr id="1046" name="TextBox 22"/>
          <p:cNvSpPr/>
          <p:nvPr/>
        </p:nvSpPr>
        <p:spPr>
          <a:xfrm>
            <a:off x="2057400" y="2074680"/>
            <a:ext cx="687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initialization is the process of assigning a value to a variable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when it is declared or before it is used.</a:t>
            </a:r>
            <a:endParaRPr b="0" lang="en-US" sz="1900" spc="-1" strike="noStrike">
              <a:solidFill>
                <a:srgbClr val="000000"/>
              </a:solidFill>
              <a:latin typeface="Arial"/>
            </a:endParaRPr>
          </a:p>
        </p:txBody>
      </p:sp>
      <p:sp>
        <p:nvSpPr>
          <p:cNvPr id="1047" name="Rounded Rectangle 51"/>
          <p:cNvSpPr/>
          <p:nvPr/>
        </p:nvSpPr>
        <p:spPr>
          <a:xfrm>
            <a:off x="98748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8" name="Rounded Rectangle 52"/>
          <p:cNvSpPr/>
          <p:nvPr/>
        </p:nvSpPr>
        <p:spPr>
          <a:xfrm>
            <a:off x="685800" y="2971800"/>
            <a:ext cx="3512160" cy="3193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Declaration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 variable must first be declared with a data type and name.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Initialization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Initialization means assigning an initial value to the variable.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Default Values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Some variables receive default values automatically depending on their type.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Before Usage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Local variables must be initialized before they are used in a program.</a:t>
            </a:r>
            <a:endParaRPr b="0" lang="en-US" sz="1400" spc="-1" strike="noStrike">
              <a:solidFill>
                <a:srgbClr val="ffffff"/>
              </a:solidFill>
              <a:latin typeface="Arial"/>
            </a:endParaRPr>
          </a:p>
        </p:txBody>
      </p:sp>
      <p:sp>
        <p:nvSpPr>
          <p:cNvPr id="1049" name="Rounded Rectangle 53"/>
          <p:cNvSpPr/>
          <p:nvPr/>
        </p:nvSpPr>
        <p:spPr>
          <a:xfrm>
            <a:off x="450792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0" name="Rounded Rectangle 54"/>
          <p:cNvSpPr/>
          <p:nvPr/>
        </p:nvSpPr>
        <p:spPr>
          <a:xfrm>
            <a:off x="4434840" y="3108960"/>
            <a:ext cx="3283560" cy="2734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600" spc="-1" strike="noStrike">
                <a:solidFill>
                  <a:schemeClr val="lt1"/>
                </a:solidFill>
                <a:latin typeface="Calibri"/>
                <a:ea typeface="DejaVu Sans"/>
              </a:rPr>
              <a:t>Variable Initialization</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Declare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int age;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Assign Value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age = 20;</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Use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r>
              <a:rPr b="0" lang="en-US" sz="1600" spc="-1" strike="noStrike">
                <a:solidFill>
                  <a:schemeClr val="lt1"/>
                </a:solidFill>
                <a:latin typeface="Calibri"/>
                <a:ea typeface="DejaVu Sans"/>
              </a:rPr>
              <a:t>System.out.println(age);</a:t>
            </a:r>
            <a:endParaRPr b="0" lang="en-US" sz="1600" spc="-1" strike="noStrike">
              <a:solidFill>
                <a:srgbClr val="ffffff"/>
              </a:solidFill>
              <a:latin typeface="Arial"/>
            </a:endParaRPr>
          </a:p>
        </p:txBody>
      </p:sp>
      <p:sp>
        <p:nvSpPr>
          <p:cNvPr id="1051" name="Rounded Rectangle 55"/>
          <p:cNvSpPr/>
          <p:nvPr/>
        </p:nvSpPr>
        <p:spPr>
          <a:xfrm>
            <a:off x="802836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2" name="Rounded Rectangle 56"/>
          <p:cNvSpPr/>
          <p:nvPr/>
        </p:nvSpPr>
        <p:spPr>
          <a:xfrm>
            <a:off x="7955280" y="2971800"/>
            <a:ext cx="3467520" cy="2964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VariableInitialization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declaration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age = 20;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 // declaration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53" name="TextBox 2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4" name="Rectangle 128"/>
          <p:cNvSpPr/>
          <p:nvPr/>
        </p:nvSpPr>
        <p:spPr>
          <a:xfrm>
            <a:off x="0" y="0"/>
            <a:ext cx="12181320" cy="68504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5" name="Rectangle 129"/>
          <p:cNvSpPr/>
          <p:nvPr/>
        </p:nvSpPr>
        <p:spPr>
          <a:xfrm>
            <a:off x="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6" name="Rectangle 130"/>
          <p:cNvSpPr/>
          <p:nvPr/>
        </p:nvSpPr>
        <p:spPr>
          <a:xfrm>
            <a:off x="914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7" name="Rectangle 131"/>
          <p:cNvSpPr/>
          <p:nvPr/>
        </p:nvSpPr>
        <p:spPr>
          <a:xfrm>
            <a:off x="1828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8" name="Rectangle 132"/>
          <p:cNvSpPr/>
          <p:nvPr/>
        </p:nvSpPr>
        <p:spPr>
          <a:xfrm>
            <a:off x="2743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9" name="Rectangle 133"/>
          <p:cNvSpPr/>
          <p:nvPr/>
        </p:nvSpPr>
        <p:spPr>
          <a:xfrm>
            <a:off x="3657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0" name="Rectangle 134"/>
          <p:cNvSpPr/>
          <p:nvPr/>
        </p:nvSpPr>
        <p:spPr>
          <a:xfrm>
            <a:off x="4572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1" name="Rectangle 135"/>
          <p:cNvSpPr/>
          <p:nvPr/>
        </p:nvSpPr>
        <p:spPr>
          <a:xfrm>
            <a:off x="5486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2" name="Rectangle 136"/>
          <p:cNvSpPr/>
          <p:nvPr/>
        </p:nvSpPr>
        <p:spPr>
          <a:xfrm>
            <a:off x="6400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3" name="Rectangle 137"/>
          <p:cNvSpPr/>
          <p:nvPr/>
        </p:nvSpPr>
        <p:spPr>
          <a:xfrm>
            <a:off x="7315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4" name="Rectangle 138"/>
          <p:cNvSpPr/>
          <p:nvPr/>
        </p:nvSpPr>
        <p:spPr>
          <a:xfrm>
            <a:off x="8229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5" name="Rectangle 139"/>
          <p:cNvSpPr/>
          <p:nvPr/>
        </p:nvSpPr>
        <p:spPr>
          <a:xfrm>
            <a:off x="9144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6" name="Rectangle 140"/>
          <p:cNvSpPr/>
          <p:nvPr/>
        </p:nvSpPr>
        <p:spPr>
          <a:xfrm>
            <a:off x="10058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7" name="Rectangle 141"/>
          <p:cNvSpPr/>
          <p:nvPr/>
        </p:nvSpPr>
        <p:spPr>
          <a:xfrm>
            <a:off x="10972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8" name="Rectangle 142"/>
          <p:cNvSpPr/>
          <p:nvPr/>
        </p:nvSpPr>
        <p:spPr>
          <a:xfrm>
            <a:off x="11887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9" name="Rectangle 143"/>
          <p:cNvSpPr/>
          <p:nvPr/>
        </p:nvSpPr>
        <p:spPr>
          <a:xfrm>
            <a:off x="0" y="0"/>
            <a:ext cx="312480" cy="68504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0" name="Rounded Rectangle 57"/>
          <p:cNvSpPr/>
          <p:nvPr/>
        </p:nvSpPr>
        <p:spPr>
          <a:xfrm>
            <a:off x="9875520" y="365760"/>
            <a:ext cx="2004120" cy="4953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71" name="TextBox 24"/>
          <p:cNvSpPr/>
          <p:nvPr/>
        </p:nvSpPr>
        <p:spPr>
          <a:xfrm>
            <a:off x="2999160" y="1005840"/>
            <a:ext cx="49755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WRAPPER CLASSES</a:t>
            </a:r>
            <a:endParaRPr b="0" lang="en-US" sz="4800" spc="-1" strike="noStrike">
              <a:solidFill>
                <a:srgbClr val="000000"/>
              </a:solidFill>
              <a:latin typeface="Arial"/>
            </a:endParaRPr>
          </a:p>
        </p:txBody>
      </p:sp>
      <p:sp>
        <p:nvSpPr>
          <p:cNvPr id="1072" name="TextBox 25"/>
          <p:cNvSpPr/>
          <p:nvPr/>
        </p:nvSpPr>
        <p:spPr>
          <a:xfrm>
            <a:off x="1873440" y="2194560"/>
            <a:ext cx="722520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Wrapper classes allow primitive data types to be used as objects in Java.</a:t>
            </a:r>
            <a:endParaRPr b="0" lang="en-US" sz="1900" spc="-1" strike="noStrike">
              <a:solidFill>
                <a:srgbClr val="000000"/>
              </a:solidFill>
              <a:latin typeface="Arial"/>
            </a:endParaRPr>
          </a:p>
        </p:txBody>
      </p:sp>
      <p:sp>
        <p:nvSpPr>
          <p:cNvPr id="1073" name="Rounded Rectangle 58"/>
          <p:cNvSpPr/>
          <p:nvPr/>
        </p:nvSpPr>
        <p:spPr>
          <a:xfrm>
            <a:off x="98748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4" name="Rounded Rectangle 59"/>
          <p:cNvSpPr/>
          <p:nvPr/>
        </p:nvSpPr>
        <p:spPr>
          <a:xfrm>
            <a:off x="685800" y="3108960"/>
            <a:ext cx="3512880" cy="3285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Wrapper classes convert primitive values into objects.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are commonly used in collections and object-based operations.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Primitive</a:t>
            </a:r>
            <a:r>
              <a:rPr b="0" lang="en-US" sz="1400" spc="-1" strike="noStrike">
                <a:solidFill>
                  <a:schemeClr val="lt1"/>
                </a:solidFill>
                <a:latin typeface="Calibri"/>
                <a:ea typeface="DejaVu Sans"/>
              </a:rPr>
              <a:t> → Wrapper examples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r>
              <a:rPr b="0" lang="en-US" sz="1400" spc="-1" strike="noStrike">
                <a:solidFill>
                  <a:schemeClr val="lt1"/>
                </a:solidFill>
                <a:latin typeface="Calibri"/>
                <a:ea typeface="DejaVu Sans"/>
              </a:rPr>
              <a:t> → Integer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r>
              <a:rPr b="0" lang="en-US" sz="1400" spc="-1" strike="noStrike">
                <a:solidFill>
                  <a:schemeClr val="lt1"/>
                </a:solidFill>
                <a:latin typeface="Calibri"/>
                <a:ea typeface="DejaVu Sans"/>
              </a:rPr>
              <a:t> → Double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char</a:t>
            </a:r>
            <a:r>
              <a:rPr b="0" lang="en-US" sz="1400" spc="-1" strike="noStrike">
                <a:solidFill>
                  <a:schemeClr val="lt1"/>
                </a:solidFill>
                <a:latin typeface="Calibri"/>
                <a:ea typeface="DejaVu Sans"/>
              </a:rPr>
              <a:t> → Character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boolean</a:t>
            </a:r>
            <a:r>
              <a:rPr b="0" lang="en-US" sz="1400" spc="-1" strike="noStrike">
                <a:solidFill>
                  <a:schemeClr val="lt1"/>
                </a:solidFill>
                <a:latin typeface="Calibri"/>
                <a:ea typeface="DejaVu Sans"/>
              </a:rPr>
              <a:t> → Boolean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Wrapper classes</a:t>
            </a:r>
            <a:r>
              <a:rPr b="0" lang="en-US" sz="1400" spc="-1" strike="noStrike">
                <a:solidFill>
                  <a:schemeClr val="lt1"/>
                </a:solidFill>
                <a:latin typeface="Calibri"/>
                <a:ea typeface="DejaVu Sans"/>
              </a:rPr>
              <a:t> provide useful methods for conversion and data handling.</a:t>
            </a:r>
            <a:endParaRPr b="0" lang="en-US" sz="1400" spc="-1" strike="noStrike">
              <a:solidFill>
                <a:srgbClr val="ffffff"/>
              </a:solidFill>
              <a:latin typeface="Arial"/>
            </a:endParaRPr>
          </a:p>
        </p:txBody>
      </p:sp>
      <p:sp>
        <p:nvSpPr>
          <p:cNvPr id="1075" name="Rounded Rectangle 60"/>
          <p:cNvSpPr/>
          <p:nvPr/>
        </p:nvSpPr>
        <p:spPr>
          <a:xfrm>
            <a:off x="450792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6" name="Rounded Rectangle 61"/>
          <p:cNvSpPr/>
          <p:nvPr/>
        </p:nvSpPr>
        <p:spPr>
          <a:xfrm>
            <a:off x="4434840" y="3108960"/>
            <a:ext cx="3284280" cy="2735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Primitive Value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Wrapper Class Conversion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Object Representation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Use in Collections / Methods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Integer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boolean → Boolean</a:t>
            </a:r>
            <a:endParaRPr b="0" lang="en-US" sz="1300" spc="-1" strike="noStrike">
              <a:solidFill>
                <a:srgbClr val="ffffff"/>
              </a:solidFill>
              <a:latin typeface="Arial"/>
            </a:endParaRPr>
          </a:p>
        </p:txBody>
      </p:sp>
      <p:sp>
        <p:nvSpPr>
          <p:cNvPr id="1077" name="Rounded Rectangle 62"/>
          <p:cNvSpPr/>
          <p:nvPr/>
        </p:nvSpPr>
        <p:spPr>
          <a:xfrm>
            <a:off x="802836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8" name="Rounded Rectangle 63"/>
          <p:cNvSpPr/>
          <p:nvPr/>
        </p:nvSpPr>
        <p:spPr>
          <a:xfrm>
            <a:off x="7955280" y="3108960"/>
            <a:ext cx="3468240" cy="3285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WrapperExample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10;</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Integer wrapperNumber = number;   // autoboxing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wrapperPrice =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79" name="TextBox 2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0" name="Rectangle 176"/>
          <p:cNvSpPr/>
          <p:nvPr/>
        </p:nvSpPr>
        <p:spPr>
          <a:xfrm>
            <a:off x="0" y="0"/>
            <a:ext cx="12182040" cy="68511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1" name="Rectangle 177"/>
          <p:cNvSpPr/>
          <p:nvPr/>
        </p:nvSpPr>
        <p:spPr>
          <a:xfrm>
            <a:off x="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2" name="Rectangle 178"/>
          <p:cNvSpPr/>
          <p:nvPr/>
        </p:nvSpPr>
        <p:spPr>
          <a:xfrm>
            <a:off x="914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3" name="Rectangle 179"/>
          <p:cNvSpPr/>
          <p:nvPr/>
        </p:nvSpPr>
        <p:spPr>
          <a:xfrm>
            <a:off x="1828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4" name="Rectangle 180"/>
          <p:cNvSpPr/>
          <p:nvPr/>
        </p:nvSpPr>
        <p:spPr>
          <a:xfrm>
            <a:off x="2743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5" name="Rectangle 181"/>
          <p:cNvSpPr/>
          <p:nvPr/>
        </p:nvSpPr>
        <p:spPr>
          <a:xfrm>
            <a:off x="3657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6" name="Rectangle 182"/>
          <p:cNvSpPr/>
          <p:nvPr/>
        </p:nvSpPr>
        <p:spPr>
          <a:xfrm>
            <a:off x="4572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7" name="Rectangle 183"/>
          <p:cNvSpPr/>
          <p:nvPr/>
        </p:nvSpPr>
        <p:spPr>
          <a:xfrm>
            <a:off x="5486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8" name="Rectangle 184"/>
          <p:cNvSpPr/>
          <p:nvPr/>
        </p:nvSpPr>
        <p:spPr>
          <a:xfrm>
            <a:off x="6400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9" name="Rectangle 185"/>
          <p:cNvSpPr/>
          <p:nvPr/>
        </p:nvSpPr>
        <p:spPr>
          <a:xfrm>
            <a:off x="7315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0" name="Rectangle 186"/>
          <p:cNvSpPr/>
          <p:nvPr/>
        </p:nvSpPr>
        <p:spPr>
          <a:xfrm>
            <a:off x="8229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1" name="Rectangle 187"/>
          <p:cNvSpPr/>
          <p:nvPr/>
        </p:nvSpPr>
        <p:spPr>
          <a:xfrm>
            <a:off x="9144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2" name="Rectangle 188"/>
          <p:cNvSpPr/>
          <p:nvPr/>
        </p:nvSpPr>
        <p:spPr>
          <a:xfrm>
            <a:off x="10058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3" name="Rectangle 189"/>
          <p:cNvSpPr/>
          <p:nvPr/>
        </p:nvSpPr>
        <p:spPr>
          <a:xfrm>
            <a:off x="10972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4" name="Rectangle 190"/>
          <p:cNvSpPr/>
          <p:nvPr/>
        </p:nvSpPr>
        <p:spPr>
          <a:xfrm>
            <a:off x="11887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5" name="Rectangle 191"/>
          <p:cNvSpPr/>
          <p:nvPr/>
        </p:nvSpPr>
        <p:spPr>
          <a:xfrm>
            <a:off x="0" y="0"/>
            <a:ext cx="313200" cy="68511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6" name="Rounded Rectangle 78"/>
          <p:cNvSpPr/>
          <p:nvPr/>
        </p:nvSpPr>
        <p:spPr>
          <a:xfrm>
            <a:off x="9875520" y="365760"/>
            <a:ext cx="2004840" cy="4960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97" name="TextBox 34"/>
          <p:cNvSpPr/>
          <p:nvPr/>
        </p:nvSpPr>
        <p:spPr>
          <a:xfrm>
            <a:off x="2912760" y="1005840"/>
            <a:ext cx="51462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TYPE CASTING</a:t>
            </a:r>
            <a:endParaRPr b="0" lang="en-US" sz="4800" spc="-1" strike="noStrike">
              <a:solidFill>
                <a:srgbClr val="000000"/>
              </a:solidFill>
              <a:latin typeface="Arial"/>
            </a:endParaRPr>
          </a:p>
        </p:txBody>
      </p:sp>
      <p:sp>
        <p:nvSpPr>
          <p:cNvPr id="1098" name="TextBox 35"/>
          <p:cNvSpPr/>
          <p:nvPr/>
        </p:nvSpPr>
        <p:spPr>
          <a:xfrm>
            <a:off x="2356200" y="2057400"/>
            <a:ext cx="63291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converts one data type into another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There are two types: implicit (automatic) and explicit (manual).</a:t>
            </a:r>
            <a:endParaRPr b="0" lang="en-US" sz="1900" spc="-1" strike="noStrike">
              <a:solidFill>
                <a:srgbClr val="000000"/>
              </a:solidFill>
              <a:latin typeface="Arial"/>
            </a:endParaRPr>
          </a:p>
        </p:txBody>
      </p:sp>
      <p:sp>
        <p:nvSpPr>
          <p:cNvPr id="1099" name="Rounded Rectangle 79"/>
          <p:cNvSpPr/>
          <p:nvPr/>
        </p:nvSpPr>
        <p:spPr>
          <a:xfrm>
            <a:off x="98748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0" name="Rounded Rectangle 80"/>
          <p:cNvSpPr/>
          <p:nvPr/>
        </p:nvSpPr>
        <p:spPr>
          <a:xfrm>
            <a:off x="914400" y="3108960"/>
            <a:ext cx="3285000" cy="2736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Implicit Casting (Widening)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automatically by Java</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Explicit Casting (Narrowing)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larger types to smaller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int → byte</a:t>
            </a:r>
            <a:endParaRPr b="0" lang="en-US" sz="1300" spc="-1" strike="noStrike">
              <a:solidFill>
                <a:srgbClr val="ffffff"/>
              </a:solidFill>
              <a:latin typeface="Arial"/>
            </a:endParaRPr>
          </a:p>
        </p:txBody>
      </p:sp>
      <p:sp>
        <p:nvSpPr>
          <p:cNvPr id="1101" name="Rounded Rectangle 81"/>
          <p:cNvSpPr/>
          <p:nvPr/>
        </p:nvSpPr>
        <p:spPr>
          <a:xfrm>
            <a:off x="450792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2" name="Rounded Rectangle 82"/>
          <p:cNvSpPr/>
          <p:nvPr/>
        </p:nvSpPr>
        <p:spPr>
          <a:xfrm>
            <a:off x="4434840" y="3108960"/>
            <a:ext cx="3285000" cy="2736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Type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Implicit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(Automatic)</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byte → short → int → long → float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Explicit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(Manual)</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1103" name="Rounded Rectangle 83"/>
          <p:cNvSpPr/>
          <p:nvPr/>
        </p:nvSpPr>
        <p:spPr>
          <a:xfrm>
            <a:off x="802836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4" name="Rounded Rectangle 84"/>
          <p:cNvSpPr/>
          <p:nvPr/>
        </p:nvSpPr>
        <p:spPr>
          <a:xfrm>
            <a:off x="7955280" y="2971800"/>
            <a:ext cx="3697560" cy="3194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TypeCastingExample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05" name="TextBox 3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6" name="Rectangle 192"/>
          <p:cNvSpPr/>
          <p:nvPr/>
        </p:nvSpPr>
        <p:spPr>
          <a:xfrm>
            <a:off x="0" y="0"/>
            <a:ext cx="12182400" cy="68515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7" name="Rectangle 193"/>
          <p:cNvSpPr/>
          <p:nvPr/>
        </p:nvSpPr>
        <p:spPr>
          <a:xfrm>
            <a:off x="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8" name="Rectangle 194"/>
          <p:cNvSpPr/>
          <p:nvPr/>
        </p:nvSpPr>
        <p:spPr>
          <a:xfrm>
            <a:off x="914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9" name="Rectangle 195"/>
          <p:cNvSpPr/>
          <p:nvPr/>
        </p:nvSpPr>
        <p:spPr>
          <a:xfrm>
            <a:off x="1828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0" name="Rectangle 196"/>
          <p:cNvSpPr/>
          <p:nvPr/>
        </p:nvSpPr>
        <p:spPr>
          <a:xfrm>
            <a:off x="2743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1" name="Rectangle 197"/>
          <p:cNvSpPr/>
          <p:nvPr/>
        </p:nvSpPr>
        <p:spPr>
          <a:xfrm>
            <a:off x="3657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2" name="Rectangle 198"/>
          <p:cNvSpPr/>
          <p:nvPr/>
        </p:nvSpPr>
        <p:spPr>
          <a:xfrm>
            <a:off x="4572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3" name="Rectangle 199"/>
          <p:cNvSpPr/>
          <p:nvPr/>
        </p:nvSpPr>
        <p:spPr>
          <a:xfrm>
            <a:off x="5486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4" name="Rectangle 200"/>
          <p:cNvSpPr/>
          <p:nvPr/>
        </p:nvSpPr>
        <p:spPr>
          <a:xfrm>
            <a:off x="6400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5" name="Rectangle 201"/>
          <p:cNvSpPr/>
          <p:nvPr/>
        </p:nvSpPr>
        <p:spPr>
          <a:xfrm>
            <a:off x="7315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6" name="Rectangle 202"/>
          <p:cNvSpPr/>
          <p:nvPr/>
        </p:nvSpPr>
        <p:spPr>
          <a:xfrm>
            <a:off x="8229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7" name="Rectangle 203"/>
          <p:cNvSpPr/>
          <p:nvPr/>
        </p:nvSpPr>
        <p:spPr>
          <a:xfrm>
            <a:off x="9144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8" name="Rectangle 204"/>
          <p:cNvSpPr/>
          <p:nvPr/>
        </p:nvSpPr>
        <p:spPr>
          <a:xfrm>
            <a:off x="10058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9" name="Rectangle 205"/>
          <p:cNvSpPr/>
          <p:nvPr/>
        </p:nvSpPr>
        <p:spPr>
          <a:xfrm>
            <a:off x="10972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0" name="Rectangle 206"/>
          <p:cNvSpPr/>
          <p:nvPr/>
        </p:nvSpPr>
        <p:spPr>
          <a:xfrm>
            <a:off x="11887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1" name="Rectangle 207"/>
          <p:cNvSpPr/>
          <p:nvPr/>
        </p:nvSpPr>
        <p:spPr>
          <a:xfrm>
            <a:off x="0" y="0"/>
            <a:ext cx="313560" cy="68515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2" name="Rounded Rectangle 85"/>
          <p:cNvSpPr/>
          <p:nvPr/>
        </p:nvSpPr>
        <p:spPr>
          <a:xfrm>
            <a:off x="9875520" y="365760"/>
            <a:ext cx="2005200" cy="4964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23" name="TextBox 37"/>
          <p:cNvSpPr/>
          <p:nvPr/>
        </p:nvSpPr>
        <p:spPr>
          <a:xfrm>
            <a:off x="1242720" y="900360"/>
            <a:ext cx="848376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Implicit Casting (Automatic Conversion)</a:t>
            </a:r>
            <a:endParaRPr b="0" lang="en-US" sz="4000" spc="-1" strike="noStrike">
              <a:solidFill>
                <a:srgbClr val="000000"/>
              </a:solidFill>
              <a:latin typeface="Arial"/>
            </a:endParaRPr>
          </a:p>
        </p:txBody>
      </p:sp>
      <p:sp>
        <p:nvSpPr>
          <p:cNvPr id="1124" name="TextBox 38"/>
          <p:cNvSpPr/>
          <p:nvPr/>
        </p:nvSpPr>
        <p:spPr>
          <a:xfrm>
            <a:off x="3011040" y="1600200"/>
            <a:ext cx="4995720" cy="10026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500" spc="-1" strike="noStrike">
                <a:solidFill>
                  <a:srgbClr val="aaaaaa"/>
                </a:solidFill>
                <a:latin typeface="Calibri"/>
                <a:ea typeface="DejaVu Sans"/>
              </a:rPr>
              <a:t>Implicit casting occurs when Java automatically converts a </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smaller data type into a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This conversion is safe because the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 </a:t>
            </a:r>
            <a:r>
              <a:rPr b="0" lang="en-US" sz="1500" spc="-1" strike="noStrike">
                <a:solidFill>
                  <a:srgbClr val="aaaaaa"/>
                </a:solidFill>
                <a:latin typeface="Calibri"/>
                <a:ea typeface="DejaVu Sans"/>
              </a:rPr>
              <a:t>can store all values of the smaller data type without data loss.</a:t>
            </a:r>
            <a:endParaRPr b="0" lang="en-US" sz="1500" spc="-1" strike="noStrike">
              <a:solidFill>
                <a:srgbClr val="000000"/>
              </a:solidFill>
              <a:latin typeface="Arial"/>
            </a:endParaRPr>
          </a:p>
        </p:txBody>
      </p:sp>
      <p:sp>
        <p:nvSpPr>
          <p:cNvPr id="1125" name="Rounded Rectangle 86"/>
          <p:cNvSpPr/>
          <p:nvPr/>
        </p:nvSpPr>
        <p:spPr>
          <a:xfrm>
            <a:off x="98748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6" name="Rounded Rectangle 87"/>
          <p:cNvSpPr/>
          <p:nvPr/>
        </p:nvSpPr>
        <p:spPr>
          <a:xfrm>
            <a:off x="595440" y="2743200"/>
            <a:ext cx="3513960" cy="3652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Implicit Casting is the automatic conversion of a smaller data type to a larger data type in Java.</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performs this conversion automatically when there is no risk of data loss.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Widening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Done automatically by the compiler</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No manual casting needed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p:txBody>
      </p:sp>
      <p:sp>
        <p:nvSpPr>
          <p:cNvPr id="1127" name="Rounded Rectangle 88"/>
          <p:cNvSpPr/>
          <p:nvPr/>
        </p:nvSpPr>
        <p:spPr>
          <a:xfrm>
            <a:off x="450792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8" name="Rounded Rectangle 89"/>
          <p:cNvSpPr/>
          <p:nvPr/>
        </p:nvSpPr>
        <p:spPr>
          <a:xfrm>
            <a:off x="4343400" y="2880360"/>
            <a:ext cx="3652200" cy="3423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Implicit Casting Flow (Widening Conversion)</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Each step represents a data type that can store the previous type safely.</a:t>
            </a:r>
            <a:endParaRPr b="0" lang="en-US" sz="1400" spc="-1" strike="noStrike">
              <a:solidFill>
                <a:srgbClr val="ffffff"/>
              </a:solidFill>
              <a:latin typeface="Arial"/>
            </a:endParaRPr>
          </a:p>
        </p:txBody>
      </p:sp>
      <p:sp>
        <p:nvSpPr>
          <p:cNvPr id="1129" name="Rounded Rectangle 90"/>
          <p:cNvSpPr/>
          <p:nvPr/>
        </p:nvSpPr>
        <p:spPr>
          <a:xfrm>
            <a:off x="802836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0" name="Rounded Rectangle 91"/>
          <p:cNvSpPr/>
          <p:nvPr/>
        </p:nvSpPr>
        <p:spPr>
          <a:xfrm>
            <a:off x="8229600" y="2972880"/>
            <a:ext cx="3652200" cy="3193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ImplicitCastingExample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Automatic conversion from int to double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System.out.println("Number: "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System.out.println("Converted value: " + 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31" name="TextBox 3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2" name="Rectangle 208"/>
          <p:cNvSpPr/>
          <p:nvPr/>
        </p:nvSpPr>
        <p:spPr>
          <a:xfrm>
            <a:off x="0" y="0"/>
            <a:ext cx="12182760" cy="68518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3" name="Rectangle 209"/>
          <p:cNvSpPr/>
          <p:nvPr/>
        </p:nvSpPr>
        <p:spPr>
          <a:xfrm>
            <a:off x="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4" name="Rectangle 210"/>
          <p:cNvSpPr/>
          <p:nvPr/>
        </p:nvSpPr>
        <p:spPr>
          <a:xfrm>
            <a:off x="914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5" name="Rectangle 211"/>
          <p:cNvSpPr/>
          <p:nvPr/>
        </p:nvSpPr>
        <p:spPr>
          <a:xfrm>
            <a:off x="1828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6" name="Rectangle 212"/>
          <p:cNvSpPr/>
          <p:nvPr/>
        </p:nvSpPr>
        <p:spPr>
          <a:xfrm>
            <a:off x="2743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7" name="Rectangle 213"/>
          <p:cNvSpPr/>
          <p:nvPr/>
        </p:nvSpPr>
        <p:spPr>
          <a:xfrm>
            <a:off x="3657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8" name="Rectangle 214"/>
          <p:cNvSpPr/>
          <p:nvPr/>
        </p:nvSpPr>
        <p:spPr>
          <a:xfrm>
            <a:off x="4572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9" name="Rectangle 215"/>
          <p:cNvSpPr/>
          <p:nvPr/>
        </p:nvSpPr>
        <p:spPr>
          <a:xfrm>
            <a:off x="5486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0" name="Rectangle 216"/>
          <p:cNvSpPr/>
          <p:nvPr/>
        </p:nvSpPr>
        <p:spPr>
          <a:xfrm>
            <a:off x="6400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1" name="Rectangle 217"/>
          <p:cNvSpPr/>
          <p:nvPr/>
        </p:nvSpPr>
        <p:spPr>
          <a:xfrm>
            <a:off x="7315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2" name="Rectangle 218"/>
          <p:cNvSpPr/>
          <p:nvPr/>
        </p:nvSpPr>
        <p:spPr>
          <a:xfrm>
            <a:off x="8229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3" name="Rectangle 219"/>
          <p:cNvSpPr/>
          <p:nvPr/>
        </p:nvSpPr>
        <p:spPr>
          <a:xfrm>
            <a:off x="9144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4" name="Rectangle 220"/>
          <p:cNvSpPr/>
          <p:nvPr/>
        </p:nvSpPr>
        <p:spPr>
          <a:xfrm>
            <a:off x="10058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5" name="Rectangle 221"/>
          <p:cNvSpPr/>
          <p:nvPr/>
        </p:nvSpPr>
        <p:spPr>
          <a:xfrm>
            <a:off x="10972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6" name="Rectangle 222"/>
          <p:cNvSpPr/>
          <p:nvPr/>
        </p:nvSpPr>
        <p:spPr>
          <a:xfrm>
            <a:off x="11887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7" name="Rectangle 223"/>
          <p:cNvSpPr/>
          <p:nvPr/>
        </p:nvSpPr>
        <p:spPr>
          <a:xfrm>
            <a:off x="0" y="0"/>
            <a:ext cx="313920" cy="68518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8" name="Rounded Rectangle 92"/>
          <p:cNvSpPr/>
          <p:nvPr/>
        </p:nvSpPr>
        <p:spPr>
          <a:xfrm>
            <a:off x="9875520" y="365760"/>
            <a:ext cx="2005560" cy="4968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49" name="TextBox 40"/>
          <p:cNvSpPr/>
          <p:nvPr/>
        </p:nvSpPr>
        <p:spPr>
          <a:xfrm>
            <a:off x="2514600" y="685800"/>
            <a:ext cx="6071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EXPLICIT CASTING</a:t>
            </a:r>
            <a:endParaRPr b="0" lang="en-US" sz="4800" spc="-1" strike="noStrike">
              <a:solidFill>
                <a:srgbClr val="000000"/>
              </a:solidFill>
              <a:latin typeface="Arial"/>
            </a:endParaRPr>
          </a:p>
        </p:txBody>
      </p:sp>
      <p:sp>
        <p:nvSpPr>
          <p:cNvPr id="1150" name="TextBox 41"/>
          <p:cNvSpPr/>
          <p:nvPr/>
        </p:nvSpPr>
        <p:spPr>
          <a:xfrm>
            <a:off x="2647440" y="1600200"/>
            <a:ext cx="580932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Explicit casting is the manual conversion of 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larger data type to a smaller data type in Java.</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It is required when there is a risk of data or precision loss.</a:t>
            </a:r>
            <a:endParaRPr b="0" lang="en-US" sz="1900" spc="-1" strike="noStrike">
              <a:solidFill>
                <a:srgbClr val="000000"/>
              </a:solidFill>
              <a:latin typeface="Arial"/>
            </a:endParaRPr>
          </a:p>
        </p:txBody>
      </p:sp>
      <p:sp>
        <p:nvSpPr>
          <p:cNvPr id="1151" name="Rounded Rectangle 93"/>
          <p:cNvSpPr/>
          <p:nvPr/>
        </p:nvSpPr>
        <p:spPr>
          <a:xfrm>
            <a:off x="98748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2" name="Rounded Rectangle 94"/>
          <p:cNvSpPr/>
          <p:nvPr/>
        </p:nvSpPr>
        <p:spPr>
          <a:xfrm>
            <a:off x="457200" y="2743200"/>
            <a:ext cx="3742920" cy="3881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Explicit Casting is the manual conversion of a larger data type to a smaller data type.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Java does not perform this conversion automatically because the smaller type may not store all values.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Narrowing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Converts larger numeric types to smaller ones</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Requires casting syntax (type)</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May cause data or precision loss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1153" name="Rounded Rectangle 95"/>
          <p:cNvSpPr/>
          <p:nvPr/>
        </p:nvSpPr>
        <p:spPr>
          <a:xfrm>
            <a:off x="450792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4" name="Rounded Rectangle 96"/>
          <p:cNvSpPr/>
          <p:nvPr/>
        </p:nvSpPr>
        <p:spPr>
          <a:xfrm>
            <a:off x="4434840" y="2971800"/>
            <a:ext cx="3285720" cy="3423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Explicit Casting Flow (Narrowing)</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float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short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byte</a:t>
            </a:r>
            <a:endParaRPr b="0" lang="en-US" sz="13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Each step converts the value to a smaller storage type, which may remove decimal values or overflow.</a:t>
            </a:r>
            <a:endParaRPr b="0" lang="en-US" sz="1200" spc="-1" strike="noStrike">
              <a:solidFill>
                <a:srgbClr val="ffffff"/>
              </a:solidFill>
              <a:latin typeface="Arial"/>
            </a:endParaRPr>
          </a:p>
        </p:txBody>
      </p:sp>
      <p:sp>
        <p:nvSpPr>
          <p:cNvPr id="1155" name="Rounded Rectangle 97"/>
          <p:cNvSpPr/>
          <p:nvPr/>
        </p:nvSpPr>
        <p:spPr>
          <a:xfrm>
            <a:off x="802836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6" name="Rounded Rectangle 98"/>
          <p:cNvSpPr/>
          <p:nvPr/>
        </p:nvSpPr>
        <p:spPr>
          <a:xfrm>
            <a:off x="7955280" y="2514600"/>
            <a:ext cx="3926880" cy="4109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ExplicitCastingExample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 Explicit casting from double to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newPrice = (int)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System.out.println("Original value: " +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System.out.println("Converted value: " + newPrice);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1157" name="TextBox 4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8" name="Rectangle 224"/>
          <p:cNvSpPr/>
          <p:nvPr/>
        </p:nvSpPr>
        <p:spPr>
          <a:xfrm>
            <a:off x="0" y="0"/>
            <a:ext cx="12183120" cy="68522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9" name="Rectangle 225"/>
          <p:cNvSpPr/>
          <p:nvPr/>
        </p:nvSpPr>
        <p:spPr>
          <a:xfrm>
            <a:off x="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0" name="Rectangle 226"/>
          <p:cNvSpPr/>
          <p:nvPr/>
        </p:nvSpPr>
        <p:spPr>
          <a:xfrm>
            <a:off x="914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1" name="Rectangle 227"/>
          <p:cNvSpPr/>
          <p:nvPr/>
        </p:nvSpPr>
        <p:spPr>
          <a:xfrm>
            <a:off x="1828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2" name="Rectangle 228"/>
          <p:cNvSpPr/>
          <p:nvPr/>
        </p:nvSpPr>
        <p:spPr>
          <a:xfrm>
            <a:off x="2743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3" name="Rectangle 229"/>
          <p:cNvSpPr/>
          <p:nvPr/>
        </p:nvSpPr>
        <p:spPr>
          <a:xfrm>
            <a:off x="36576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4" name="Rectangle 230"/>
          <p:cNvSpPr/>
          <p:nvPr/>
        </p:nvSpPr>
        <p:spPr>
          <a:xfrm>
            <a:off x="45720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5" name="Rectangle 231"/>
          <p:cNvSpPr/>
          <p:nvPr/>
        </p:nvSpPr>
        <p:spPr>
          <a:xfrm>
            <a:off x="5486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6" name="Rectangle 232"/>
          <p:cNvSpPr/>
          <p:nvPr/>
        </p:nvSpPr>
        <p:spPr>
          <a:xfrm>
            <a:off x="6400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7" name="Rectangle 233"/>
          <p:cNvSpPr/>
          <p:nvPr/>
        </p:nvSpPr>
        <p:spPr>
          <a:xfrm>
            <a:off x="7315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8" name="Rectangle 234"/>
          <p:cNvSpPr/>
          <p:nvPr/>
        </p:nvSpPr>
        <p:spPr>
          <a:xfrm>
            <a:off x="82296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9" name="Rectangle 235"/>
          <p:cNvSpPr/>
          <p:nvPr/>
        </p:nvSpPr>
        <p:spPr>
          <a:xfrm>
            <a:off x="91440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0" name="Rectangle 236"/>
          <p:cNvSpPr/>
          <p:nvPr/>
        </p:nvSpPr>
        <p:spPr>
          <a:xfrm>
            <a:off x="10058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1" name="Rectangle 237"/>
          <p:cNvSpPr/>
          <p:nvPr/>
        </p:nvSpPr>
        <p:spPr>
          <a:xfrm>
            <a:off x="10972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2" name="Rectangle 238"/>
          <p:cNvSpPr/>
          <p:nvPr/>
        </p:nvSpPr>
        <p:spPr>
          <a:xfrm>
            <a:off x="11887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3" name="Rectangle 239"/>
          <p:cNvSpPr/>
          <p:nvPr/>
        </p:nvSpPr>
        <p:spPr>
          <a:xfrm>
            <a:off x="0" y="0"/>
            <a:ext cx="314280" cy="68522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4" name="Rounded Rectangle 99"/>
          <p:cNvSpPr/>
          <p:nvPr/>
        </p:nvSpPr>
        <p:spPr>
          <a:xfrm>
            <a:off x="9875520" y="365760"/>
            <a:ext cx="2005920" cy="4971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75" name="TextBox 43"/>
          <p:cNvSpPr/>
          <p:nvPr/>
        </p:nvSpPr>
        <p:spPr>
          <a:xfrm>
            <a:off x="2148480" y="1005840"/>
            <a:ext cx="6674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Implicit vs Explicit Casting</a:t>
            </a:r>
            <a:endParaRPr b="0" lang="en-US" sz="4800" spc="-1" strike="noStrike">
              <a:solidFill>
                <a:srgbClr val="000000"/>
              </a:solidFill>
              <a:latin typeface="Arial"/>
            </a:endParaRPr>
          </a:p>
        </p:txBody>
      </p:sp>
      <p:sp>
        <p:nvSpPr>
          <p:cNvPr id="1176" name="TextBox 44"/>
          <p:cNvSpPr/>
          <p:nvPr/>
        </p:nvSpPr>
        <p:spPr>
          <a:xfrm>
            <a:off x="2094480" y="2057400"/>
            <a:ext cx="678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Understanding the difference between implicit and explicit casting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helps prevent data loss and ensures correct type conversion in Java.</a:t>
            </a:r>
            <a:endParaRPr b="0" lang="en-US" sz="1900" spc="-1" strike="noStrike">
              <a:solidFill>
                <a:srgbClr val="000000"/>
              </a:solidFill>
              <a:latin typeface="Arial"/>
            </a:endParaRPr>
          </a:p>
        </p:txBody>
      </p:sp>
      <p:sp>
        <p:nvSpPr>
          <p:cNvPr id="1177" name="Rounded Rectangle 100"/>
          <p:cNvSpPr/>
          <p:nvPr/>
        </p:nvSpPr>
        <p:spPr>
          <a:xfrm>
            <a:off x="98748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8" name="Rounded Rectangle 101"/>
          <p:cNvSpPr/>
          <p:nvPr/>
        </p:nvSpPr>
        <p:spPr>
          <a:xfrm>
            <a:off x="914400" y="3108960"/>
            <a:ext cx="3286080" cy="2737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500" spc="-1" strike="noStrike">
                <a:solidFill>
                  <a:schemeClr val="lt1"/>
                </a:solidFill>
                <a:latin typeface="Calibri"/>
                <a:ea typeface="DejaVu Sans"/>
              </a:rPr>
              <a:t>Implicit Casting (Widening)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Smaller → Larger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automatically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syntax required</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Explicit Casting (Narrowing)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Larger → Smaller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manually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May cause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Requires (type) syntax</a:t>
            </a:r>
            <a:endParaRPr b="0" lang="en-US" sz="1500" spc="-1" strike="noStrike">
              <a:solidFill>
                <a:srgbClr val="ffffff"/>
              </a:solidFill>
              <a:latin typeface="Arial"/>
            </a:endParaRPr>
          </a:p>
        </p:txBody>
      </p:sp>
      <p:sp>
        <p:nvSpPr>
          <p:cNvPr id="1179" name="Rounded Rectangle 102"/>
          <p:cNvSpPr/>
          <p:nvPr/>
        </p:nvSpPr>
        <p:spPr>
          <a:xfrm>
            <a:off x="450792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0" name="Rounded Rectangle 103"/>
          <p:cNvSpPr/>
          <p:nvPr/>
        </p:nvSpPr>
        <p:spPr>
          <a:xfrm>
            <a:off x="4434840" y="3108960"/>
            <a:ext cx="3286080" cy="2737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Implicit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double → float → long → int → short → byte</a:t>
            </a:r>
            <a:endParaRPr b="0" lang="en-US" sz="1800" spc="-1" strike="noStrike">
              <a:solidFill>
                <a:srgbClr val="ffffff"/>
              </a:solidFill>
              <a:latin typeface="Arial"/>
            </a:endParaRPr>
          </a:p>
        </p:txBody>
      </p:sp>
      <p:sp>
        <p:nvSpPr>
          <p:cNvPr id="1181" name="Rounded Rectangle 104"/>
          <p:cNvSpPr/>
          <p:nvPr/>
        </p:nvSpPr>
        <p:spPr>
          <a:xfrm>
            <a:off x="802836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2" name="Rounded Rectangle 105"/>
          <p:cNvSpPr/>
          <p:nvPr/>
        </p:nvSpPr>
        <p:spPr>
          <a:xfrm>
            <a:off x="7955280" y="3108960"/>
            <a:ext cx="3698640" cy="3058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CastingComparison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83" name="TextBox 4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4" name="Rectangle 240"/>
          <p:cNvSpPr/>
          <p:nvPr/>
        </p:nvSpPr>
        <p:spPr>
          <a:xfrm>
            <a:off x="0" y="0"/>
            <a:ext cx="12183480" cy="68526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5" name="Rectangle 241"/>
          <p:cNvSpPr/>
          <p:nvPr/>
        </p:nvSpPr>
        <p:spPr>
          <a:xfrm>
            <a:off x="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6" name="Rectangle 242"/>
          <p:cNvSpPr/>
          <p:nvPr/>
        </p:nvSpPr>
        <p:spPr>
          <a:xfrm>
            <a:off x="914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7" name="Rectangle 243"/>
          <p:cNvSpPr/>
          <p:nvPr/>
        </p:nvSpPr>
        <p:spPr>
          <a:xfrm>
            <a:off x="1828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8" name="Rectangle 244"/>
          <p:cNvSpPr/>
          <p:nvPr/>
        </p:nvSpPr>
        <p:spPr>
          <a:xfrm>
            <a:off x="2743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9" name="Rectangle 245"/>
          <p:cNvSpPr/>
          <p:nvPr/>
        </p:nvSpPr>
        <p:spPr>
          <a:xfrm>
            <a:off x="36576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0" name="Rectangle 246"/>
          <p:cNvSpPr/>
          <p:nvPr/>
        </p:nvSpPr>
        <p:spPr>
          <a:xfrm>
            <a:off x="45720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1" name="Rectangle 247"/>
          <p:cNvSpPr/>
          <p:nvPr/>
        </p:nvSpPr>
        <p:spPr>
          <a:xfrm>
            <a:off x="5486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2" name="Rectangle 248"/>
          <p:cNvSpPr/>
          <p:nvPr/>
        </p:nvSpPr>
        <p:spPr>
          <a:xfrm>
            <a:off x="6400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3" name="Rectangle 249"/>
          <p:cNvSpPr/>
          <p:nvPr/>
        </p:nvSpPr>
        <p:spPr>
          <a:xfrm>
            <a:off x="7315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4" name="Rectangle 250"/>
          <p:cNvSpPr/>
          <p:nvPr/>
        </p:nvSpPr>
        <p:spPr>
          <a:xfrm>
            <a:off x="82296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5" name="Rectangle 251"/>
          <p:cNvSpPr/>
          <p:nvPr/>
        </p:nvSpPr>
        <p:spPr>
          <a:xfrm>
            <a:off x="91440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6" name="Rectangle 252"/>
          <p:cNvSpPr/>
          <p:nvPr/>
        </p:nvSpPr>
        <p:spPr>
          <a:xfrm>
            <a:off x="10058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7" name="Rectangle 253"/>
          <p:cNvSpPr/>
          <p:nvPr/>
        </p:nvSpPr>
        <p:spPr>
          <a:xfrm>
            <a:off x="10972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8" name="Rectangle 254"/>
          <p:cNvSpPr/>
          <p:nvPr/>
        </p:nvSpPr>
        <p:spPr>
          <a:xfrm>
            <a:off x="11887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9" name="Rectangle 255"/>
          <p:cNvSpPr/>
          <p:nvPr/>
        </p:nvSpPr>
        <p:spPr>
          <a:xfrm>
            <a:off x="0" y="0"/>
            <a:ext cx="314640" cy="68526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0" name="Rounded Rectangle 106"/>
          <p:cNvSpPr/>
          <p:nvPr/>
        </p:nvSpPr>
        <p:spPr>
          <a:xfrm>
            <a:off x="9875520" y="365760"/>
            <a:ext cx="2006280" cy="4975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01" name="TextBox 46"/>
          <p:cNvSpPr/>
          <p:nvPr/>
        </p:nvSpPr>
        <p:spPr>
          <a:xfrm>
            <a:off x="1659960" y="1005840"/>
            <a:ext cx="76518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DATA LOSS &amp; PRECISION LOSS</a:t>
            </a:r>
            <a:endParaRPr b="0" lang="en-US" sz="4800" spc="-1" strike="noStrike">
              <a:solidFill>
                <a:srgbClr val="000000"/>
              </a:solidFill>
              <a:latin typeface="Arial"/>
            </a:endParaRPr>
          </a:p>
        </p:txBody>
      </p:sp>
      <p:sp>
        <p:nvSpPr>
          <p:cNvPr id="1202" name="TextBox 47"/>
          <p:cNvSpPr/>
          <p:nvPr/>
        </p:nvSpPr>
        <p:spPr>
          <a:xfrm>
            <a:off x="2286000" y="1826640"/>
            <a:ext cx="643104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may cause data loss when converting from a larger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data type to a smaller one.</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Decimal values can be removed and large values may overflow.</a:t>
            </a:r>
            <a:endParaRPr b="0" lang="en-US" sz="1900" spc="-1" strike="noStrike">
              <a:solidFill>
                <a:srgbClr val="000000"/>
              </a:solidFill>
              <a:latin typeface="Arial"/>
            </a:endParaRPr>
          </a:p>
        </p:txBody>
      </p:sp>
      <p:sp>
        <p:nvSpPr>
          <p:cNvPr id="1203" name="Rounded Rectangle 107"/>
          <p:cNvSpPr/>
          <p:nvPr/>
        </p:nvSpPr>
        <p:spPr>
          <a:xfrm>
            <a:off x="98748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4" name="Rounded Rectangle 108"/>
          <p:cNvSpPr/>
          <p:nvPr/>
        </p:nvSpPr>
        <p:spPr>
          <a:xfrm>
            <a:off x="914400" y="3108960"/>
            <a:ext cx="3286440" cy="2737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Occurs in explicit (narrowing) casting</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Decimal part is truncated (not rounded)</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Smaller types cannot store full value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May lead to incorrect results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Precision loss happens especially with float → int</a:t>
            </a:r>
            <a:endParaRPr b="0" lang="en-US" sz="1800" spc="-1" strike="noStrike">
              <a:solidFill>
                <a:srgbClr val="ffffff"/>
              </a:solidFill>
              <a:latin typeface="Arial"/>
            </a:endParaRPr>
          </a:p>
        </p:txBody>
      </p:sp>
      <p:sp>
        <p:nvSpPr>
          <p:cNvPr id="1205" name="Rounded Rectangle 109"/>
          <p:cNvSpPr/>
          <p:nvPr/>
        </p:nvSpPr>
        <p:spPr>
          <a:xfrm>
            <a:off x="450792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6" name="Rounded Rectangle 110"/>
          <p:cNvSpPr/>
          <p:nvPr/>
        </p:nvSpPr>
        <p:spPr>
          <a:xfrm>
            <a:off x="4343400" y="3108960"/>
            <a:ext cx="3377880" cy="3287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double (9.78)</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(casting)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(9)</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(123456.789)</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(123456)</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Decimal part is completely removed</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No rounding happens</a:t>
            </a:r>
            <a:endParaRPr b="0" lang="en-US" sz="1800" spc="-1" strike="noStrike">
              <a:solidFill>
                <a:srgbClr val="ffffff"/>
              </a:solidFill>
              <a:latin typeface="Arial"/>
            </a:endParaRPr>
          </a:p>
        </p:txBody>
      </p:sp>
      <p:sp>
        <p:nvSpPr>
          <p:cNvPr id="1207" name="Rounded Rectangle 111"/>
          <p:cNvSpPr/>
          <p:nvPr/>
        </p:nvSpPr>
        <p:spPr>
          <a:xfrm>
            <a:off x="802836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8" name="Rounded Rectangle 112"/>
          <p:cNvSpPr/>
          <p:nvPr/>
        </p:nvSpPr>
        <p:spPr>
          <a:xfrm>
            <a:off x="7955280" y="2971800"/>
            <a:ext cx="3927600" cy="3424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DataLossExample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double value = 9.78;</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Explicit casting</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result = (int)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System.out.println("Original: " +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System.out.println("After casting: " + result);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float bigValue = 123456.789f;</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converted = (int)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System.out.println("Float: " +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System.out.println("Int: " + converted);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209" name="TextBox 48"/>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0" name="Rectangle 256"/>
          <p:cNvSpPr/>
          <p:nvPr/>
        </p:nvSpPr>
        <p:spPr>
          <a:xfrm>
            <a:off x="0" y="0"/>
            <a:ext cx="12184200" cy="68533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1" name="Rectangle 257"/>
          <p:cNvSpPr/>
          <p:nvPr/>
        </p:nvSpPr>
        <p:spPr>
          <a:xfrm>
            <a:off x="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2" name="Rectangle 258"/>
          <p:cNvSpPr/>
          <p:nvPr/>
        </p:nvSpPr>
        <p:spPr>
          <a:xfrm>
            <a:off x="914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3" name="Rectangle 259"/>
          <p:cNvSpPr/>
          <p:nvPr/>
        </p:nvSpPr>
        <p:spPr>
          <a:xfrm>
            <a:off x="1828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4" name="Rectangle 260"/>
          <p:cNvSpPr/>
          <p:nvPr/>
        </p:nvSpPr>
        <p:spPr>
          <a:xfrm>
            <a:off x="2743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5" name="Rectangle 261"/>
          <p:cNvSpPr/>
          <p:nvPr/>
        </p:nvSpPr>
        <p:spPr>
          <a:xfrm>
            <a:off x="36576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6" name="Rectangle 262"/>
          <p:cNvSpPr/>
          <p:nvPr/>
        </p:nvSpPr>
        <p:spPr>
          <a:xfrm>
            <a:off x="45720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7" name="Rectangle 263"/>
          <p:cNvSpPr/>
          <p:nvPr/>
        </p:nvSpPr>
        <p:spPr>
          <a:xfrm>
            <a:off x="5486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8" name="Rectangle 264"/>
          <p:cNvSpPr/>
          <p:nvPr/>
        </p:nvSpPr>
        <p:spPr>
          <a:xfrm>
            <a:off x="6400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9" name="Rectangle 265"/>
          <p:cNvSpPr/>
          <p:nvPr/>
        </p:nvSpPr>
        <p:spPr>
          <a:xfrm>
            <a:off x="7315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0" name="Rectangle 266"/>
          <p:cNvSpPr/>
          <p:nvPr/>
        </p:nvSpPr>
        <p:spPr>
          <a:xfrm>
            <a:off x="82296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1" name="Rectangle 267"/>
          <p:cNvSpPr/>
          <p:nvPr/>
        </p:nvSpPr>
        <p:spPr>
          <a:xfrm>
            <a:off x="91440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2" name="Rectangle 268"/>
          <p:cNvSpPr/>
          <p:nvPr/>
        </p:nvSpPr>
        <p:spPr>
          <a:xfrm>
            <a:off x="10058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3" name="Rectangle 269"/>
          <p:cNvSpPr/>
          <p:nvPr/>
        </p:nvSpPr>
        <p:spPr>
          <a:xfrm>
            <a:off x="10972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4" name="Rectangle 270"/>
          <p:cNvSpPr/>
          <p:nvPr/>
        </p:nvSpPr>
        <p:spPr>
          <a:xfrm>
            <a:off x="11887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5" name="Rectangle 271"/>
          <p:cNvSpPr/>
          <p:nvPr/>
        </p:nvSpPr>
        <p:spPr>
          <a:xfrm>
            <a:off x="0" y="0"/>
            <a:ext cx="315360" cy="68533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6" name="Rounded Rectangle 113"/>
          <p:cNvSpPr/>
          <p:nvPr/>
        </p:nvSpPr>
        <p:spPr>
          <a:xfrm>
            <a:off x="9875520" y="365760"/>
            <a:ext cx="2007000" cy="4982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27" name="TextBox 49"/>
          <p:cNvSpPr/>
          <p:nvPr/>
        </p:nvSpPr>
        <p:spPr>
          <a:xfrm>
            <a:off x="1458000" y="1005840"/>
            <a:ext cx="80557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TYPE CASTING IN EXPRESSIONS</a:t>
            </a:r>
            <a:endParaRPr b="0" lang="en-US" sz="4800" spc="-1" strike="noStrike">
              <a:solidFill>
                <a:srgbClr val="000000"/>
              </a:solidFill>
              <a:latin typeface="Arial"/>
            </a:endParaRPr>
          </a:p>
        </p:txBody>
      </p:sp>
      <p:sp>
        <p:nvSpPr>
          <p:cNvPr id="1228" name="TextBox 50"/>
          <p:cNvSpPr/>
          <p:nvPr/>
        </p:nvSpPr>
        <p:spPr>
          <a:xfrm>
            <a:off x="2283480" y="2194560"/>
            <a:ext cx="640512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Automatic type conversion during arithmetic operations in Java.</a:t>
            </a:r>
            <a:endParaRPr b="0" lang="en-US" sz="1900" spc="-1" strike="noStrike">
              <a:solidFill>
                <a:srgbClr val="000000"/>
              </a:solidFill>
              <a:latin typeface="Arial"/>
            </a:endParaRPr>
          </a:p>
        </p:txBody>
      </p:sp>
      <p:sp>
        <p:nvSpPr>
          <p:cNvPr id="1229" name="Rounded Rectangle 114"/>
          <p:cNvSpPr/>
          <p:nvPr/>
        </p:nvSpPr>
        <p:spPr>
          <a:xfrm>
            <a:off x="98748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0" name="Rounded Rectangle 115"/>
          <p:cNvSpPr/>
          <p:nvPr/>
        </p:nvSpPr>
        <p:spPr>
          <a:xfrm>
            <a:off x="914400" y="3108960"/>
            <a:ext cx="3287160" cy="2738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Java promotes smaller types in expressions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Operations follow the largest data type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No manual casting needed (in most cases)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byte, short → converted to int automatically</a:t>
            </a:r>
            <a:endParaRPr b="0" lang="en-US" sz="1800" spc="-1" strike="noStrike">
              <a:solidFill>
                <a:srgbClr val="ffffff"/>
              </a:solidFill>
              <a:latin typeface="Arial"/>
            </a:endParaRPr>
          </a:p>
        </p:txBody>
      </p:sp>
      <p:sp>
        <p:nvSpPr>
          <p:cNvPr id="1231" name="Rounded Rectangle 116"/>
          <p:cNvSpPr/>
          <p:nvPr/>
        </p:nvSpPr>
        <p:spPr>
          <a:xfrm>
            <a:off x="450792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2" name="Rounded Rectangle 117"/>
          <p:cNvSpPr/>
          <p:nvPr/>
        </p:nvSpPr>
        <p:spPr>
          <a:xfrm>
            <a:off x="4434840" y="3108960"/>
            <a:ext cx="3287160" cy="2738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 double → 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 long → float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short + short → int</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Result = largest type</a:t>
            </a:r>
            <a:endParaRPr b="0" lang="en-US" sz="1800" spc="-1" strike="noStrike">
              <a:solidFill>
                <a:srgbClr val="ffffff"/>
              </a:solidFill>
              <a:latin typeface="Arial"/>
            </a:endParaRPr>
          </a:p>
        </p:txBody>
      </p:sp>
      <p:sp>
        <p:nvSpPr>
          <p:cNvPr id="1233" name="Rounded Rectangle 118"/>
          <p:cNvSpPr/>
          <p:nvPr/>
        </p:nvSpPr>
        <p:spPr>
          <a:xfrm>
            <a:off x="802836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4" name="Rounded Rectangle 119"/>
          <p:cNvSpPr/>
          <p:nvPr/>
        </p:nvSpPr>
        <p:spPr>
          <a:xfrm>
            <a:off x="7955280" y="2971800"/>
            <a:ext cx="3699720" cy="2875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int a = 10;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b = 5.5;</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result = a + b; // int → double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System.out.println(result);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x = 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y = 10;</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int sum = x + y; // byte →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System.out.println(sum);</a:t>
            </a:r>
            <a:endParaRPr b="0" lang="en-US" sz="1400" spc="-1" strike="noStrike">
              <a:solidFill>
                <a:srgbClr val="ffffff"/>
              </a:solidFill>
              <a:latin typeface="Arial"/>
            </a:endParaRPr>
          </a:p>
        </p:txBody>
      </p:sp>
      <p:sp>
        <p:nvSpPr>
          <p:cNvPr id="1235" name="TextBox 51"/>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6" name="Rectangle 272"/>
          <p:cNvSpPr/>
          <p:nvPr/>
        </p:nvSpPr>
        <p:spPr>
          <a:xfrm>
            <a:off x="0" y="0"/>
            <a:ext cx="12184920" cy="68540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7" name="Rectangle 273"/>
          <p:cNvSpPr/>
          <p:nvPr/>
        </p:nvSpPr>
        <p:spPr>
          <a:xfrm>
            <a:off x="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8" name="Rectangle 274"/>
          <p:cNvSpPr/>
          <p:nvPr/>
        </p:nvSpPr>
        <p:spPr>
          <a:xfrm>
            <a:off x="914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9" name="Rectangle 275"/>
          <p:cNvSpPr/>
          <p:nvPr/>
        </p:nvSpPr>
        <p:spPr>
          <a:xfrm>
            <a:off x="1828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0" name="Rectangle 276"/>
          <p:cNvSpPr/>
          <p:nvPr/>
        </p:nvSpPr>
        <p:spPr>
          <a:xfrm>
            <a:off x="2743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1" name="Rectangle 277"/>
          <p:cNvSpPr/>
          <p:nvPr/>
        </p:nvSpPr>
        <p:spPr>
          <a:xfrm>
            <a:off x="36576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2" name="Rectangle 278"/>
          <p:cNvSpPr/>
          <p:nvPr/>
        </p:nvSpPr>
        <p:spPr>
          <a:xfrm>
            <a:off x="45720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3" name="Rectangle 279"/>
          <p:cNvSpPr/>
          <p:nvPr/>
        </p:nvSpPr>
        <p:spPr>
          <a:xfrm>
            <a:off x="5486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4" name="Rectangle 280"/>
          <p:cNvSpPr/>
          <p:nvPr/>
        </p:nvSpPr>
        <p:spPr>
          <a:xfrm>
            <a:off x="6400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5" name="Rectangle 281"/>
          <p:cNvSpPr/>
          <p:nvPr/>
        </p:nvSpPr>
        <p:spPr>
          <a:xfrm>
            <a:off x="7315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6" name="Rectangle 282"/>
          <p:cNvSpPr/>
          <p:nvPr/>
        </p:nvSpPr>
        <p:spPr>
          <a:xfrm>
            <a:off x="82296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7" name="Rectangle 283"/>
          <p:cNvSpPr/>
          <p:nvPr/>
        </p:nvSpPr>
        <p:spPr>
          <a:xfrm>
            <a:off x="91440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8" name="Rectangle 284"/>
          <p:cNvSpPr/>
          <p:nvPr/>
        </p:nvSpPr>
        <p:spPr>
          <a:xfrm>
            <a:off x="10058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9" name="Rectangle 285"/>
          <p:cNvSpPr/>
          <p:nvPr/>
        </p:nvSpPr>
        <p:spPr>
          <a:xfrm>
            <a:off x="10972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0" name="Rectangle 286"/>
          <p:cNvSpPr/>
          <p:nvPr/>
        </p:nvSpPr>
        <p:spPr>
          <a:xfrm>
            <a:off x="11887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1" name="Rectangle 287"/>
          <p:cNvSpPr/>
          <p:nvPr/>
        </p:nvSpPr>
        <p:spPr>
          <a:xfrm>
            <a:off x="0" y="0"/>
            <a:ext cx="316080" cy="68540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2" name="Rounded Rectangle 120"/>
          <p:cNvSpPr/>
          <p:nvPr/>
        </p:nvSpPr>
        <p:spPr>
          <a:xfrm>
            <a:off x="9875520" y="365760"/>
            <a:ext cx="2007720" cy="4989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53" name="TextBox 52"/>
          <p:cNvSpPr/>
          <p:nvPr/>
        </p:nvSpPr>
        <p:spPr>
          <a:xfrm>
            <a:off x="1514160" y="1005840"/>
            <a:ext cx="79430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System – Introduction</a:t>
            </a:r>
            <a:endParaRPr b="0" lang="en-US" sz="4800" spc="-1" strike="noStrike">
              <a:solidFill>
                <a:srgbClr val="000000"/>
              </a:solidFill>
              <a:latin typeface="Arial"/>
            </a:endParaRPr>
          </a:p>
        </p:txBody>
      </p:sp>
      <p:sp>
        <p:nvSpPr>
          <p:cNvPr id="1254" name="TextBox 53"/>
          <p:cNvSpPr/>
          <p:nvPr/>
        </p:nvSpPr>
        <p:spPr>
          <a:xfrm>
            <a:off x="1787760" y="2074680"/>
            <a:ext cx="75834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is a universal character encoding standard that allows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represent text from multiple languages consistently across platforms</a:t>
            </a:r>
            <a:endParaRPr b="0" lang="en-US" sz="1900" spc="-1" strike="noStrike">
              <a:solidFill>
                <a:srgbClr val="000000"/>
              </a:solidFill>
              <a:latin typeface="Arial"/>
            </a:endParaRPr>
          </a:p>
        </p:txBody>
      </p:sp>
      <p:sp>
        <p:nvSpPr>
          <p:cNvPr id="1255" name="Rounded Rectangle 121"/>
          <p:cNvSpPr/>
          <p:nvPr/>
        </p:nvSpPr>
        <p:spPr>
          <a:xfrm>
            <a:off x="98748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6" name="Rounded Rectangle 122"/>
          <p:cNvSpPr/>
          <p:nvPr/>
        </p:nvSpPr>
        <p:spPr>
          <a:xfrm>
            <a:off x="914400" y="3108960"/>
            <a:ext cx="3287880" cy="3060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a global character set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has a unique code point (e.g.,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Replaced older encodings like ASCII and ISO</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Supports almost all world languages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Java uses Unicode internally (UTF-16)</a:t>
            </a:r>
            <a:endParaRPr b="0" lang="en-US" sz="1800" spc="-1" strike="noStrike">
              <a:solidFill>
                <a:srgbClr val="ffffff"/>
              </a:solidFill>
              <a:latin typeface="Arial"/>
            </a:endParaRPr>
          </a:p>
        </p:txBody>
      </p:sp>
      <p:sp>
        <p:nvSpPr>
          <p:cNvPr id="1257" name="Rounded Rectangle 123"/>
          <p:cNvSpPr/>
          <p:nvPr/>
        </p:nvSpPr>
        <p:spPr>
          <a:xfrm>
            <a:off x="450792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8" name="Rounded Rectangle 124"/>
          <p:cNvSpPr/>
          <p:nvPr/>
        </p:nvSpPr>
        <p:spPr>
          <a:xfrm>
            <a:off x="4434840" y="3108960"/>
            <a:ext cx="3287880" cy="2739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(UTF-16) → Stored in Java → Displayed</a:t>
            </a:r>
            <a:endParaRPr b="0" lang="en-US" sz="1800" spc="-1" strike="noStrike">
              <a:solidFill>
                <a:srgbClr val="ffffff"/>
              </a:solidFill>
              <a:latin typeface="Arial"/>
            </a:endParaRPr>
          </a:p>
        </p:txBody>
      </p:sp>
      <p:sp>
        <p:nvSpPr>
          <p:cNvPr id="1259" name="Rounded Rectangle 125"/>
          <p:cNvSpPr/>
          <p:nvPr/>
        </p:nvSpPr>
        <p:spPr>
          <a:xfrm>
            <a:off x="802836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0" name="Rounded Rectangle 126"/>
          <p:cNvSpPr/>
          <p:nvPr/>
        </p:nvSpPr>
        <p:spPr>
          <a:xfrm>
            <a:off x="7955280" y="3108960"/>
            <a:ext cx="3700440" cy="3288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500" spc="-1" strike="noStrike">
                <a:solidFill>
                  <a:srgbClr val="78ffc8"/>
                </a:solidFill>
                <a:latin typeface="Consolas"/>
                <a:ea typeface="DejaVu Sans"/>
              </a:rPr>
              <a:t>public class UnicodeExample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public static void main(String[] args)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ch = '\u0041'; // Unicode for 'A'</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System.out.println(ch);</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symbol = '\u00AB'; //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System.out.println(symbol);</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a:t>
            </a:r>
            <a:endParaRPr b="0" lang="en-US" sz="1500" spc="-1" strike="noStrike">
              <a:solidFill>
                <a:srgbClr val="ffffff"/>
              </a:solidFill>
              <a:latin typeface="Arial"/>
            </a:endParaRPr>
          </a:p>
        </p:txBody>
      </p:sp>
      <p:sp>
        <p:nvSpPr>
          <p:cNvPr id="1261" name="TextBox 54"/>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262" name="" descr=""/>
          <p:cNvPicPr/>
          <p:nvPr/>
        </p:nvPicPr>
        <p:blipFill>
          <a:blip r:embed="rId1"/>
          <a:stretch/>
        </p:blipFill>
        <p:spPr>
          <a:xfrm>
            <a:off x="4589280" y="5029200"/>
            <a:ext cx="2648880" cy="50436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3" name="Rectangle 288"/>
          <p:cNvSpPr/>
          <p:nvPr/>
        </p:nvSpPr>
        <p:spPr>
          <a:xfrm>
            <a:off x="0" y="0"/>
            <a:ext cx="12185280" cy="68544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4" name="Rectangle 289"/>
          <p:cNvSpPr/>
          <p:nvPr/>
        </p:nvSpPr>
        <p:spPr>
          <a:xfrm>
            <a:off x="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5" name="Rectangle 290"/>
          <p:cNvSpPr/>
          <p:nvPr/>
        </p:nvSpPr>
        <p:spPr>
          <a:xfrm>
            <a:off x="914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6" name="Rectangle 291"/>
          <p:cNvSpPr/>
          <p:nvPr/>
        </p:nvSpPr>
        <p:spPr>
          <a:xfrm>
            <a:off x="1828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7" name="Rectangle 292"/>
          <p:cNvSpPr/>
          <p:nvPr/>
        </p:nvSpPr>
        <p:spPr>
          <a:xfrm>
            <a:off x="2743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8" name="Rectangle 293"/>
          <p:cNvSpPr/>
          <p:nvPr/>
        </p:nvSpPr>
        <p:spPr>
          <a:xfrm>
            <a:off x="3657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9" name="Rectangle 294"/>
          <p:cNvSpPr/>
          <p:nvPr/>
        </p:nvSpPr>
        <p:spPr>
          <a:xfrm>
            <a:off x="4572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0" name="Rectangle 295"/>
          <p:cNvSpPr/>
          <p:nvPr/>
        </p:nvSpPr>
        <p:spPr>
          <a:xfrm>
            <a:off x="5486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1" name="Rectangle 296"/>
          <p:cNvSpPr/>
          <p:nvPr/>
        </p:nvSpPr>
        <p:spPr>
          <a:xfrm>
            <a:off x="6400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2" name="Rectangle 297"/>
          <p:cNvSpPr/>
          <p:nvPr/>
        </p:nvSpPr>
        <p:spPr>
          <a:xfrm>
            <a:off x="7315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3" name="Rectangle 298"/>
          <p:cNvSpPr/>
          <p:nvPr/>
        </p:nvSpPr>
        <p:spPr>
          <a:xfrm>
            <a:off x="8229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4" name="Rectangle 299"/>
          <p:cNvSpPr/>
          <p:nvPr/>
        </p:nvSpPr>
        <p:spPr>
          <a:xfrm>
            <a:off x="9144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5" name="Rectangle 300"/>
          <p:cNvSpPr/>
          <p:nvPr/>
        </p:nvSpPr>
        <p:spPr>
          <a:xfrm>
            <a:off x="10058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6" name="Rectangle 301"/>
          <p:cNvSpPr/>
          <p:nvPr/>
        </p:nvSpPr>
        <p:spPr>
          <a:xfrm>
            <a:off x="10972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7" name="Rectangle 302"/>
          <p:cNvSpPr/>
          <p:nvPr/>
        </p:nvSpPr>
        <p:spPr>
          <a:xfrm>
            <a:off x="11887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8" name="Rectangle 303"/>
          <p:cNvSpPr/>
          <p:nvPr/>
        </p:nvSpPr>
        <p:spPr>
          <a:xfrm>
            <a:off x="0" y="0"/>
            <a:ext cx="316440" cy="68544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9" name="Rounded Rectangle 127"/>
          <p:cNvSpPr/>
          <p:nvPr/>
        </p:nvSpPr>
        <p:spPr>
          <a:xfrm>
            <a:off x="9875520" y="365760"/>
            <a:ext cx="2008080" cy="4993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80" name="TextBox 55"/>
          <p:cNvSpPr/>
          <p:nvPr/>
        </p:nvSpPr>
        <p:spPr>
          <a:xfrm>
            <a:off x="2830320" y="1005840"/>
            <a:ext cx="531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How Unicode Works</a:t>
            </a:r>
            <a:endParaRPr b="0" lang="en-US" sz="4800" spc="-1" strike="noStrike">
              <a:solidFill>
                <a:srgbClr val="000000"/>
              </a:solidFill>
              <a:latin typeface="Arial"/>
            </a:endParaRPr>
          </a:p>
        </p:txBody>
      </p:sp>
      <p:sp>
        <p:nvSpPr>
          <p:cNvPr id="1281" name="TextBox 56"/>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282" name="Rounded Rectangle 128"/>
          <p:cNvSpPr/>
          <p:nvPr/>
        </p:nvSpPr>
        <p:spPr>
          <a:xfrm>
            <a:off x="98748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3" name="Rounded Rectangle 129"/>
          <p:cNvSpPr/>
          <p:nvPr/>
        </p:nvSpPr>
        <p:spPr>
          <a:xfrm>
            <a:off x="685800" y="3108960"/>
            <a:ext cx="3516840" cy="3060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 Code Point (U+XXXX format)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Example:</a:t>
            </a: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A →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ç → U+00E7</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U+1F600</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universal → same meaning everywhere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Encoding systems (UTF-8, UTF-16, UTF-32) define how these are stored</a:t>
            </a:r>
            <a:endParaRPr b="0" lang="en-US" sz="1800" spc="-1" strike="noStrike">
              <a:solidFill>
                <a:srgbClr val="ffffff"/>
              </a:solidFill>
              <a:latin typeface="Arial"/>
            </a:endParaRPr>
          </a:p>
        </p:txBody>
      </p:sp>
      <p:sp>
        <p:nvSpPr>
          <p:cNvPr id="1284" name="Rounded Rectangle 130"/>
          <p:cNvSpPr/>
          <p:nvPr/>
        </p:nvSpPr>
        <p:spPr>
          <a:xfrm>
            <a:off x="450792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5" name="Rounded Rectangle 131"/>
          <p:cNvSpPr/>
          <p:nvPr/>
        </p:nvSpPr>
        <p:spPr>
          <a:xfrm>
            <a:off x="4434840" y="3108960"/>
            <a:ext cx="3288240" cy="2739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 Binary → Display</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 → U+0041 → UTF-8 → 01000001 → Screen</a:t>
            </a:r>
            <a:endParaRPr b="0" lang="en-US" sz="1800" spc="-1" strike="noStrike">
              <a:solidFill>
                <a:srgbClr val="ffffff"/>
              </a:solidFill>
              <a:latin typeface="Arial"/>
            </a:endParaRPr>
          </a:p>
        </p:txBody>
      </p:sp>
      <p:sp>
        <p:nvSpPr>
          <p:cNvPr id="1286" name="Rounded Rectangle 132"/>
          <p:cNvSpPr/>
          <p:nvPr/>
        </p:nvSpPr>
        <p:spPr>
          <a:xfrm>
            <a:off x="802836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7" name="Rounded Rectangle 133"/>
          <p:cNvSpPr/>
          <p:nvPr/>
        </p:nvSpPr>
        <p:spPr>
          <a:xfrm>
            <a:off x="7955280" y="2514600"/>
            <a:ext cx="3929400" cy="3655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letter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codePoint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System.out.println("Character: "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Code Point: U+" + Integer.toHexString(codePoint).toUpperCase());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Unicode escape usage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unicodeChar = '\u0041';</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Escape: " + unicodeChar);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288" name="TextBox 5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9" name="Rectangle 17"/>
          <p:cNvSpPr/>
          <p:nvPr/>
        </p:nvSpPr>
        <p:spPr>
          <a:xfrm>
            <a:off x="0" y="0"/>
            <a:ext cx="12185280" cy="68544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0" name="Rectangle 18"/>
          <p:cNvSpPr/>
          <p:nvPr/>
        </p:nvSpPr>
        <p:spPr>
          <a:xfrm>
            <a:off x="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1" name="Rectangle 19"/>
          <p:cNvSpPr/>
          <p:nvPr/>
        </p:nvSpPr>
        <p:spPr>
          <a:xfrm>
            <a:off x="914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2" name="Rectangle 20"/>
          <p:cNvSpPr/>
          <p:nvPr/>
        </p:nvSpPr>
        <p:spPr>
          <a:xfrm>
            <a:off x="1828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3" name="Rectangle 21"/>
          <p:cNvSpPr/>
          <p:nvPr/>
        </p:nvSpPr>
        <p:spPr>
          <a:xfrm>
            <a:off x="2743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4" name="Rectangle 22"/>
          <p:cNvSpPr/>
          <p:nvPr/>
        </p:nvSpPr>
        <p:spPr>
          <a:xfrm>
            <a:off x="3657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5" name="Rectangle 23"/>
          <p:cNvSpPr/>
          <p:nvPr/>
        </p:nvSpPr>
        <p:spPr>
          <a:xfrm>
            <a:off x="4572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6" name="Rectangle 24"/>
          <p:cNvSpPr/>
          <p:nvPr/>
        </p:nvSpPr>
        <p:spPr>
          <a:xfrm>
            <a:off x="5486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7" name="Rectangle 25"/>
          <p:cNvSpPr/>
          <p:nvPr/>
        </p:nvSpPr>
        <p:spPr>
          <a:xfrm>
            <a:off x="6400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8" name="Rectangle 26"/>
          <p:cNvSpPr/>
          <p:nvPr/>
        </p:nvSpPr>
        <p:spPr>
          <a:xfrm>
            <a:off x="7315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9" name="Rectangle 27"/>
          <p:cNvSpPr/>
          <p:nvPr/>
        </p:nvSpPr>
        <p:spPr>
          <a:xfrm>
            <a:off x="8229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0" name="Rectangle 28"/>
          <p:cNvSpPr/>
          <p:nvPr/>
        </p:nvSpPr>
        <p:spPr>
          <a:xfrm>
            <a:off x="9144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1" name="Rectangle 29"/>
          <p:cNvSpPr/>
          <p:nvPr/>
        </p:nvSpPr>
        <p:spPr>
          <a:xfrm>
            <a:off x="10058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2" name="Rectangle 30"/>
          <p:cNvSpPr/>
          <p:nvPr/>
        </p:nvSpPr>
        <p:spPr>
          <a:xfrm>
            <a:off x="10972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3" name="Rectangle 31"/>
          <p:cNvSpPr/>
          <p:nvPr/>
        </p:nvSpPr>
        <p:spPr>
          <a:xfrm>
            <a:off x="11887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4" name="Rectangle 304"/>
          <p:cNvSpPr/>
          <p:nvPr/>
        </p:nvSpPr>
        <p:spPr>
          <a:xfrm>
            <a:off x="0" y="0"/>
            <a:ext cx="316440" cy="68544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5" name="Rounded Rectangle 134"/>
          <p:cNvSpPr/>
          <p:nvPr/>
        </p:nvSpPr>
        <p:spPr>
          <a:xfrm>
            <a:off x="9875520" y="365760"/>
            <a:ext cx="2008080" cy="4993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06" name="TextBox 58"/>
          <p:cNvSpPr/>
          <p:nvPr/>
        </p:nvSpPr>
        <p:spPr>
          <a:xfrm>
            <a:off x="2830320" y="1005840"/>
            <a:ext cx="531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How Unicode Works</a:t>
            </a:r>
            <a:endParaRPr b="0" lang="en-US" sz="4800" spc="-1" strike="noStrike">
              <a:solidFill>
                <a:srgbClr val="000000"/>
              </a:solidFill>
              <a:latin typeface="Arial"/>
            </a:endParaRPr>
          </a:p>
        </p:txBody>
      </p:sp>
      <p:sp>
        <p:nvSpPr>
          <p:cNvPr id="1307" name="TextBox 59"/>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308" name="Rounded Rectangle 135"/>
          <p:cNvSpPr/>
          <p:nvPr/>
        </p:nvSpPr>
        <p:spPr>
          <a:xfrm>
            <a:off x="98748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9" name="Rounded Rectangle 136"/>
          <p:cNvSpPr/>
          <p:nvPr/>
        </p:nvSpPr>
        <p:spPr>
          <a:xfrm>
            <a:off x="528480" y="2851200"/>
            <a:ext cx="3812760" cy="3318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rgbClr val="ffffff"/>
              </a:solidFill>
              <a:latin typeface="Arial"/>
              <a:ea typeface="DejaVu Sans"/>
            </a:endParaRPr>
          </a:p>
        </p:txBody>
      </p:sp>
      <p:sp>
        <p:nvSpPr>
          <p:cNvPr id="1310" name="Rounded Rectangle 137"/>
          <p:cNvSpPr/>
          <p:nvPr/>
        </p:nvSpPr>
        <p:spPr>
          <a:xfrm>
            <a:off x="450792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1" name="Rounded Rectangle 138"/>
          <p:cNvSpPr/>
          <p:nvPr/>
        </p:nvSpPr>
        <p:spPr>
          <a:xfrm>
            <a:off x="4482000" y="3099600"/>
            <a:ext cx="3288240" cy="2739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Character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Unicode Code Point (U+XXXX)</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Choose Encoding (UTF-8 / UTF-16)</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Convert to Binary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Store in Memory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Display on Screen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Example: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'A' → U+0041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UTF-8 → 01000001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UTF-16 → 00000000 01000001</a:t>
            </a:r>
            <a:endParaRPr b="0" lang="en-US" sz="1500" spc="-1" strike="noStrike">
              <a:solidFill>
                <a:srgbClr val="ffffff"/>
              </a:solidFill>
              <a:latin typeface="Arial"/>
            </a:endParaRPr>
          </a:p>
        </p:txBody>
      </p:sp>
      <p:sp>
        <p:nvSpPr>
          <p:cNvPr id="1312" name="Rounded Rectangle 139"/>
          <p:cNvSpPr/>
          <p:nvPr/>
        </p:nvSpPr>
        <p:spPr>
          <a:xfrm>
            <a:off x="802836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3" name="Rounded Rectangle 140"/>
          <p:cNvSpPr/>
          <p:nvPr/>
        </p:nvSpPr>
        <p:spPr>
          <a:xfrm>
            <a:off x="7955280" y="2286000"/>
            <a:ext cx="3929400" cy="3883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00" spc="-1" strike="noStrike">
                <a:solidFill>
                  <a:srgbClr val="78ffc8"/>
                </a:solidFill>
                <a:latin typeface="Consolas"/>
                <a:ea typeface="DejaVu Sans"/>
              </a:rPr>
              <a:t>public class EncodingExample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public static void main(String[] args)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String text = "A";</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UTF-8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utf8Bytes = text.getBytes(java.nio.charset.StandardCharsets.UTF_8);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UTF-16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utf16Bytes = text.getBytes(java.nio.charset.StandardCharsets.UTF_16);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System.out.println("UTF-8:");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utf8Bytes)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System.out.println("\nUTF-16:");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utf16Bytes)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a:t>
            </a:r>
            <a:endParaRPr b="0" lang="en-US" sz="1000" spc="-1" strike="noStrike">
              <a:solidFill>
                <a:srgbClr val="ffffff"/>
              </a:solidFill>
              <a:latin typeface="Arial"/>
            </a:endParaRPr>
          </a:p>
        </p:txBody>
      </p:sp>
      <p:sp>
        <p:nvSpPr>
          <p:cNvPr id="1314" name="TextBox 6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315" name="" descr=""/>
          <p:cNvPicPr/>
          <p:nvPr/>
        </p:nvPicPr>
        <p:blipFill>
          <a:blip r:embed="rId1"/>
          <a:stretch/>
        </p:blipFill>
        <p:spPr>
          <a:xfrm>
            <a:off x="585720" y="3429000"/>
            <a:ext cx="3728160" cy="211572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6" name="Rectangle 305"/>
          <p:cNvSpPr/>
          <p:nvPr/>
        </p:nvSpPr>
        <p:spPr>
          <a:xfrm>
            <a:off x="0" y="0"/>
            <a:ext cx="12185640" cy="68547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7" name="Rectangle 306"/>
          <p:cNvSpPr/>
          <p:nvPr/>
        </p:nvSpPr>
        <p:spPr>
          <a:xfrm>
            <a:off x="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8" name="Rectangle 307"/>
          <p:cNvSpPr/>
          <p:nvPr/>
        </p:nvSpPr>
        <p:spPr>
          <a:xfrm>
            <a:off x="914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9" name="Rectangle 308"/>
          <p:cNvSpPr/>
          <p:nvPr/>
        </p:nvSpPr>
        <p:spPr>
          <a:xfrm>
            <a:off x="1828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0" name="Rectangle 309"/>
          <p:cNvSpPr/>
          <p:nvPr/>
        </p:nvSpPr>
        <p:spPr>
          <a:xfrm>
            <a:off x="2743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1" name="Rectangle 310"/>
          <p:cNvSpPr/>
          <p:nvPr/>
        </p:nvSpPr>
        <p:spPr>
          <a:xfrm>
            <a:off x="36576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2" name="Rectangle 311"/>
          <p:cNvSpPr/>
          <p:nvPr/>
        </p:nvSpPr>
        <p:spPr>
          <a:xfrm>
            <a:off x="45720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3" name="Rectangle 312"/>
          <p:cNvSpPr/>
          <p:nvPr/>
        </p:nvSpPr>
        <p:spPr>
          <a:xfrm>
            <a:off x="5486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4" name="Rectangle 313"/>
          <p:cNvSpPr/>
          <p:nvPr/>
        </p:nvSpPr>
        <p:spPr>
          <a:xfrm>
            <a:off x="6400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5" name="Rectangle 314"/>
          <p:cNvSpPr/>
          <p:nvPr/>
        </p:nvSpPr>
        <p:spPr>
          <a:xfrm>
            <a:off x="7315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6" name="Rectangle 315"/>
          <p:cNvSpPr/>
          <p:nvPr/>
        </p:nvSpPr>
        <p:spPr>
          <a:xfrm>
            <a:off x="82296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7" name="Rectangle 316"/>
          <p:cNvSpPr/>
          <p:nvPr/>
        </p:nvSpPr>
        <p:spPr>
          <a:xfrm>
            <a:off x="91440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8" name="Rectangle 317"/>
          <p:cNvSpPr/>
          <p:nvPr/>
        </p:nvSpPr>
        <p:spPr>
          <a:xfrm>
            <a:off x="10058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9" name="Rectangle 318"/>
          <p:cNvSpPr/>
          <p:nvPr/>
        </p:nvSpPr>
        <p:spPr>
          <a:xfrm>
            <a:off x="10972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0" name="Rectangle 319"/>
          <p:cNvSpPr/>
          <p:nvPr/>
        </p:nvSpPr>
        <p:spPr>
          <a:xfrm>
            <a:off x="11887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1" name="Rectangle 320"/>
          <p:cNvSpPr/>
          <p:nvPr/>
        </p:nvSpPr>
        <p:spPr>
          <a:xfrm>
            <a:off x="0" y="0"/>
            <a:ext cx="316800" cy="68547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2" name="Rounded Rectangle 141"/>
          <p:cNvSpPr/>
          <p:nvPr/>
        </p:nvSpPr>
        <p:spPr>
          <a:xfrm>
            <a:off x="9875520" y="365760"/>
            <a:ext cx="2008440" cy="4996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33" name="TextBox 61"/>
          <p:cNvSpPr/>
          <p:nvPr/>
        </p:nvSpPr>
        <p:spPr>
          <a:xfrm>
            <a:off x="2571840" y="1005840"/>
            <a:ext cx="582624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Unicode Escape Sequences</a:t>
            </a:r>
            <a:endParaRPr b="0" lang="en-US" sz="4000" spc="-1" strike="noStrike">
              <a:solidFill>
                <a:srgbClr val="000000"/>
              </a:solidFill>
              <a:latin typeface="Arial"/>
            </a:endParaRPr>
          </a:p>
        </p:txBody>
      </p:sp>
      <p:sp>
        <p:nvSpPr>
          <p:cNvPr id="1334" name="TextBox 62"/>
          <p:cNvSpPr/>
          <p:nvPr/>
        </p:nvSpPr>
        <p:spPr>
          <a:xfrm>
            <a:off x="2514600" y="1828800"/>
            <a:ext cx="678456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Unicode characters can be written using escape sequences,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even if they are not directly available on the keyboard.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all characters to be safely represented within the code.</a:t>
            </a:r>
            <a:endParaRPr b="0" lang="en-US" sz="1900" spc="-1" strike="noStrike">
              <a:solidFill>
                <a:srgbClr val="000000"/>
              </a:solidFill>
              <a:latin typeface="Arial"/>
            </a:endParaRPr>
          </a:p>
        </p:txBody>
      </p:sp>
      <p:sp>
        <p:nvSpPr>
          <p:cNvPr id="1335" name="Rounded Rectangle 142"/>
          <p:cNvSpPr/>
          <p:nvPr/>
        </p:nvSpPr>
        <p:spPr>
          <a:xfrm>
            <a:off x="98748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6" name="Rounded Rectangle 143"/>
          <p:cNvSpPr/>
          <p:nvPr/>
        </p:nvSpPr>
        <p:spPr>
          <a:xfrm>
            <a:off x="685800" y="2971800"/>
            <a:ext cx="3517200" cy="3426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In Java, Unicode characters are written in the format \uXXXX</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XXXX → hexadecimal values (0–9, A–F)</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Every Unicode character has a unique code point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\u0041 → 'A'</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\u00E7 → 'ç'</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\u0131 → 'ı'</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\u2665 → ♥</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Java char type uses Unicode (UTF-16)</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This allows support for all world languages</a:t>
            </a:r>
            <a:endParaRPr b="0" lang="en-US" sz="1400" spc="-1" strike="noStrike">
              <a:solidFill>
                <a:srgbClr val="ffffff"/>
              </a:solidFill>
              <a:latin typeface="Arial"/>
            </a:endParaRPr>
          </a:p>
        </p:txBody>
      </p:sp>
      <p:sp>
        <p:nvSpPr>
          <p:cNvPr id="1337" name="Rounded Rectangle 144"/>
          <p:cNvSpPr/>
          <p:nvPr/>
        </p:nvSpPr>
        <p:spPr>
          <a:xfrm>
            <a:off x="450792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8" name="Rounded Rectangle 145"/>
          <p:cNvSpPr/>
          <p:nvPr/>
        </p:nvSpPr>
        <p:spPr>
          <a:xfrm>
            <a:off x="4434840" y="3108960"/>
            <a:ext cx="3288600" cy="2739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Escape Sequence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as char in Java</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Example flow:</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'ç' → U+00E7 → \u00E7 → char → output</a:t>
            </a:r>
            <a:endParaRPr b="0" lang="en-US" sz="1800" spc="-1" strike="noStrike">
              <a:solidFill>
                <a:srgbClr val="ffffff"/>
              </a:solidFill>
              <a:latin typeface="Arial"/>
            </a:endParaRPr>
          </a:p>
        </p:txBody>
      </p:sp>
      <p:sp>
        <p:nvSpPr>
          <p:cNvPr id="1339" name="Rounded Rectangle 146"/>
          <p:cNvSpPr/>
          <p:nvPr/>
        </p:nvSpPr>
        <p:spPr>
          <a:xfrm>
            <a:off x="802836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0" name="Rounded Rectangle 147"/>
          <p:cNvSpPr/>
          <p:nvPr/>
        </p:nvSpPr>
        <p:spPr>
          <a:xfrm>
            <a:off x="7955280" y="3108960"/>
            <a:ext cx="3472560" cy="2832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UnicodeEscapeExample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a = '\u0041';   // 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c = '\u00E7';   // ç</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dotlessI = '\u0131'; // ı</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heart = '\u2665'; //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System.out.println(c);</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System.out.println(dotlessI);</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System.out.println(heart);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341" name="TextBox 6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2" name="Rectangle 321"/>
          <p:cNvSpPr/>
          <p:nvPr/>
        </p:nvSpPr>
        <p:spPr>
          <a:xfrm>
            <a:off x="0" y="0"/>
            <a:ext cx="12186000" cy="68551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3" name="Rectangle 322"/>
          <p:cNvSpPr/>
          <p:nvPr/>
        </p:nvSpPr>
        <p:spPr>
          <a:xfrm>
            <a:off x="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4" name="Rectangle 323"/>
          <p:cNvSpPr/>
          <p:nvPr/>
        </p:nvSpPr>
        <p:spPr>
          <a:xfrm>
            <a:off x="914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5" name="Rectangle 324"/>
          <p:cNvSpPr/>
          <p:nvPr/>
        </p:nvSpPr>
        <p:spPr>
          <a:xfrm>
            <a:off x="1828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6" name="Rectangle 325"/>
          <p:cNvSpPr/>
          <p:nvPr/>
        </p:nvSpPr>
        <p:spPr>
          <a:xfrm>
            <a:off x="2743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7" name="Rectangle 326"/>
          <p:cNvSpPr/>
          <p:nvPr/>
        </p:nvSpPr>
        <p:spPr>
          <a:xfrm>
            <a:off x="3657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8" name="Rectangle 327"/>
          <p:cNvSpPr/>
          <p:nvPr/>
        </p:nvSpPr>
        <p:spPr>
          <a:xfrm>
            <a:off x="4572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9" name="Rectangle 328"/>
          <p:cNvSpPr/>
          <p:nvPr/>
        </p:nvSpPr>
        <p:spPr>
          <a:xfrm>
            <a:off x="5486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0" name="Rectangle 329"/>
          <p:cNvSpPr/>
          <p:nvPr/>
        </p:nvSpPr>
        <p:spPr>
          <a:xfrm>
            <a:off x="6400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1" name="Rectangle 330"/>
          <p:cNvSpPr/>
          <p:nvPr/>
        </p:nvSpPr>
        <p:spPr>
          <a:xfrm>
            <a:off x="7315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2" name="Rectangle 331"/>
          <p:cNvSpPr/>
          <p:nvPr/>
        </p:nvSpPr>
        <p:spPr>
          <a:xfrm>
            <a:off x="8229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3" name="Rectangle 332"/>
          <p:cNvSpPr/>
          <p:nvPr/>
        </p:nvSpPr>
        <p:spPr>
          <a:xfrm>
            <a:off x="9144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4" name="Rectangle 333"/>
          <p:cNvSpPr/>
          <p:nvPr/>
        </p:nvSpPr>
        <p:spPr>
          <a:xfrm>
            <a:off x="10058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5" name="Rectangle 334"/>
          <p:cNvSpPr/>
          <p:nvPr/>
        </p:nvSpPr>
        <p:spPr>
          <a:xfrm>
            <a:off x="10972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6" name="Rectangle 335"/>
          <p:cNvSpPr/>
          <p:nvPr/>
        </p:nvSpPr>
        <p:spPr>
          <a:xfrm>
            <a:off x="11887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7" name="Rectangle 336"/>
          <p:cNvSpPr/>
          <p:nvPr/>
        </p:nvSpPr>
        <p:spPr>
          <a:xfrm>
            <a:off x="0" y="0"/>
            <a:ext cx="317160" cy="68551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8" name="Rounded Rectangle 148"/>
          <p:cNvSpPr/>
          <p:nvPr/>
        </p:nvSpPr>
        <p:spPr>
          <a:xfrm>
            <a:off x="9875520" y="365760"/>
            <a:ext cx="2008800" cy="5000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59" name="TextBox 64"/>
          <p:cNvSpPr/>
          <p:nvPr/>
        </p:nvSpPr>
        <p:spPr>
          <a:xfrm>
            <a:off x="954360" y="1005840"/>
            <a:ext cx="90630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and String Structure (Java)</a:t>
            </a:r>
            <a:endParaRPr b="0" lang="en-US" sz="4800" spc="-1" strike="noStrike">
              <a:solidFill>
                <a:srgbClr val="000000"/>
              </a:solidFill>
              <a:latin typeface="Arial"/>
            </a:endParaRPr>
          </a:p>
        </p:txBody>
      </p:sp>
      <p:sp>
        <p:nvSpPr>
          <p:cNvPr id="1360" name="TextBox 65"/>
          <p:cNvSpPr/>
          <p:nvPr/>
        </p:nvSpPr>
        <p:spPr>
          <a:xfrm>
            <a:off x="1874160" y="2194560"/>
            <a:ext cx="72219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texts (Strings) are actually sequences of Unicode characters and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each character is stored using UTF-16 encoding.</a:t>
            </a:r>
            <a:endParaRPr b="0" lang="en-US" sz="1900" spc="-1" strike="noStrike">
              <a:solidFill>
                <a:srgbClr val="000000"/>
              </a:solidFill>
              <a:latin typeface="Arial"/>
            </a:endParaRPr>
          </a:p>
        </p:txBody>
      </p:sp>
      <p:sp>
        <p:nvSpPr>
          <p:cNvPr id="1361" name="Rounded Rectangle 149"/>
          <p:cNvSpPr/>
          <p:nvPr/>
        </p:nvSpPr>
        <p:spPr>
          <a:xfrm>
            <a:off x="98748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2" name="Rounded Rectangle 150"/>
          <p:cNvSpPr/>
          <p:nvPr/>
        </p:nvSpPr>
        <p:spPr>
          <a:xfrm>
            <a:off x="685800" y="3108960"/>
            <a:ext cx="3517560" cy="2833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600" spc="-1" strike="noStrike">
                <a:solidFill>
                  <a:schemeClr val="lt1"/>
                </a:solidFill>
                <a:latin typeface="Calibri"/>
                <a:ea typeface="DejaVu Sans"/>
              </a:rPr>
              <a:t>Basic Information</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String → combination of multiple char values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Java String internally uses Unicode (UTF-16)</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Each character = Unicode code point</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length() → returns number of char units, not actual characters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Some characters (like emojis) may use 2 chars</a:t>
            </a:r>
            <a:endParaRPr b="0" lang="en-US" sz="1600" spc="-1" strike="noStrike">
              <a:solidFill>
                <a:srgbClr val="ffffff"/>
              </a:solidFill>
              <a:latin typeface="Arial"/>
            </a:endParaRPr>
          </a:p>
        </p:txBody>
      </p:sp>
      <p:sp>
        <p:nvSpPr>
          <p:cNvPr id="1363" name="Rounded Rectangle 151"/>
          <p:cNvSpPr/>
          <p:nvPr/>
        </p:nvSpPr>
        <p:spPr>
          <a:xfrm>
            <a:off x="450792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4" name="Rounded Rectangle 152"/>
          <p:cNvSpPr/>
          <p:nvPr/>
        </p:nvSpPr>
        <p:spPr>
          <a:xfrm>
            <a:off x="4434840" y="2971800"/>
            <a:ext cx="3288960" cy="3655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(Flow)</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Text (String)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Unicode characters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UTF-16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char array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in memory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Example: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"Hi 😊" → H + i + (2-char emoji) → length = 4</a:t>
            </a:r>
            <a:endParaRPr b="0" lang="en-US" sz="1800" spc="-1" strike="noStrike">
              <a:solidFill>
                <a:srgbClr val="ffffff"/>
              </a:solidFill>
              <a:latin typeface="Arial"/>
            </a:endParaRPr>
          </a:p>
        </p:txBody>
      </p:sp>
      <p:sp>
        <p:nvSpPr>
          <p:cNvPr id="1365" name="Rounded Rectangle 153"/>
          <p:cNvSpPr/>
          <p:nvPr/>
        </p:nvSpPr>
        <p:spPr>
          <a:xfrm>
            <a:off x="802836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6" name="Rounded Rectangle 154"/>
          <p:cNvSpPr/>
          <p:nvPr/>
        </p:nvSpPr>
        <p:spPr>
          <a:xfrm>
            <a:off x="7955280" y="2743200"/>
            <a:ext cx="3701520" cy="3655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StringUnicodeExample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String text = "Hi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 " + text);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System.out.println("Length: " + text.length());</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for (int i = 0; i &lt; text.length(); 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System.out.println(text.charAt(i));</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367" name="TextBox 6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8" name="Rectangle 337"/>
          <p:cNvSpPr/>
          <p:nvPr/>
        </p:nvSpPr>
        <p:spPr>
          <a:xfrm>
            <a:off x="0" y="0"/>
            <a:ext cx="12186720" cy="68558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9" name="Rectangle 338"/>
          <p:cNvSpPr/>
          <p:nvPr/>
        </p:nvSpPr>
        <p:spPr>
          <a:xfrm>
            <a:off x="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0" name="Rectangle 339"/>
          <p:cNvSpPr/>
          <p:nvPr/>
        </p:nvSpPr>
        <p:spPr>
          <a:xfrm>
            <a:off x="914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1" name="Rectangle 340"/>
          <p:cNvSpPr/>
          <p:nvPr/>
        </p:nvSpPr>
        <p:spPr>
          <a:xfrm>
            <a:off x="1828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2" name="Rectangle 341"/>
          <p:cNvSpPr/>
          <p:nvPr/>
        </p:nvSpPr>
        <p:spPr>
          <a:xfrm>
            <a:off x="2743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3" name="Rectangle 342"/>
          <p:cNvSpPr/>
          <p:nvPr/>
        </p:nvSpPr>
        <p:spPr>
          <a:xfrm>
            <a:off x="3657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4" name="Rectangle 343"/>
          <p:cNvSpPr/>
          <p:nvPr/>
        </p:nvSpPr>
        <p:spPr>
          <a:xfrm>
            <a:off x="4572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5" name="Rectangle 344"/>
          <p:cNvSpPr/>
          <p:nvPr/>
        </p:nvSpPr>
        <p:spPr>
          <a:xfrm>
            <a:off x="5486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6" name="Rectangle 345"/>
          <p:cNvSpPr/>
          <p:nvPr/>
        </p:nvSpPr>
        <p:spPr>
          <a:xfrm>
            <a:off x="6400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7" name="Rectangle 346"/>
          <p:cNvSpPr/>
          <p:nvPr/>
        </p:nvSpPr>
        <p:spPr>
          <a:xfrm>
            <a:off x="7315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8" name="Rectangle 347"/>
          <p:cNvSpPr/>
          <p:nvPr/>
        </p:nvSpPr>
        <p:spPr>
          <a:xfrm>
            <a:off x="8229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9" name="Rectangle 348"/>
          <p:cNvSpPr/>
          <p:nvPr/>
        </p:nvSpPr>
        <p:spPr>
          <a:xfrm>
            <a:off x="9144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0" name="Rectangle 349"/>
          <p:cNvSpPr/>
          <p:nvPr/>
        </p:nvSpPr>
        <p:spPr>
          <a:xfrm>
            <a:off x="10058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1" name="Rectangle 350"/>
          <p:cNvSpPr/>
          <p:nvPr/>
        </p:nvSpPr>
        <p:spPr>
          <a:xfrm>
            <a:off x="10972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2" name="Rectangle 351"/>
          <p:cNvSpPr/>
          <p:nvPr/>
        </p:nvSpPr>
        <p:spPr>
          <a:xfrm>
            <a:off x="11887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3" name="Rectangle 352"/>
          <p:cNvSpPr/>
          <p:nvPr/>
        </p:nvSpPr>
        <p:spPr>
          <a:xfrm>
            <a:off x="0" y="0"/>
            <a:ext cx="317880" cy="68558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4" name="Rounded Rectangle 155"/>
          <p:cNvSpPr/>
          <p:nvPr/>
        </p:nvSpPr>
        <p:spPr>
          <a:xfrm>
            <a:off x="9875520" y="365760"/>
            <a:ext cx="2009520" cy="5007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85" name="TextBox 67"/>
          <p:cNvSpPr/>
          <p:nvPr/>
        </p:nvSpPr>
        <p:spPr>
          <a:xfrm>
            <a:off x="1267920" y="1005840"/>
            <a:ext cx="8434080" cy="1551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in Java – Final Overview</a:t>
            </a:r>
            <a:endParaRPr b="0" lang="en-US" sz="4800" spc="-1" strike="noStrike">
              <a:solidFill>
                <a:srgbClr val="000000"/>
              </a:solidFill>
              <a:latin typeface="Arial"/>
            </a:endParaRPr>
          </a:p>
          <a:p>
            <a:pPr>
              <a:lnSpc>
                <a:spcPct val="100000"/>
              </a:lnSpc>
            </a:pPr>
            <a:endParaRPr b="0" lang="en-US" sz="4800" spc="-1" strike="noStrike">
              <a:solidFill>
                <a:srgbClr val="000000"/>
              </a:solidFill>
              <a:latin typeface="Arial"/>
            </a:endParaRPr>
          </a:p>
        </p:txBody>
      </p:sp>
      <p:sp>
        <p:nvSpPr>
          <p:cNvPr id="1386" name="TextBox 68"/>
          <p:cNvSpPr/>
          <p:nvPr/>
        </p:nvSpPr>
        <p:spPr>
          <a:xfrm>
            <a:off x="737280" y="2057400"/>
            <a:ext cx="94975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enables Java to represent text in a universal and standardized way.</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characters from different languages ​​to be processed securely within a single system.</a:t>
            </a:r>
            <a:endParaRPr b="0" lang="en-US" sz="1900" spc="-1" strike="noStrike">
              <a:solidFill>
                <a:srgbClr val="000000"/>
              </a:solidFill>
              <a:latin typeface="Arial"/>
            </a:endParaRPr>
          </a:p>
        </p:txBody>
      </p:sp>
      <p:sp>
        <p:nvSpPr>
          <p:cNvPr id="1387" name="Rounded Rectangle 156"/>
          <p:cNvSpPr/>
          <p:nvPr/>
        </p:nvSpPr>
        <p:spPr>
          <a:xfrm>
            <a:off x="98748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8" name="Rounded Rectangle 157"/>
          <p:cNvSpPr/>
          <p:nvPr/>
        </p:nvSpPr>
        <p:spPr>
          <a:xfrm>
            <a:off x="914400" y="3108960"/>
            <a:ext cx="3289680" cy="2741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Java uses the Unicode standard when processing characters. The `char` data type operates on the UTF-16 principle with its 16-bit structure and directly represents many characters. Thanks to this structure, Java can work not only with English characters but also with symbols from Turkish, Arabic, Chinese, and many other languages. Unicode support is of great importance in multilingual software development.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p:txBody>
      </p:sp>
      <p:sp>
        <p:nvSpPr>
          <p:cNvPr id="1389" name="Rounded Rectangle 158"/>
          <p:cNvSpPr/>
          <p:nvPr/>
        </p:nvSpPr>
        <p:spPr>
          <a:xfrm>
            <a:off x="450792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0" name="Rounded Rectangle 159"/>
          <p:cNvSpPr/>
          <p:nvPr/>
        </p:nvSpPr>
        <p:spPr>
          <a:xfrm>
            <a:off x="4434840" y="3108960"/>
            <a:ext cx="3289680" cy="2741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Unicode Code Point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UTF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Stored and Processed in Java</a:t>
            </a:r>
            <a:endParaRPr b="0" lang="en-US" sz="1800" spc="-1" strike="noStrike">
              <a:solidFill>
                <a:srgbClr val="ffffff"/>
              </a:solidFill>
              <a:latin typeface="Arial"/>
            </a:endParaRPr>
          </a:p>
        </p:txBody>
      </p:sp>
      <p:sp>
        <p:nvSpPr>
          <p:cNvPr id="1391" name="Rounded Rectangle 160"/>
          <p:cNvSpPr/>
          <p:nvPr/>
        </p:nvSpPr>
        <p:spPr>
          <a:xfrm>
            <a:off x="802836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2" name="Rounded Rectangle 161"/>
          <p:cNvSpPr/>
          <p:nvPr/>
        </p:nvSpPr>
        <p:spPr>
          <a:xfrm>
            <a:off x="7955280" y="3108960"/>
            <a:ext cx="3930840" cy="3290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public class UnicodeSummary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public static void main(String[] args)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char letter = 'Ç';</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System.out.println("Character: " +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System.out.println("Unicode Value: " + (int)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a:t>
            </a:r>
            <a:endParaRPr b="0" lang="en-US" sz="1600" spc="-1" strike="noStrike">
              <a:solidFill>
                <a:srgbClr val="ffffff"/>
              </a:solidFill>
              <a:latin typeface="Arial"/>
            </a:endParaRPr>
          </a:p>
        </p:txBody>
      </p:sp>
      <p:sp>
        <p:nvSpPr>
          <p:cNvPr id="1393" name="TextBox 6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4" name="Rectangle 353"/>
          <p:cNvSpPr/>
          <p:nvPr/>
        </p:nvSpPr>
        <p:spPr>
          <a:xfrm>
            <a:off x="0" y="0"/>
            <a:ext cx="12187080" cy="68562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5" name="Rectangle 354"/>
          <p:cNvSpPr/>
          <p:nvPr/>
        </p:nvSpPr>
        <p:spPr>
          <a:xfrm>
            <a:off x="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6" name="Rectangle 355"/>
          <p:cNvSpPr/>
          <p:nvPr/>
        </p:nvSpPr>
        <p:spPr>
          <a:xfrm>
            <a:off x="914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7" name="Rectangle 356"/>
          <p:cNvSpPr/>
          <p:nvPr/>
        </p:nvSpPr>
        <p:spPr>
          <a:xfrm>
            <a:off x="1828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8" name="Rectangle 357"/>
          <p:cNvSpPr/>
          <p:nvPr/>
        </p:nvSpPr>
        <p:spPr>
          <a:xfrm>
            <a:off x="2743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9" name="Rectangle 358"/>
          <p:cNvSpPr/>
          <p:nvPr/>
        </p:nvSpPr>
        <p:spPr>
          <a:xfrm>
            <a:off x="3657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0" name="Rectangle 359"/>
          <p:cNvSpPr/>
          <p:nvPr/>
        </p:nvSpPr>
        <p:spPr>
          <a:xfrm>
            <a:off x="4572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1" name="Rectangle 360"/>
          <p:cNvSpPr/>
          <p:nvPr/>
        </p:nvSpPr>
        <p:spPr>
          <a:xfrm>
            <a:off x="5486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2" name="Rectangle 361"/>
          <p:cNvSpPr/>
          <p:nvPr/>
        </p:nvSpPr>
        <p:spPr>
          <a:xfrm>
            <a:off x="6400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3" name="Rectangle 362"/>
          <p:cNvSpPr/>
          <p:nvPr/>
        </p:nvSpPr>
        <p:spPr>
          <a:xfrm>
            <a:off x="7315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4" name="Rectangle 363"/>
          <p:cNvSpPr/>
          <p:nvPr/>
        </p:nvSpPr>
        <p:spPr>
          <a:xfrm>
            <a:off x="8229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5" name="Rectangle 364"/>
          <p:cNvSpPr/>
          <p:nvPr/>
        </p:nvSpPr>
        <p:spPr>
          <a:xfrm>
            <a:off x="9144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6" name="Rectangle 365"/>
          <p:cNvSpPr/>
          <p:nvPr/>
        </p:nvSpPr>
        <p:spPr>
          <a:xfrm>
            <a:off x="10058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7" name="Rectangle 366"/>
          <p:cNvSpPr/>
          <p:nvPr/>
        </p:nvSpPr>
        <p:spPr>
          <a:xfrm>
            <a:off x="10972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8" name="Rectangle 367"/>
          <p:cNvSpPr/>
          <p:nvPr/>
        </p:nvSpPr>
        <p:spPr>
          <a:xfrm>
            <a:off x="11887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9" name="Rectangle 368"/>
          <p:cNvSpPr/>
          <p:nvPr/>
        </p:nvSpPr>
        <p:spPr>
          <a:xfrm>
            <a:off x="0" y="0"/>
            <a:ext cx="318240" cy="68562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0" name="Rounded Rectangle 162"/>
          <p:cNvSpPr/>
          <p:nvPr/>
        </p:nvSpPr>
        <p:spPr>
          <a:xfrm>
            <a:off x="9875520" y="365760"/>
            <a:ext cx="2009880" cy="5011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11" name="TextBox 70"/>
          <p:cNvSpPr/>
          <p:nvPr/>
        </p:nvSpPr>
        <p:spPr>
          <a:xfrm>
            <a:off x="1162440" y="1005840"/>
            <a:ext cx="864612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User Input (Getting Input from the User)</a:t>
            </a:r>
            <a:endParaRPr b="0" lang="en-US" sz="4000" spc="-1" strike="noStrike">
              <a:solidFill>
                <a:srgbClr val="000000"/>
              </a:solidFill>
              <a:latin typeface="Arial"/>
            </a:endParaRPr>
          </a:p>
        </p:txBody>
      </p:sp>
      <p:sp>
        <p:nvSpPr>
          <p:cNvPr id="1412" name="TextBox 71"/>
          <p:cNvSpPr/>
          <p:nvPr/>
        </p:nvSpPr>
        <p:spPr>
          <a:xfrm>
            <a:off x="984960" y="2057400"/>
            <a:ext cx="90021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user input is typically handled using the Scanner class.</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class allows us to read data entered from the keyboard and use it within our program.</a:t>
            </a:r>
            <a:endParaRPr b="0" lang="en-US" sz="1900" spc="-1" strike="noStrike">
              <a:solidFill>
                <a:srgbClr val="000000"/>
              </a:solidFill>
              <a:latin typeface="Arial"/>
            </a:endParaRPr>
          </a:p>
        </p:txBody>
      </p:sp>
      <p:sp>
        <p:nvSpPr>
          <p:cNvPr id="1413" name="Rounded Rectangle 163"/>
          <p:cNvSpPr/>
          <p:nvPr/>
        </p:nvSpPr>
        <p:spPr>
          <a:xfrm>
            <a:off x="98748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4" name="Rounded Rectangle 164"/>
          <p:cNvSpPr/>
          <p:nvPr/>
        </p:nvSpPr>
        <p:spPr>
          <a:xfrm>
            <a:off x="685800" y="3108960"/>
            <a:ext cx="3518640" cy="3291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To use Scanner, we need to import it: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import java.util.Scanner;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Creating a Scanner Object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input = new Scanner(System.in);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How User Input Works in Java</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System.in → Represents keyboard input</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Scanner → Reads the input</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Used for different data types (e.g., nextLine(), nextInt())</a:t>
            </a:r>
            <a:endParaRPr b="0" lang="en-US" sz="1400" spc="-1" strike="noStrike">
              <a:solidFill>
                <a:srgbClr val="ffffff"/>
              </a:solidFill>
              <a:latin typeface="Arial"/>
            </a:endParaRPr>
          </a:p>
        </p:txBody>
      </p:sp>
      <p:sp>
        <p:nvSpPr>
          <p:cNvPr id="1415" name="Rounded Rectangle 165"/>
          <p:cNvSpPr/>
          <p:nvPr/>
        </p:nvSpPr>
        <p:spPr>
          <a:xfrm>
            <a:off x="450792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6" name="Rounded Rectangle 166"/>
          <p:cNvSpPr/>
          <p:nvPr/>
        </p:nvSpPr>
        <p:spPr>
          <a:xfrm>
            <a:off x="4434840" y="2971800"/>
            <a:ext cx="3336840" cy="3428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600" spc="-1" strike="noStrike">
                <a:solidFill>
                  <a:schemeClr val="lt1"/>
                </a:solidFill>
                <a:latin typeface="Calibri"/>
                <a:ea typeface="DejaVu Sans"/>
              </a:rPr>
              <a:t>Program starts</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Scanner object is created</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User is prompted for input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User enters data</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Scanner reads the data</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Data is assigned to variables</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Program continues execution</a:t>
            </a:r>
            <a:endParaRPr b="0" lang="en-US" sz="1600" spc="-1" strike="noStrike">
              <a:solidFill>
                <a:srgbClr val="ffffff"/>
              </a:solidFill>
              <a:latin typeface="Arial"/>
            </a:endParaRPr>
          </a:p>
        </p:txBody>
      </p:sp>
      <p:sp>
        <p:nvSpPr>
          <p:cNvPr id="1417" name="Rounded Rectangle 167"/>
          <p:cNvSpPr/>
          <p:nvPr/>
        </p:nvSpPr>
        <p:spPr>
          <a:xfrm>
            <a:off x="802836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8" name="Rounded Rectangle 168"/>
          <p:cNvSpPr/>
          <p:nvPr/>
        </p:nvSpPr>
        <p:spPr>
          <a:xfrm>
            <a:off x="7955280" y="3108960"/>
            <a:ext cx="3702600" cy="3291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import java.util.Scanner;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public class UserInputExample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Scanner input = new Scanner(System.in);</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name: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String name = input.nextLine();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age: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input.nextInt();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System.out.println("Hello " + name + ", your age is: " + age);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input.close();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419" name="TextBox 7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0" name="Rectangle 369"/>
          <p:cNvSpPr/>
          <p:nvPr/>
        </p:nvSpPr>
        <p:spPr>
          <a:xfrm>
            <a:off x="0" y="0"/>
            <a:ext cx="12187440" cy="68565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1" name="Rectangle 370"/>
          <p:cNvSpPr/>
          <p:nvPr/>
        </p:nvSpPr>
        <p:spPr>
          <a:xfrm>
            <a:off x="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2" name="Rectangle 371"/>
          <p:cNvSpPr/>
          <p:nvPr/>
        </p:nvSpPr>
        <p:spPr>
          <a:xfrm>
            <a:off x="914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3" name="Rectangle 372"/>
          <p:cNvSpPr/>
          <p:nvPr/>
        </p:nvSpPr>
        <p:spPr>
          <a:xfrm>
            <a:off x="1828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4" name="Rectangle 373"/>
          <p:cNvSpPr/>
          <p:nvPr/>
        </p:nvSpPr>
        <p:spPr>
          <a:xfrm>
            <a:off x="2743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5" name="Rectangle 374"/>
          <p:cNvSpPr/>
          <p:nvPr/>
        </p:nvSpPr>
        <p:spPr>
          <a:xfrm>
            <a:off x="36576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6" name="Rectangle 375"/>
          <p:cNvSpPr/>
          <p:nvPr/>
        </p:nvSpPr>
        <p:spPr>
          <a:xfrm>
            <a:off x="45720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7" name="Rectangle 376"/>
          <p:cNvSpPr/>
          <p:nvPr/>
        </p:nvSpPr>
        <p:spPr>
          <a:xfrm>
            <a:off x="5486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8" name="Rectangle 377"/>
          <p:cNvSpPr/>
          <p:nvPr/>
        </p:nvSpPr>
        <p:spPr>
          <a:xfrm>
            <a:off x="6400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9" name="Rectangle 378"/>
          <p:cNvSpPr/>
          <p:nvPr/>
        </p:nvSpPr>
        <p:spPr>
          <a:xfrm>
            <a:off x="7315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0" name="Rectangle 379"/>
          <p:cNvSpPr/>
          <p:nvPr/>
        </p:nvSpPr>
        <p:spPr>
          <a:xfrm>
            <a:off x="82296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1" name="Rectangle 380"/>
          <p:cNvSpPr/>
          <p:nvPr/>
        </p:nvSpPr>
        <p:spPr>
          <a:xfrm>
            <a:off x="91440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2" name="Rectangle 381"/>
          <p:cNvSpPr/>
          <p:nvPr/>
        </p:nvSpPr>
        <p:spPr>
          <a:xfrm>
            <a:off x="10058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3" name="Rectangle 382"/>
          <p:cNvSpPr/>
          <p:nvPr/>
        </p:nvSpPr>
        <p:spPr>
          <a:xfrm>
            <a:off x="10972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4" name="Rectangle 383"/>
          <p:cNvSpPr/>
          <p:nvPr/>
        </p:nvSpPr>
        <p:spPr>
          <a:xfrm>
            <a:off x="11887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5" name="Rectangle 384"/>
          <p:cNvSpPr/>
          <p:nvPr/>
        </p:nvSpPr>
        <p:spPr>
          <a:xfrm>
            <a:off x="0" y="0"/>
            <a:ext cx="318600" cy="68565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6" name="Rounded Rectangle 169"/>
          <p:cNvSpPr/>
          <p:nvPr/>
        </p:nvSpPr>
        <p:spPr>
          <a:xfrm>
            <a:off x="9875520" y="365760"/>
            <a:ext cx="2010240" cy="5014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37" name="TextBox 73"/>
          <p:cNvSpPr/>
          <p:nvPr/>
        </p:nvSpPr>
        <p:spPr>
          <a:xfrm>
            <a:off x="2031840" y="1005840"/>
            <a:ext cx="69080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Types of User Input in Java</a:t>
            </a:r>
            <a:endParaRPr b="0" lang="en-US" sz="4800" spc="-1" strike="noStrike">
              <a:solidFill>
                <a:srgbClr val="000000"/>
              </a:solidFill>
              <a:latin typeface="Arial"/>
            </a:endParaRPr>
          </a:p>
        </p:txBody>
      </p:sp>
      <p:sp>
        <p:nvSpPr>
          <p:cNvPr id="1438" name="TextBox 74"/>
          <p:cNvSpPr/>
          <p:nvPr/>
        </p:nvSpPr>
        <p:spPr>
          <a:xfrm>
            <a:off x="978840" y="2074680"/>
            <a:ext cx="90792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The Scanner class provides different methods to read different types of data from the user,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such as integers, floats, and strings. Each method is designed for a specific data type</a:t>
            </a:r>
            <a:endParaRPr b="0" lang="en-US" sz="1900" spc="-1" strike="noStrike">
              <a:solidFill>
                <a:srgbClr val="000000"/>
              </a:solidFill>
              <a:latin typeface="Arial"/>
            </a:endParaRPr>
          </a:p>
        </p:txBody>
      </p:sp>
      <p:sp>
        <p:nvSpPr>
          <p:cNvPr id="1439" name="Rounded Rectangle 170"/>
          <p:cNvSpPr/>
          <p:nvPr/>
        </p:nvSpPr>
        <p:spPr>
          <a:xfrm>
            <a:off x="98748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0" name="Rounded Rectangle 171"/>
          <p:cNvSpPr/>
          <p:nvPr/>
        </p:nvSpPr>
        <p:spPr>
          <a:xfrm>
            <a:off x="914400" y="3108960"/>
            <a:ext cx="3290400" cy="2741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nextInt() bir tam sayı okur.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nextFloat() bir ondalıklı sayı okur.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nextLine() bir satırın tamamını okur.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Bu metotlar, Java programlarının kullanıcıdan doğru formatta veri almasını sağlar.</a:t>
            </a:r>
            <a:endParaRPr b="0" lang="en-US" sz="1800" spc="-1" strike="noStrike">
              <a:solidFill>
                <a:srgbClr val="ffffff"/>
              </a:solidFill>
              <a:latin typeface="Arial"/>
            </a:endParaRPr>
          </a:p>
        </p:txBody>
      </p:sp>
      <p:sp>
        <p:nvSpPr>
          <p:cNvPr id="1441" name="Rounded Rectangle 172"/>
          <p:cNvSpPr/>
          <p:nvPr/>
        </p:nvSpPr>
        <p:spPr>
          <a:xfrm>
            <a:off x="450792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2" name="Rounded Rectangle 173"/>
          <p:cNvSpPr/>
          <p:nvPr/>
        </p:nvSpPr>
        <p:spPr>
          <a:xfrm>
            <a:off x="4434840" y="3108960"/>
            <a:ext cx="3290400" cy="3291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starts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object is created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asks for a specific type of input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enters data</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Matching Scanner method reads the value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Value is stored in a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continues with that data</a:t>
            </a:r>
            <a:endParaRPr b="0" lang="en-US" sz="1400" spc="-1" strike="noStrike">
              <a:solidFill>
                <a:srgbClr val="ffffff"/>
              </a:solidFill>
              <a:latin typeface="Arial"/>
            </a:endParaRPr>
          </a:p>
        </p:txBody>
      </p:sp>
      <p:sp>
        <p:nvSpPr>
          <p:cNvPr id="1443" name="Rounded Rectangle 174"/>
          <p:cNvSpPr/>
          <p:nvPr/>
        </p:nvSpPr>
        <p:spPr>
          <a:xfrm>
            <a:off x="802836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4" name="Rounded Rectangle 175"/>
          <p:cNvSpPr/>
          <p:nvPr/>
        </p:nvSpPr>
        <p:spPr>
          <a:xfrm>
            <a:off x="7955280" y="2971800"/>
            <a:ext cx="3702960" cy="3428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00" spc="-1" strike="noStrike">
                <a:solidFill>
                  <a:srgbClr val="78ffc8"/>
                </a:solidFill>
                <a:latin typeface="Consolas"/>
                <a:ea typeface="DejaVu Sans"/>
              </a:rPr>
              <a:t>import java.util.Scanner;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public class InputTypesExample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public static void main(String[] args)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Scanner sc = new Scanner(System.in);</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an integer: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int number = sc.nextInt();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 float: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float decimal = sc.nextFloat();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sc.nextLine(); // clears the buffer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 text: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String text = sc.nextLine();</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System.out.println("Integer: " + number);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System.out.println("Float: " + decimal);</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System.out.println("Text: " + text);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sc.close();</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a:t>
            </a:r>
            <a:endParaRPr b="0" lang="en-US" sz="1000" spc="-1" strike="noStrike">
              <a:solidFill>
                <a:srgbClr val="ffffff"/>
              </a:solidFill>
              <a:latin typeface="Arial"/>
            </a:endParaRPr>
          </a:p>
        </p:txBody>
      </p:sp>
      <p:sp>
        <p:nvSpPr>
          <p:cNvPr id="1445" name="TextBox 75"/>
          <p:cNvSpPr/>
          <p:nvPr/>
        </p:nvSpPr>
        <p:spPr>
          <a:xfrm>
            <a:off x="4600080" y="6446520"/>
            <a:ext cx="305136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6" name="Rectangle 385"/>
          <p:cNvSpPr/>
          <p:nvPr/>
        </p:nvSpPr>
        <p:spPr>
          <a:xfrm>
            <a:off x="0" y="0"/>
            <a:ext cx="12187440" cy="68565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7" name="Rectangle 386"/>
          <p:cNvSpPr/>
          <p:nvPr/>
        </p:nvSpPr>
        <p:spPr>
          <a:xfrm>
            <a:off x="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8" name="Rectangle 387"/>
          <p:cNvSpPr/>
          <p:nvPr/>
        </p:nvSpPr>
        <p:spPr>
          <a:xfrm>
            <a:off x="914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9" name="Rectangle 388"/>
          <p:cNvSpPr/>
          <p:nvPr/>
        </p:nvSpPr>
        <p:spPr>
          <a:xfrm>
            <a:off x="1828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0" name="Rectangle 389"/>
          <p:cNvSpPr/>
          <p:nvPr/>
        </p:nvSpPr>
        <p:spPr>
          <a:xfrm>
            <a:off x="2743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1" name="Rectangle 390"/>
          <p:cNvSpPr/>
          <p:nvPr/>
        </p:nvSpPr>
        <p:spPr>
          <a:xfrm>
            <a:off x="36576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2" name="Rectangle 391"/>
          <p:cNvSpPr/>
          <p:nvPr/>
        </p:nvSpPr>
        <p:spPr>
          <a:xfrm>
            <a:off x="45720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3" name="Rectangle 392"/>
          <p:cNvSpPr/>
          <p:nvPr/>
        </p:nvSpPr>
        <p:spPr>
          <a:xfrm>
            <a:off x="5486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4" name="Rectangle 393"/>
          <p:cNvSpPr/>
          <p:nvPr/>
        </p:nvSpPr>
        <p:spPr>
          <a:xfrm>
            <a:off x="6400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5" name="Rectangle 394"/>
          <p:cNvSpPr/>
          <p:nvPr/>
        </p:nvSpPr>
        <p:spPr>
          <a:xfrm>
            <a:off x="7315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6" name="Rectangle 395"/>
          <p:cNvSpPr/>
          <p:nvPr/>
        </p:nvSpPr>
        <p:spPr>
          <a:xfrm>
            <a:off x="82296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7" name="Rectangle 396"/>
          <p:cNvSpPr/>
          <p:nvPr/>
        </p:nvSpPr>
        <p:spPr>
          <a:xfrm>
            <a:off x="91440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8" name="Rectangle 397"/>
          <p:cNvSpPr/>
          <p:nvPr/>
        </p:nvSpPr>
        <p:spPr>
          <a:xfrm>
            <a:off x="10058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9" name="Rectangle 398"/>
          <p:cNvSpPr/>
          <p:nvPr/>
        </p:nvSpPr>
        <p:spPr>
          <a:xfrm>
            <a:off x="10972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0" name="Rectangle 399"/>
          <p:cNvSpPr/>
          <p:nvPr/>
        </p:nvSpPr>
        <p:spPr>
          <a:xfrm>
            <a:off x="11887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1" name="Rectangle 400"/>
          <p:cNvSpPr/>
          <p:nvPr/>
        </p:nvSpPr>
        <p:spPr>
          <a:xfrm>
            <a:off x="0" y="0"/>
            <a:ext cx="318600" cy="68565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2" name="Rounded Rectangle 176"/>
          <p:cNvSpPr/>
          <p:nvPr/>
        </p:nvSpPr>
        <p:spPr>
          <a:xfrm>
            <a:off x="9875520" y="365760"/>
            <a:ext cx="2010240" cy="5014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63" name="TextBox 76"/>
          <p:cNvSpPr/>
          <p:nvPr/>
        </p:nvSpPr>
        <p:spPr>
          <a:xfrm>
            <a:off x="1600200" y="914400"/>
            <a:ext cx="7606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Example of User Input in Java</a:t>
            </a:r>
            <a:endParaRPr b="0" lang="en-US" sz="4800" spc="-1" strike="noStrike">
              <a:solidFill>
                <a:srgbClr val="000000"/>
              </a:solidFill>
              <a:latin typeface="Arial"/>
            </a:endParaRPr>
          </a:p>
        </p:txBody>
      </p:sp>
      <p:sp>
        <p:nvSpPr>
          <p:cNvPr id="1464" name="TextBox 77"/>
          <p:cNvSpPr/>
          <p:nvPr/>
        </p:nvSpPr>
        <p:spPr>
          <a:xfrm>
            <a:off x="817200" y="1828800"/>
            <a:ext cx="969804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A common example of user input in Java is reading numbers from the keyboard, processing them,</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 </a:t>
            </a:r>
            <a:r>
              <a:rPr b="0" lang="en-US" sz="1900" spc="-1" strike="noStrike">
                <a:solidFill>
                  <a:srgbClr val="aaaaaa"/>
                </a:solidFill>
                <a:latin typeface="Calibri"/>
                <a:ea typeface="DejaVu Sans"/>
              </a:rPr>
              <a:t>and displaying the result.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With Scanner, this can be done in a simple and structured way.</a:t>
            </a:r>
            <a:endParaRPr b="0" lang="en-US" sz="1900" spc="-1" strike="noStrike">
              <a:solidFill>
                <a:srgbClr val="000000"/>
              </a:solidFill>
              <a:latin typeface="Arial"/>
            </a:endParaRPr>
          </a:p>
        </p:txBody>
      </p:sp>
      <p:sp>
        <p:nvSpPr>
          <p:cNvPr id="1465" name="Rounded Rectangle 177"/>
          <p:cNvSpPr/>
          <p:nvPr/>
        </p:nvSpPr>
        <p:spPr>
          <a:xfrm>
            <a:off x="98748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6" name="Rounded Rectangle 178"/>
          <p:cNvSpPr/>
          <p:nvPr/>
        </p:nvSpPr>
        <p:spPr>
          <a:xfrm>
            <a:off x="914400" y="3108960"/>
            <a:ext cx="3290400" cy="2741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First, import java.util.Scanner.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Then create a Scanner object with System.in.</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Use input methods like nextInt() to read values.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After reading the values, the program can process them, such as calculating a sum.</a:t>
            </a:r>
            <a:endParaRPr b="0" lang="en-US" sz="1800" spc="-1" strike="noStrike">
              <a:solidFill>
                <a:srgbClr val="ffffff"/>
              </a:solidFill>
              <a:latin typeface="Arial"/>
            </a:endParaRPr>
          </a:p>
        </p:txBody>
      </p:sp>
      <p:sp>
        <p:nvSpPr>
          <p:cNvPr id="1467" name="Rounded Rectangle 179"/>
          <p:cNvSpPr/>
          <p:nvPr/>
        </p:nvSpPr>
        <p:spPr>
          <a:xfrm>
            <a:off x="450792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8" name="Rounded Rectangle 180"/>
          <p:cNvSpPr/>
          <p:nvPr/>
        </p:nvSpPr>
        <p:spPr>
          <a:xfrm>
            <a:off x="4434840" y="2971800"/>
            <a:ext cx="3290400" cy="3474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Import Scanner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Scanner sc = new Scanner(System.in);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Ask for first number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Read first number with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Ask for second number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Read second number with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Calculate sum</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Display result</a:t>
            </a:r>
            <a:endParaRPr b="0" lang="en-US" sz="1400" spc="-1" strike="noStrike">
              <a:solidFill>
                <a:srgbClr val="ffffff"/>
              </a:solidFill>
              <a:latin typeface="Arial"/>
            </a:endParaRPr>
          </a:p>
        </p:txBody>
      </p:sp>
      <p:sp>
        <p:nvSpPr>
          <p:cNvPr id="1469" name="Rounded Rectangle 181"/>
          <p:cNvSpPr/>
          <p:nvPr/>
        </p:nvSpPr>
        <p:spPr>
          <a:xfrm>
            <a:off x="802836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0" name="Rounded Rectangle 182"/>
          <p:cNvSpPr/>
          <p:nvPr/>
        </p:nvSpPr>
        <p:spPr>
          <a:xfrm>
            <a:off x="7955280" y="2786760"/>
            <a:ext cx="3702960" cy="3613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import java.util.Scanner;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public class AddTwoNumbers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Scanner sc = new Scanner(System.in);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System.out.print("Enter the first number: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num1 = sc.nextInt();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System.out.print("Enter the second number: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num2 = sc.nextInt();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sum = num1 + num2;</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System.out.println("The sum of the two numbers is: " + sum);</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sc.close();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471" name="TextBox 78"/>
          <p:cNvSpPr/>
          <p:nvPr/>
        </p:nvSpPr>
        <p:spPr>
          <a:xfrm>
            <a:off x="4600080" y="6446520"/>
            <a:ext cx="305136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2" name="Rectangle 401"/>
          <p:cNvSpPr/>
          <p:nvPr/>
        </p:nvSpPr>
        <p:spPr>
          <a:xfrm>
            <a:off x="0" y="0"/>
            <a:ext cx="12187800" cy="68569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73" name="Rectangle 402"/>
          <p:cNvSpPr/>
          <p:nvPr/>
        </p:nvSpPr>
        <p:spPr>
          <a:xfrm>
            <a:off x="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74" name="Rectangle 403"/>
          <p:cNvSpPr/>
          <p:nvPr/>
        </p:nvSpPr>
        <p:spPr>
          <a:xfrm>
            <a:off x="914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75" name="Rectangle 404"/>
          <p:cNvSpPr/>
          <p:nvPr/>
        </p:nvSpPr>
        <p:spPr>
          <a:xfrm>
            <a:off x="1828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76" name="Rectangle 405"/>
          <p:cNvSpPr/>
          <p:nvPr/>
        </p:nvSpPr>
        <p:spPr>
          <a:xfrm>
            <a:off x="2743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77" name="Rectangle 406"/>
          <p:cNvSpPr/>
          <p:nvPr/>
        </p:nvSpPr>
        <p:spPr>
          <a:xfrm>
            <a:off x="3657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78" name="Rectangle 407"/>
          <p:cNvSpPr/>
          <p:nvPr/>
        </p:nvSpPr>
        <p:spPr>
          <a:xfrm>
            <a:off x="4572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79" name="Rectangle 408"/>
          <p:cNvSpPr/>
          <p:nvPr/>
        </p:nvSpPr>
        <p:spPr>
          <a:xfrm>
            <a:off x="5486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80" name="Rectangle 409"/>
          <p:cNvSpPr/>
          <p:nvPr/>
        </p:nvSpPr>
        <p:spPr>
          <a:xfrm>
            <a:off x="6400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81" name="Rectangle 410"/>
          <p:cNvSpPr/>
          <p:nvPr/>
        </p:nvSpPr>
        <p:spPr>
          <a:xfrm>
            <a:off x="7315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82" name="Rectangle 411"/>
          <p:cNvSpPr/>
          <p:nvPr/>
        </p:nvSpPr>
        <p:spPr>
          <a:xfrm>
            <a:off x="8229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83" name="Rectangle 412"/>
          <p:cNvSpPr/>
          <p:nvPr/>
        </p:nvSpPr>
        <p:spPr>
          <a:xfrm>
            <a:off x="9144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84" name="Rectangle 413"/>
          <p:cNvSpPr/>
          <p:nvPr/>
        </p:nvSpPr>
        <p:spPr>
          <a:xfrm>
            <a:off x="10058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85" name="Rectangle 414"/>
          <p:cNvSpPr/>
          <p:nvPr/>
        </p:nvSpPr>
        <p:spPr>
          <a:xfrm>
            <a:off x="10972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86" name="Rectangle 415"/>
          <p:cNvSpPr/>
          <p:nvPr/>
        </p:nvSpPr>
        <p:spPr>
          <a:xfrm>
            <a:off x="11887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87" name="Rectangle 416"/>
          <p:cNvSpPr/>
          <p:nvPr/>
        </p:nvSpPr>
        <p:spPr>
          <a:xfrm>
            <a:off x="0" y="0"/>
            <a:ext cx="318960" cy="68569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88" name="Rounded Rectangle 183"/>
          <p:cNvSpPr/>
          <p:nvPr/>
        </p:nvSpPr>
        <p:spPr>
          <a:xfrm>
            <a:off x="9875520" y="365760"/>
            <a:ext cx="2010600" cy="5018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89" name="TextBox 79"/>
          <p:cNvSpPr/>
          <p:nvPr/>
        </p:nvSpPr>
        <p:spPr>
          <a:xfrm>
            <a:off x="1697040" y="1005840"/>
            <a:ext cx="75772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Common Issues with Scanner</a:t>
            </a:r>
            <a:endParaRPr b="0" lang="en-US" sz="4800" spc="-1" strike="noStrike">
              <a:solidFill>
                <a:srgbClr val="000000"/>
              </a:solidFill>
              <a:latin typeface="Arial"/>
            </a:endParaRPr>
          </a:p>
        </p:txBody>
      </p:sp>
      <p:sp>
        <p:nvSpPr>
          <p:cNvPr id="1490" name="TextBox 80"/>
          <p:cNvSpPr/>
          <p:nvPr/>
        </p:nvSpPr>
        <p:spPr>
          <a:xfrm>
            <a:off x="2522520" y="2074680"/>
            <a:ext cx="5935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When using Scanner in Java, unexpected issues may occur,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especially when nextInt() and nextLine() are used together.</a:t>
            </a:r>
            <a:endParaRPr b="0" lang="en-US" sz="1900" spc="-1" strike="noStrike">
              <a:solidFill>
                <a:srgbClr val="000000"/>
              </a:solidFill>
              <a:latin typeface="Arial"/>
            </a:endParaRPr>
          </a:p>
        </p:txBody>
      </p:sp>
      <p:sp>
        <p:nvSpPr>
          <p:cNvPr id="1491" name="Rounded Rectangle 184"/>
          <p:cNvSpPr/>
          <p:nvPr/>
        </p:nvSpPr>
        <p:spPr>
          <a:xfrm>
            <a:off x="98748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92" name="Rounded Rectangle 185"/>
          <p:cNvSpPr/>
          <p:nvPr/>
        </p:nvSpPr>
        <p:spPr>
          <a:xfrm>
            <a:off x="685800" y="2971800"/>
            <a:ext cx="3519360" cy="3200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nextInt() only reads the number</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The Enter (newline) character remains in the buffer</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The next nextLine() reads this leftover input directly</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It may return an empty string without waiting for user input</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This is a very common mistake</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Solution: Clear the buffer before using nextLine()</a:t>
            </a:r>
            <a:endParaRPr b="0" lang="en-US" sz="1600" spc="-1" strike="noStrike">
              <a:solidFill>
                <a:srgbClr val="ffffff"/>
              </a:solidFill>
              <a:latin typeface="Arial"/>
            </a:endParaRPr>
          </a:p>
        </p:txBody>
      </p:sp>
      <p:sp>
        <p:nvSpPr>
          <p:cNvPr id="1493" name="Rounded Rectangle 186"/>
          <p:cNvSpPr/>
          <p:nvPr/>
        </p:nvSpPr>
        <p:spPr>
          <a:xfrm>
            <a:off x="450792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94" name="Rounded Rectangle 187"/>
          <p:cNvSpPr/>
          <p:nvPr/>
        </p:nvSpPr>
        <p:spPr>
          <a:xfrm>
            <a:off x="4434840" y="2971800"/>
            <a:ext cx="3290760" cy="3200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starts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is created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enters a number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Enter character remains in buffer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nextLine() is called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Empty input is read (issue occurs)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If buffer is cleared, problem is solved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continues correctly</a:t>
            </a:r>
            <a:endParaRPr b="0" lang="en-US" sz="1400" spc="-1" strike="noStrike">
              <a:solidFill>
                <a:srgbClr val="ffffff"/>
              </a:solidFill>
              <a:latin typeface="Arial"/>
            </a:endParaRPr>
          </a:p>
        </p:txBody>
      </p:sp>
      <p:sp>
        <p:nvSpPr>
          <p:cNvPr id="1495" name="Rounded Rectangle 188"/>
          <p:cNvSpPr/>
          <p:nvPr/>
        </p:nvSpPr>
        <p:spPr>
          <a:xfrm>
            <a:off x="802836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496" name="Rounded Rectangle 189"/>
          <p:cNvSpPr/>
          <p:nvPr/>
        </p:nvSpPr>
        <p:spPr>
          <a:xfrm>
            <a:off x="7955280" y="2743200"/>
            <a:ext cx="3931920" cy="3657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import java.util.Scanner;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public class ScannerIssueExample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Scanner sc = new Scanner(System.in);</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age: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sc.nextInt();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sc.nextLine(); // clear buffer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name: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String name = sc.nextLine();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System.out.println("Hello " + name + ", your age is: " + age);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sc.close();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497" name="TextBox 81"/>
          <p:cNvSpPr/>
          <p:nvPr/>
        </p:nvSpPr>
        <p:spPr>
          <a:xfrm>
            <a:off x="4600080" y="6446520"/>
            <a:ext cx="305172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0.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0.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357</TotalTime>
  <Application>LibreOffice/7.4.2.3$Windows_X86_64 LibreOffice_project/382eef1f22670f7f4118c8c2dd222ec7ad009daf</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2026-04-13T23:49:26Z</dcterms:modified>
  <cp:revision>36</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