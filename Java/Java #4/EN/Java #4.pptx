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80C8E5-3CB4-4AB4-86ED-376C317C696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958CE4-7211-46A5-8AE8-5F052DC9AC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2D7254-2CC1-4747-8846-1533E25EB6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78A0B88-55DA-4F25-9DA1-F62BCD192D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4CBF18-EAF3-48F1-92FC-370AFB758A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D1DBD3-6891-4FF3-8A82-271E868B28A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88917ED-A51C-4506-93DB-4C6C3876E5A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CC72E3-F802-4031-99C7-EDCB8A413C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71D25F-5DD2-4917-8FF1-5425265176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D21921-724B-4625-AA27-0CDADB836E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06C95D-C39F-4384-9F75-16B0D44A756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2447E3-6659-4CE7-AB2C-D28FA3B3E64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C6D7A8-70E0-4E60-A100-4B358F91A5D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832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75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752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612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752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612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752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9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472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752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256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436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716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58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476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75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61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71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71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97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92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16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680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680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504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3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57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7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864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43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57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7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864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2026-05-08T23:09:04Z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