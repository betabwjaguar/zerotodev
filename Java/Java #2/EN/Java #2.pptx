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sldIdLst>
    <p:sldId id="256" r:id="rId5"/>
    <p:sldId id="257" r:id="rId6"/>
    <p:sldId id="258" r:id="rId7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EDAE2A0-2C73-4D4E-85D7-D9DC6ABE09C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67B269E-0714-4265-AEF4-39436D8FAC5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8E4C167-AF66-4F66-BEF0-619DE302C1F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8E400AF-340C-4065-B168-631E9433EA0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5F2CB6E-D368-4D39-8E3A-02C33590268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2B845F5-7A18-49CD-9973-0C2802601B5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3B4284D-F7C8-42AD-980D-816A5EAFF8B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A404A94-479E-4B5A-BD86-1B593C4DBAC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EEC5A7A-0C38-4E2E-9212-6B67683F4E6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F24B582-EE2E-4C90-A3EC-896EC7B8CF3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8DC34DA-E640-4124-8BEE-2AEE3A8C11C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2FC641E-FE97-4849-B3A6-E401A8C9C0A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D0EA44A-19C2-4992-B023-799DABC516B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031EDAD-7AC5-4937-B17B-432D27B534A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7A4743C-9670-432A-A9B9-BF809F851A4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5438329-2DB6-4959-8BAC-556C1548302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E73D82B-654B-422A-8E25-7C69E35A040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3610296-D02F-49DF-9496-52D5207FFB5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CE89225-17E6-4B6C-A790-B78C518A3E9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E5F0E6D-0F8F-4550-8237-E251530DEEB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CAF0B6E-7148-4844-AC9A-C623C428929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0F144F9-1002-4685-9325-1BAB9867CED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8955EC9-B0C7-4396-B497-9662E5C1DCE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B5795DA-6E46-4109-9160-9957CB74EF3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CE6DE62-C80A-4944-8BB0-0D4D2BE8E73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67E561E-C69F-4DAB-8CED-0CCB186DB59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E1DD049-E85C-422F-9F78-E19BB29762C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043CE43-A3AF-4C6B-B126-F28FE694A83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D4B0869-6544-4EFD-B1E9-39CFB0300B3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8BD77DF-2090-4187-8AB8-6FF1FB89804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EA8DCFD-786C-4C84-93CA-EEF8AAD44FB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E4D828C-1AB6-4F2F-AC41-7FEFEC9A511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F700064-FBA8-4EB1-9D44-4AEA2758787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155D546-384C-4BF9-A52B-A99749C7F88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D61B898-AAD7-49FE-855B-511B9EBE8C3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773998F-487A-458E-B5CD-236339A7891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B3AB247-76D5-4E26-802B-7848891F32D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339E83F-BDE9-4B80-AA03-63110B595C2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4B6DA2A-1F5E-4802-8823-0AB500DD2D4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Rectangle 1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2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3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4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6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7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8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9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10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11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12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ectangle 13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" name="Rectangle 14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" name="Rectangle 15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" name="Rectangle 16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17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TextBox 18"/>
          <p:cNvSpPr/>
          <p:nvPr/>
        </p:nvSpPr>
        <p:spPr>
          <a:xfrm>
            <a:off x="1522800" y="1005840"/>
            <a:ext cx="7926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VIRTUAL MACHINE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Box 19"/>
          <p:cNvSpPr/>
          <p:nvPr/>
        </p:nvSpPr>
        <p:spPr>
          <a:xfrm>
            <a:off x="3661920" y="2057400"/>
            <a:ext cx="36482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engine that runs Java programs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Rounded Rectangle 20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21"/>
          <p:cNvSpPr/>
          <p:nvPr/>
        </p:nvSpPr>
        <p:spPr>
          <a:xfrm>
            <a:off x="685800" y="2521440"/>
            <a:ext cx="3428640" cy="332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Java Virtual Machine (JVM) is a virtual runtime engine that executes Java bytecode.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It allows Java programs to run on any platform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code is compiled into bytecode, not machine code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translates bytecode into machine-specific instructions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 Responsibilities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 (Write Once, Run Anywhere)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 execution (Interpreter + JIT Compiler)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 (Garbage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Security through a controlled runtime environment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acts as a bridge between Java programs and the operating system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Rounded Rectangle 22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ounded Rectangle 23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for OS/CPU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Rounded Rectangle 24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ounded Rectangle 25"/>
          <p:cNvSpPr/>
          <p:nvPr/>
        </p:nvSpPr>
        <p:spPr>
          <a:xfrm>
            <a:off x="795528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Box 26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Rectangle 32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33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34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35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36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37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38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39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40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41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42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43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ectangle 44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" name="Rectangle 45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ectangle 46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ectangle 47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8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TextBox 4"/>
          <p:cNvSpPr/>
          <p:nvPr/>
        </p:nvSpPr>
        <p:spPr>
          <a:xfrm>
            <a:off x="3214440" y="1005840"/>
            <a:ext cx="4542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Architecture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Box 5"/>
          <p:cNvSpPr/>
          <p:nvPr/>
        </p:nvSpPr>
        <p:spPr>
          <a:xfrm>
            <a:off x="3641400" y="2194560"/>
            <a:ext cx="36892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INSIDE THE JAVA VIRTUAL MACHINE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Rounded Rectangle 9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10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JVM architecture is built from core components that work together to execute Java programs.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 files into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 store data during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runs bytecode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removes unused objects automatically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These parts allow Java programs to run securely, efficiently, and independently of the operating system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Rounded Rectangle 11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ounded Rectangle 12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Rounded Rectangle 13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ounded Rectangle 14"/>
          <p:cNvSpPr/>
          <p:nvPr/>
        </p:nvSpPr>
        <p:spPr>
          <a:xfrm>
            <a:off x="795528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Running");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Process: Load =&gt; Store In Memory =&gt; Execute =&gt; Clean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Box 6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Rectangle 48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49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50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51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52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53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54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55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56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57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58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59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ectangle 60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ectangle 61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ectangle 62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ectangle 63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15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TextBox 7"/>
          <p:cNvSpPr/>
          <p:nvPr/>
        </p:nvSpPr>
        <p:spPr>
          <a:xfrm>
            <a:off x="1896840" y="1005840"/>
            <a:ext cx="7177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PROGRAM EXECUTION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Box 8"/>
          <p:cNvSpPr/>
          <p:nvPr/>
        </p:nvSpPr>
        <p:spPr>
          <a:xfrm>
            <a:off x="2177280" y="2194560"/>
            <a:ext cx="6617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the JVM runs a Java program step by step behind the scenes.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Rounded Rectangle 16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18"/>
          <p:cNvSpPr/>
          <p:nvPr/>
        </p:nvSpPr>
        <p:spPr>
          <a:xfrm>
            <a:off x="475560" y="2743200"/>
            <a:ext cx="3729600" cy="310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When a Java program starts, the JVM follows a smart execution process.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First, the Class Loader loads compiled .class files into memory and checks them for security.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Next, memory is organized into areas like the Heap (for objects) and Stack (for method calls and variables).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Then, the Execution Engine runs the program.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Interpreter reads bytecode line by line, while the JIT Compiler converts frequently used code into faster machine 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Finally, the Garbage Collector removes unused objects from memory automatically.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Thanks to this process, Java programs run safely, efficiently, and on any system with a JVM.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Rounded Rectangle 19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ounded Rectangle 26"/>
          <p:cNvSpPr/>
          <p:nvPr/>
        </p:nvSpPr>
        <p:spPr>
          <a:xfrm>
            <a:off x="4343400" y="2918520"/>
            <a:ext cx="3519360" cy="293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 (Heap / Stack)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Native Machine Code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frees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Rounded Rectangle 27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ounded Rectangle 28"/>
          <p:cNvSpPr/>
          <p:nvPr/>
        </p:nvSpPr>
        <p:spPr>
          <a:xfrm>
            <a:off x="8023680" y="2743200"/>
            <a:ext cx="3840840" cy="320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ExecutionDemo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message = "JVM Execution Started";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System.out.println(message);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addNumbers(5, 7);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System.out.println("Result: " + result);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addNumbers(int a, int b)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Box 9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2026-02-04T19:03:04Z</dcterms:modified>
  <cp:revision>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