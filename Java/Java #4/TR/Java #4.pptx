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D939C2-632F-422B-AE46-AF609C61358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B590022-552A-418B-9243-B3904ED888A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8647F9-E4C7-4A4B-92EB-A41ABF12CE0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DD1AF0E-C4E2-4D16-AA92-C0BDA12871B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A2492A6-5D6D-4822-AF27-CE95427A62F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ED087F4-9749-46F6-B96D-5A0E3238AC0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8B88971-C2C9-40A9-B4DB-C2AD2256E64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20F1B8-DF45-40C8-B771-198B76AFC0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C91C49F-B33A-4813-B6C2-52B266FDF7D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099425B-765A-46A6-A602-1F061DC6DB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6FBD92E-BAFC-4761-8D04-98F53B6C5D5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463109-4D99-4FB1-9874-99E0FF3099F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1E0CD7-7366-438C-A161-55BD8078BF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195B82-2F68-46C1-B1A3-6C9CC4BD09B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E0831F0-917F-49F5-863A-28D95130AE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29A7119-A7EA-46CA-B73B-D780555AA88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E76E92-9C41-4D0D-9AFA-1B1B9076EA2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9A1CA6E-AE65-409B-86BD-C56123FD790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7FAA6F9-9025-45E5-A2CE-9A8680554B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AF8733E-77ED-4915-A551-3842C70EEC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C01569B-F0CF-485A-8B43-3291AC4EA1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534ED5D2-5A33-4D58-8B18-1762046254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54D26C7-208B-4CF2-B3CC-5887319137B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7417CFC-7D2C-466E-B358-C530DB66A23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32A455-379E-4B33-B016-E1D23C3F9E1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EA8E4F6-3ED9-496D-8B75-AED1385E559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77360" cy="6846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" name="Rectangle 3"/>
          <p:cNvSpPr/>
          <p:nvPr/>
        </p:nvSpPr>
        <p:spPr>
          <a:xfrm>
            <a:off x="914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" name="Rectangle 4"/>
          <p:cNvSpPr/>
          <p:nvPr/>
        </p:nvSpPr>
        <p:spPr>
          <a:xfrm>
            <a:off x="1828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" name="Rectangle 5"/>
          <p:cNvSpPr/>
          <p:nvPr/>
        </p:nvSpPr>
        <p:spPr>
          <a:xfrm>
            <a:off x="2743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ectangle 6"/>
          <p:cNvSpPr/>
          <p:nvPr/>
        </p:nvSpPr>
        <p:spPr>
          <a:xfrm>
            <a:off x="3657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" name="Rectangle 7"/>
          <p:cNvSpPr/>
          <p:nvPr/>
        </p:nvSpPr>
        <p:spPr>
          <a:xfrm>
            <a:off x="4572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ectangle 8"/>
          <p:cNvSpPr/>
          <p:nvPr/>
        </p:nvSpPr>
        <p:spPr>
          <a:xfrm>
            <a:off x="5486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" name="Rectangle 9"/>
          <p:cNvSpPr/>
          <p:nvPr/>
        </p:nvSpPr>
        <p:spPr>
          <a:xfrm>
            <a:off x="6400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ectangle 10"/>
          <p:cNvSpPr/>
          <p:nvPr/>
        </p:nvSpPr>
        <p:spPr>
          <a:xfrm>
            <a:off x="7315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82296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" name="Rectangle 12"/>
          <p:cNvSpPr/>
          <p:nvPr/>
        </p:nvSpPr>
        <p:spPr>
          <a:xfrm>
            <a:off x="91440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3"/>
          <p:cNvSpPr/>
          <p:nvPr/>
        </p:nvSpPr>
        <p:spPr>
          <a:xfrm>
            <a:off x="100584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4"/>
          <p:cNvSpPr/>
          <p:nvPr/>
        </p:nvSpPr>
        <p:spPr>
          <a:xfrm>
            <a:off x="109728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15"/>
          <p:cNvSpPr/>
          <p:nvPr/>
        </p:nvSpPr>
        <p:spPr>
          <a:xfrm>
            <a:off x="11887200" y="0"/>
            <a:ext cx="6840" cy="6846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16"/>
          <p:cNvSpPr/>
          <p:nvPr/>
        </p:nvSpPr>
        <p:spPr>
          <a:xfrm>
            <a:off x="0" y="0"/>
            <a:ext cx="308520" cy="6846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ounded Rectangle 17"/>
          <p:cNvSpPr/>
          <p:nvPr/>
        </p:nvSpPr>
        <p:spPr>
          <a:xfrm>
            <a:off x="9875520" y="365760"/>
            <a:ext cx="2000160" cy="491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Rounded Rectangle 20"/>
          <p:cNvSpPr/>
          <p:nvPr/>
        </p:nvSpPr>
        <p:spPr>
          <a:xfrm>
            <a:off x="98748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ounded Rectangle 21"/>
          <p:cNvSpPr/>
          <p:nvPr/>
        </p:nvSpPr>
        <p:spPr>
          <a:xfrm>
            <a:off x="91440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Rounded Rectangle 22"/>
          <p:cNvSpPr/>
          <p:nvPr/>
        </p:nvSpPr>
        <p:spPr>
          <a:xfrm>
            <a:off x="450792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ounded Rectangle 23"/>
          <p:cNvSpPr/>
          <p:nvPr/>
        </p:nvSpPr>
        <p:spPr>
          <a:xfrm>
            <a:off x="4434840" y="310896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Rounded Rectangle 24"/>
          <p:cNvSpPr/>
          <p:nvPr/>
        </p:nvSpPr>
        <p:spPr>
          <a:xfrm>
            <a:off x="8028360" y="3182040"/>
            <a:ext cx="3280320" cy="2731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ounded Rectangle 25"/>
          <p:cNvSpPr/>
          <p:nvPr/>
        </p:nvSpPr>
        <p:spPr>
          <a:xfrm>
            <a:off x="7955280" y="2971800"/>
            <a:ext cx="3921480" cy="364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angle 32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ectangle 33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" name="Rectangle 34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" name="Rectangle 35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" name="Rectangle 36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ectangle 37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" name="Rectangle 38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ectangle 39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" name="Rectangle 40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ectangle 41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" name="Rectangle 42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" name="Rectangle 43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44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45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46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47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ounded Rectangle 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Rounded Rectangle 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ounded Rectangle 10"/>
          <p:cNvSpPr/>
          <p:nvPr/>
        </p:nvSpPr>
        <p:spPr>
          <a:xfrm>
            <a:off x="91440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Rounded Rectangle 1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ounded Rectangle 12"/>
          <p:cNvSpPr/>
          <p:nvPr/>
        </p:nvSpPr>
        <p:spPr>
          <a:xfrm>
            <a:off x="443484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Rounded Rectangle 1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ounded Rectangle 14"/>
          <p:cNvSpPr/>
          <p:nvPr/>
        </p:nvSpPr>
        <p:spPr>
          <a:xfrm>
            <a:off x="7955280" y="3108960"/>
            <a:ext cx="369324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Rectangle 1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ectangle 1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" name="Rectangle 1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" name="Rectangle 2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" name="Rectangle 2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ectangle 2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" name="Rectangle 2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ectangle 2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" name="Rectangle 2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ectangle 2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" name="Rectangle 2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" name="Rectangle 2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2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3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3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4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ounded Rectangle 1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Rounded Rectangle 1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ounded Rectangle 18"/>
          <p:cNvSpPr/>
          <p:nvPr/>
        </p:nvSpPr>
        <p:spPr>
          <a:xfrm>
            <a:off x="914400" y="3108960"/>
            <a:ext cx="328068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Rounded Rectangle 1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ounded Rectangle 26"/>
          <p:cNvSpPr/>
          <p:nvPr/>
        </p:nvSpPr>
        <p:spPr>
          <a:xfrm>
            <a:off x="443484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Rounded Rectangle 2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ounded Rectangle 28"/>
          <p:cNvSpPr/>
          <p:nvPr/>
        </p:nvSpPr>
        <p:spPr>
          <a:xfrm>
            <a:off x="7955280" y="3108960"/>
            <a:ext cx="3693240" cy="3053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Rectangle 4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ectangle 5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" name="Rectangle 5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3" name="Rectangle 5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4" name="Rectangle 5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ectangle 5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6" name="Rectangle 5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ectangle 5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8" name="Rectangle 5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ectangle 5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0" name="Rectangle 5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1" name="Rectangle 6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6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6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6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6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ounded Rectangle 29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ounded Rectangle 3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ounded Rectangle 31"/>
          <p:cNvSpPr/>
          <p:nvPr/>
        </p:nvSpPr>
        <p:spPr>
          <a:xfrm>
            <a:off x="914400" y="3108960"/>
            <a:ext cx="328068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1" name="Rounded Rectangle 3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ounded Rectangle 33"/>
          <p:cNvSpPr/>
          <p:nvPr/>
        </p:nvSpPr>
        <p:spPr>
          <a:xfrm>
            <a:off x="4434840" y="310896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3" name="Rounded Rectangle 3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ounded Rectangle 35"/>
          <p:cNvSpPr/>
          <p:nvPr/>
        </p:nvSpPr>
        <p:spPr>
          <a:xfrm>
            <a:off x="7955280" y="2743200"/>
            <a:ext cx="3693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5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Rectangle 6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ectangle 6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8" name="Rectangle 6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9" name="Rectangle 6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0" name="Rectangle 6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ectangle 7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2" name="Rectangle 7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ectangle 7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4" name="Rectangle 7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ectangle 7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6" name="Rectangle 7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7" name="Rectangle 7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7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7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7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8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ounded Rectangle 36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3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Rounded Rectangle 37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ounded Rectangle 38"/>
          <p:cNvSpPr/>
          <p:nvPr/>
        </p:nvSpPr>
        <p:spPr>
          <a:xfrm>
            <a:off x="457200" y="2514600"/>
            <a:ext cx="3737880" cy="410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Rounded Rectangle 3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ounded Rectangle 40"/>
          <p:cNvSpPr/>
          <p:nvPr/>
        </p:nvSpPr>
        <p:spPr>
          <a:xfrm>
            <a:off x="4434840" y="2971800"/>
            <a:ext cx="3280680" cy="341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Rounded Rectangle 41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ounded Rectangle 42"/>
          <p:cNvSpPr/>
          <p:nvPr/>
        </p:nvSpPr>
        <p:spPr>
          <a:xfrm>
            <a:off x="8001000" y="3200400"/>
            <a:ext cx="346572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1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Rectangle 8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ectangle 8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4" name="Rectangle 8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5" name="Rectangle 8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6" name="Rectangle 8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ectangle 8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8" name="Rectangle 8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ectangle 8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0" name="Rectangle 8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ectangle 9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2" name="Rectangle 9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3" name="Rectangle 9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9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9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9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9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ounded Rectangle 43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9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Rounded Rectangle 44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ounded Rectangle 45"/>
          <p:cNvSpPr/>
          <p:nvPr/>
        </p:nvSpPr>
        <p:spPr>
          <a:xfrm>
            <a:off x="457200" y="2514600"/>
            <a:ext cx="3737880" cy="410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3" name="Rounded Rectangle 46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ounded Rectangle 47"/>
          <p:cNvSpPr/>
          <p:nvPr/>
        </p:nvSpPr>
        <p:spPr>
          <a:xfrm>
            <a:off x="4434840" y="2514600"/>
            <a:ext cx="3280680" cy="387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Rounded Rectangle 48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ounded Rectangle 49"/>
          <p:cNvSpPr/>
          <p:nvPr/>
        </p:nvSpPr>
        <p:spPr>
          <a:xfrm>
            <a:off x="8001000" y="2514600"/>
            <a:ext cx="346572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Rectangle 9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ectangle 9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0" name="Rectangle 9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1" name="Rectangle 10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2" name="Rectangle 10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ectangle 10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4" name="Rectangle 10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ectangle 10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6" name="Rectangle 10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ectangle 10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8" name="Rectangle 10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9" name="Rectangle 10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0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1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1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1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ounded Rectangle 50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Rounded Rectangle 51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ounded Rectangle 52"/>
          <p:cNvSpPr/>
          <p:nvPr/>
        </p:nvSpPr>
        <p:spPr>
          <a:xfrm>
            <a:off x="457200" y="2743200"/>
            <a:ext cx="387792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Rounded Rectangle 53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ounded Rectangle 54"/>
          <p:cNvSpPr/>
          <p:nvPr/>
        </p:nvSpPr>
        <p:spPr>
          <a:xfrm>
            <a:off x="4572000" y="2743200"/>
            <a:ext cx="3420720" cy="3649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Rounded Rectangle 55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ounded Rectangle 56"/>
          <p:cNvSpPr/>
          <p:nvPr/>
        </p:nvSpPr>
        <p:spPr>
          <a:xfrm>
            <a:off x="8229600" y="2514600"/>
            <a:ext cx="3649320" cy="410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Rectangle 11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ectangle 11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6" name="Rectangle 11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7" name="Rectangle 11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8" name="Rectangle 11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ectangle 11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0" name="Rectangle 11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ectangle 12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2" name="Rectangle 12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ectangle 12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4" name="Rectangle 12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5" name="Rectangle 12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2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2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2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2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ounded Rectangle 57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Rounded Rectangle 58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ounded Rectangle 59"/>
          <p:cNvSpPr/>
          <p:nvPr/>
        </p:nvSpPr>
        <p:spPr>
          <a:xfrm>
            <a:off x="914400" y="3108960"/>
            <a:ext cx="3280680" cy="328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Rounded Rectangle 60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ounded Rectangle 61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Rounded Rectangle 62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ounded Rectangle 63"/>
          <p:cNvSpPr/>
          <p:nvPr/>
        </p:nvSpPr>
        <p:spPr>
          <a:xfrm>
            <a:off x="7955280" y="2743200"/>
            <a:ext cx="36932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tangle 12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ectangle 13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2" name="Rectangle 13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3" name="Rectangle 13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4" name="Rectangle 13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ectangle 13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6" name="Rectangle 13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ectangle 13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8" name="Rectangle 13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ectangle 13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0" name="Rectangle 13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1" name="Rectangle 14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4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4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4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4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ounded Rectangle 64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7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Rounded Rectangle 65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ounded Rectangle 66"/>
          <p:cNvSpPr/>
          <p:nvPr/>
        </p:nvSpPr>
        <p:spPr>
          <a:xfrm>
            <a:off x="914400" y="3108960"/>
            <a:ext cx="3280680" cy="328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1" name="Rounded Rectangle 67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ounded Rectangle 68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Rounded Rectangle 69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ounded Rectangle 70"/>
          <p:cNvSpPr/>
          <p:nvPr/>
        </p:nvSpPr>
        <p:spPr>
          <a:xfrm>
            <a:off x="8003880" y="2971800"/>
            <a:ext cx="3418920" cy="341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Rectangle 14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ectangle 14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8" name="Rectangle 14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9" name="Rectangle 14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0" name="Rectangle 14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ectangle 15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2" name="Rectangle 15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ectangle 15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4" name="Rectangle 15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ectangle 15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6" name="Rectangle 15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7" name="Rectangle 15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5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5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5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6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ounded Rectangle 71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Rounded Rectangle 72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ounded Rectangle 73"/>
          <p:cNvSpPr/>
          <p:nvPr/>
        </p:nvSpPr>
        <p:spPr>
          <a:xfrm>
            <a:off x="685800" y="2743200"/>
            <a:ext cx="35092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Rounded Rectangle 74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ounded Rectangle 75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Rounded Rectangle 76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ounded Rectangle 77"/>
          <p:cNvSpPr/>
          <p:nvPr/>
        </p:nvSpPr>
        <p:spPr>
          <a:xfrm>
            <a:off x="8003880" y="2743200"/>
            <a:ext cx="341892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1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Rectangle 16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ectangle 16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4" name="Rectangle 16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5" name="Rectangle 16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6" name="Rectangle 16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ectangle 16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8" name="Rectangle 16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ectangle 16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0" name="Rectangle 16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ectangle 17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2" name="Rectangle 17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3" name="Rectangle 17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7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7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7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7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ounded Rectangle 7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9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Rounded Rectangle 7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ounded Rectangle 80"/>
          <p:cNvSpPr/>
          <p:nvPr/>
        </p:nvSpPr>
        <p:spPr>
          <a:xfrm>
            <a:off x="685800" y="2743200"/>
            <a:ext cx="35092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Rounded Rectangle 8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ounded Rectangle 82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Rounded Rectangle 8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ounded Rectangle 84"/>
          <p:cNvSpPr/>
          <p:nvPr/>
        </p:nvSpPr>
        <p:spPr>
          <a:xfrm>
            <a:off x="8001000" y="2971800"/>
            <a:ext cx="330804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Rectangle 17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ectangle 17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17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18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18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18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18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18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18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18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8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8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8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9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9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9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ounded Rectangle 8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5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Rounded Rectangle 8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ounded Rectangle 87"/>
          <p:cNvSpPr/>
          <p:nvPr/>
        </p:nvSpPr>
        <p:spPr>
          <a:xfrm>
            <a:off x="685800" y="2743200"/>
            <a:ext cx="35092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9" name="Rounded Rectangle 88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ounded Rectangle 89"/>
          <p:cNvSpPr/>
          <p:nvPr/>
        </p:nvSpPr>
        <p:spPr>
          <a:xfrm>
            <a:off x="443484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Rounded Rectangle 90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ounded Rectangle 91"/>
          <p:cNvSpPr/>
          <p:nvPr/>
        </p:nvSpPr>
        <p:spPr>
          <a:xfrm>
            <a:off x="8001000" y="2514600"/>
            <a:ext cx="3651480" cy="3879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9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ectangle 19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19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19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19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19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19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20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20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20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20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20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0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0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0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0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ounded Rectangle 92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1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Rounded Rectangle 93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ounded Rectangle 94"/>
          <p:cNvSpPr/>
          <p:nvPr/>
        </p:nvSpPr>
        <p:spPr>
          <a:xfrm>
            <a:off x="685800" y="2971800"/>
            <a:ext cx="31946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5" name="Rounded Rectangle 95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ounded Rectangle 96"/>
          <p:cNvSpPr/>
          <p:nvPr/>
        </p:nvSpPr>
        <p:spPr>
          <a:xfrm>
            <a:off x="425736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7" name="Rounded Rectangle 9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ounded Rectangle 98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Rectangle 20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ectangle 21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21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21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21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21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21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21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21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21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21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22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2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2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2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2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ounded Rectangle 99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7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Rounded Rectangle 10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ounded Rectangle 101"/>
          <p:cNvSpPr/>
          <p:nvPr/>
        </p:nvSpPr>
        <p:spPr>
          <a:xfrm>
            <a:off x="685800" y="2971800"/>
            <a:ext cx="31946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1" name="Rounded Rectangle 10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ounded Rectangle 103"/>
          <p:cNvSpPr/>
          <p:nvPr/>
        </p:nvSpPr>
        <p:spPr>
          <a:xfrm>
            <a:off x="425736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Rounded Rectangle 10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ounded Rectangle 105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ectangle 22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ectangle 22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22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22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22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23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23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23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23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23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23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23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3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3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3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4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ounded Rectangle 106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Rounded Rectangle 107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ounded Rectangle 108"/>
          <p:cNvSpPr/>
          <p:nvPr/>
        </p:nvSpPr>
        <p:spPr>
          <a:xfrm>
            <a:off x="685800" y="2971800"/>
            <a:ext cx="319464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7" name="Rounded Rectangle 10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ounded Rectangle 110"/>
          <p:cNvSpPr/>
          <p:nvPr/>
        </p:nvSpPr>
        <p:spPr>
          <a:xfrm>
            <a:off x="4257360" y="2971800"/>
            <a:ext cx="328068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9" name="Rounded Rectangle 111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ounded Rectangle 112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Rectangle 24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ectangle 24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24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24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24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24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24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24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24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25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25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25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5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5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5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5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ounded Rectangle 113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Rounded Rectangle 114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ounded Rectangle 115"/>
          <p:cNvSpPr/>
          <p:nvPr/>
        </p:nvSpPr>
        <p:spPr>
          <a:xfrm>
            <a:off x="685800" y="2743200"/>
            <a:ext cx="31946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Rounded Rectangle 116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ounded Rectangle 117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Rounded Rectangle 118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ounded Rectangle 119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Rectangle 25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ectangle 25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25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26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6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6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6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6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6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6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6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6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7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7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7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ounded Rectangle 120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Rounded Rectangle 121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ounded Rectangle 122"/>
          <p:cNvSpPr/>
          <p:nvPr/>
        </p:nvSpPr>
        <p:spPr>
          <a:xfrm>
            <a:off x="685800" y="2514600"/>
            <a:ext cx="319464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Rounded Rectangle 123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ounded Rectangle 124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Rounded Rectangle 125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ounded Rectangle 126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Rectangle 27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ectangle 27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27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27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27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27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27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28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28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28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28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28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28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28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28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28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ounded Rectangle 127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1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Rounded Rectangle 128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ounded Rectangle 129"/>
          <p:cNvSpPr/>
          <p:nvPr/>
        </p:nvSpPr>
        <p:spPr>
          <a:xfrm>
            <a:off x="685800" y="2514600"/>
            <a:ext cx="319464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5" name="Rounded Rectangle 130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ounded Rectangle 131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7" name="Rounded Rectangle 132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ounded Rectangle 133"/>
          <p:cNvSpPr/>
          <p:nvPr/>
        </p:nvSpPr>
        <p:spPr>
          <a:xfrm>
            <a:off x="8001000" y="2514600"/>
            <a:ext cx="342216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9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Rectangle 28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ectangle 29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29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29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29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29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29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29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29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29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29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30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0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0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0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0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ounded Rectangle 134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7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Rounded Rectangle 135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ounded Rectangle 136"/>
          <p:cNvSpPr/>
          <p:nvPr/>
        </p:nvSpPr>
        <p:spPr>
          <a:xfrm>
            <a:off x="685800" y="2743200"/>
            <a:ext cx="319464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1" name="Rounded Rectangle 137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ounded Rectangle 138"/>
          <p:cNvSpPr/>
          <p:nvPr/>
        </p:nvSpPr>
        <p:spPr>
          <a:xfrm>
            <a:off x="4257360" y="2743200"/>
            <a:ext cx="3280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3" name="Rounded Rectangle 139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ounded Rectangle 140"/>
          <p:cNvSpPr/>
          <p:nvPr/>
        </p:nvSpPr>
        <p:spPr>
          <a:xfrm>
            <a:off x="8001000" y="2286000"/>
            <a:ext cx="365400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5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Rectangle 30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ectangle 30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30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30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30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31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31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31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31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31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31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31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1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1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1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2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ounded Rectangle 141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3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Rounded Rectangle 142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ounded Rectangle 143"/>
          <p:cNvSpPr/>
          <p:nvPr/>
        </p:nvSpPr>
        <p:spPr>
          <a:xfrm>
            <a:off x="685800" y="2743200"/>
            <a:ext cx="3197160" cy="3654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7" name="Rounded Rectangle 144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ounded Rectangle 145"/>
          <p:cNvSpPr/>
          <p:nvPr/>
        </p:nvSpPr>
        <p:spPr>
          <a:xfrm>
            <a:off x="4267800" y="2971800"/>
            <a:ext cx="3054600" cy="296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9" name="Rounded Rectangle 146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ounded Rectangle 147"/>
          <p:cNvSpPr/>
          <p:nvPr/>
        </p:nvSpPr>
        <p:spPr>
          <a:xfrm>
            <a:off x="7772400" y="2286000"/>
            <a:ext cx="3882960" cy="4111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1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Rectangle 321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ectangle 322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323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324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325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326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327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328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329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330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331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2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33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34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35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36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ounded Rectangle 148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Rounded Rectangle 149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ounded Rectangle 150"/>
          <p:cNvSpPr/>
          <p:nvPr/>
        </p:nvSpPr>
        <p:spPr>
          <a:xfrm>
            <a:off x="685800" y="2743200"/>
            <a:ext cx="319716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3" name="Rounded Rectangle 151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ounded Rectangle 152"/>
          <p:cNvSpPr/>
          <p:nvPr/>
        </p:nvSpPr>
        <p:spPr>
          <a:xfrm>
            <a:off x="4267800" y="2971800"/>
            <a:ext cx="3054600" cy="296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Rounded Rectangle 153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ounded Rectangle 154"/>
          <p:cNvSpPr/>
          <p:nvPr/>
        </p:nvSpPr>
        <p:spPr>
          <a:xfrm>
            <a:off x="7772400" y="2286000"/>
            <a:ext cx="31975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Rectangle 337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ectangle 338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339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340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341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342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343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344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345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346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347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348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49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50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51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52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ounded Rectangle 155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5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Rounded Rectangle 156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ounded Rectangle 157"/>
          <p:cNvSpPr/>
          <p:nvPr/>
        </p:nvSpPr>
        <p:spPr>
          <a:xfrm>
            <a:off x="685800" y="2743200"/>
            <a:ext cx="319716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Rounded Rectangle 158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ounded Rectangle 159"/>
          <p:cNvSpPr/>
          <p:nvPr/>
        </p:nvSpPr>
        <p:spPr>
          <a:xfrm>
            <a:off x="4267800" y="2971800"/>
            <a:ext cx="3054600" cy="296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1" name="Rounded Rectangle 160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ounded Rectangle 161"/>
          <p:cNvSpPr/>
          <p:nvPr/>
        </p:nvSpPr>
        <p:spPr>
          <a:xfrm>
            <a:off x="7772400" y="2286000"/>
            <a:ext cx="31975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3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Rectangle 353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ectangle 354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355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356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357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358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359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360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361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362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363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364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65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66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67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68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ounded Rectangle 162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Box 71"/>
          <p:cNvSpPr/>
          <p:nvPr/>
        </p:nvSpPr>
        <p:spPr>
          <a:xfrm>
            <a:off x="2426760" y="1222920"/>
            <a:ext cx="672516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Rounded Rectangle 163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ounded Rectangle 164"/>
          <p:cNvSpPr/>
          <p:nvPr/>
        </p:nvSpPr>
        <p:spPr>
          <a:xfrm>
            <a:off x="685800" y="2514600"/>
            <a:ext cx="319716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5" name="Rounded Rectangle 165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ounded Rectangle 166"/>
          <p:cNvSpPr/>
          <p:nvPr/>
        </p:nvSpPr>
        <p:spPr>
          <a:xfrm>
            <a:off x="4267800" y="2971800"/>
            <a:ext cx="3054600" cy="2968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Rounded Rectangle 167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ounded Rectangle 168"/>
          <p:cNvSpPr/>
          <p:nvPr/>
        </p:nvSpPr>
        <p:spPr>
          <a:xfrm>
            <a:off x="7772400" y="2286000"/>
            <a:ext cx="31975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9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Rectangle 369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ectangle 370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371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372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373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374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375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376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377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378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379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380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381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382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383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384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ounded Rectangle 169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Box 73"/>
          <p:cNvSpPr/>
          <p:nvPr/>
        </p:nvSpPr>
        <p:spPr>
          <a:xfrm>
            <a:off x="1324800" y="626040"/>
            <a:ext cx="831312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TextBox 74"/>
          <p:cNvSpPr/>
          <p:nvPr/>
        </p:nvSpPr>
        <p:spPr>
          <a:xfrm>
            <a:off x="2891160" y="1222920"/>
            <a:ext cx="579564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Rounded Rectangle 170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ounded Rectangle 171"/>
          <p:cNvSpPr/>
          <p:nvPr/>
        </p:nvSpPr>
        <p:spPr>
          <a:xfrm>
            <a:off x="685800" y="2514600"/>
            <a:ext cx="3197160" cy="4112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Rounded Rectangle 172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ounded Rectangle 173"/>
          <p:cNvSpPr/>
          <p:nvPr/>
        </p:nvSpPr>
        <p:spPr>
          <a:xfrm>
            <a:off x="4267800" y="3200400"/>
            <a:ext cx="3054600" cy="251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Rounded Rectangle 174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ounded Rectangle 175"/>
          <p:cNvSpPr/>
          <p:nvPr/>
        </p:nvSpPr>
        <p:spPr>
          <a:xfrm>
            <a:off x="7772400" y="2743200"/>
            <a:ext cx="319860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Rectangle 385"/>
          <p:cNvSpPr/>
          <p:nvPr/>
        </p:nvSpPr>
        <p:spPr>
          <a:xfrm>
            <a:off x="0" y="0"/>
            <a:ext cx="12177720" cy="6846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7" name="Rectangle 386"/>
          <p:cNvSpPr/>
          <p:nvPr/>
        </p:nvSpPr>
        <p:spPr>
          <a:xfrm>
            <a:off x="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387"/>
          <p:cNvSpPr/>
          <p:nvPr/>
        </p:nvSpPr>
        <p:spPr>
          <a:xfrm>
            <a:off x="914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388"/>
          <p:cNvSpPr/>
          <p:nvPr/>
        </p:nvSpPr>
        <p:spPr>
          <a:xfrm>
            <a:off x="1828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389"/>
          <p:cNvSpPr/>
          <p:nvPr/>
        </p:nvSpPr>
        <p:spPr>
          <a:xfrm>
            <a:off x="2743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390"/>
          <p:cNvSpPr/>
          <p:nvPr/>
        </p:nvSpPr>
        <p:spPr>
          <a:xfrm>
            <a:off x="3657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391"/>
          <p:cNvSpPr/>
          <p:nvPr/>
        </p:nvSpPr>
        <p:spPr>
          <a:xfrm>
            <a:off x="4572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392"/>
          <p:cNvSpPr/>
          <p:nvPr/>
        </p:nvSpPr>
        <p:spPr>
          <a:xfrm>
            <a:off x="5486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393"/>
          <p:cNvSpPr/>
          <p:nvPr/>
        </p:nvSpPr>
        <p:spPr>
          <a:xfrm>
            <a:off x="6400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394"/>
          <p:cNvSpPr/>
          <p:nvPr/>
        </p:nvSpPr>
        <p:spPr>
          <a:xfrm>
            <a:off x="7315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395"/>
          <p:cNvSpPr/>
          <p:nvPr/>
        </p:nvSpPr>
        <p:spPr>
          <a:xfrm>
            <a:off x="82296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396"/>
          <p:cNvSpPr/>
          <p:nvPr/>
        </p:nvSpPr>
        <p:spPr>
          <a:xfrm>
            <a:off x="91440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397"/>
          <p:cNvSpPr/>
          <p:nvPr/>
        </p:nvSpPr>
        <p:spPr>
          <a:xfrm>
            <a:off x="100584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398"/>
          <p:cNvSpPr/>
          <p:nvPr/>
        </p:nvSpPr>
        <p:spPr>
          <a:xfrm>
            <a:off x="109728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399"/>
          <p:cNvSpPr/>
          <p:nvPr/>
        </p:nvSpPr>
        <p:spPr>
          <a:xfrm>
            <a:off x="11887200" y="0"/>
            <a:ext cx="7200" cy="6846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400"/>
          <p:cNvSpPr/>
          <p:nvPr/>
        </p:nvSpPr>
        <p:spPr>
          <a:xfrm>
            <a:off x="0" y="0"/>
            <a:ext cx="308880" cy="6846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ounded Rectangle 176"/>
          <p:cNvSpPr/>
          <p:nvPr/>
        </p:nvSpPr>
        <p:spPr>
          <a:xfrm>
            <a:off x="9875520" y="365760"/>
            <a:ext cx="2000520" cy="491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3" name="TextBox 76"/>
          <p:cNvSpPr/>
          <p:nvPr/>
        </p:nvSpPr>
        <p:spPr>
          <a:xfrm>
            <a:off x="2232000" y="626040"/>
            <a:ext cx="64980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TextBox 77"/>
          <p:cNvSpPr/>
          <p:nvPr/>
        </p:nvSpPr>
        <p:spPr>
          <a:xfrm>
            <a:off x="2929680" y="1222920"/>
            <a:ext cx="571788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Rounded Rectangle 177"/>
          <p:cNvSpPr/>
          <p:nvPr/>
        </p:nvSpPr>
        <p:spPr>
          <a:xfrm>
            <a:off x="98748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ounded Rectangle 178"/>
          <p:cNvSpPr/>
          <p:nvPr/>
        </p:nvSpPr>
        <p:spPr>
          <a:xfrm>
            <a:off x="685800" y="2971800"/>
            <a:ext cx="319896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7" name="Rounded Rectangle 179"/>
          <p:cNvSpPr/>
          <p:nvPr/>
        </p:nvSpPr>
        <p:spPr>
          <a:xfrm>
            <a:off x="450792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ounded Rectangle 180"/>
          <p:cNvSpPr/>
          <p:nvPr/>
        </p:nvSpPr>
        <p:spPr>
          <a:xfrm>
            <a:off x="4267800" y="2743200"/>
            <a:ext cx="305460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9" name="Rounded Rectangle 181"/>
          <p:cNvSpPr/>
          <p:nvPr/>
        </p:nvSpPr>
        <p:spPr>
          <a:xfrm>
            <a:off x="8028360" y="3182040"/>
            <a:ext cx="3280680" cy="2732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ounded Rectangle 182"/>
          <p:cNvSpPr/>
          <p:nvPr/>
        </p:nvSpPr>
        <p:spPr>
          <a:xfrm>
            <a:off x="7772400" y="2743200"/>
            <a:ext cx="365616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1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Rectangle 40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3" name="Rectangle 40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40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40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40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40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40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40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40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4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4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4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4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4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4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4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ounded Rectangle 18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9" name="TextBox 79"/>
          <p:cNvSpPr/>
          <p:nvPr/>
        </p:nvSpPr>
        <p:spPr>
          <a:xfrm>
            <a:off x="2057400" y="457200"/>
            <a:ext cx="68673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Operatörler: Genel Özet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TextBox 80"/>
          <p:cNvSpPr/>
          <p:nvPr/>
        </p:nvSpPr>
        <p:spPr>
          <a:xfrm>
            <a:off x="1630080" y="1495800"/>
            <a:ext cx="82126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programın karar alma ve akış kontrol mekanizmalarını yönetir.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sayılarda doğrudan değer kıyaslaması yaparken;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nesnelerde, metinlerde ve ondalıklı sayılarda (float/double)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Java'nın arka plandaki çalışma mantığına dikkat edilmelidir.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Rounded Rectangle 18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ounded Rectangle 185"/>
          <p:cNvSpPr/>
          <p:nvPr/>
        </p:nvSpPr>
        <p:spPr>
          <a:xfrm>
            <a:off x="685800" y="2853360"/>
            <a:ext cx="3518280" cy="3656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Sayılarda == değeri kontrol ederken, nesnelerde (String, Integer vb.) bellek adresini kontrol eder. İçerik kıyaslaması için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Sınırı: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sayılar (float/double) == ile kıyaslanmamalıdır; aralarındaki mutlak farkın çok küçük bir tolerans payından (epsilon) küçük olup olmadığı ölçülmelidir.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Doğrulama: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Çalışma zamanında (runtime) nesnelerin hangi sınıfa veya arayüze ait olduğunu kontrol etmek için instanceof operatöründen yararlanılır.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Önbelleği: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Integer nesnelerinde == kıyaslaması sadece -128 ile 127 arasında güvenlidir, bu sınırın dışında referans kontrolü nedeniyle patlar.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3" name="Rounded Rectangle 18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ounded Rectangle 187"/>
          <p:cNvSpPr/>
          <p:nvPr/>
        </p:nvSpPr>
        <p:spPr>
          <a:xfrm>
            <a:off x="4572000" y="3108960"/>
            <a:ext cx="34279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Hızlı Karşılaştırma Karar Haritası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ilkel sayıyı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 == b veya a &lt; b (Hızlı ve güvenli)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İki metni (String)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s1.equals(s2) kullan!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 sayı (double/float) kıyaslayacaksın?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Math.abs(a - b) &lt; 0.00001 (Tolerans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Bir nesnenin sınıf tipini bulacaksın?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obj instanceof SinifAdi (Güvenli tip kontrolü)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5" name="Rounded Rectangle 18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ounded Rectangle 189"/>
          <p:cNvSpPr/>
          <p:nvPr/>
        </p:nvSpPr>
        <p:spPr>
          <a:xfrm>
            <a:off x="8246880" y="2286000"/>
            <a:ext cx="365652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KIYAS (Primitive)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 = (x &lt; 20);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VE NESNE KIYASI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s1.equals("Java") -&gt; DOĞRU YÖNTEM!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s1 == "Java"      -&gt; YANLIŞ / RİSKLİ!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TİP KONTROLÜ (instanceof)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Object nesne = "Deneme";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strMi = nesne instanceof String;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 ONDALIKLI SAYI DUYARLILIĞI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1e-5; // true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mu: " + dogruKiyas);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7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417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9" name="Rectangle 418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419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420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421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422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423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424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425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426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427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428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429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430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431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432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ounded Rectangle 19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5" name="TextBox 82"/>
          <p:cNvSpPr/>
          <p:nvPr/>
        </p:nvSpPr>
        <p:spPr>
          <a:xfrm>
            <a:off x="1854000" y="457200"/>
            <a:ext cx="727452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 Operatörleri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TextBox 83"/>
          <p:cNvSpPr/>
          <p:nvPr/>
        </p:nvSpPr>
        <p:spPr>
          <a:xfrm>
            <a:off x="948240" y="1143000"/>
            <a:ext cx="95760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Karşılaştırma operatörleri, iki değeri kıyaslayarak aralarındaki eşitlik,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eşitsizlik veya büyüklük durumunu test etmek için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işlemler her zaman mantıksal bir karar olan true (doğru) veya false (yanlış) değerini döndürür.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Rounded Rectangle 19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ounded Rectangle 192"/>
          <p:cNvSpPr/>
          <p:nvPr/>
        </p:nvSpPr>
        <p:spPr>
          <a:xfrm>
            <a:off x="457200" y="2971800"/>
            <a:ext cx="3428280" cy="286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Eşitlik ve Eşitsizlik: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== (eşit mi?) ve != (eşit değil mi?) operatörleri değerleri doğrudan karşılaştırır.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Sınır Kontrolleri: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&gt;, &lt;, &gt;=, &lt;= operatörleri değerlerin büyüklük ve küçüklük durumlarını test eder.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Geri Dönüş Tipi: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Karşılaştırma operatörlerinin ürettiği sonuç her zaman bir boolean değeridir.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String Uyarısı: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Nesne ve metin (String) kıyaslamalarında, bellek adresi yerine içerik kontrolü yapmak için == yerine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9" name="Rounded Rectangle 19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ounded Rectangle 194"/>
          <p:cNvSpPr/>
          <p:nvPr/>
        </p:nvSpPr>
        <p:spPr>
          <a:xfrm>
            <a:off x="4343400" y="2971800"/>
            <a:ext cx="34279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Karşılaştırma ve Mantık Kararı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x = 25, y = 20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Eşitlik Kontrolü: x ==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false (Sayılar eşit değil)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Sınır Kontrolü: x &gt; 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(25, 20'den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Karar Verme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Çıkan true/false sonucu, program akışını (if-else) yönlendirir.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Rounded Rectangle 19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ounded Rectangle 196"/>
          <p:cNvSpPr/>
          <p:nvPr/>
        </p:nvSpPr>
        <p:spPr>
          <a:xfrm>
            <a:off x="8263800" y="2514600"/>
            <a:ext cx="3639600" cy="3428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25;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Eşitlik ve Eşitsizlik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(x == y); 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(x != y);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Sınır (Büyüklük) Kontrolleri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(x &gt; y); 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kucukEsit = (x &lt;= y);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Karar Bloklarında Kullanımı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if (buyukMu)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 Y'den büyüktür.");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System.out.println("Eşit mi: " + esitMi);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System.out.println("Farklı mı: " + farkliMi);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TextBox 8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Rectangle 433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5" name="Rectangle 434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435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436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437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438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439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440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441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442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443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444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445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446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447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448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ounded Rectangle 197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TextBox 85"/>
          <p:cNvSpPr/>
          <p:nvPr/>
        </p:nvSpPr>
        <p:spPr>
          <a:xfrm>
            <a:off x="1396440" y="457200"/>
            <a:ext cx="81892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Karşılaştırma: Nesneleri Kıyaslama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TextBox 86"/>
          <p:cNvSpPr/>
          <p:nvPr/>
        </p:nvSpPr>
        <p:spPr>
          <a:xfrm>
            <a:off x="381960" y="1143000"/>
            <a:ext cx="107085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ilkel sayıları kıyaslamak için &lt; veya &gt; operatörleri yeterlidir.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Ancak özel nesneleri (örn: Öğrenci, Ürün sınıfı nesneleri) büyüklük/küçüklük durumuna göre kıyaslamak için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Comparable arayüzü (interface) ve compareTo() metodu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Rounded Rectangle 198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ounded Rectangle 199"/>
          <p:cNvSpPr/>
          <p:nvPr/>
        </p:nvSpPr>
        <p:spPr>
          <a:xfrm>
            <a:off x="457200" y="2971800"/>
            <a:ext cx="3428280" cy="286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Neden İhtiyacımız Var?: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ogrenci1 &gt; ogrenci2 yazmak Java'da derleme hatası verir. Nesnelerin hangi özelliğe (yaş, fiyat vb.) göre kıyaslanacağını belirtmeliyiz.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compareTo()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Metodunun Çalışma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&gt; 0 ➔ A, B'den büyüktür (Pozitif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&lt; 0 ➔ A, B'den küçüktür (Negatif değer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A.compareTo(B) == 0 ➔ İki nesne kıyaslama kriterine göre eşittir (Sıfır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Rounded Rectangle 200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ounded Rectangle 201"/>
          <p:cNvSpPr/>
          <p:nvPr/>
        </p:nvSpPr>
        <p:spPr>
          <a:xfrm>
            <a:off x="4343400" y="2971800"/>
            <a:ext cx="342792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Nesne Kıyaslama (compareTo)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İşlem: A.compareTo(B)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Pozitif (&gt;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&gt; B (A nesnesi B'den büyüktür)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Negatif (&lt;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&lt; B (A nesnesi B'den küçüktür)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Dönüş Değeri Sıfır (== 0)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A == B (İki nesne eşittir)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Rounded Rectangle 202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ounded Rectangle 203"/>
          <p:cNvSpPr/>
          <p:nvPr/>
        </p:nvSpPr>
        <p:spPr>
          <a:xfrm>
            <a:off x="8263800" y="2514600"/>
            <a:ext cx="36396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NesneKarsilastirma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Sayı Nesnelerini Kıyaslama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sayi1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sayi2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sayi1 &gt; sayi2 olduğu için pozitif (1)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sayiSonuc = sayi1.compareTo(sayi2);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Metin Nesnelerini Kıyaslama (Alfabetik)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metin1 = "Ahmet";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metin2 = "Mehmet";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"Ahmet" alfabetik olarak önce geldiği için negatif döner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metinSonuc = metin1.compareTo(metin2);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 Kıyas: " + sayiSonuc); // 1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 Kıyas: " + metinSonuc); // Negatif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TextBox 8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2026-06-06T03:08:19Z</dcterms:modified>
  <cp:revision>47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