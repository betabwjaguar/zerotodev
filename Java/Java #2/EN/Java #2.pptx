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B9358B-4FBC-4A27-BE5C-8180CE2ACF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7625FE-AAEE-4159-BF2B-6336C47D475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7B4C13-E72C-4D28-8D09-08F0652BE9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8D3559B-04A4-47C9-BC64-04C812D1AC7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4B341F-8708-4495-8727-0469A20F99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01F085-9A39-47F8-A659-DEE28B52898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CF49A4-E222-479F-A034-9FF252A6861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E0358C-1C23-4E24-803F-CF5370CAF16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D82FB8-48C0-43F0-89D6-0B22994A02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4DDC449-4ACC-4BE8-AA0B-205CE25858F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B62FD5-7A29-4CD5-B142-725EC5D12CE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569EB0-80D3-4E3A-9792-1ABFDA16527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875EEAD-03B2-47F0-B70E-95BB6C2B20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AAB7AC8-9806-4A0A-868C-21C6A34331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60620D1-B823-4502-BBD3-CB7DC6B4CB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D9CF064-F595-4555-87A0-62CB6787FA3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24BC74A-53F8-431D-94A0-A4448E016F9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DA90728-F67D-4D4E-A574-3222460CD5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6E783FF-03A2-4FB8-BBD2-0F760FB843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42F7F23-4F2A-4B20-9639-35C1C4639F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92C6C2F-EDA5-48A1-880D-EBF2CD2D84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F4AEA09-F1A8-4057-AC69-3AF37063E1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EE18D2-B2B5-412F-907D-262CC44CAFE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8CBB8CC-5932-4C74-9548-AE3EA58B4DA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BB5E7D3-4DBA-401A-88E5-CD6DB6BC189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129223D-3F8C-414B-8E94-40685B3A0E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619F921-E66A-4B8C-8CFC-83C2C90581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9390ADE-FBC3-412D-AD27-9CD85D4347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E94566E-1693-4160-805D-D20120269A9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90467A2-AEAA-46C9-A9B5-6B5DFE9655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1B226BE-4516-4D64-8FA8-120985B8C5D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191CBC0-FADA-44E9-B5C3-4C321A0B67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2950E65-4401-4F73-91C9-F2FC72F29A1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C0FFFC9-D5B5-4329-92E0-7467C49F73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005D6B4-22B7-46CE-8D80-02FE5655ADD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CAAAD76-CF68-4788-8CF1-C91F6C2DC0F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A2240AB-84D7-4B32-806B-655BFE391E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7062EA2-E39E-4C19-BF76-A9F9C658B8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4D4C0D6-6B64-4136-8AFA-F10D68FE6A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EB0088-2530-4D05-9567-1043C629EB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2D13F61-D175-419A-9C00-ECEF850978A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E466E97-5C87-41E5-AC77-F7FF586961B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2B98709-F69C-4291-903B-4F6C79F94D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210D76C-14DC-4573-BA5A-3BED0DABC8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8566070-E9FA-480D-8B01-56CCCEFDB5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AFC09C5-FC24-4063-AF13-E34C791452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7A3303A-66E9-47BB-951C-93C84171366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19E36D9-8558-4A78-BD69-4F89F50F0F9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835813C-11A5-48ED-9260-D33E55545E0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BC1A9C6-6361-4438-8B37-7AAA1A91BA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6F40F17-F587-4FE3-856F-B0E536377E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DE8E496-1D7C-4C65-999B-2E3036BD70E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EBBC1CE-58C7-430F-96D9-8ACF3FD844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C1E6428-70B7-4C38-8F7E-42F7BE01C6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07A7DC8-EF9E-48EA-9E1F-0351FE7F18A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95CB587-5534-4223-B18F-B744AA21CF0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56A288B-2231-48CF-83AE-D2849D26487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6D9A44C-2FE3-4514-A2C3-4188237502C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C860EC8-1A94-4E29-BBA7-25CA10E9D0F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463B86E-1CD3-48BF-A0EB-E62E8EA23CE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C54657-6F82-4D5A-AD48-DDAB4F0FA90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F03982-BDD9-4756-B6F3-8E446478C21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310FAA-9AF4-4EC6-BA36-E5665A3FDD7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E132E3-9F89-4AE9-9188-9374E5EA027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488AEB-C481-408E-AA62-B7BA0424A29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1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1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1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1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1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1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1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1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Rounded Rectangle 2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21"/>
          <p:cNvSpPr/>
          <p:nvPr/>
        </p:nvSpPr>
        <p:spPr>
          <a:xfrm>
            <a:off x="685800" y="2521440"/>
            <a:ext cx="3427200" cy="332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Rounded Rectangle 2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ounded Rectangle 2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Rounded Rectangle 2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25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32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33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34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35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36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37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38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39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40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41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42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43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44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45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46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47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8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9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10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ounded Rectangle 11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ounded Rectangle 12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Rounded Rectangle 13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14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48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49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50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51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52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53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54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55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56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57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58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59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60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61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62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63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15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16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18"/>
          <p:cNvSpPr/>
          <p:nvPr/>
        </p:nvSpPr>
        <p:spPr>
          <a:xfrm>
            <a:off x="475560" y="2743200"/>
            <a:ext cx="3728160" cy="310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ounded Rectangle 1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ounded Rectangle 26"/>
          <p:cNvSpPr/>
          <p:nvPr/>
        </p:nvSpPr>
        <p:spPr>
          <a:xfrm>
            <a:off x="4343400" y="2918520"/>
            <a:ext cx="3517920" cy="293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ounded Rectangle 27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28"/>
          <p:cNvSpPr/>
          <p:nvPr/>
        </p:nvSpPr>
        <p:spPr>
          <a:xfrm>
            <a:off x="8023680" y="2743200"/>
            <a:ext cx="383940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64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65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66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67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68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69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70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71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72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73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4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75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76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77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78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79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29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3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31"/>
          <p:cNvSpPr/>
          <p:nvPr/>
        </p:nvSpPr>
        <p:spPr>
          <a:xfrm>
            <a:off x="685800" y="3108960"/>
            <a:ext cx="351828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ounded Rectangle 3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ounded Rectangle 3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ounded Rectangle 3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35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Rectangle 80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81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82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83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84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85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86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87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88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89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90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91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92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93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94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95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36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4"/>
          <p:cNvSpPr/>
          <p:nvPr/>
        </p:nvSpPr>
        <p:spPr>
          <a:xfrm>
            <a:off x="591840" y="2194560"/>
            <a:ext cx="97880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37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38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ounded Rectangle 3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ounded Rectangle 40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Rounded Rectangle 41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42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15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17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9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20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21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22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23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24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25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26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27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28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29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30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31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9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43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16"/>
          <p:cNvSpPr/>
          <p:nvPr/>
        </p:nvSpPr>
        <p:spPr>
          <a:xfrm>
            <a:off x="911880" y="1005840"/>
            <a:ext cx="9147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7"/>
          <p:cNvSpPr/>
          <p:nvPr/>
        </p:nvSpPr>
        <p:spPr>
          <a:xfrm>
            <a:off x="-310680" y="2194560"/>
            <a:ext cx="115999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ounded Rectangle 44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45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Rounded Rectangle 46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ounded Rectangle 47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Rounded Rectangle 48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49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Box 20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97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98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99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00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01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02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03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04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05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06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07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08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09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10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11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12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50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21"/>
          <p:cNvSpPr/>
          <p:nvPr/>
        </p:nvSpPr>
        <p:spPr>
          <a:xfrm>
            <a:off x="1666800" y="1005840"/>
            <a:ext cx="7638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22"/>
          <p:cNvSpPr/>
          <p:nvPr/>
        </p:nvSpPr>
        <p:spPr>
          <a:xfrm>
            <a:off x="4382280" y="2194560"/>
            <a:ext cx="221400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ounded Rectangle 51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52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Rounded Rectangle 53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ounded Rectangle 54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Rounded Rectangle 55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56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Box 23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Rectangle 113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14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15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16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17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18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19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20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21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22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23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24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25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26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127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128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57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24"/>
          <p:cNvSpPr/>
          <p:nvPr/>
        </p:nvSpPr>
        <p:spPr>
          <a:xfrm>
            <a:off x="2216880" y="1005840"/>
            <a:ext cx="653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25"/>
          <p:cNvSpPr/>
          <p:nvPr/>
        </p:nvSpPr>
        <p:spPr>
          <a:xfrm>
            <a:off x="-1019160" y="2194560"/>
            <a:ext cx="130240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58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59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Rounded Rectangle 60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ounded Rectangle 61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Rounded Rectangle 62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63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Box 27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2026-02-11T23:18:23Z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