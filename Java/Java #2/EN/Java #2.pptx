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0202B9-6059-4BA0-80D9-E90E53B78D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40AB51-46A6-442B-A4BD-90296BD1F8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D86629-7602-4F91-A371-74BCAA7AA9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2256D0-1084-4CA9-9EE4-98D204AC9D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898B42-A69D-4E6C-8A75-B7547B3C0B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6B2970-AF3F-4EBF-895A-00688789E0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9E5C81-662F-4A6C-A467-ADB8C63F3A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8CBD89-3C97-43F8-B939-0479A88CC9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18047B-91AC-4C92-B204-1E71CAF2CE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74A48B-CC24-4D65-A6BB-64D31D9076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47362D-D35E-477C-BC84-D806AFC9DBF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664260-DCDA-4CC8-8CFD-E836ED5CF0E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2B3F6B-68A3-446F-91B5-9D9F89C2C8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D3C693-A782-4F83-9A2B-C07DBFF971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C8AA8C1-7908-4D89-A372-DBF9516012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770DE89-BD3D-4874-8A49-CB02EBDC49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9908C0-F02C-44E3-9124-F70ED799E4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C012B6D-B9F6-4AB0-B344-D8AA11F746D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ACD3AC-BE4D-4147-B522-718433A2E8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DCD480-DA76-41D1-B4F3-5B7295DE10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6A82910-989D-4180-B6C8-CFF6D937AA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587485-BCE7-447C-AA3D-2A7A52EBC58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C8E1C1-EF31-4BE9-BA92-9E9C0A9A76B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01712BE-806A-4C72-8452-4BB575AE0C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1EEECE-1772-44E3-BBA1-C6D6D2955BE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6FB7ED-53D1-4F3A-911E-753C9028B2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F74EF8E-9C9A-474B-A50A-59B16B15F9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7EC96B4-6847-4E92-8F87-0442BF036F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1F419F2-0DD9-4345-B2C2-584A2B5137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8CE7976-C8F2-4BE3-B45C-85123A1FFA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4C7459-D417-4073-BAE6-51B2BDA48E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6694501-01C7-45EA-A6A6-174BCE13D3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1BB64A8-6276-490E-9901-595E41D6B1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EFC1DD1-B49A-42BB-8637-23DEC9A3B2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A922C5-D232-4C04-BAD8-889C268E57D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746466-93F2-4442-B4EF-5B1C823C91F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53DDFF0-DCF9-4DD3-B7C8-F9D230A670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E2DF0BD-2BF1-484F-8203-C4CD946B9F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CF432F-9C38-41E6-B915-3CF46410A0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98F259-7C36-4FEC-8A6A-25533EC743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7992479-F6F8-4BEF-A5DB-0AD6726641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589B24-0B6A-489F-8655-E66B2BB5FD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9C0F255-896C-4F2A-9052-B00AC62DD8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0BA6CDA-07B5-4B5D-92B5-DFB8F3A842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609B127-4C9E-4CCC-9BE4-038F73E0A5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EE14ED2-4CA2-4D9B-804B-01596900B9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FFC5969-55E9-4415-B5B6-F87EAF85CA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0747B98-71C8-4800-BCD5-34A1835BC72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13A380C-ACFC-4E4B-BDCD-C442D33FAF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4D0D2B4-0992-4777-8396-B594529875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2F26393-D6E4-4E68-8289-B432503B24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6E48C28-0AA3-45ED-8507-662C161F92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2F4F11E-EC6F-49A0-A6E6-F3CA71EF63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D78C12B-E686-4C0C-9A3B-AFE2C4414E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7FE811A-7BFD-4B09-8643-7A53171AD0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69ED798-D387-423E-9892-926BF5D6BF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BD4B3D1-F339-4E5E-84E7-5B9E00FACF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812346B-7FD3-45F9-8334-7312B800F6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98CFC72-C49B-4EF9-908C-3C687A4FA9A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B354C33-4238-4E41-AF00-7ED0B1B5BEA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F6D48C-E27F-4DF4-A4F6-1D5373D0E48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F8DA3A-F3AF-4DF4-BA71-00B5DBA0174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F64597-B784-4796-A758-417C18E382B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959D9C-3C40-44A6-AD09-B9F38FAEC99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6793E5-E29E-4C8E-947F-2991E07CB85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685800" y="2521440"/>
            <a:ext cx="3426840" cy="332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4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4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5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5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5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5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5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5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5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5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5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5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6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6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6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475560" y="2743200"/>
            <a:ext cx="3727800" cy="310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343400" y="2918520"/>
            <a:ext cx="3517560" cy="293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8023680" y="2743200"/>
            <a:ext cx="383904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6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6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6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6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6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6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7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7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7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7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7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7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7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7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7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2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1"/>
          <p:cNvSpPr/>
          <p:nvPr/>
        </p:nvSpPr>
        <p:spPr>
          <a:xfrm>
            <a:off x="685800" y="3108960"/>
            <a:ext cx="35179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3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35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80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81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82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83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84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85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86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87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88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89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90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91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92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93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94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95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3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591840" y="2194560"/>
            <a:ext cx="97876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8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0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4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42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2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2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2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2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2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2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2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3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3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9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4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911880" y="1005840"/>
            <a:ext cx="914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-310680" y="2194560"/>
            <a:ext cx="11599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5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7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4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49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9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0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0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0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0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0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0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0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0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0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0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1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1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1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5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1666800" y="1005840"/>
            <a:ext cx="7637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4382280" y="2194560"/>
            <a:ext cx="22136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2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4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5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56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1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1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1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1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1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2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2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2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2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2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2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2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2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2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216880" y="1005840"/>
            <a:ext cx="6537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9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6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6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63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29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30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31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32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33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34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35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36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37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38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39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40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41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42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43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44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64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28"/>
          <p:cNvSpPr/>
          <p:nvPr/>
        </p:nvSpPr>
        <p:spPr>
          <a:xfrm>
            <a:off x="2915280" y="1005840"/>
            <a:ext cx="5140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9"/>
          <p:cNvSpPr/>
          <p:nvPr/>
        </p:nvSpPr>
        <p:spPr>
          <a:xfrm>
            <a:off x="907200" y="2194560"/>
            <a:ext cx="9171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ounded Rectangle 65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66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Rounded Rectangle 67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ounded Rectangle 68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Rounded Rectangle 69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70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Rectangle 145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46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47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48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49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150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151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52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53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54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55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56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57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58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59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60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71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32"/>
          <p:cNvSpPr/>
          <p:nvPr/>
        </p:nvSpPr>
        <p:spPr>
          <a:xfrm>
            <a:off x="2434680" y="2194560"/>
            <a:ext cx="6115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72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73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Rounded Rectangle 74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ounded Rectangle 75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Rounded Rectangle 76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77"/>
          <p:cNvSpPr/>
          <p:nvPr/>
        </p:nvSpPr>
        <p:spPr>
          <a:xfrm>
            <a:off x="7955280" y="3108960"/>
            <a:ext cx="329004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2026-02-12T20:50:57Z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