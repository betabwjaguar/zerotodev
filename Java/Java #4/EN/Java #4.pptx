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10C2A3F-A0C4-4CDF-8293-C681F571DEA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B127E2-478F-4FEE-894E-1ED0ACA634F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536E41E-1F5A-4027-B462-E02F3268FF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08D530A-2AE9-4132-9BD7-DB42E18F373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37ED58-122D-4D1B-9070-C467CA8C9C2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C29B60B-2E90-4F9E-B574-DF03C45C125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1667F4F-BE54-4418-B87A-B70CBC67A27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B35F09D-A693-4ED2-ABF1-B3468D793D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948CD04-DEF7-42BF-99BD-F79F8358F13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D77AE6-180E-4AA9-8077-BD56A6FA258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88E102-4514-4553-ABCA-8BFD333C3E1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FCAD035-09E4-41A9-A8E6-3A3F59D7A71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2966FB2-BD10-4907-9BF6-0F564A9E17D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724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00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39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644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8644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900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786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504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8644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900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845800" y="914400"/>
            <a:ext cx="5277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DateTimeFormatter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726200" y="1828800"/>
            <a:ext cx="80344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values are not always displayed in a user-friendly format.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DateTimeFormatter is used to format date and time into a readable and customizable structure.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685800" y="2971800"/>
            <a:ext cx="3515040" cy="319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Formats date and time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Supports custom patterns (dd/MM/yyyy, HH:mm, etc.)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Can be used with LocalDateTime, ZonedDateTime, etc.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locale-based formatting (language support)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Improves readability of date-time output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2971800"/>
            <a:ext cx="328644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Application runs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Date/Time is required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custom format pattern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processes the data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readable formatted output is produced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92832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System.out.println("Turkish Format: " + now.format(formatterTR));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System.out.println("US Format: " + now.format(formatterUS));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592000" y="914400"/>
            <a:ext cx="578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Parsing Date and 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2278800" y="1828800"/>
            <a:ext cx="692928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parsing is the process of converting text-based date values into structured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date-time objects that can be used within the application.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743200"/>
            <a:ext cx="374364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Dates often arrive as plain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cannot be calculated or compared.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It must be transformed into a real date object.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pattern defines how the text should be read.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formatter follows this pattern strictly.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the format matches, conversion succeeds.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not, an error occurs.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644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Raw text data enters the system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System identifies expected date structure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conversion rule (pattern) is prepared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Text is interpreted based on the rule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valid date-time object is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 object becomes usable for operations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7148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System.out.println("Parsed Date: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146240" y="914400"/>
            <a:ext cx="86774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Period and Duration in Java (Calculating Time Differences)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668520" y="1600200"/>
            <a:ext cx="10352520" cy="5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to measure the time difference between two dates or two times, and to add or subtract specific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durations to/from dates, the Period class is used for date-based measurements, and the Duration class is used for time-based measurements.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43280" cy="4111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date-based differences (years, months, days). It is generally used with LocalDate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Represents time-based differences (hours, minutes, seconds, nanoseconds). It is generally used with LocalTime or LocalDateTime objects.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between() method is used to find the difference between two date/time points.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can be used with plus() and minus() methods to add or subtract time from an existing date.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Using these APIs instead of manual mathematical calculations prevents errors when handling complex situations like Daylight Saving Time (DST).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6080" cy="3881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Start and end times (Date/Time objects) are created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appropriate class (Period or Duration) is selected based on the requirement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difference between the two times is calculated by calling the between()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details of the difference are retrieved using relevant methods (e.g., getDays(), toHours())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result is printed to the screen or used in different business logic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286000"/>
            <a:ext cx="3654720" cy="4111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EXAMPLE (Date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e.g., April 28,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Difference: " + period.getYears() + " years,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months,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days");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EXAMPLE (Time Difference)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System.out.println("Elapsed Time: " + duration.toHours() + " hours,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minutes");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1466280" y="914400"/>
            <a:ext cx="80359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The Ultimate Java Date &amp; Time Ecosystem (Summary)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767600" y="1694880"/>
            <a:ext cx="7950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java.time package (introduced in Java 8) is a paradigm shift in Java. It offers an immutable,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thread-safe, and domain-driven approach to modeling human time,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machine time, and the complex geographical rules that connect them.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83680" cy="3882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Human Timeline (Ignorant of Geography)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represent time exactly as you see it on a wall clock or a paper calendar. They don't know where in the world they are.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Earth's Grid (Geographical Reality)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and ZonedDateTime anchor the human timeline to a specific coordinate on Earth. They automatically absorb the chaos of Daylight Saving Time (DST) and UTC offsets.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Measurement (Space between moments)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Time is not just points; it's distances. Period measures calendar distances (years, months, days), while Duration measures clock distances (hours, minutes, seconds).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Dimension 4: 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The Translation Layer (The Bridge)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acts as the universal translator between raw string text (Parsing) and human-readable UI outputs (Formatting).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64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What kind of time do you need to model?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Does geography matter? (Global Events, Flights)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YES ─&gt; Bind with ZoneId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Is it just a local daily concept? (Birthdays, Alarms)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Date Only?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Time Only?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Need Both?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Action Phase: What do you want to do with it?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Calculate a Countdown/Distance?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Calendar-based? ─&gt; Use Period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Clock-based? ─&gt; Use Duration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Send to UI or Database?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Map with DateTimeFormatter (Format / Parse)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508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TimeMastery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Human Timeline (Local)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localMeeting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Earth's Grid (Zoned)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nyZone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nyMeeting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.of(localMeeting, 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Translation Layer (Formatting)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fmt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.ofPattern("MMM dd,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System.out.println("Meeting: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nyMeeting.format(fmt));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Measurement (Duration/Distance)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ZonedDateTime.now(nyZone);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(nyMeeting.isAfter(now))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gap = Duration.between(now, nyMeeting);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System.out.println(gap.toDays() + " days left!");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System.out.println("Already passed.");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1737720" y="914400"/>
            <a:ext cx="7493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Introduction to Basic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1964160" y="1664640"/>
            <a:ext cx="75726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operators are special symbols used to perform mathematical, logical, or relational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operations on variables and values.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data items that operators act upon are called "Operands".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2743200"/>
            <a:ext cx="32860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Basic Terminology: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Operator: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symbol performing the action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 data being manipulated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(e.g., In x + 5, + is the operator, x and 5 are operands.)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Common Operator Types: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 Performs math calculations (+, -, *, /, % modulo).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Compares two values, returns true or false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Logical: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Combines multiple boolean conditions (&amp;&amp; AND, || OR, ! NOT).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Assignment: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Assigns the right-side value to the left-side variable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743200"/>
            <a:ext cx="32860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Execution Flow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Data (Operands) defined in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e.g.,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Expression is evaluated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Arithmetic: x + y (Result: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Relational: x &gt; y (Result: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Assignment Operator executes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result is stored in a variable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Result is ready for output/processing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864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OperatorIntro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Assignment Operator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Arithmetic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    // 19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remain = a % b;  // 3 (Modulus - remainder)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Relational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isGreater = (a &gt; b); // true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isEqual = (a == b);  // false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4. Logical Operators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"Is 'a' &gt; 10 AND 'b' an even number?"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result = (a &gt; 10) &amp;&amp; (b % 2 == 0);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System.out.println("Sum: " + sum);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System.out.println("Remainder: " + remain);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System.out.println("Logical Result: " + result);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699280" y="914400"/>
            <a:ext cx="556848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148480" y="1694880"/>
            <a:ext cx="72709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used to perform basic mathematical operations on numbers.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Standard mathematical precedence (e.g., multiplication is evaluated before addition)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strictly applies in Java just like in algebra.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5720" cy="328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(Addition):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Adds numbers together. (Also concatenates Strings).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(Subtraction):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Subtracts the right operand from the left.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(Multiplication):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Multiplies two values.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(Division):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quotient. (Note: Integer division drops decimals. Ex: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(Modulo):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Returns the remainder of a division. Widely used to check odd/even numbers.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3200400"/>
            <a:ext cx="3285720" cy="319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Operator Precedence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Parentheses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first, always.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Increment / Decrement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Multiply, Divide, Modulo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from left to right.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and Subtract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Evaluated last.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396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ArithmeticOps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Basic Operations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div = a / b; // 3 (Decimals dropped)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mod = a % b; // 1 (Remainder of 10/3)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Precedence Rules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noParen = a + b * 2;  // 16 (Multiply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paren = (a + b) * 2;  // 26 (Brackets 1st)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Increment Operator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counter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counter++; // Value is now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mod);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System.out.println("Counter: " + counter);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1072440" y="914400"/>
            <a:ext cx="8822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2: Prefix &amp; 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2043720" y="1694880"/>
            <a:ext cx="74811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most common arithmetic bugs stem from the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placement of increment/decrement operators (++, --) and integer division.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Placing the operator before or after the variable completely changes the execution order.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46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vs. Postfix Logic: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Prefix (++a)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: Increases the value by 1 first, then uses the new value in the current expression.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(a++):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Uses the current value in the expression first, then increases it by 1 afterwards..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Integer Division Traps: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If two integers (int) are divided, Java doesn't round; it truncates (throws away the decimal part). (Ex: 5 / 2 = 2).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 get a precise decimal result, at least one operand must be a decimal type (double or float). (Ex: 5.0 / 2 = 2.5).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Execution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Base Variable: int x = 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Usage: int y = ++x;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Assign new x to 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y = 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Usage: int z = x++;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1: Assign current x to z (z = 5)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Step 2: Increase x (x becomes 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Result: x = 6, z =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1000" y="2743200"/>
            <a:ext cx="342756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ArithmeticDetails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(Increment First, Use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a=6, then b is assigned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(Use First, Increment Later)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 gets 5, then x becomes 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DIVISION TRAP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badDiv = 5 / 2;      // Result: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trapDiv = 5 / 2;  // Result: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goodDiv = 5.0 / 2;// Result: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System.out.println("Proper Div: " + goodDiv);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705600" y="914400"/>
            <a:ext cx="9556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 (Part 3: Shortcuts &amp; Strings)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482480" y="1694880"/>
            <a:ext cx="8603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offers shortcut operators to combine math and assignment into a single step, keeping code clean.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Additionally, the + operator has a dual identity: it performs mathematical addition for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numbers, but acts as a "glue" (concatenation) for Strings.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46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Compound Assignment: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Combines arithmetic with assignment: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Ex: x += 5 is the exact shorthand for x = x + 5.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Pro-Tip: They automatically handle type casting behind the scenes (e.g., adding an int to a byte without errors).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The Dual Role of +: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Number + Number = Math (Addition).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Anything = Text (Concatenation).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flows strictly from Left to Right. If a String appears first, everything after it turns into text!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[ Left-to-Right Execution of + ]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1: 10 + 5 + "A"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Math! 10 + 5 = 15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15 + "A" =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"15A"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&gt; Scenario 2: "A" + 10 + 5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1: Text! "A" + 10 = "A10"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Step 2: Text! "A10" + 5 = "A105"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Result: "A105" (Not A15!)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743200"/>
            <a:ext cx="342756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ArithmeticTricks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COMPOUND ASSIGNMENT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score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+= 10; // score = score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score /= 2;  // score = score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CONCATENATION TRAPS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numbers -&gt;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Starts with String -&gt; All Text!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Brackets force math first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Score: " + score);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68400" y="914400"/>
            <a:ext cx="54306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Tricky Details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1257120" y="1694880"/>
            <a:ext cx="90529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how data types behave behind the scenes during math operations prevents critical bugs.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Division by zero rules, character arithmetic, and implicit type promotion are the most common traps in Java.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4680" cy="3655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Zero Division (The Crash Trap):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an integer (int) by 0 crashes the app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Dividing a decimal (double) by 0 does not crash; it safely returns Infinity or NaN (Not a Number).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Char Arithmetic: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types hold numeric values (ASCII) behind the scenes. Adding chars performs math, it does not concatenate text. (Ex: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Implicit Type Promotion: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When adding two byte or short values, Java automatically promotes the result to an int. Assigning the result directly back to a byte causes a compile error!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Behind the Scenes Data Conversions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Zero Division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ERROR!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Result: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Result: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Math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Addition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ERROR! (Result is int)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6880" cy="3885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ArithmeticNuances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1. ZERO DIVISION TRAP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crash = 5 / 0; // Throws Exception!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infinity = 5.0 / 0;   // Infinity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double undefined = 0.0 / 0.0;// NaN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MATH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 // ASCII value is 65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charSum = letter + 5; // Result: 70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char nextLetter = (char) (letter + 1); // 'B'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3. IMPLICIT INT PROMOTION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Compile Error!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int total = b1 + b2; // Correct way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infinity);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undefined);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System.out.println("Char + 5 = " + charSum);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34680" y="914400"/>
            <a:ext cx="78984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Real-World Math: Restaurant Bill Splitter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296000" y="1694880"/>
            <a:ext cx="89758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real-world applications, arithmetic operators are the engine of business logic. Let's build a mini-app that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calculates a restaurant bill, applies a discount, adds tax/tip using compound operators,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and safely splits the final cost among friends.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20004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Mapping Operators to Business Rules: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Accumulation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add multiple items to a shopping cart or a digital bill.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Discounts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subtract coupons or promotional deductions.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Tax &amp; Tip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apply percentages. Multiplying by 1.25 instantly adds a 25% increase to the existing total.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Fair Split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Used to divide the final double amount by the number of guests.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Billing Workflow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Open Table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Add Orders (Accumulate)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+= itemPrice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Apply Promo 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-= discount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Add Tax &amp;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bill *= 1.25 (adds 25%)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Split the Bill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perPerson = bill / guests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756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RestaurantBill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Initial State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bill = 0.0;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guests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Add Items (Compound Addition)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25.50; // Pizza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14.00; // Pasta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+= 10.50; // Drinks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Subtotal is now 50.00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Apply a $5 Coupon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-= 5.00;  // Subtotal is 45.00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Apply 25% Tax &amp; Tip together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Multiplies current bill by 1.25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bill *= 1.25;  // Final total: 56.25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5. Split among guests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perPerson = bill / guests;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System.out.println("Total: $" + bill);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System.out.println("Each pays: $" + perPerson);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1859040" y="732600"/>
            <a:ext cx="724932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Arithmetic Operators: Final Summary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876240" y="1600200"/>
            <a:ext cx="98157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Arithmetic operators are the foundation of data manipulation and business logic in Java. Choosing the right operator,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watching your data types, and understanding execution precedence are the golden rules for bug-free code.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20004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Golden Rules to Remember: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Big 5: +, -, *, /, and % (Modulo).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Precedence: Multiplication, division, and modulo always run before addition/subtraction. Parentheses () override all rules.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Division Trap: Dividing two integers (int) always drops the decimal. For precision, at least one operand must be a double.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Shortcuts: ++/-- (increment/decrement) and +=/*= (compound assignments) make code much cleaner and easier to read.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608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The Developer's Checklist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Checking for Odd or Even?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Always use % 2!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Need decimals in a division?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Make one number a double (e.g., 2.0)!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Want to force execution order?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 the math in parentheses ()!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Updating an existing variable?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 x += 5 instead of x = x + 5!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756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ArithmeticSummary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Precedence &amp;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Remainder of 15 / 4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(num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Decimal Division (Precision)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Using 4.0 prevents int truncation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div = num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Compound &amp; Increment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 += 5; // Becomes 15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num++;    // Becomes 16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System.out.println("Modulo: " + result);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System.out.println("Division: " + div);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System.out.println("Final Num: " + num);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125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2026-05-13T00:16:45Z</dcterms:modified>
  <cp:revision>25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