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1B16E91-23CA-4444-88AA-8270CB3AE39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D4C5257-92F3-44B3-9D57-787C5D5CEA9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B93F601-373A-48EC-813F-13C84A917A2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4BA1044-C756-4778-B9BB-AE0CDCD6DDF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926C590-CE1B-41D2-BC1B-43446608AC4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0424883-C7C4-4F12-8D43-96DC2ECA5D8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5EF66D6-687F-4E42-8C6D-0F4023F9157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70ED2C8-A00C-4559-8A7D-B884A3654D5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B5848CC-7E00-4037-A765-8CD4F98A175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B567FFF-7AA3-470F-920E-53C15DDE13A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F0F8A3F-4ED0-43C1-8110-60455F75BEA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1C296EC-524A-43F2-AB46-99152196EBB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ABF933E-74EE-4B6C-AD9B-0CDBA886210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3070440" y="1495080"/>
            <a:ext cx="59374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3012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723240" y="914400"/>
            <a:ext cx="9523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70188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942480" y="914400"/>
            <a:ext cx="9084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149480" y="1828800"/>
            <a:ext cx="91897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914400" y="3108960"/>
            <a:ext cx="328932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70188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796840" y="914400"/>
            <a:ext cx="5375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149480" y="1828800"/>
            <a:ext cx="91897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914400" y="3108960"/>
            <a:ext cx="328932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701880" cy="365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099160" y="914400"/>
            <a:ext cx="677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Tarih ve Saat Parsing İşlemi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1196640" y="1828800"/>
            <a:ext cx="90946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parsing, metin (String) formatındaki tarih değerlerini uygulama içinde kullanılabilecek yapılandırılmış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tarih-saat nesnelerine dönüştürme işlemidir.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514600"/>
            <a:ext cx="3746520" cy="4114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Tarihler genellikle düz metin olarak gelir.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Metinler üzerinde hesaplama veya karşılaştırma yapılamaz.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yüzden gerçek bir tarih nesnesine dönüştürülmelidir.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pattern, metnin nasıl okunacağını belirler.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bu kurala sıkı sıkıya bağlı kalır.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 eşleşirse dönüşüm başarılı olur.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Eşleşmezse hata oluşur.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932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Ham metin veri sisteme girer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Sistem beklenen tarih yapısını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dönüşüm kuralı (pattern) hazırlanır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bu kurala göre yorumlanır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işlemler için kullanılabilir hale gelir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74360" cy="2742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System.out.println("Ayrıştırılmış Tarih: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540440" y="914400"/>
            <a:ext cx="7889400" cy="5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Period ve Duration (Zaman Farkı Hesaplama)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880200" y="1600200"/>
            <a:ext cx="97275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iki tarih veya iki saat arasındaki zaman farkını ölçmek, tarihlere belirli süreler ekleyip çıkarmak için tarih bazlı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ölçümlerde Period, saat bazlı ölçümlerde ise Duration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6520" cy="4114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Tarihsel farkları (yıl, ay, gün) ifade eder. Genellikle LocalDate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Zamansal farkları (saat, dakika, saniye, nanosaniye) ifade eder. Genellikle LocalTime veya LocalDateTime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tarih/saat noktası arasındaki farkı bulmak için between() metodu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Mevcut bir tarihe süre eklemek veya çıkarmak için plus() ve minus() metotlarıyla birlikte kullanılabilirler.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gibi karmaşık durumları yönetirken manuel matematiksel hesaplamalar yerine bu API'leri kullanmak hataları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9320" cy="3884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ve bitiş zamanları (Tarih/Saat nesneleri)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İhtiyaca göre uygun sınıf (Period veya Duration) seçilir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between() metodu çağrılarak iki zaman arasındaki fark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İlgili metotlar (örn: getDays(), toHours()) ile farkın detayı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 veya farklı bir iş mantığında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514600"/>
            <a:ext cx="3474360" cy="3886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ÖRNEĞİ (Tarih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Örn: 28 Nisan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Farkı: " + period.getYears() + " yıl,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ay,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gün");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ÖRNEĞİ (Saat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System.out.println("Geçen Süre: " + duration.toHours() + " saat,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dakika");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2026-05-04T01:10:11Z</dcterms:modified>
  <cp:revision>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