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EC9312-3725-47E5-A3BB-CF749FA1F6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7DC1C7-27D8-44D8-B223-D7D9196CB5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97704D-293A-4534-A258-48078544EF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779436-3627-4320-93A8-8F0685C9F0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2E6219-35E1-4779-A629-1950F577DE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B487CF-D2D1-4506-9A59-8849D50428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75833A-337B-4CDF-9007-22F7AA5E88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944A60-9175-4D59-B004-EAFF5EA948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5170F2-2035-4F2D-B5DC-A4352DB171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4D4C6F-8743-44D2-9210-777681C3F9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BACB8E-8E38-473D-8E8A-7EC0E5E9B0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41C233-5021-425F-9701-0940998500A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F280CA-A3B7-4095-BFCC-A506DADE97C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472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392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392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252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392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252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392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5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112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392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896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076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356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22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1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39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25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6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320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320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144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2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504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2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504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2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43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75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75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75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75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75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66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501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7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361880" y="732600"/>
            <a:ext cx="82422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068120" y="1466280"/>
            <a:ext cx="9443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514600"/>
            <a:ext cx="3197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485960" y="2976120"/>
            <a:ext cx="282852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553480" y="732600"/>
            <a:ext cx="5859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229120" y="1466280"/>
            <a:ext cx="712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8320" y="2743920"/>
            <a:ext cx="3197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485960" y="2976120"/>
            <a:ext cx="282852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514600"/>
            <a:ext cx="38858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1654920" y="732600"/>
            <a:ext cx="76564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430360" y="1371600"/>
            <a:ext cx="672372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8680" y="2820240"/>
            <a:ext cx="3197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343400" y="2976120"/>
            <a:ext cx="282852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671960" y="2286360"/>
            <a:ext cx="35294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2026-05-27T01:10:38Z</dcterms:modified>
  <cp:revision>39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