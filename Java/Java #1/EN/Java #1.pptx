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C238BA-9C90-482C-B5B0-C1444A078F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6F1E61-20E3-4C4A-B4A0-D3BAFA2AA5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1B3704-E6DF-452D-9809-BCBEF5D106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DD0AE3-DC92-439E-9DF4-0BD18A8367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11FF80-48D5-434D-A582-B9849F81E2C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260D3B-9D0F-4877-864E-B4E7030070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89D21C-79D3-4086-862D-5BF59F01ED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F4DA99-32D4-4B34-B8B1-BAA46003F8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8D0F16-D088-4523-8769-B829D1E09D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188678-F5B6-4498-A977-2BFCC915CC7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774746-EE12-445E-8950-5BF2F09E84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5BD7C1-CF2F-469D-9C53-44045F03805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6000" cy="39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6480" cy="39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FB5FD0-2767-4844-ADE6-771211F1EFF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6480" cy="396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10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4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9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3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30560" cy="3168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3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70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9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7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8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5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5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4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3088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512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704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1148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340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2025-12-30T01:04:49Z</dcterms:modified>
  <cp:revision>54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