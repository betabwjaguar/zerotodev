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706146-73E2-422F-ADD9-0618D5370B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62E7A8-EF16-49FC-96CD-6329E764A5F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1AD712-37B5-425C-AD46-A7683B4558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1083F7-736E-485A-A90D-233A1EC228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D8EC53-4F44-4AAE-9F03-78B750CE20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9F41BD-604D-466F-BFD2-3E1EC0CC63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241256-3FED-483D-968D-B1AB48E0E5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DA906C-3417-4F00-8F36-472BB570A3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F3EA2D-F883-4A8B-90F3-79C29C7AEB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EC7325-288F-42D2-A1ED-4AF39C4D41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9D76AF-ED95-40BF-83F8-78A5F1F7AC9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DBF15A-7DBD-4D43-BB5D-F0CA32C743F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1E78D6-3728-481A-858C-15057A61F2E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9480" cy="3167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3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4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4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60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7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012400" y="2266200"/>
            <a:ext cx="87156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8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9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0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1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152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53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4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3008160" y="2266200"/>
            <a:ext cx="6723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5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6"/>
          <p:cNvSpPr/>
          <p:nvPr/>
        </p:nvSpPr>
        <p:spPr>
          <a:xfrm>
            <a:off x="1020960" y="2971800"/>
            <a:ext cx="3622320" cy="347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7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8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159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60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2026-01-10T14:58:27Z</dcterms:modified>
  <cp:revision>64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