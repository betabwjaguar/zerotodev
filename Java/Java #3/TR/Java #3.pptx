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202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205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206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07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208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210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211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212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213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214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215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216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217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218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220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221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222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223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224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225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226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227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228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199.xml.rels" ContentType="application/vnd.openxmlformats-package.relationships+xml"/>
  <Override PartName="/ppt/slideLayouts/_rels/slideLayout209.xml.rels" ContentType="application/vnd.openxmlformats-package.relationships+xml"/>
  <Override PartName="/ppt/slideLayouts/_rels/slideLayout219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  <p:sldMasterId id="2147483856" r:id="rId18"/>
    <p:sldMasterId id="2147483869" r:id="rId19"/>
    <p:sldMasterId id="2147483882" r:id="rId20"/>
  </p:sldMasterIdLst>
  <p:sldIdLst>
    <p:sldId id="25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40"/>
    <p:sldId id="276" r:id="rId41"/>
    <p:sldId id="277" r:id="rId42"/>
    <p:sldId id="278" r:id="rId43"/>
    <p:sldId id="279" r:id="rId44"/>
    <p:sldId id="280" r:id="rId4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8947635-48B5-4459-9623-3C80D3EEAB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99EAB1-068F-47EB-B154-A052EB44D7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2BF083-8AC4-4A72-BC1E-077959522A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31D800-A3A8-47EE-8E48-EAC0B05B26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E82D34-6F29-410A-903F-C04BD22E99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89BC2F-4DFE-4C19-94FB-30BCC486ADB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CF8A35-1878-445E-B5F6-DEB56912CD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FA31AC-CE4C-48B3-A9D0-B87E69E771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9CC044-2EC9-429B-BB82-1F7793FD22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635E35-577C-44B2-A25C-283EE6FD83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5932D8-3D98-4BD4-9066-AC458EA558B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FEA66D-5DA1-49AC-BEAB-7438EA5A47F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1770C5C-CFBF-4EC9-B24E-E7A2971D55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DB83E3-BEC5-4641-A6BD-4E2E13E42C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11E12F-87E1-4085-825D-3971EC91B8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6604104-9922-45A8-A71B-17753FFC4B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567E2E6-6B9E-44CB-BDD9-F68865DC42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C6533CB-920C-434C-8A5C-8D1C96EF2E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407110-F145-41D5-9F00-E1A79669D4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DE43E76-5C7E-4B63-8930-FD1182790D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5C0B8C3-15A7-4A32-994A-CF00B614D3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75C33B-32F3-45AB-AA7E-5A768D9E2E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42A9776-C46F-472E-8A3F-8AB9BAB9328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6E1F0D8-1F0A-4F81-B281-19E265BFC7C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548EC50-D91A-4E2C-AD72-F5FFD733CB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282C11-F123-403A-8E0E-E716D8A3C1E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02E6588-FFED-40EB-A97A-2EC3C9C58F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8265809-6D29-4FAF-9B9B-1EB05B7A975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0967C19-DA63-403E-8CAE-F5BA2AE2D5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DEE3664-1818-41FE-8799-3F8E7700BFA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67D8275-2D7A-4541-AFB8-F715D6424E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89A65E2-0E8C-48F4-B346-7E5E6D47A5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88B49E3-9C29-41C8-8703-445BAC9883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E4456AD-2E8B-4076-A8A7-541A550DD2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FE6C42-4478-4BDA-8756-8F4F9F5F676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5477C49-19BD-4643-93BB-7E8DE89618C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E2F47F6-E803-447A-BAE8-E201579477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5D383C3-0608-499E-826E-72F0DE54D1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7F833A9-1DAE-4DF5-8DF3-06E500DF6A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73DD9F3-24D8-4E14-9890-AC090B766C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3A0B83A-18B6-40D8-8D4E-D702B5E7D4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777BF27-0FE4-4BBF-ACD4-3BCA70F3FD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59D4E67-4490-4403-BB06-3537609839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A49EC05-0596-4068-8906-508301F150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0E56197-116B-4B24-A713-D12769735E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D9AD8C6-735C-4391-8B89-9D0E8EAB63C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6E086E1-6D71-4E33-9A4C-AF67A3FD659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7318FFE-ECAC-47E7-A275-4D51B91B0CA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E4C48FF-2A5A-4BA7-B8E0-DDA1969D2D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F8C2E30-4433-4059-92D6-25A7921AF5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69A93BA-466A-4A1F-86D0-DB33731D71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279D82A-22CD-4728-A429-FB12356395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C4A682A-19FA-4C03-A1D8-045365F2110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0E89816-C144-48ED-B88A-217087AE63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034454D-4D6F-4E51-8696-DAAF9B288A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5FADAFE-4CAE-4EAE-B41C-135223DBF3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3BB260A-56CE-4F8B-A5F1-686B305448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66A8D96-037D-4054-BB96-F363354BBF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A02AAA1-2708-4146-B199-5AF8C720446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E0529FA-16CB-4A79-9841-B77095DC0EC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DCFB92D-1520-40D9-AD1C-51D56EE9A6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EA1AAB9-DAE6-4725-B342-3D48E4B34E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6832BD4-A8F3-4335-A734-3A5A676BFD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5897BB6-0226-4655-8C87-B0651BC1A29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AB212D2-4B0F-4C2A-A0CE-DD56375441D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EA496AB-6022-4C46-9BA4-D86D03AC54D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BAE7C7-2E9A-4DE4-801F-F0F1D4FCF1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5D8A0EE-0F9B-4855-BA52-FBF3FAAF0D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1CBC977-462A-4C23-91B9-C1B75ED84C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CA25199-9EE7-4335-811E-3AB26399CB5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266ECC5-7EA3-49CF-A180-DFDDC2BE508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8FB8B51-16EA-4E00-A38A-26BDEB02962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2906691-868A-425C-B3E6-EC7334BD17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826148F-52E2-4BDB-87C3-8F729C3025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827394A-1907-4BD7-BA9E-DA6ED415EC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A60BE84-8FF4-4E07-ABF4-E8C4602CA3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90D1635-5750-4BD9-9368-38158EBC57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12E517D-C8F5-4F4E-A99D-8F365A6727C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96C37B6-8296-4B34-AF6D-FD6615D77D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D0B8542-FAD5-40FA-90EF-BEA65E96D56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74DD8CD-369F-450C-B7CF-8DFFACC877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F66DAF6-E953-41B4-889F-7A0A2544F97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F264BF6-107E-4B71-B215-EFDE5A7AC5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D801720-8971-4E56-B760-E7372AF8906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51AD927-DA5D-4B38-B31C-C2CFE5546F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B70E971-703E-41AB-B2BA-E4B3707600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C3904AB-A232-44D6-BF0D-30BADD7436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3C33897-8622-43FA-A169-E9E38F2308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D4B121D-2D4C-4BEE-B244-D232189C5C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DEB33CB-4D72-4CDB-A0D0-61ACD2E9A8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00DACC7-B547-4598-9E74-5D1F6C640D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3A5FB85-AE0E-4AB6-8A91-D6D789C01D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F51CBB6-B1CB-4B7D-B095-D6A4C63AA9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8A1A772-8B3D-4429-A395-7A2252F13B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1A70E5A-A478-41BA-9152-993CA47CE38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CF023C4-9A07-4BA5-8F38-4F2FF94CBB2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1BB9731-86DE-4810-AA47-B213428F077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39025A8-1192-4DCA-AAA6-78E8C633A2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ED15103-1A1F-4281-9D08-6785258FA3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6FE2316-ED23-4D30-AC93-2D1762FBFD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3EE887C-458F-46E6-B84C-1904D2037CC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07190F6-2AC7-43EB-9352-D846EC4C596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BC2894A-38E0-49FA-A513-AC75B9729F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E65A8CF-F441-43C4-9C7C-0D3DF1A630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259191D-349E-4522-A41C-9E2483F060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87A7288-B6F1-4F9B-A80A-0FDBC16EC66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EA1956C-68A3-477E-AA63-A05FFED7E6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40158F0-A592-4863-A150-01822A5C6B7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F3CA4CE-0716-4C50-8916-04B2D96211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60C5ED2-7BA8-4AA8-B44A-51B5E74F00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F1DF569-C8EB-4814-8100-24151B1559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AEE6BCD-62F1-4E56-B881-5BD45D8DEB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AE12F71-059A-401B-9C87-D3D68C3FAF0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48704D2-ABB2-4E13-AFD0-DC16F271FF2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C9C7546-2816-4E66-A093-C8B2D1DDED8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F9E7456-F16D-4443-ACF1-BB5BF90A7B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153E57A-0895-454B-8CB4-2C586100C2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F5B7EDE-7AC6-49D4-A785-74B487D814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D23F769-0D9A-4042-AAA5-4F76FF28B7D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D54D6A5-A002-44D7-AE3A-D443B1A5B2F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2F9EF4A-BB57-48C3-82BE-9DB86C98C2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14CB60B-67E2-4DA4-BC96-CFC2DA77205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B783711-4AF8-4993-BA1D-E37FCA006D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0F6CBE3-5A06-48FD-ABFB-A249FF6704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2244A2F-8BD3-4C16-A784-809E68E610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C052E8D-0592-4802-AE7F-C80FA8A9A4D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BC9B336-8505-42DA-A664-A1D554DDFD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D916FD9-AB9F-4F95-A672-A032D9E63D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1711EA1-FD93-40AF-BD11-5DD30B7A8B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AFB3AF1-10FF-44F1-B6F4-5B0A6CA270F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F0D1E97-EDD4-41E0-87B5-E725EA4250B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4AD893E-D2BD-472C-A37F-5CD5F0CCCF0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0E19636-60C8-4F55-87D4-424CFF0232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2ECF0E1-6A16-4142-BE2B-A8E57EEBD7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D81C4B4-55BF-4FBF-BAA6-6C0CEEAAAE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B3DA491-890F-451E-AB49-4972DD408C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3873ED6-041D-47B0-A2E5-17C6AB71A8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518F77B-C3F7-4C14-9B3B-64B7DB48FAE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3575274-D586-4D19-9172-13BEBB454C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19BEB3C-9EEF-483F-868F-FA1D7119B60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DFA4F8B-627D-4776-B114-C536B0D75F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A5B229C-E659-4078-A644-C9AF09C41F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FD8D227-4425-41E2-9E8C-5D26AE9BF7E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D0585A2-86EA-4D4A-B47E-007E4558B0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10F8292-78E8-433B-A607-4FE743254E6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A1FEA2E-480F-485E-B51F-E9D52CDDF0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D41DCBA-DCD5-4EE3-9CA0-83258D914A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81EFA63-007C-4FD4-A0A8-ED4AEDE645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2222D40-B8CD-4FF8-AA74-91090E887E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E5E196E-FAAA-4E2B-91AA-BA883028D8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F2A5524-D770-40CE-971A-7D797BD8EE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5807FCC-83AF-4AAE-8C04-BDD1F06CE3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F25613F-CDF8-4413-AAB1-0E55C52153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09BF1E4-E126-4E04-B0A7-3452A0EF57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4771FF1-5BCB-489D-9A97-25F10FBDF80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5D7F921-CF1A-4EF1-9C88-A76563383B7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1671596-E84F-425B-A120-19FFDB6F5B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19C600B-15D5-4888-8694-F5900786FA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076B16E-418E-4EFA-AB4F-1DB7954E072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3E08FEF-9A1D-4679-99BE-C458B686B18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79A058C-5A60-4F3B-830C-CC5D551E0B9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D7CE4EC-FF4F-4DAE-A0B3-8C98BB4A835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D13D398-46F1-4D8E-B088-679174A11E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F521B442-E7BA-4E2C-83F9-38D9D0AF2A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B141CEA-5980-4433-8D29-D0EC03D826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C968511-CBEF-4B56-9009-E34E2434D8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01A4432-79BE-4706-B173-7AD14730EBF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3D855A0-1F57-40ED-9FBC-6B447093059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DE7D7681-0FED-4D39-A638-02AF82C1FA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918052CF-2422-4FEA-A6D5-E73899C61D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7D30320-79B0-4E3B-AA4B-C360CFE2695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BE56C43-191E-4BC5-BBF9-63FF5CE22E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7856B1E-2E41-4444-8335-598D6422C8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C7579C9-5059-4362-8402-1CBD4E7926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278EC6AF-A15C-426F-929B-6D7704FC33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AC2C199-61F3-4BF2-A826-EA1EEB26C4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90EA052-69D0-40A5-ABB8-6B1D7354C6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39C4A04-F87D-450C-85B1-788E78C096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2AB7C45-115C-4A63-AABA-81B9A55CF4A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9211DB2-D6E6-4552-A2B2-B3010DE9B5C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D14AF99B-8046-4308-873F-BDCC01DDBB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A96D1C9-4293-4C42-A5C3-D48E77D45F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434A86E-FBE7-4350-AE4C-D06A292C6C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B639402-EF93-4624-8AA5-369989A5E8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490D70E-5744-41AC-AC26-039C3FE7F2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6AF12EBB-F49D-4E9F-A36F-637A33FB74F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E4CC6C5E-8CE6-4263-A4CD-7DE83018BB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ADCDD8F-26E1-4DEC-81F7-DFEA6373DF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C5964C6-E45E-4D1E-925A-E636003BA2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3E2FE22-013E-42AA-B14A-728FF0A3436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40B2ED4-65E7-47A1-8E15-1E1E698032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9B114C0E-1C62-4D03-8F5B-FEB3D538318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612BAE24-2BF0-4FAF-AFD6-A01C22A693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9499C6F5-F966-4EF1-952A-8D680563E5C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B36260E-6736-4145-B7AA-C480854538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2223C032-F90A-4E17-8A41-7B1049596CB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92A26AF9-E7AF-42CA-8037-46BE02CE43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C4FB71C4-440D-49AF-BB79-824C6C0DDD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D66591DF-8BBB-45B0-A44E-14D2A3F19F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D78B785D-29F6-465B-AA58-5011C2B167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1557B7D-26F5-4B88-A0F3-11EC05FE3C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530237F-F256-4EB7-9323-19B4AF2AE98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C7EF0F3-CA26-4C68-8067-1FA623434C1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F9CDD06-91AB-4FCE-9D79-1A779A5DADA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C60E580-743F-4006-8582-203CB3C00A8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46C38235-37E6-4661-B9E3-FBCCDD73D6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2209E9E-A9AD-48E9-B5B8-021138EFF0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FD923AE-345D-4841-8654-5B6FEC4F656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9987D221-B945-4D1D-87DB-C7C7043205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2B2E2BBC-21B7-47EA-88B5-1DDF2D840DF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83E858D-554C-41B0-BC22-1DFD702E34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C4E1BF7-7F24-4613-9EAB-618C57A99B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7615C9D-F812-44FC-8234-DF5B9AD1C2A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2D4B9A7-CCFE-4B21-B102-76C2EF5640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92CE4CC1-05D1-4D9A-9349-C821DB537C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F40E085-7E4E-45CB-9A83-3EB7F69E2BC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93.xml"/><Relationship Id="rId3" Type="http://schemas.openxmlformats.org/officeDocument/2006/relationships/slideLayout" Target="../slideLayouts/slideLayout194.xml"/><Relationship Id="rId4" Type="http://schemas.openxmlformats.org/officeDocument/2006/relationships/slideLayout" Target="../slideLayouts/slideLayout195.xml"/><Relationship Id="rId5" Type="http://schemas.openxmlformats.org/officeDocument/2006/relationships/slideLayout" Target="../slideLayouts/slideLayout196.xml"/><Relationship Id="rId6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198.xml"/><Relationship Id="rId8" Type="http://schemas.openxmlformats.org/officeDocument/2006/relationships/slideLayout" Target="../slideLayouts/slideLayout199.xml"/><Relationship Id="rId9" Type="http://schemas.openxmlformats.org/officeDocument/2006/relationships/slideLayout" Target="../slideLayouts/slideLayout200.xml"/><Relationship Id="rId10" Type="http://schemas.openxmlformats.org/officeDocument/2006/relationships/slideLayout" Target="../slideLayouts/slideLayout201.xml"/><Relationship Id="rId11" Type="http://schemas.openxmlformats.org/officeDocument/2006/relationships/slideLayout" Target="../slideLayouts/slideLayout202.xml"/><Relationship Id="rId12" Type="http://schemas.openxmlformats.org/officeDocument/2006/relationships/slideLayout" Target="../slideLayouts/slideLayout203.xml"/><Relationship Id="rId13" Type="http://schemas.openxmlformats.org/officeDocument/2006/relationships/slideLayout" Target="../slideLayouts/slideLayout204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205.xml"/><Relationship Id="rId3" Type="http://schemas.openxmlformats.org/officeDocument/2006/relationships/slideLayout" Target="../slideLayouts/slideLayout206.xml"/><Relationship Id="rId4" Type="http://schemas.openxmlformats.org/officeDocument/2006/relationships/slideLayout" Target="../slideLayouts/slideLayout207.xml"/><Relationship Id="rId5" Type="http://schemas.openxmlformats.org/officeDocument/2006/relationships/slideLayout" Target="../slideLayouts/slideLayout208.xml"/><Relationship Id="rId6" Type="http://schemas.openxmlformats.org/officeDocument/2006/relationships/slideLayout" Target="../slideLayouts/slideLayout209.xml"/><Relationship Id="rId7" Type="http://schemas.openxmlformats.org/officeDocument/2006/relationships/slideLayout" Target="../slideLayouts/slideLayout210.xml"/><Relationship Id="rId8" Type="http://schemas.openxmlformats.org/officeDocument/2006/relationships/slideLayout" Target="../slideLayouts/slideLayout211.xml"/><Relationship Id="rId9" Type="http://schemas.openxmlformats.org/officeDocument/2006/relationships/slideLayout" Target="../slideLayouts/slideLayout212.xml"/><Relationship Id="rId10" Type="http://schemas.openxmlformats.org/officeDocument/2006/relationships/slideLayout" Target="../slideLayouts/slideLayout213.xml"/><Relationship Id="rId11" Type="http://schemas.openxmlformats.org/officeDocument/2006/relationships/slideLayout" Target="../slideLayouts/slideLayout214.xml"/><Relationship Id="rId12" Type="http://schemas.openxmlformats.org/officeDocument/2006/relationships/slideLayout" Target="../slideLayouts/slideLayout215.xml"/><Relationship Id="rId13" Type="http://schemas.openxmlformats.org/officeDocument/2006/relationships/slideLayout" Target="../slideLayouts/slideLayout216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218.xml"/><Relationship Id="rId4" Type="http://schemas.openxmlformats.org/officeDocument/2006/relationships/slideLayout" Target="../slideLayouts/slideLayout219.xml"/><Relationship Id="rId5" Type="http://schemas.openxmlformats.org/officeDocument/2006/relationships/slideLayout" Target="../slideLayouts/slideLayout220.xml"/><Relationship Id="rId6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2.xml"/><Relationship Id="rId8" Type="http://schemas.openxmlformats.org/officeDocument/2006/relationships/slideLayout" Target="../slideLayouts/slideLayout223.xml"/><Relationship Id="rId9" Type="http://schemas.openxmlformats.org/officeDocument/2006/relationships/slideLayout" Target="../slideLayouts/slideLayout224.xml"/><Relationship Id="rId10" Type="http://schemas.openxmlformats.org/officeDocument/2006/relationships/slideLayout" Target="../slideLayouts/slideLayout225.xml"/><Relationship Id="rId11" Type="http://schemas.openxmlformats.org/officeDocument/2006/relationships/slideLayout" Target="../slideLayouts/slideLayout226.xml"/><Relationship Id="rId12" Type="http://schemas.openxmlformats.org/officeDocument/2006/relationships/slideLayout" Target="../slideLayouts/slideLayout227.xml"/><Relationship Id="rId13" Type="http://schemas.openxmlformats.org/officeDocument/2006/relationships/slideLayout" Target="../slideLayouts/slideLayout22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D013CB-33D0-41E3-943B-251383EACF4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822F0A-864E-4398-8E40-1ADD22E59A3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93D6FC-C62B-4A48-9C66-E7BB91BF420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952B3D-56D9-4F77-BCF9-04EC9843CE1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2B2F9F-2DCC-4916-8B84-BE9D7A8FFFD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4E7205-30F0-4563-8317-57D6A7E6BF6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B72F06-B483-48C3-AF64-ABB606DF43C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E46092-4960-402C-BF5F-B9760B51453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DDDE94-1E66-4DF6-A185-09CC22FC460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5B1399-E4C1-4C58-B452-3D04D7CE871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E5CCBB-0146-4D7C-927D-B62D2BB53D5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49E0F1-99E1-4480-854E-EF9A1118DCC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FABBFE-38E0-4754-87A0-7967F4FDDA5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3DC148-BEDB-474B-AA08-5D2F92E4344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071DFD-CC1A-4727-AC76-CA6129DFC6E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ftr" idx="46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 type="sldNum" idx="47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409499-8F90-4B62-BBF2-4A86D2D727C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dt" idx="48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ftr" idx="4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 type="sldNum" idx="5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7ABDE8-FD68-40DB-86F9-FF7DD1AF1C1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dt" idx="5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70" r:id="rId2"/>
    <p:sldLayoutId id="2147483871" r:id="rId3"/>
    <p:sldLayoutId id="2147483872" r:id="rId4"/>
    <p:sldLayoutId id="2147483873" r:id="rId5"/>
    <p:sldLayoutId id="2147483874" r:id="rId6"/>
    <p:sldLayoutId id="2147483875" r:id="rId7"/>
    <p:sldLayoutId id="2147483876" r:id="rId8"/>
    <p:sldLayoutId id="2147483877" r:id="rId9"/>
    <p:sldLayoutId id="2147483878" r:id="rId10"/>
    <p:sldLayoutId id="2147483879" r:id="rId11"/>
    <p:sldLayoutId id="2147483880" r:id="rId12"/>
    <p:sldLayoutId id="2147483881" r:id="rId1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ftr" idx="5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PlaceHolder 2"/>
          <p:cNvSpPr>
            <a:spLocks noGrp="1"/>
          </p:cNvSpPr>
          <p:nvPr>
            <p:ph type="sldNum" idx="5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E8C94B-4422-4537-A300-9B923008BAF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dt" idx="5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83" r:id="rId2"/>
    <p:sldLayoutId id="2147483884" r:id="rId3"/>
    <p:sldLayoutId id="2147483885" r:id="rId4"/>
    <p:sldLayoutId id="2147483886" r:id="rId5"/>
    <p:sldLayoutId id="2147483887" r:id="rId6"/>
    <p:sldLayoutId id="2147483888" r:id="rId7"/>
    <p:sldLayoutId id="2147483889" r:id="rId8"/>
    <p:sldLayoutId id="2147483890" r:id="rId9"/>
    <p:sldLayoutId id="2147483891" r:id="rId10"/>
    <p:sldLayoutId id="2147483892" r:id="rId11"/>
    <p:sldLayoutId id="2147483893" r:id="rId12"/>
    <p:sldLayoutId id="2147483894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Rectangle 32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33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34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35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36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37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38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39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0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1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2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4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5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6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7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8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Rounded Rectangle 9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ounded Rectangle 10"/>
          <p:cNvSpPr/>
          <p:nvPr/>
        </p:nvSpPr>
        <p:spPr>
          <a:xfrm>
            <a:off x="914400" y="3108960"/>
            <a:ext cx="3282480" cy="328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Rounded Rectangle 11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ounded Rectangle 12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Rounded Rectangle 13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ounded Rectangle 14"/>
          <p:cNvSpPr/>
          <p:nvPr/>
        </p:nvSpPr>
        <p:spPr>
          <a:xfrm>
            <a:off x="7955280" y="3108960"/>
            <a:ext cx="3466440" cy="328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Rectangle 16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17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18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19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0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21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22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23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24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25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26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27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28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29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30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31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ounded Rectangle 15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Rounded Rectangle 16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ounded Rectangle 17"/>
          <p:cNvSpPr/>
          <p:nvPr/>
        </p:nvSpPr>
        <p:spPr>
          <a:xfrm>
            <a:off x="931680" y="2925720"/>
            <a:ext cx="3175200" cy="369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Rounded Rectangle 18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ounded Rectangle 19"/>
          <p:cNvSpPr/>
          <p:nvPr/>
        </p:nvSpPr>
        <p:spPr>
          <a:xfrm>
            <a:off x="4434840" y="3108960"/>
            <a:ext cx="328248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Rounded Rectangle 20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ounded Rectangle 21"/>
          <p:cNvSpPr/>
          <p:nvPr/>
        </p:nvSpPr>
        <p:spPr>
          <a:xfrm>
            <a:off x="7955280" y="2971800"/>
            <a:ext cx="369540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ectangle 160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161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162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163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164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165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166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167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168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169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170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171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172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173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174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175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ounded Rectangle 71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Rounded Rectangle 72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ounded Rectangle 73"/>
          <p:cNvSpPr/>
          <p:nvPr/>
        </p:nvSpPr>
        <p:spPr>
          <a:xfrm>
            <a:off x="685800" y="3108960"/>
            <a:ext cx="351396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Rounded Rectangle 74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ounded Rectangle 75"/>
          <p:cNvSpPr/>
          <p:nvPr/>
        </p:nvSpPr>
        <p:spPr>
          <a:xfrm>
            <a:off x="4434840" y="3108960"/>
            <a:ext cx="328536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Rounded Rectangle 76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ounded Rectangle 77"/>
          <p:cNvSpPr/>
          <p:nvPr/>
        </p:nvSpPr>
        <p:spPr>
          <a:xfrm>
            <a:off x="7955280" y="2971800"/>
            <a:ext cx="369792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Rectangle 144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145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146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147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148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149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150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151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152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153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154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155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156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157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158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159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ounded Rectangle 64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9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Rounded Rectangle 65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ounded Rectangle 66"/>
          <p:cNvSpPr/>
          <p:nvPr/>
        </p:nvSpPr>
        <p:spPr>
          <a:xfrm>
            <a:off x="685800" y="3108960"/>
            <a:ext cx="351324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Rounded Rectangle 67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ounded Rectangle 68"/>
          <p:cNvSpPr/>
          <p:nvPr/>
        </p:nvSpPr>
        <p:spPr>
          <a:xfrm>
            <a:off x="4434840" y="3108960"/>
            <a:ext cx="328464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" name="Rounded Rectangle 69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ounded Rectangle 70"/>
          <p:cNvSpPr/>
          <p:nvPr/>
        </p:nvSpPr>
        <p:spPr>
          <a:xfrm>
            <a:off x="7955280" y="3108960"/>
            <a:ext cx="369720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7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Rectangle 48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49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50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51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52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53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54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55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56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57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58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59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60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61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62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63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ounded Rectangle 22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Rounded Rectangle 23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ounded Rectangle 24"/>
          <p:cNvSpPr/>
          <p:nvPr/>
        </p:nvSpPr>
        <p:spPr>
          <a:xfrm>
            <a:off x="685800" y="2743200"/>
            <a:ext cx="35110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Rounded Rectangle 25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ounded Rectangle 26"/>
          <p:cNvSpPr/>
          <p:nvPr/>
        </p:nvSpPr>
        <p:spPr>
          <a:xfrm>
            <a:off x="4343400" y="2743200"/>
            <a:ext cx="33739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Rounded Rectangle 27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ounded Rectangle 28"/>
          <p:cNvSpPr/>
          <p:nvPr/>
        </p:nvSpPr>
        <p:spPr>
          <a:xfrm>
            <a:off x="7955280" y="2971800"/>
            <a:ext cx="3695040" cy="319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Rectangle 80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64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65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66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67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68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69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70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71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72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73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74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75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76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77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7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ounded Rectangle 29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Rounded Rectangle 30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ounded Rectangle 31"/>
          <p:cNvSpPr/>
          <p:nvPr/>
        </p:nvSpPr>
        <p:spPr>
          <a:xfrm>
            <a:off x="685800" y="2971800"/>
            <a:ext cx="351180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Rounded Rectangle 32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ounded Rectangle 33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7" name="Rounded Rectangle 34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ounded Rectangle 35"/>
          <p:cNvSpPr/>
          <p:nvPr/>
        </p:nvSpPr>
        <p:spPr>
          <a:xfrm>
            <a:off x="7955280" y="3108960"/>
            <a:ext cx="369576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9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Rectangle 7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81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82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83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84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85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86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87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88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89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90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91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92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93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94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95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ounded Rectangle 36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Rounded Rectangle 37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ounded Rectangle 38"/>
          <p:cNvSpPr/>
          <p:nvPr/>
        </p:nvSpPr>
        <p:spPr>
          <a:xfrm>
            <a:off x="457200" y="2971800"/>
            <a:ext cx="374040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Rounded Rectangle 39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ounded Rectangle 40"/>
          <p:cNvSpPr/>
          <p:nvPr/>
        </p:nvSpPr>
        <p:spPr>
          <a:xfrm>
            <a:off x="4343400" y="2971800"/>
            <a:ext cx="3421440" cy="328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3" name="Rounded Rectangle 41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ounded Rectangle 42"/>
          <p:cNvSpPr/>
          <p:nvPr/>
        </p:nvSpPr>
        <p:spPr>
          <a:xfrm>
            <a:off x="7955280" y="3108960"/>
            <a:ext cx="369576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Rectangle 96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97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98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99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100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101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102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103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104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105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106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107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108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109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110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111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ounded Rectangle 43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Rounded Rectangle 44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ounded Rectangle 45"/>
          <p:cNvSpPr/>
          <p:nvPr/>
        </p:nvSpPr>
        <p:spPr>
          <a:xfrm>
            <a:off x="475560" y="2514600"/>
            <a:ext cx="372204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7" name="Rounded Rectangle 46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ounded Rectangle 47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9" name="Rounded Rectangle 48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ounded Rectangle 49"/>
          <p:cNvSpPr/>
          <p:nvPr/>
        </p:nvSpPr>
        <p:spPr>
          <a:xfrm>
            <a:off x="7955280" y="2304000"/>
            <a:ext cx="3924720" cy="361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Rectangle 112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113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114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115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116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117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118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119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120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121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122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123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124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125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126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127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ounded Rectangle 50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Rounded Rectangle 51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ounded Rectangle 52"/>
          <p:cNvSpPr/>
          <p:nvPr/>
        </p:nvSpPr>
        <p:spPr>
          <a:xfrm>
            <a:off x="685800" y="2971800"/>
            <a:ext cx="351180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Rounded Rectangle 53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ounded Rectangle 54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Rounded Rectangle 55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ounded Rectangle 56"/>
          <p:cNvSpPr/>
          <p:nvPr/>
        </p:nvSpPr>
        <p:spPr>
          <a:xfrm>
            <a:off x="7955280" y="2971800"/>
            <a:ext cx="3467160" cy="296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Rectangle 128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129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130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131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132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133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134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135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136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137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138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139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140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141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142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143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ounded Rectangle 57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Rounded Rectangle 58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ounded Rectangle 59"/>
          <p:cNvSpPr/>
          <p:nvPr/>
        </p:nvSpPr>
        <p:spPr>
          <a:xfrm>
            <a:off x="685800" y="3108960"/>
            <a:ext cx="351288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Rounded Rectangle 60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ounded Rectangle 61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Rounded Rectangle 62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ounded Rectangle 63"/>
          <p:cNvSpPr/>
          <p:nvPr/>
        </p:nvSpPr>
        <p:spPr>
          <a:xfrm>
            <a:off x="7955280" y="2743200"/>
            <a:ext cx="346824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 176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177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178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179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180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181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182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183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184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ectangle 185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186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ectangle 187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ectangle 188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ectangle 189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8" name="Rectangle 190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ectangle 191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ounded Rectangle 7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Rounded Rectangle 7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ounded Rectangle 80"/>
          <p:cNvSpPr/>
          <p:nvPr/>
        </p:nvSpPr>
        <p:spPr>
          <a:xfrm>
            <a:off x="685800" y="2971800"/>
            <a:ext cx="351396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Rounded Rectangle 8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ounded Rectangle 82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Rounded Rectangle 8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ounded Rectangle 84"/>
          <p:cNvSpPr/>
          <p:nvPr/>
        </p:nvSpPr>
        <p:spPr>
          <a:xfrm>
            <a:off x="7955280" y="2971800"/>
            <a:ext cx="369792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9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Rectangle 19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19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19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19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19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19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19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ectangle 19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ectangle 20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ectangle 20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ectangle 20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ectangle 20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ectangle 20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ectangle 20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4" name="Rectangle 20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ectangle 20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ounded Rectangle 85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Rounded Rectangle 86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ounded Rectangle 87"/>
          <p:cNvSpPr/>
          <p:nvPr/>
        </p:nvSpPr>
        <p:spPr>
          <a:xfrm>
            <a:off x="595440" y="2743200"/>
            <a:ext cx="351468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1" name="Rounded Rectangle 88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ounded Rectangle 89"/>
          <p:cNvSpPr/>
          <p:nvPr/>
        </p:nvSpPr>
        <p:spPr>
          <a:xfrm>
            <a:off x="4343400" y="2880360"/>
            <a:ext cx="3652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Rounded Rectangle 90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ounded Rectangle 91"/>
          <p:cNvSpPr/>
          <p:nvPr/>
        </p:nvSpPr>
        <p:spPr>
          <a:xfrm>
            <a:off x="8229600" y="2972880"/>
            <a:ext cx="365292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Rectangle 208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209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210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211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212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213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214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ectangle 215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4" name="Rectangle 216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ectangle 217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6" name="Rectangle 218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ectangle 219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8" name="Rectangle 220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9" name="Rectangle 221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0" name="Rectangle 222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ectangle 223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2" name="Rounded Rectangle 92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Rounded Rectangle 93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ounded Rectangle 94"/>
          <p:cNvSpPr/>
          <p:nvPr/>
        </p:nvSpPr>
        <p:spPr>
          <a:xfrm>
            <a:off x="457200" y="2743200"/>
            <a:ext cx="374364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Rounded Rectangle 95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ounded Rectangle 96"/>
          <p:cNvSpPr/>
          <p:nvPr/>
        </p:nvSpPr>
        <p:spPr>
          <a:xfrm>
            <a:off x="4434840" y="2971800"/>
            <a:ext cx="328644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Rounded Rectangle 97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ounded Rectangle 98"/>
          <p:cNvSpPr/>
          <p:nvPr/>
        </p:nvSpPr>
        <p:spPr>
          <a:xfrm>
            <a:off x="7955280" y="2514600"/>
            <a:ext cx="392760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1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Rectangle 224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225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226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227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228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229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230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ectangle 231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0" name="Rectangle 232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ectangle 233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2" name="Rectangle 234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ectangle 235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ectangle 236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5" name="Rectangle 237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6" name="Rectangle 238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ectangle 239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ounded Rectangle 99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Rounded Rectangle 10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ounded Rectangle 101"/>
          <p:cNvSpPr/>
          <p:nvPr/>
        </p:nvSpPr>
        <p:spPr>
          <a:xfrm>
            <a:off x="914400" y="3108960"/>
            <a:ext cx="32868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Rounded Rectangle 10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ounded Rectangle 10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5" name="Rounded Rectangle 10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ounded Rectangle 105"/>
          <p:cNvSpPr/>
          <p:nvPr/>
        </p:nvSpPr>
        <p:spPr>
          <a:xfrm>
            <a:off x="7955280" y="3108960"/>
            <a:ext cx="369936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7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Rectangle 240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241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242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243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244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ectangle 245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4" name="Rectangle 246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5" name="Rectangle 247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6" name="Rectangle 248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ectangle 249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8" name="Rectangle 250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ectangle 251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0" name="Rectangle 252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1" name="Rectangle 253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2" name="Rectangle 254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3" name="Rectangle 255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4" name="Rounded Rectangle 106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5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Rounded Rectangle 107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ounded Rectangle 108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Rounded Rectangle 10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ounded Rectangle 110"/>
          <p:cNvSpPr/>
          <p:nvPr/>
        </p:nvSpPr>
        <p:spPr>
          <a:xfrm>
            <a:off x="4343400" y="3108960"/>
            <a:ext cx="337860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1" name="Rounded Rectangle 111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ounded Rectangle 112"/>
          <p:cNvSpPr/>
          <p:nvPr/>
        </p:nvSpPr>
        <p:spPr>
          <a:xfrm>
            <a:off x="7955280" y="2971800"/>
            <a:ext cx="392832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Rectangle 256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257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258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259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ectangle 260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ectangle 261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0" name="Rectangle 262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1" name="Rectangle 263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2" name="Rectangle 264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3" name="Rectangle 265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4" name="Rectangle 266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5" name="Rectangle 267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6" name="Rectangle 268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7" name="Rectangle 269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8" name="Rectangle 270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9" name="Rectangle 271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0" name="Rounded Rectangle 113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1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Rounded Rectangle 114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ounded Rectangle 115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5" name="Rounded Rectangle 116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ounded Rectangle 117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7" name="Rounded Rectangle 118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ounded Rectangle 119"/>
          <p:cNvSpPr/>
          <p:nvPr/>
        </p:nvSpPr>
        <p:spPr>
          <a:xfrm>
            <a:off x="7955280" y="2971800"/>
            <a:ext cx="392868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9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Rectangle 27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27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27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27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ectangle 27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27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ectangle 27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7" name="Rectangle 27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8" name="Rectangle 28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9" name="Rectangle 28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0" name="Rectangle 28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1" name="Rectangle 28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2" name="Rectangle 28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3" name="Rectangle 28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4" name="Rectangle 28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5" name="Rectangle 28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6" name="Rounded Rectangle 120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7" name="TextBox 52"/>
          <p:cNvSpPr/>
          <p:nvPr/>
        </p:nvSpPr>
        <p:spPr>
          <a:xfrm>
            <a:off x="2517120" y="1005840"/>
            <a:ext cx="5935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TextBox 53"/>
          <p:cNvSpPr/>
          <p:nvPr/>
        </p:nvSpPr>
        <p:spPr>
          <a:xfrm>
            <a:off x="848160" y="2074680"/>
            <a:ext cx="9462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Rounded Rectangle 121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0" name="Rounded Rectangle 122"/>
          <p:cNvSpPr/>
          <p:nvPr/>
        </p:nvSpPr>
        <p:spPr>
          <a:xfrm>
            <a:off x="914400" y="3108960"/>
            <a:ext cx="328788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" name="Rounded Rectangle 123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2" name="Rounded Rectangle 124"/>
          <p:cNvSpPr/>
          <p:nvPr/>
        </p:nvSpPr>
        <p:spPr>
          <a:xfrm>
            <a:off x="4343400" y="3108960"/>
            <a:ext cx="3426120" cy="283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3" name="Rounded Rectangle 125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4" name="Rounded Rectangle 126"/>
          <p:cNvSpPr/>
          <p:nvPr/>
        </p:nvSpPr>
        <p:spPr>
          <a:xfrm>
            <a:off x="7955280" y="3108960"/>
            <a:ext cx="370044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2680" cy="682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Rectangle 28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8" name="Rectangle 28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9" name="Rectangle 29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0" name="Rectangle 29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1" name="Rectangle 29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2" name="Rectangle 29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3" name="Rectangle 29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4" name="Rectangle 29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5" name="Rectangle 29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6" name="Rectangle 29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7" name="Rectangle 29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8" name="Rectangle 29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9" name="Rectangle 30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0" name="Rectangle 30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1" name="Rectangle 30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2" name="Rectangle 30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3" name="Rounded Rectangle 12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4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TextBox 56"/>
          <p:cNvSpPr/>
          <p:nvPr/>
        </p:nvSpPr>
        <p:spPr>
          <a:xfrm>
            <a:off x="2654280" y="1846080"/>
            <a:ext cx="5661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Rounded Rectangle 128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7" name="Rounded Rectangle 129"/>
          <p:cNvSpPr/>
          <p:nvPr/>
        </p:nvSpPr>
        <p:spPr>
          <a:xfrm>
            <a:off x="685800" y="3108960"/>
            <a:ext cx="35168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8" name="Rounded Rectangle 130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9" name="Rounded Rectangle 131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0" name="Rounded Rectangle 132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1" name="Rounded Rectangle 133"/>
          <p:cNvSpPr/>
          <p:nvPr/>
        </p:nvSpPr>
        <p:spPr>
          <a:xfrm>
            <a:off x="7955280" y="2514600"/>
            <a:ext cx="392940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2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Rectangle 304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4" name="Rectangle 305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5" name="Rectangle 306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6" name="Rectangle 307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7" name="Rectangle 308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8" name="Rectangle 309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9" name="Rectangle 310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0" name="Rectangle 311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1" name="Rectangle 312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2" name="Rectangle 313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3" name="Rectangle 314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4" name="Rectangle 315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5" name="Rectangle 316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6" name="Rectangle 317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7" name="Rectangle 318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8" name="Rectangle 319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9" name="Rounded Rectangle 134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0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Rounded Rectangle 135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3" name="Rounded Rectangle 136"/>
          <p:cNvSpPr/>
          <p:nvPr/>
        </p:nvSpPr>
        <p:spPr>
          <a:xfrm>
            <a:off x="685800" y="3108960"/>
            <a:ext cx="35168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64" name="Rounded Rectangle 137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5" name="Rounded Rectangle 138"/>
          <p:cNvSpPr/>
          <p:nvPr/>
        </p:nvSpPr>
        <p:spPr>
          <a:xfrm>
            <a:off x="4343400" y="2836080"/>
            <a:ext cx="3379680" cy="310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6" name="Rounded Rectangle 139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7" name="Rounded Rectangle 140"/>
          <p:cNvSpPr/>
          <p:nvPr/>
        </p:nvSpPr>
        <p:spPr>
          <a:xfrm>
            <a:off x="7955280" y="2514600"/>
            <a:ext cx="392940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8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9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5200" cy="2356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Rectangle 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1" name="Rectangle 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2" name="Rectangle 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3" name="Rectangle 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4" name="Rectangle 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5" name="Rectangle 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6" name="Rectangle 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7" name="Rectangle 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8" name="Rectangle 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9" name="Rectangle 1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0" name="Rectangle 1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1" name="Rectangle 1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2" name="Rectangle 1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3" name="Rectangle 1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4" name="Rectangle 1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5" name="Rectangle 32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6" name="Rounded Rectangle 141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7" name="TextBox 61"/>
          <p:cNvSpPr/>
          <p:nvPr/>
        </p:nvSpPr>
        <p:spPr>
          <a:xfrm>
            <a:off x="1040400" y="1005840"/>
            <a:ext cx="8889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TextBox 62"/>
          <p:cNvSpPr/>
          <p:nvPr/>
        </p:nvSpPr>
        <p:spPr>
          <a:xfrm>
            <a:off x="874440" y="2057400"/>
            <a:ext cx="9221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Rounded Rectangle 142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0" name="Rounded Rectangle 143"/>
          <p:cNvSpPr/>
          <p:nvPr/>
        </p:nvSpPr>
        <p:spPr>
          <a:xfrm>
            <a:off x="685800" y="2971800"/>
            <a:ext cx="35175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1" name="Rounded Rectangle 144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2" name="Rounded Rectangle 145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Rounded Rectangle 146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4" name="Rounded Rectangle 147"/>
          <p:cNvSpPr/>
          <p:nvPr/>
        </p:nvSpPr>
        <p:spPr>
          <a:xfrm>
            <a:off x="7955280" y="3108960"/>
            <a:ext cx="3472920" cy="283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5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Rectangle 32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7" name="Rectangle 32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8" name="Rectangle 32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9" name="Rectangle 32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0" name="Rectangle 32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1" name="Rectangle 32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2" name="Rectangle 32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3" name="Rectangle 32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4" name="Rectangle 32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5" name="Rectangle 33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6" name="Rectangle 33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7" name="Rectangle 33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8" name="Rectangle 33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9" name="Rectangle 33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0" name="Rectangle 33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1" name="Rectangle 33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2" name="Rounded Rectangle 14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3" name="TextBox 64"/>
          <p:cNvSpPr/>
          <p:nvPr/>
        </p:nvSpPr>
        <p:spPr>
          <a:xfrm>
            <a:off x="1591920" y="1005840"/>
            <a:ext cx="7787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ve String Yapısı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TextBox 65"/>
          <p:cNvSpPr/>
          <p:nvPr/>
        </p:nvSpPr>
        <p:spPr>
          <a:xfrm>
            <a:off x="2683440" y="2194560"/>
            <a:ext cx="5603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metinler (String) aslında Unicode karakter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dizileridir ve her karakter UTF-16 tabanlı olarak saklanır.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Rounded Rectangle 14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6" name="Rounded Rectangle 150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Temel Bilgiler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birden fazla char’ın birleşimidir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String iç yapısı Unicode (UTF-16) kullanır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= Unicode kod noktası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karakter sayısı değil, char sayısını verir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Emoji gibi karakterler 2 char olabilir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7" name="Rounded Rectangle 15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8" name="Rounded Rectangle 152"/>
          <p:cNvSpPr/>
          <p:nvPr/>
        </p:nvSpPr>
        <p:spPr>
          <a:xfrm>
            <a:off x="4434840" y="2971800"/>
            <a:ext cx="328932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Akış 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karakterler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kodlama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dizisi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 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9" name="Rounded Rectangle 15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0" name="Rounded Rectangle 154"/>
          <p:cNvSpPr/>
          <p:nvPr/>
        </p:nvSpPr>
        <p:spPr>
          <a:xfrm>
            <a:off x="7955280" y="2743200"/>
            <a:ext cx="370188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1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Rectangle 33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3" name="Rectangle 33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4" name="Rectangle 33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5" name="Rectangle 34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6" name="Rectangle 34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7" name="Rectangle 34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8" name="Rectangle 34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9" name="Rectangle 34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0" name="Rectangle 34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1" name="Rectangle 34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2" name="Rectangle 34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3" name="Rectangle 34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4" name="Rectangle 34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5" name="Rectangle 35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6" name="Rectangle 35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7" name="Rectangle 35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8" name="Rounded Rectangle 15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9" name="TextBox 67"/>
          <p:cNvSpPr/>
          <p:nvPr/>
        </p:nvSpPr>
        <p:spPr>
          <a:xfrm>
            <a:off x="1061640" y="1005840"/>
            <a:ext cx="8848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Unicode – Son Genel Bakış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TextBox 68"/>
          <p:cNvSpPr/>
          <p:nvPr/>
        </p:nvSpPr>
        <p:spPr>
          <a:xfrm>
            <a:off x="1433160" y="2057400"/>
            <a:ext cx="810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Java’da metinleri evrensel ve standart bir biçimde temsil etmeyi sağlar.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Böylece farklı dillerdeki karakterler tek bir sistem içinde güvenli şekilde işlenebilir.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Rounded Rectangle 15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2" name="Rounded Rectangle 157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karakterleri işlerken Unicode standardını temel alır. char veri tipi 16 bitlik yapısıyla UTF-16 mantığında çalışır ve birçok karakteri doğrudan temsil eder. Bu yapı sayesinde Java, yalnızca İngilizce karakterlerle değil; Türkçe, Arapça, Çince ve daha birçok dildeki sembollerle de uyumlu çalışabilir. Unicode desteği, çok dilli yazılım geliştirmede büyük önem taşır.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3" name="Rounded Rectangle 158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4" name="Rounded Rectangle 159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 Kodlaması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Java'da Saklanır ve İşlenir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5" name="Rounded Rectangle 160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6" name="Rounded Rectangle 161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UnicodeSummary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'Ç';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Degeri: " + (int)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7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Rectangle 353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9" name="Rectangle 354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0" name="Rectangle 355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1" name="Rectangle 356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2" name="Rectangle 357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3" name="Rectangle 358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4" name="Rectangle 359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5" name="Rectangle 360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6" name="Rectangle 361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7" name="Rectangle 362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8" name="Rectangle 363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9" name="Rectangle 364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0" name="Rectangle 365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1" name="Rectangle 366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2" name="Rectangle 367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3" name="Rectangle 36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4" name="Rounded Rectangle 162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5" name="TextBox 70"/>
          <p:cNvSpPr/>
          <p:nvPr/>
        </p:nvSpPr>
        <p:spPr>
          <a:xfrm>
            <a:off x="968040" y="1005840"/>
            <a:ext cx="9035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User Input (Kullanıcıdan Veri Alma)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TextBox 71"/>
          <p:cNvSpPr/>
          <p:nvPr/>
        </p:nvSpPr>
        <p:spPr>
          <a:xfrm>
            <a:off x="1554840" y="2057400"/>
            <a:ext cx="786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kullanıcıdan veri almak için genellikle Scanner sınıfı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sınıf, klavyeden girilen verileri okuyarak program içinde kullanmamızı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Rounded Rectangle 163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8" name="Rounded Rectangle 164"/>
          <p:cNvSpPr/>
          <p:nvPr/>
        </p:nvSpPr>
        <p:spPr>
          <a:xfrm>
            <a:off x="685800" y="3108960"/>
            <a:ext cx="35190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kullanmak için import gerekir: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import java.util.Scanner;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input = new Scanner(System.in);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kullanıcıdan veri almak için: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System.in → klavye girişini temsil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→ bu girişi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veri tipleri için farklı metodlar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" name="Rounded Rectangle 165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0" name="Rounded Rectangle 166"/>
          <p:cNvSpPr/>
          <p:nvPr/>
        </p:nvSpPr>
        <p:spPr>
          <a:xfrm>
            <a:off x="4434840" y="2971800"/>
            <a:ext cx="33372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veriyi okur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 değişkene atanır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1" name="Rounded Rectangle 16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2" name="Rounded Rectangle 168"/>
          <p:cNvSpPr/>
          <p:nvPr/>
        </p:nvSpPr>
        <p:spPr>
          <a:xfrm>
            <a:off x="7955280" y="3108960"/>
            <a:ext cx="370296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UserInputExample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input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input.nextLine();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input.nextInt();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name + ", yaşınız: " + age);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input.close();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3" name="TextBox 7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Rectangle 369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5" name="Rectangle 370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6" name="Rectangle 371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7" name="Rectangle 372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8" name="Rectangle 373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9" name="Rectangle 374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0" name="Rectangle 375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1" name="Rectangle 376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2" name="Rectangle 377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3" name="Rectangle 378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4" name="Rectangle 379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5" name="Rectangle 380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6" name="Rectangle 381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7" name="Rectangle 382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8" name="Rectangle 383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9" name="Rectangle 384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0" name="Rounded Rectangle 169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1" name="TextBox 73"/>
          <p:cNvSpPr/>
          <p:nvPr/>
        </p:nvSpPr>
        <p:spPr>
          <a:xfrm>
            <a:off x="1784160" y="1005840"/>
            <a:ext cx="7403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Girdi Türleri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TextBox 74"/>
          <p:cNvSpPr/>
          <p:nvPr/>
        </p:nvSpPr>
        <p:spPr>
          <a:xfrm>
            <a:off x="1576080" y="1932480"/>
            <a:ext cx="79048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sınıfı, kullanıcıdan farklı veri türlerini okumak için farklı metotlar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Örneğin; tam sayılar, ondalıklı sayılar ve metinler.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metot belirli bir veri türü için tasarlanmıştır.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Rounded Rectangle 17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4" name="Rounded Rectangle 171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reads an integer value.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nextFloat() reads a floating-point value.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reads an entire line of text.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These methods help Java programs accept user data in the correct format.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5" name="Rounded Rectangle 17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6" name="Rounded Rectangle 173"/>
          <p:cNvSpPr/>
          <p:nvPr/>
        </p:nvSpPr>
        <p:spPr>
          <a:xfrm>
            <a:off x="4434840" y="3108960"/>
            <a:ext cx="329076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belirli bir türde veri ister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Uygun Scanner metodu değeri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Değer bir değişkene atanır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bu veriyle çalışmaya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7" name="Rounded Rectangle 17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8" name="Rounded Rectangle 175"/>
          <p:cNvSpPr/>
          <p:nvPr/>
        </p:nvSpPr>
        <p:spPr>
          <a:xfrm>
            <a:off x="7955280" y="2971800"/>
            <a:ext cx="370332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InputTypesExample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tam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sc.nextInt();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ondalıklı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float decimal = sc.nextFloat();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metin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sc.nextLine();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System.out.println("Tam sayı: " + number);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System.out.println("Ondalıklı sayı: " + decimal);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9" name="TextBox 75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Rectangle 385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1" name="Rectangle 386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2" name="Rectangle 387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3" name="Rectangle 388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4" name="Rectangle 389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5" name="Rectangle 390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6" name="Rectangle 391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7" name="Rectangle 392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8" name="Rectangle 393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9" name="Rectangle 394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0" name="Rectangle 395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1" name="Rectangle 396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2" name="Rectangle 397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3" name="Rectangle 398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4" name="Rectangle 399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5" name="Rectangle 400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6" name="Rounded Rectangle 176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7" name="TextBox 76"/>
          <p:cNvSpPr/>
          <p:nvPr/>
        </p:nvSpPr>
        <p:spPr>
          <a:xfrm>
            <a:off x="1631520" y="91440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Girişi Örneği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TextBox 77"/>
          <p:cNvSpPr/>
          <p:nvPr/>
        </p:nvSpPr>
        <p:spPr>
          <a:xfrm>
            <a:off x="2122560" y="1735200"/>
            <a:ext cx="70876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 girdisine yaygın bir örnek, klavyeden sayıları okumak,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verileri işlemek ve sonucu ekrana yazdırmaktır.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 ile bu işlem basit ve düzenli bir şekilde gerçekleştirilebilir.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Rounded Rectangle 177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0" name="Rounded Rectangle 178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java.util.Scanner import edilir.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System.in ile bir Scanner nesnesi oluşturulur.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gibi metotlarla veriler okunur.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Okunan veriler işlenir (örneğin toplama işlemi yapılır).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1" name="Rounded Rectangle 17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2" name="Rounded Rectangle 180"/>
          <p:cNvSpPr/>
          <p:nvPr/>
        </p:nvSpPr>
        <p:spPr>
          <a:xfrm>
            <a:off x="4434840" y="2971800"/>
            <a:ext cx="3290760" cy="347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import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sc = new Scanner(System.in);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Toplama işlemi yapılır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3" name="Rounded Rectangle 181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4" name="Rounded Rectangle 182"/>
          <p:cNvSpPr/>
          <p:nvPr/>
        </p:nvSpPr>
        <p:spPr>
          <a:xfrm>
            <a:off x="7955280" y="2786760"/>
            <a:ext cx="3703320" cy="361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AddTwoNumbers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System.out.print("İkinci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num1 + num2;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System.out.println("İki sayının toplamı: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5" name="TextBox 78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2026-04-12T23:20:24Z</dcterms:modified>
  <cp:revision>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