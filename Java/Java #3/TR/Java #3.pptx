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19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22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_rels/slideLayout35.xml.rels" ContentType="application/vnd.openxmlformats-package.relationships+xml"/>
  <Override PartName="/ppt/slideLayouts/_rels/slideLayout119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37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38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39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1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09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129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148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149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200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201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202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203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204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205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206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207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208.xml.rels" ContentType="application/vnd.openxmlformats-package.relationships+xml"/>
  <Override PartName="/ppt/slideLayouts/_rels/slideLayout158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159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210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211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212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213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214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215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216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217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218.xml.rels" ContentType="application/vnd.openxmlformats-package.relationships+xml"/>
  <Override PartName="/ppt/slideLayouts/_rels/slideLayout168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169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220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221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222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223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224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225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226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227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228.xml.rels" ContentType="application/vnd.openxmlformats-package.relationships+xml"/>
  <Override PartName="/ppt/slideLayouts/_rels/slideLayout178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179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230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231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232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233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234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235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236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237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238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07.xml.rels" ContentType="application/vnd.openxmlformats-package.relationships+xml"/>
  <Override PartName="/ppt/slideLayouts/_rels/slideLayout110.xml.rels" ContentType="application/vnd.openxmlformats-package.relationships+xml"/>
  <Override PartName="/ppt/slideLayouts/_rels/slideLayout111.xml.rels" ContentType="application/vnd.openxmlformats-package.relationships+xml"/>
  <Override PartName="/ppt/slideLayouts/_rels/slideLayout112.xml.rels" ContentType="application/vnd.openxmlformats-package.relationships+xml"/>
  <Override PartName="/ppt/slideLayouts/_rels/slideLayout113.xml.rels" ContentType="application/vnd.openxmlformats-package.relationships+xml"/>
  <Override PartName="/ppt/slideLayouts/_rels/slideLayout114.xml.rels" ContentType="application/vnd.openxmlformats-package.relationships+xml"/>
  <Override PartName="/ppt/slideLayouts/_rels/slideLayout115.xml.rels" ContentType="application/vnd.openxmlformats-package.relationships+xml"/>
  <Override PartName="/ppt/slideLayouts/_rels/slideLayout116.xml.rels" ContentType="application/vnd.openxmlformats-package.relationships+xml"/>
  <Override PartName="/ppt/slideLayouts/_rels/slideLayout117.xml.rels" ContentType="application/vnd.openxmlformats-package.relationships+xml"/>
  <Override PartName="/ppt/slideLayouts/_rels/slideLayout120.xml.rels" ContentType="application/vnd.openxmlformats-package.relationships+xml"/>
  <Override PartName="/ppt/slideLayouts/_rels/slideLayout121.xml.rels" ContentType="application/vnd.openxmlformats-package.relationships+xml"/>
  <Override PartName="/ppt/slideLayouts/_rels/slideLayout122.xml.rels" ContentType="application/vnd.openxmlformats-package.relationships+xml"/>
  <Override PartName="/ppt/slideLayouts/_rels/slideLayout123.xml.rels" ContentType="application/vnd.openxmlformats-package.relationships+xml"/>
  <Override PartName="/ppt/slideLayouts/_rels/slideLayout124.xml.rels" ContentType="application/vnd.openxmlformats-package.relationships+xml"/>
  <Override PartName="/ppt/slideLayouts/_rels/slideLayout125.xml.rels" ContentType="application/vnd.openxmlformats-package.relationships+xml"/>
  <Override PartName="/ppt/slideLayouts/_rels/slideLayout126.xml.rels" ContentType="application/vnd.openxmlformats-package.relationships+xml"/>
  <Override PartName="/ppt/slideLayouts/_rels/slideLayout127.xml.rels" ContentType="application/vnd.openxmlformats-package.relationships+xml"/>
  <Override PartName="/ppt/slideLayouts/_rels/slideLayout130.xml.rels" ContentType="application/vnd.openxmlformats-package.relationships+xml"/>
  <Override PartName="/ppt/slideLayouts/_rels/slideLayout131.xml.rels" ContentType="application/vnd.openxmlformats-package.relationships+xml"/>
  <Override PartName="/ppt/slideLayouts/_rels/slideLayout132.xml.rels" ContentType="application/vnd.openxmlformats-package.relationships+xml"/>
  <Override PartName="/ppt/slideLayouts/_rels/slideLayout133.xml.rels" ContentType="application/vnd.openxmlformats-package.relationships+xml"/>
  <Override PartName="/ppt/slideLayouts/_rels/slideLayout134.xml.rels" ContentType="application/vnd.openxmlformats-package.relationships+xml"/>
  <Override PartName="/ppt/slideLayouts/_rels/slideLayout135.xml.rels" ContentType="application/vnd.openxmlformats-package.relationships+xml"/>
  <Override PartName="/ppt/slideLayouts/_rels/slideLayout136.xml.rels" ContentType="application/vnd.openxmlformats-package.relationships+xml"/>
  <Override PartName="/ppt/slideLayouts/_rels/slideLayout140.xml.rels" ContentType="application/vnd.openxmlformats-package.relationships+xml"/>
  <Override PartName="/ppt/slideLayouts/_rels/slideLayout141.xml.rels" ContentType="application/vnd.openxmlformats-package.relationships+xml"/>
  <Override PartName="/ppt/slideLayouts/_rels/slideLayout142.xml.rels" ContentType="application/vnd.openxmlformats-package.relationships+xml"/>
  <Override PartName="/ppt/slideLayouts/_rels/slideLayout143.xml.rels" ContentType="application/vnd.openxmlformats-package.relationships+xml"/>
  <Override PartName="/ppt/slideLayouts/_rels/slideLayout144.xml.rels" ContentType="application/vnd.openxmlformats-package.relationships+xml"/>
  <Override PartName="/ppt/slideLayouts/_rels/slideLayout145.xml.rels" ContentType="application/vnd.openxmlformats-package.relationships+xml"/>
  <Override PartName="/ppt/slideLayouts/_rels/slideLayout146.xml.rels" ContentType="application/vnd.openxmlformats-package.relationships+xml"/>
  <Override PartName="/ppt/slideLayouts/_rels/slideLayout147.xml.rels" ContentType="application/vnd.openxmlformats-package.relationships+xml"/>
  <Override PartName="/ppt/slideLayouts/_rels/slideLayout150.xml.rels" ContentType="application/vnd.openxmlformats-package.relationships+xml"/>
  <Override PartName="/ppt/slideLayouts/_rels/slideLayout151.xml.rels" ContentType="application/vnd.openxmlformats-package.relationships+xml"/>
  <Override PartName="/ppt/slideLayouts/_rels/slideLayout152.xml.rels" ContentType="application/vnd.openxmlformats-package.relationships+xml"/>
  <Override PartName="/ppt/slideLayouts/_rels/slideLayout153.xml.rels" ContentType="application/vnd.openxmlformats-package.relationships+xml"/>
  <Override PartName="/ppt/slideLayouts/_rels/slideLayout154.xml.rels" ContentType="application/vnd.openxmlformats-package.relationships+xml"/>
  <Override PartName="/ppt/slideLayouts/_rels/slideLayout155.xml.rels" ContentType="application/vnd.openxmlformats-package.relationships+xml"/>
  <Override PartName="/ppt/slideLayouts/_rels/slideLayout156.xml.rels" ContentType="application/vnd.openxmlformats-package.relationships+xml"/>
  <Override PartName="/ppt/slideLayouts/_rels/slideLayout157.xml.rels" ContentType="application/vnd.openxmlformats-package.relationships+xml"/>
  <Override PartName="/ppt/slideLayouts/_rels/slideLayout160.xml.rels" ContentType="application/vnd.openxmlformats-package.relationships+xml"/>
  <Override PartName="/ppt/slideLayouts/_rels/slideLayout161.xml.rels" ContentType="application/vnd.openxmlformats-package.relationships+xml"/>
  <Override PartName="/ppt/slideLayouts/_rels/slideLayout162.xml.rels" ContentType="application/vnd.openxmlformats-package.relationships+xml"/>
  <Override PartName="/ppt/slideLayouts/_rels/slideLayout163.xml.rels" ContentType="application/vnd.openxmlformats-package.relationships+xml"/>
  <Override PartName="/ppt/slideLayouts/_rels/slideLayout164.xml.rels" ContentType="application/vnd.openxmlformats-package.relationships+xml"/>
  <Override PartName="/ppt/slideLayouts/_rels/slideLayout165.xml.rels" ContentType="application/vnd.openxmlformats-package.relationships+xml"/>
  <Override PartName="/ppt/slideLayouts/_rels/slideLayout166.xml.rels" ContentType="application/vnd.openxmlformats-package.relationships+xml"/>
  <Override PartName="/ppt/slideLayouts/_rels/slideLayout167.xml.rels" ContentType="application/vnd.openxmlformats-package.relationships+xml"/>
  <Override PartName="/ppt/slideLayouts/_rels/slideLayout170.xml.rels" ContentType="application/vnd.openxmlformats-package.relationships+xml"/>
  <Override PartName="/ppt/slideLayouts/_rels/slideLayout171.xml.rels" ContentType="application/vnd.openxmlformats-package.relationships+xml"/>
  <Override PartName="/ppt/slideLayouts/_rels/slideLayout172.xml.rels" ContentType="application/vnd.openxmlformats-package.relationships+xml"/>
  <Override PartName="/ppt/slideLayouts/_rels/slideLayout173.xml.rels" ContentType="application/vnd.openxmlformats-package.relationships+xml"/>
  <Override PartName="/ppt/slideLayouts/_rels/slideLayout174.xml.rels" ContentType="application/vnd.openxmlformats-package.relationships+xml"/>
  <Override PartName="/ppt/slideLayouts/_rels/slideLayout175.xml.rels" ContentType="application/vnd.openxmlformats-package.relationships+xml"/>
  <Override PartName="/ppt/slideLayouts/_rels/slideLayout176.xml.rels" ContentType="application/vnd.openxmlformats-package.relationships+xml"/>
  <Override PartName="/ppt/slideLayouts/_rels/slideLayout177.xml.rels" ContentType="application/vnd.openxmlformats-package.relationships+xml"/>
  <Override PartName="/ppt/slideLayouts/_rels/slideLayout180.xml.rels" ContentType="application/vnd.openxmlformats-package.relationships+xml"/>
  <Override PartName="/ppt/slideLayouts/_rels/slideLayout181.xml.rels" ContentType="application/vnd.openxmlformats-package.relationships+xml"/>
  <Override PartName="/ppt/slideLayouts/_rels/slideLayout182.xml.rels" ContentType="application/vnd.openxmlformats-package.relationships+xml"/>
  <Override PartName="/ppt/slideLayouts/_rels/slideLayout183.xml.rels" ContentType="application/vnd.openxmlformats-package.relationships+xml"/>
  <Override PartName="/ppt/slideLayouts/_rels/slideLayout184.xml.rels" ContentType="application/vnd.openxmlformats-package.relationships+xml"/>
  <Override PartName="/ppt/slideLayouts/_rels/slideLayout185.xml.rels" ContentType="application/vnd.openxmlformats-package.relationships+xml"/>
  <Override PartName="/ppt/slideLayouts/_rels/slideLayout186.xml.rels" ContentType="application/vnd.openxmlformats-package.relationships+xml"/>
  <Override PartName="/ppt/slideLayouts/_rels/slideLayout187.xml.rels" ContentType="application/vnd.openxmlformats-package.relationships+xml"/>
  <Override PartName="/ppt/slideLayouts/_rels/slideLayout188.xml.rels" ContentType="application/vnd.openxmlformats-package.relationships+xml"/>
  <Override PartName="/ppt/slideLayouts/_rels/slideLayout189.xml.rels" ContentType="application/vnd.openxmlformats-package.relationships+xml"/>
  <Override PartName="/ppt/slideLayouts/_rels/slideLayout190.xml.rels" ContentType="application/vnd.openxmlformats-package.relationships+xml"/>
  <Override PartName="/ppt/slideLayouts/_rels/slideLayout191.xml.rels" ContentType="application/vnd.openxmlformats-package.relationships+xml"/>
  <Override PartName="/ppt/slideLayouts/_rels/slideLayout192.xml.rels" ContentType="application/vnd.openxmlformats-package.relationships+xml"/>
  <Override PartName="/ppt/slideLayouts/_rels/slideLayout193.xml.rels" ContentType="application/vnd.openxmlformats-package.relationships+xml"/>
  <Override PartName="/ppt/slideLayouts/_rels/slideLayout194.xml.rels" ContentType="application/vnd.openxmlformats-package.relationships+xml"/>
  <Override PartName="/ppt/slideLayouts/_rels/slideLayout195.xml.rels" ContentType="application/vnd.openxmlformats-package.relationships+xml"/>
  <Override PartName="/ppt/slideLayouts/_rels/slideLayout196.xml.rels" ContentType="application/vnd.openxmlformats-package.relationships+xml"/>
  <Override PartName="/ppt/slideLayouts/_rels/slideLayout197.xml.rels" ContentType="application/vnd.openxmlformats-package.relationships+xml"/>
  <Override PartName="/ppt/slideLayouts/_rels/slideLayout198.xml.rels" ContentType="application/vnd.openxmlformats-package.relationships+xml"/>
  <Override PartName="/ppt/slideLayouts/_rels/slideLayout199.xml.rels" ContentType="application/vnd.openxmlformats-package.relationships+xml"/>
  <Override PartName="/ppt/slideLayouts/_rels/slideLayout209.xml.rels" ContentType="application/vnd.openxmlformats-package.relationships+xml"/>
  <Override PartName="/ppt/slideLayouts/_rels/slideLayout219.xml.rels" ContentType="application/vnd.openxmlformats-package.relationships+xml"/>
  <Override PartName="/ppt/slideLayouts/_rels/slideLayout229.xml.rels" ContentType="application/vnd.openxmlformats-package.relationships+xml"/>
  <Override PartName="/ppt/slideLayouts/_rels/slideLayout239.xml.rels" ContentType="application/vnd.openxmlformats-package.relationships+xml"/>
  <Override PartName="/ppt/slideLayouts/_rels/slideLayout240.xml.rels" ContentType="application/vnd.openxmlformats-package.relationships+xml"/>
  <Override PartName="/ppt/slideLayouts/_rels/slideLayout241.xml.rels" ContentType="application/vnd.openxmlformats-package.relationships+xml"/>
  <Override PartName="/ppt/slideLayouts/_rels/slideLayout242.xml.rels" ContentType="application/vnd.openxmlformats-package.relationships+xml"/>
  <Override PartName="/ppt/slideLayouts/_rels/slideLayout243.xml.rels" ContentType="application/vnd.openxmlformats-package.relationships+xml"/>
  <Override PartName="/ppt/slideLayouts/_rels/slideLayout244.xml.rels" ContentType="application/vnd.openxmlformats-package.relationships+xml"/>
  <Override PartName="/ppt/slideLayouts/_rels/slideLayout245.xml.rels" ContentType="application/vnd.openxmlformats-package.relationships+xml"/>
  <Override PartName="/ppt/slideLayouts/_rels/slideLayout246.xml.rels" ContentType="application/vnd.openxmlformats-package.relationships+xml"/>
  <Override PartName="/ppt/slideLayouts/_rels/slideLayout247.xml.rels" ContentType="application/vnd.openxmlformats-package.relationships+xml"/>
  <Override PartName="/ppt/slideLayouts/_rels/slideLayout248.xml.rels" ContentType="application/vnd.openxmlformats-package.relationships+xml"/>
  <Override PartName="/ppt/slideLayouts/_rels/slideLayout249.xml.rels" ContentType="application/vnd.openxmlformats-package.relationships+xml"/>
  <Override PartName="/ppt/slideLayouts/_rels/slideLayout250.xml.rels" ContentType="application/vnd.openxmlformats-package.relationships+xml"/>
  <Override PartName="/ppt/slideLayouts/_rels/slideLayout251.xml.rels" ContentType="application/vnd.openxmlformats-package.relationships+xml"/>
  <Override PartName="/ppt/slideLayouts/_rels/slideLayout252.xml.rels" ContentType="application/vnd.openxmlformats-package.relationships+xml"/>
  <Override PartName="/ppt/slideLayouts/_rels/slideLayout253.xml.rels" ContentType="application/vnd.openxmlformats-package.relationships+xml"/>
  <Override PartName="/ppt/slideLayouts/_rels/slideLayout254.xml.rels" ContentType="application/vnd.openxmlformats-package.relationships+xml"/>
  <Override PartName="/ppt/slideLayouts/_rels/slideLayout255.xml.rels" ContentType="application/vnd.openxmlformats-package.relationships+xml"/>
  <Override PartName="/ppt/slideLayouts/_rels/slideLayout256.xml.rels" ContentType="application/vnd.openxmlformats-package.relationships+xml"/>
  <Override PartName="/ppt/slideLayouts/_rels/slideLayout257.xml.rels" ContentType="application/vnd.openxmlformats-package.relationships+xml"/>
  <Override PartName="/ppt/slideLayouts/_rels/slideLayout258.xml.rels" ContentType="application/vnd.openxmlformats-package.relationships+xml"/>
  <Override PartName="/ppt/slideLayouts/_rels/slideLayout259.xml.rels" ContentType="application/vnd.openxmlformats-package.relationships+xml"/>
  <Override PartName="/ppt/slideLayouts/_rels/slideLayout260.xml.rels" ContentType="application/vnd.openxmlformats-package.relationships+xml"/>
  <Override PartName="/ppt/slideLayouts/_rels/slideLayout261.xml.rels" ContentType="application/vnd.openxmlformats-package.relationships+xml"/>
  <Override PartName="/ppt/slideLayouts/_rels/slideLayout262.xml.rels" ContentType="application/vnd.openxmlformats-package.relationships+xml"/>
  <Override PartName="/ppt/slideLayouts/_rels/slideLayout263.xml.rels" ContentType="application/vnd.openxmlformats-package.relationships+xml"/>
  <Override PartName="/ppt/slideLayouts/_rels/slideLayout264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slideLayouts/slideLayout230.xml" ContentType="application/vnd.openxmlformats-officedocument.presentationml.slideLayout+xml"/>
  <Override PartName="/ppt/slideLayouts/slideLayout231.xml" ContentType="application/vnd.openxmlformats-officedocument.presentationml.slideLayout+xml"/>
  <Override PartName="/ppt/slideLayouts/slideLayout232.xml" ContentType="application/vnd.openxmlformats-officedocument.presentationml.slideLayout+xml"/>
  <Override PartName="/ppt/slideLayouts/slideLayout233.xml" ContentType="application/vnd.openxmlformats-officedocument.presentationml.slideLayout+xml"/>
  <Override PartName="/ppt/slideLayouts/slideLayout234.xml" ContentType="application/vnd.openxmlformats-officedocument.presentationml.slideLayout+xml"/>
  <Override PartName="/ppt/slideLayouts/slideLayout235.xml" ContentType="application/vnd.openxmlformats-officedocument.presentationml.slideLayout+xml"/>
  <Override PartName="/ppt/slideLayouts/slideLayout236.xml" ContentType="application/vnd.openxmlformats-officedocument.presentationml.slideLayout+xml"/>
  <Override PartName="/ppt/slideLayouts/slideLayout237.xml" ContentType="application/vnd.openxmlformats-officedocument.presentationml.slideLayout+xml"/>
  <Override PartName="/ppt/slideLayouts/slideLayout238.xml" ContentType="application/vnd.openxmlformats-officedocument.presentationml.slideLayout+xml"/>
  <Override PartName="/ppt/slideLayouts/slideLayout239.xml" ContentType="application/vnd.openxmlformats-officedocument.presentationml.slideLayout+xml"/>
  <Override PartName="/ppt/slideLayouts/slideLayout240.xml" ContentType="application/vnd.openxmlformats-officedocument.presentationml.slideLayout+xml"/>
  <Override PartName="/ppt/slideLayouts/slideLayout241.xml" ContentType="application/vnd.openxmlformats-officedocument.presentationml.slideLayout+xml"/>
  <Override PartName="/ppt/slideLayouts/slideLayout242.xml" ContentType="application/vnd.openxmlformats-officedocument.presentationml.slideLayout+xml"/>
  <Override PartName="/ppt/slideLayouts/slideLayout243.xml" ContentType="application/vnd.openxmlformats-officedocument.presentationml.slideLayout+xml"/>
  <Override PartName="/ppt/slideLayouts/slideLayout244.xml" ContentType="application/vnd.openxmlformats-officedocument.presentationml.slideLayout+xml"/>
  <Override PartName="/ppt/slideLayouts/slideLayout245.xml" ContentType="application/vnd.openxmlformats-officedocument.presentationml.slideLayout+xml"/>
  <Override PartName="/ppt/slideLayouts/slideLayout246.xml" ContentType="application/vnd.openxmlformats-officedocument.presentationml.slideLayout+xml"/>
  <Override PartName="/ppt/slideLayouts/slideLayout247.xml" ContentType="application/vnd.openxmlformats-officedocument.presentationml.slideLayout+xml"/>
  <Override PartName="/ppt/slideLayouts/slideLayout248.xml" ContentType="application/vnd.openxmlformats-officedocument.presentationml.slideLayout+xml"/>
  <Override PartName="/ppt/slideLayouts/slideLayout249.xml" ContentType="application/vnd.openxmlformats-officedocument.presentationml.slideLayout+xml"/>
  <Override PartName="/ppt/slideLayouts/slideLayout250.xml" ContentType="application/vnd.openxmlformats-officedocument.presentationml.slideLayout+xml"/>
  <Override PartName="/ppt/slideLayouts/slideLayout251.xml" ContentType="application/vnd.openxmlformats-officedocument.presentationml.slideLayout+xml"/>
  <Override PartName="/ppt/slideLayouts/slideLayout252.xml" ContentType="application/vnd.openxmlformats-officedocument.presentationml.slideLayout+xml"/>
  <Override PartName="/ppt/slideLayouts/slideLayout253.xml" ContentType="application/vnd.openxmlformats-officedocument.presentationml.slideLayout+xml"/>
  <Override PartName="/ppt/slideLayouts/slideLayout254.xml" ContentType="application/vnd.openxmlformats-officedocument.presentationml.slideLayout+xml"/>
  <Override PartName="/ppt/slideLayouts/slideLayout255.xml" ContentType="application/vnd.openxmlformats-officedocument.presentationml.slideLayout+xml"/>
  <Override PartName="/ppt/slideLayouts/slideLayout256.xml" ContentType="application/vnd.openxmlformats-officedocument.presentationml.slideLayout+xml"/>
  <Override PartName="/ppt/slideLayouts/slideLayout257.xml" ContentType="application/vnd.openxmlformats-officedocument.presentationml.slideLayout+xml"/>
  <Override PartName="/ppt/slideLayouts/slideLayout258.xml" ContentType="application/vnd.openxmlformats-officedocument.presentationml.slideLayout+xml"/>
  <Override PartName="/ppt/slideLayouts/slideLayout259.xml" ContentType="application/vnd.openxmlformats-officedocument.presentationml.slideLayout+xml"/>
  <Override PartName="/ppt/slideLayouts/slideLayout260.xml" ContentType="application/vnd.openxmlformats-officedocument.presentationml.slideLayout+xml"/>
  <Override PartName="/ppt/slideLayouts/slideLayout261.xml" ContentType="application/vnd.openxmlformats-officedocument.presentationml.slideLayout+xml"/>
  <Override PartName="/ppt/slideLayouts/slideLayout262.xml" ContentType="application/vnd.openxmlformats-officedocument.presentationml.slideLayout+xml"/>
  <Override PartName="/ppt/slideLayouts/slideLayout263.xml" ContentType="application/vnd.openxmlformats-officedocument.presentationml.slideLayout+xml"/>
  <Override PartName="/ppt/slideLayouts/slideLayout264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  <p:sldMasterId id="2147483765" r:id="rId11"/>
    <p:sldMasterId id="2147483778" r:id="rId12"/>
    <p:sldMasterId id="2147483791" r:id="rId13"/>
    <p:sldMasterId id="2147483804" r:id="rId14"/>
    <p:sldMasterId id="2147483817" r:id="rId15"/>
    <p:sldMasterId id="2147483830" r:id="rId16"/>
    <p:sldMasterId id="2147483843" r:id="rId17"/>
    <p:sldMasterId id="2147483856" r:id="rId18"/>
    <p:sldMasterId id="2147483869" r:id="rId19"/>
    <p:sldMasterId id="2147483882" r:id="rId20"/>
    <p:sldMasterId id="2147483895" r:id="rId21"/>
    <p:sldMasterId id="2147483908" r:id="rId22"/>
    <p:sldMasterId id="2147483921" r:id="rId23"/>
  </p:sldMasterIdLst>
  <p:sldIdLst>
    <p:sldId id="256" r:id="rId24"/>
    <p:sldId id="257" r:id="rId25"/>
    <p:sldId id="258" r:id="rId26"/>
    <p:sldId id="259" r:id="rId27"/>
    <p:sldId id="260" r:id="rId28"/>
    <p:sldId id="261" r:id="rId29"/>
    <p:sldId id="262" r:id="rId30"/>
    <p:sldId id="263" r:id="rId31"/>
    <p:sldId id="264" r:id="rId32"/>
    <p:sldId id="265" r:id="rId33"/>
    <p:sldId id="266" r:id="rId34"/>
    <p:sldId id="267" r:id="rId35"/>
    <p:sldId id="268" r:id="rId36"/>
    <p:sldId id="269" r:id="rId37"/>
    <p:sldId id="270" r:id="rId38"/>
    <p:sldId id="271" r:id="rId39"/>
    <p:sldId id="272" r:id="rId40"/>
    <p:sldId id="273" r:id="rId41"/>
    <p:sldId id="274" r:id="rId42"/>
    <p:sldId id="275" r:id="rId43"/>
    <p:sldId id="276" r:id="rId44"/>
    <p:sldId id="277" r:id="rId45"/>
    <p:sldId id="278" r:id="rId46"/>
    <p:sldId id="279" r:id="rId47"/>
    <p:sldId id="280" r:id="rId48"/>
    <p:sldId id="281" r:id="rId49"/>
    <p:sldId id="282" r:id="rId50"/>
    <p:sldId id="283" r:id="rId51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" Target="slides/slide1.xml"/><Relationship Id="rId25" Type="http://schemas.openxmlformats.org/officeDocument/2006/relationships/slide" Target="slides/slide2.xml"/><Relationship Id="rId26" Type="http://schemas.openxmlformats.org/officeDocument/2006/relationships/slide" Target="slides/slide3.xml"/><Relationship Id="rId27" Type="http://schemas.openxmlformats.org/officeDocument/2006/relationships/slide" Target="slides/slide4.xml"/><Relationship Id="rId28" Type="http://schemas.openxmlformats.org/officeDocument/2006/relationships/slide" Target="slides/slide5.xml"/><Relationship Id="rId29" Type="http://schemas.openxmlformats.org/officeDocument/2006/relationships/slide" Target="slides/slide6.xml"/><Relationship Id="rId30" Type="http://schemas.openxmlformats.org/officeDocument/2006/relationships/slide" Target="slides/slide7.xml"/><Relationship Id="rId31" Type="http://schemas.openxmlformats.org/officeDocument/2006/relationships/slide" Target="slides/slide8.xml"/><Relationship Id="rId32" Type="http://schemas.openxmlformats.org/officeDocument/2006/relationships/slide" Target="slides/slide9.xml"/><Relationship Id="rId33" Type="http://schemas.openxmlformats.org/officeDocument/2006/relationships/slide" Target="slides/slide10.xml"/><Relationship Id="rId34" Type="http://schemas.openxmlformats.org/officeDocument/2006/relationships/slide" Target="slides/slide11.xml"/><Relationship Id="rId35" Type="http://schemas.openxmlformats.org/officeDocument/2006/relationships/slide" Target="slides/slide12.xml"/><Relationship Id="rId36" Type="http://schemas.openxmlformats.org/officeDocument/2006/relationships/slide" Target="slides/slide13.xml"/><Relationship Id="rId37" Type="http://schemas.openxmlformats.org/officeDocument/2006/relationships/slide" Target="slides/slide14.xml"/><Relationship Id="rId38" Type="http://schemas.openxmlformats.org/officeDocument/2006/relationships/slide" Target="slides/slide15.xml"/><Relationship Id="rId39" Type="http://schemas.openxmlformats.org/officeDocument/2006/relationships/slide" Target="slides/slide16.xml"/><Relationship Id="rId40" Type="http://schemas.openxmlformats.org/officeDocument/2006/relationships/slide" Target="slides/slide17.xml"/><Relationship Id="rId41" Type="http://schemas.openxmlformats.org/officeDocument/2006/relationships/slide" Target="slides/slide18.xml"/><Relationship Id="rId42" Type="http://schemas.openxmlformats.org/officeDocument/2006/relationships/slide" Target="slides/slide19.xml"/><Relationship Id="rId43" Type="http://schemas.openxmlformats.org/officeDocument/2006/relationships/slide" Target="slides/slide20.xml"/><Relationship Id="rId44" Type="http://schemas.openxmlformats.org/officeDocument/2006/relationships/slide" Target="slides/slide21.xml"/><Relationship Id="rId45" Type="http://schemas.openxmlformats.org/officeDocument/2006/relationships/slide" Target="slides/slide22.xml"/><Relationship Id="rId46" Type="http://schemas.openxmlformats.org/officeDocument/2006/relationships/slide" Target="slides/slide23.xml"/><Relationship Id="rId47" Type="http://schemas.openxmlformats.org/officeDocument/2006/relationships/slide" Target="slides/slide24.xml"/><Relationship Id="rId48" Type="http://schemas.openxmlformats.org/officeDocument/2006/relationships/slide" Target="slides/slide25.xml"/><Relationship Id="rId49" Type="http://schemas.openxmlformats.org/officeDocument/2006/relationships/slide" Target="slides/slide26.xml"/><Relationship Id="rId50" Type="http://schemas.openxmlformats.org/officeDocument/2006/relationships/slide" Target="slides/slide27.xml"/><Relationship Id="rId51" Type="http://schemas.openxmlformats.org/officeDocument/2006/relationships/slide" Target="slides/slide28.xml"/><Relationship Id="rId5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A14FBB1-F428-45B8-94B0-66E82DD394A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12AE149-8BF1-43A2-BA32-6CE096581B6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CFE8960-0F52-43BA-9AB0-1FD7DD2FC75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923B18D-7994-4DCB-9959-25656148C71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EB42FEB-9382-4ABD-8C36-D0F0CB83037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747A863-41A3-42B9-B38B-379E22F331B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6889072-F95D-4749-87B7-DDABA9445F1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51BFFED-A0B1-449F-A092-C07457B7B33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6A681EA-2BE5-4022-B482-E1C809FA5C2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254C30B-148E-4A21-BDB6-46E28964CC4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C61DDF2-B779-4FE7-84CE-7AB3841769A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80865D9-AA35-4615-A916-269ACA6A762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CC15977-77E6-4162-A24F-231FB36A6D0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91DCC82-AFE4-400E-9EC4-C42596A82D2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518D7EA-A636-4271-92D3-D724153EC10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95F2FFA-18D2-4CFB-B28C-D6BCB175091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0A4A023-0005-4384-AEF6-6BBC467CB19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2CB5C54-B46A-443A-9776-3202785DDC9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B91A545-356E-4DDD-BC7C-B9E66E19CB9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A60BCA3-5E90-428B-B187-3D49026C687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7DA59D3-6941-4B0F-B98A-91A2BA8576A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0B96A58-9C78-46CC-9D89-2D3E3598492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BD60055-2C80-4DFC-B50F-79A954B567B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FF31F98-06CE-4ECB-85D8-0FCF828B624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9A22520-D5FF-4B56-B3C0-0481C1BB89C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717E95C-2602-4B85-BDEB-28D67CC02B4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1308A87-76DA-491B-9825-483D7270899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58C1EF4-E30C-41D5-AF13-2729911C65E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BECBF17-80B7-4E72-82DE-936BBCD2852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D91FE0C-539B-40B2-BD44-8FE40B39BB3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777C6A8-95C8-4348-8B10-F2F86FA84C5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30939E8-86C4-47F5-9F37-A13BCEDC7D6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766389B-E231-4E2E-BB7C-74315CD751B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D40DEC3-5079-4883-86FE-17596B85CEB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0B4FA70-1C87-4D99-8313-8391F8CF03F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3903706-8C77-4254-832E-1CE34C04272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0FF5669-228E-41B0-A14D-4B673C39B98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E2547A0-69C0-4DA1-9C16-6779B234C7E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5CAD1DB-36A6-4F48-BBD3-6AEB5CDBEBF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44691D7-5CFB-4D29-9FEE-3641B42B918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A1CD007-7D9F-4805-957C-662C65A6427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198543D-7C15-4941-BCA7-9967F8BB9FF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F9F25E1-20F7-4BE1-9D60-21B2D4E72D2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01F8DD9-79E0-4067-9509-CE91C6BEB0E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DEFB822-2173-496C-B31D-B595B2A2520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8FC8645-D1DF-4B7C-9D84-1956679D743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BEA3430-21BA-41FD-9713-1F0104C835A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9D1F647-FF5C-43E1-9675-37B105A1409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CABB4A2-7BD7-4AE8-92FF-232A1188E1A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C4C7798-A0BC-44F4-95CD-BA4641CC7D3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8FC442C-CCA5-45BB-93F7-B7497E676C3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7CCD4D2-AC8F-4FB0-8596-771678678A3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8E25A71-61B7-4449-88D1-F9CBFF63906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6CCABCD-61BF-411F-AFB7-AEAF7621A00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DF77F7C-F1D7-4086-A23E-57DAF2714FE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0EEC57F-0ED3-4D7E-A536-1DB5A7ADEC2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F73A45A-69FB-42F1-A6E9-34629ED2DEA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2B97D92-6C67-4AAF-86AF-7235E56CECC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82DF3D4-C514-4524-BA5A-F60064D7615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58E79F3-E241-4E91-A45F-6927A7642F4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C25E82D-34A0-4CB3-BEA9-76E4B5E6BB8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4940C5F-E1EE-4D48-9269-017295D4F07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0EFF648-662A-4E3B-B583-47FF67C719E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22955B3-62A6-4E12-8D85-BAFC0F72822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6A60A4E-B1A2-4551-A1B3-1381B1F7B7B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BC6FB7D-54CD-49EF-B6D4-3514B834DF2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5D2B51B-95AE-431A-8681-8200D985EF3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5381385-0C2D-4EB1-9DC3-D43C591CA58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76CA2E1-3AA7-4341-9658-46E9CFDA764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03F3830-7996-441C-83E2-174D201BF1D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AF37D91-A7BB-4724-929B-BFBBD9F97F3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F9CDF98-F80E-4372-9A50-7CEF1DC59D9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35C5F3A-AB17-453B-A74A-1B1340E1331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FC87F12-7B8E-47AA-AA78-0C14D0AD969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F879889-C796-4AD3-A083-E1C453931F0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688D40A-96CC-4145-8ACE-135E1C1F95E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EBF9089-E5BE-4C6D-82BE-85CECC6EC29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0770561-6505-4643-9D18-DBA6BE783BE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10DD710-B1D2-45FA-9CE8-3875DDBF4B2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DF837E1-5591-42F4-949C-099353BB833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40FC2BD-6712-47FA-9882-A3186567C90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09174F2-CD41-4F58-9EC9-B4B6F391A53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96ED2B2-F0D6-4E35-852D-ECCC38244E2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378E611-EC76-4DA0-B720-466E3BDBC84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C5B2127-6310-4530-B90D-6F0D647990D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44100B0F-5165-471D-9271-6FF12FA5F68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3A937BF-A1DC-474E-911E-0F01C212CEF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F1B1346-0334-4C6B-8B8D-1E1961D086B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72032E7-9AED-4833-B01C-D5FE227AAD1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7BE83AB-641A-42C0-9970-CA99AB7BF43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8042998-01C0-49C3-9439-CD0468E340D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46797100-7B8A-46E9-B543-7D086831777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5F8ADD88-00AD-42E3-8E89-88CA04649FA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2A21B3A-35BF-46C7-B1C9-B294BDAFDBC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481D8070-C615-43EC-AFC0-8A3CF7F32E8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FF15103-6121-4B8C-8BA3-BF79F7767C8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FCF55659-E077-453F-975C-2D87C6B0817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7EA658F1-8EDD-4C7E-86EE-CA9C07D09CA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A05034D-09C6-4B5B-B5AF-7CDB7288FFC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F2BE6FB3-44CE-4387-8E8F-BE7E43191DC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D44AEE3F-2B08-45F0-8707-1606C0A637B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F89505CF-5898-4123-B2C7-C939A1FFCC6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852C527F-9F38-446C-AD24-E3523E8AEB2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FD5A2E95-267A-480E-8E73-B5236BE3A84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5AD24EF-0A93-4833-940D-F7B5DA16464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84FEFB52-1198-4768-BC00-60B2F633433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3EC36E6-9196-4E79-870C-7ADB83D3EC5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25DDE16-4C6F-42C0-9F69-AD8FA393334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07839BB6-C18F-4B0D-8E46-D434CBB979D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8B6800B-68D5-4A53-8F7F-4ADBDAD20AA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A89C5D18-AE66-447C-BFF1-A17BA0108C0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DB8C59D-7E34-4648-8750-1EF4E32F6BB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435B4D28-57E5-4DE5-A1C7-2B21027E2C1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7C5D08BE-CEC5-432E-A07D-69CAD866D0C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4DB4DBC1-E8D7-44B5-B0DD-C71431BFBBE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64A70135-EEA5-429F-AE6B-6C76361E2D1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8ADF275-0BBA-479C-A32B-176CBCAADF8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764B0E44-7648-4A23-8044-471E571EB8A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048CC172-CD54-4519-9C68-9C39BEBE2A7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49BBE9DD-023E-402A-9932-0D4EBDE60B5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B2BB991E-AAB2-45D2-AEF3-E88858B995B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1E87069A-9195-4270-852E-A37262C6647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D964D43D-19E4-481B-BA86-8406F039912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63EE1831-472A-44FA-A9AC-4F504F5BDD4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812E53DE-D27F-4592-8520-CEE21A14DDC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052663E5-AA03-4599-9564-1C67A6F0AB3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DB0C0AFB-6393-4A98-9B40-CC769CCCD3C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CD8B3110-9141-46D7-BB24-9ACE5A33070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4ADEE198-84D5-47D1-BE53-5B830EEF6AA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8ABF8737-7E5D-4FCE-9DD8-CE9CEEA88C5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CBC66C52-0C12-477A-9318-270FD5CBE62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D79301AA-46BA-460A-9028-0FAA631315E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07F56551-0E07-4D86-BCE9-F95D7ADF7B2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3A5FB078-6F88-47C5-8DA7-9499D0C4DD3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D0AA19B6-05EE-4AB1-9E02-B6F9CAA739B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79F0CC19-84F8-4F4F-BFD1-683B8C09BF0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E01417D0-E5FF-42C1-9E5F-74E2DA8C0C3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54A0088E-1984-414F-BC31-30FE259D2FB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19901E33-1500-44E4-A839-1F51A64ACB5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E0329559-A69E-4039-88C3-3E37369012B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97DF85F1-682A-4CDE-AEBA-26EA8A56934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92CE9160-3DDA-40A3-B8E6-E1333ABAF07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D91424AC-6645-4ADC-87A5-DB76C87723A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DFC13A5F-CA9B-4904-8564-112D7F08D4B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F049EAA9-1390-4BCF-B89A-EFFFA457995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47ED64E4-CE30-4F52-A479-E694A74E650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E8C75EE9-CD1E-474C-A2D7-5EDC0F81908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E21E697E-4A3F-46A7-A404-77D0B6A5599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A3E1981C-B5C9-4A52-BABE-2647BF533F6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3294BE32-47D9-4CF5-B2A0-480C9507B9D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C66BE35D-F52F-48B3-9D4B-FA4B216DB7B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55AE21E7-1E60-4252-B05F-2AF6548287B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68276D4E-C4D2-4239-B560-41D2C3C9388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54A25D35-9617-47C1-A4A7-AE2BE5CA8AB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55945456-1CB6-4DE7-99D4-46B3A8F6809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0B9C0764-0D7F-49F2-88EB-DD5F3F86B0E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EF2376EF-73A6-4DFA-A9E8-45A02694C47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E33F919C-DA51-4B32-A882-D9DD4090BBE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D00AC403-8D61-4DB6-8863-9470166B948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0F969413-3DD7-4733-87F5-6195CFFD619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AC2D856F-AA4C-4EB1-AFF0-FF95D03F704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8ED3D7C2-945F-4E64-87CA-DA9724D6A14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369B146F-E1FF-4A07-9751-7AA4E50E279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8C6E68E3-B81A-4AED-BACF-BBA78FCC4BE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600EB352-7C4B-4781-A7F6-0B6EAC584D3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DCBA31F8-43E8-49D4-BDB4-49C609A4F16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38E299F1-213C-4853-BD87-7A8A0CD6C55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ED1B361D-CFD5-4DAE-B5F3-B6A9D7A326B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08071FDA-9437-4403-8360-CEDCBEBB76A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180D40D4-D84B-4B40-B453-93DA6BF95A5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42D60B22-280C-4993-97EA-7D8E88C0728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896C1BBA-0F88-4505-86E8-F15DD8FB55C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44497B4E-EB93-4F0E-97B1-9FF5E773C02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BDD1D0C8-E223-463D-BF80-E5A98793FD5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E9E33E20-E12B-4663-ADE3-71B732EBDE6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AB6401F0-1556-48BE-B9EE-C7EBBBFE0EE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67A057B7-A256-4773-B94F-57EDEF799AC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49E06B5D-492B-4C1D-8455-719D21B5114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AD66D607-FB50-46CF-9CFF-5A884064DD0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F0BF9F56-0887-4C7B-8404-015C62FBDB2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D0453384-8A88-471B-9226-32B9C83333E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15F1595E-8BCD-4881-8128-1064E102393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F17EAE07-92B2-45A1-B015-C7085EE91A5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5DD44598-0980-4DA6-B81C-14378893F34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D913701C-05B7-4ACF-8A23-86F5652431C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4BD1DE06-973E-4F3C-ADE5-344B5267944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11D7E118-B6B9-4D06-B2F2-1EE83495119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A21BD444-A974-48F0-99EE-D7C0C2E2D70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9A31FA80-7890-4A70-90FB-697C37F0C61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AB7277E0-971F-412D-9777-56DAF228CBF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FB00D80E-F184-4756-B420-16160423266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CBD66807-4E44-4684-AFD1-C41A94301C6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E0ABC8BF-F7C1-496E-B919-3F6BA989B97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A3F00CFF-F68F-4313-81AF-40990CEEAD1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D80A39A8-1DD5-4B7B-A3E3-B2901846AB5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558FB889-F33A-471A-9000-20B5D60D0E6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0A861B4B-3CE3-47B2-8BE4-0FAD2DEC91E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4C0DD631-F6D7-4B87-B188-21DA0A718A4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17438244-DB03-4AAF-A7A5-410279BB9F0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A4734724-BE95-4EDE-80C0-EC6BAB31F5E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D1A2998C-72AC-4CBE-BAB6-ADD9356449C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24AD9312-FB98-47E9-A4CA-70A2307D3CE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33902902-F030-4620-8864-EBDAF4C1359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B8BE38BC-574A-4805-BAE4-FF93D9F6BE8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7DBF8A37-D9CC-4AB3-8F5F-BC99436705A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59CEA701-A683-44A2-9F95-78296C02219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C0D7F941-FD0E-4E82-8E61-67E538FD6F8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B2C0C5B6-2D26-426C-BEC3-B325ECA3583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3BD2F426-05E3-475C-AC62-8B70C4D5C10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77EB9324-05F9-4E9F-A3DF-457B19582B9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FF9E222D-4F73-4BDE-9302-D870E0B0A0A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1AEC3A90-31DD-4FDC-9736-F8839CCA139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71890356-98BB-4734-996E-F877152A71E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78148679-906C-4757-BB37-703F85C00CB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EA7E3221-E7FF-4A2C-B74D-E5E1860FF61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D8FEEF48-BE61-42E6-A700-99BAFE5BEF9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068861E7-25DC-4E63-8D03-7D91C8D1B4B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69D3EED7-55A1-4AAE-953B-0710855C32F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9C1D05D6-0023-4390-8C0E-2CB02DB3B26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D3420426-BECF-4E7B-94D7-C4057DF5099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63C0B815-8434-4207-A85D-F8BC29DE62B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42B4D066-47F4-4876-BB25-082D7720869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4AC6B34C-6B46-41BA-B8B5-FD908EDD820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936D4724-4882-4B75-8848-4FCD326D668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5B8BC728-3C34-4F41-A6D0-CADCB60FB1F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EF9F8CE0-31FA-4157-A1C3-29285842610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1C43C003-9C4E-4B03-A672-CA6A6C39D0D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616520E1-1D1C-4EF7-B2D6-14BF6ECC8A4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B150F360-729F-4B17-97BA-A695E29E47A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F9BA5019-91C0-4D86-BB18-4726CEB73B3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D146A272-B6C6-43D6-905A-D3FD5207EBD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8E03E535-86FA-4056-AE19-78285D97AF8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2B2285DB-E570-4865-863D-7B5AC0221E6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D9DB96DE-9133-417B-9D59-CF9326144B8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017C828F-0797-42AC-A822-AA3E4A82109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C169265D-25BD-4A14-9642-9AD046A2C56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47B7FE6F-C34F-40BA-9D1D-FDE60A6D83A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5DE31F7A-25C9-448C-BAE2-A91FC4DC406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7E2E1076-49F5-4FCD-A23A-4CCC0646F19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407DFE7E-7EC9-4E8F-886B-94E0E9B2BD1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538A6669-D4E3-4D10-90E2-8F2E550AE03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EE5963CF-2C0D-4DCC-B6BD-1B74B8E747C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3D985B50-63AC-47A0-9867-56DBECEF90F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00A45FA7-ACEE-4448-AFD6-3271029FF3A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BBE5F931-A823-4E45-9503-13C041648C0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020973C9-7DB1-46A8-AFD2-73A35E9B2AA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CDF68F10-A683-42B4-8167-70C280E2F3E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22936F33-2CF4-425D-B540-4F646E90928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6C972AF3-FF31-42D5-8742-FEB4F429BFA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90F39AEA-D732-4E08-8C51-650ADE1911F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0DA16357-8245-46E7-A7D4-21212C3F90A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612FF4A6-2598-46E5-9230-362F0B4BB2F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06.xml"/><Relationship Id="rId12" Type="http://schemas.openxmlformats.org/officeDocument/2006/relationships/slideLayout" Target="../slideLayouts/slideLayout107.xml"/><Relationship Id="rId13" Type="http://schemas.openxmlformats.org/officeDocument/2006/relationships/slideLayout" Target="../slideLayouts/slideLayout108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9.xml"/><Relationship Id="rId3" Type="http://schemas.openxmlformats.org/officeDocument/2006/relationships/slideLayout" Target="../slideLayouts/slideLayout110.xml"/><Relationship Id="rId4" Type="http://schemas.openxmlformats.org/officeDocument/2006/relationships/slideLayout" Target="../slideLayouts/slideLayout111.xml"/><Relationship Id="rId5" Type="http://schemas.openxmlformats.org/officeDocument/2006/relationships/slideLayout" Target="../slideLayouts/slideLayout112.xml"/><Relationship Id="rId6" Type="http://schemas.openxmlformats.org/officeDocument/2006/relationships/slideLayout" Target="../slideLayouts/slideLayout113.xml"/><Relationship Id="rId7" Type="http://schemas.openxmlformats.org/officeDocument/2006/relationships/slideLayout" Target="../slideLayouts/slideLayout114.xml"/><Relationship Id="rId8" Type="http://schemas.openxmlformats.org/officeDocument/2006/relationships/slideLayout" Target="../slideLayouts/slideLayout115.xml"/><Relationship Id="rId9" Type="http://schemas.openxmlformats.org/officeDocument/2006/relationships/slideLayout" Target="../slideLayouts/slideLayout116.xml"/><Relationship Id="rId10" Type="http://schemas.openxmlformats.org/officeDocument/2006/relationships/slideLayout" Target="../slideLayouts/slideLayout117.xml"/><Relationship Id="rId11" Type="http://schemas.openxmlformats.org/officeDocument/2006/relationships/slideLayout" Target="../slideLayouts/slideLayout118.xml"/><Relationship Id="rId12" Type="http://schemas.openxmlformats.org/officeDocument/2006/relationships/slideLayout" Target="../slideLayouts/slideLayout119.xml"/><Relationship Id="rId13" Type="http://schemas.openxmlformats.org/officeDocument/2006/relationships/slideLayout" Target="../slideLayouts/slideLayout12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21.xml"/><Relationship Id="rId3" Type="http://schemas.openxmlformats.org/officeDocument/2006/relationships/slideLayout" Target="../slideLayouts/slideLayout122.xml"/><Relationship Id="rId4" Type="http://schemas.openxmlformats.org/officeDocument/2006/relationships/slideLayout" Target="../slideLayouts/slideLayout123.xml"/><Relationship Id="rId5" Type="http://schemas.openxmlformats.org/officeDocument/2006/relationships/slideLayout" Target="../slideLayouts/slideLayout124.xml"/><Relationship Id="rId6" Type="http://schemas.openxmlformats.org/officeDocument/2006/relationships/slideLayout" Target="../slideLayouts/slideLayout125.xml"/><Relationship Id="rId7" Type="http://schemas.openxmlformats.org/officeDocument/2006/relationships/slideLayout" Target="../slideLayouts/slideLayout126.xml"/><Relationship Id="rId8" Type="http://schemas.openxmlformats.org/officeDocument/2006/relationships/slideLayout" Target="../slideLayouts/slideLayout127.xml"/><Relationship Id="rId9" Type="http://schemas.openxmlformats.org/officeDocument/2006/relationships/slideLayout" Target="../slideLayouts/slideLayout128.xml"/><Relationship Id="rId10" Type="http://schemas.openxmlformats.org/officeDocument/2006/relationships/slideLayout" Target="../slideLayouts/slideLayout129.xml"/><Relationship Id="rId11" Type="http://schemas.openxmlformats.org/officeDocument/2006/relationships/slideLayout" Target="../slideLayouts/slideLayout130.xml"/><Relationship Id="rId12" Type="http://schemas.openxmlformats.org/officeDocument/2006/relationships/slideLayout" Target="../slideLayouts/slideLayout131.xml"/><Relationship Id="rId13" Type="http://schemas.openxmlformats.org/officeDocument/2006/relationships/slideLayout" Target="../slideLayouts/slideLayout132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33.xml"/><Relationship Id="rId3" Type="http://schemas.openxmlformats.org/officeDocument/2006/relationships/slideLayout" Target="../slideLayouts/slideLayout134.xml"/><Relationship Id="rId4" Type="http://schemas.openxmlformats.org/officeDocument/2006/relationships/slideLayout" Target="../slideLayouts/slideLayout135.xml"/><Relationship Id="rId5" Type="http://schemas.openxmlformats.org/officeDocument/2006/relationships/slideLayout" Target="../slideLayouts/slideLayout136.xml"/><Relationship Id="rId6" Type="http://schemas.openxmlformats.org/officeDocument/2006/relationships/slideLayout" Target="../slideLayouts/slideLayout137.xml"/><Relationship Id="rId7" Type="http://schemas.openxmlformats.org/officeDocument/2006/relationships/slideLayout" Target="../slideLayouts/slideLayout138.xml"/><Relationship Id="rId8" Type="http://schemas.openxmlformats.org/officeDocument/2006/relationships/slideLayout" Target="../slideLayouts/slideLayout139.xml"/><Relationship Id="rId9" Type="http://schemas.openxmlformats.org/officeDocument/2006/relationships/slideLayout" Target="../slideLayouts/slideLayout140.xml"/><Relationship Id="rId10" Type="http://schemas.openxmlformats.org/officeDocument/2006/relationships/slideLayout" Target="../slideLayouts/slideLayout141.xml"/><Relationship Id="rId11" Type="http://schemas.openxmlformats.org/officeDocument/2006/relationships/slideLayout" Target="../slideLayouts/slideLayout142.xml"/><Relationship Id="rId12" Type="http://schemas.openxmlformats.org/officeDocument/2006/relationships/slideLayout" Target="../slideLayouts/slideLayout143.xml"/><Relationship Id="rId13" Type="http://schemas.openxmlformats.org/officeDocument/2006/relationships/slideLayout" Target="../slideLayouts/slideLayout144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45.xml"/><Relationship Id="rId3" Type="http://schemas.openxmlformats.org/officeDocument/2006/relationships/slideLayout" Target="../slideLayouts/slideLayout146.xml"/><Relationship Id="rId4" Type="http://schemas.openxmlformats.org/officeDocument/2006/relationships/slideLayout" Target="../slideLayouts/slideLayout147.xml"/><Relationship Id="rId5" Type="http://schemas.openxmlformats.org/officeDocument/2006/relationships/slideLayout" Target="../slideLayouts/slideLayout148.xml"/><Relationship Id="rId6" Type="http://schemas.openxmlformats.org/officeDocument/2006/relationships/slideLayout" Target="../slideLayouts/slideLayout149.xml"/><Relationship Id="rId7" Type="http://schemas.openxmlformats.org/officeDocument/2006/relationships/slideLayout" Target="../slideLayouts/slideLayout150.xml"/><Relationship Id="rId8" Type="http://schemas.openxmlformats.org/officeDocument/2006/relationships/slideLayout" Target="../slideLayouts/slideLayout151.xml"/><Relationship Id="rId9" Type="http://schemas.openxmlformats.org/officeDocument/2006/relationships/slideLayout" Target="../slideLayouts/slideLayout152.xml"/><Relationship Id="rId10" Type="http://schemas.openxmlformats.org/officeDocument/2006/relationships/slideLayout" Target="../slideLayouts/slideLayout153.xml"/><Relationship Id="rId11" Type="http://schemas.openxmlformats.org/officeDocument/2006/relationships/slideLayout" Target="../slideLayouts/slideLayout154.xml"/><Relationship Id="rId12" Type="http://schemas.openxmlformats.org/officeDocument/2006/relationships/slideLayout" Target="../slideLayouts/slideLayout155.xml"/><Relationship Id="rId13" Type="http://schemas.openxmlformats.org/officeDocument/2006/relationships/slideLayout" Target="../slideLayouts/slideLayout156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57.xml"/><Relationship Id="rId3" Type="http://schemas.openxmlformats.org/officeDocument/2006/relationships/slideLayout" Target="../slideLayouts/slideLayout158.xml"/><Relationship Id="rId4" Type="http://schemas.openxmlformats.org/officeDocument/2006/relationships/slideLayout" Target="../slideLayouts/slideLayout159.xml"/><Relationship Id="rId5" Type="http://schemas.openxmlformats.org/officeDocument/2006/relationships/slideLayout" Target="../slideLayouts/slideLayout160.xml"/><Relationship Id="rId6" Type="http://schemas.openxmlformats.org/officeDocument/2006/relationships/slideLayout" Target="../slideLayouts/slideLayout161.xml"/><Relationship Id="rId7" Type="http://schemas.openxmlformats.org/officeDocument/2006/relationships/slideLayout" Target="../slideLayouts/slideLayout162.xml"/><Relationship Id="rId8" Type="http://schemas.openxmlformats.org/officeDocument/2006/relationships/slideLayout" Target="../slideLayouts/slideLayout163.xml"/><Relationship Id="rId9" Type="http://schemas.openxmlformats.org/officeDocument/2006/relationships/slideLayout" Target="../slideLayouts/slideLayout164.xml"/><Relationship Id="rId10" Type="http://schemas.openxmlformats.org/officeDocument/2006/relationships/slideLayout" Target="../slideLayouts/slideLayout165.xml"/><Relationship Id="rId11" Type="http://schemas.openxmlformats.org/officeDocument/2006/relationships/slideLayout" Target="../slideLayouts/slideLayout166.xml"/><Relationship Id="rId12" Type="http://schemas.openxmlformats.org/officeDocument/2006/relationships/slideLayout" Target="../slideLayouts/slideLayout167.xml"/><Relationship Id="rId13" Type="http://schemas.openxmlformats.org/officeDocument/2006/relationships/slideLayout" Target="../slideLayouts/slideLayout168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69.xml"/><Relationship Id="rId3" Type="http://schemas.openxmlformats.org/officeDocument/2006/relationships/slideLayout" Target="../slideLayouts/slideLayout170.xml"/><Relationship Id="rId4" Type="http://schemas.openxmlformats.org/officeDocument/2006/relationships/slideLayout" Target="../slideLayouts/slideLayout171.xml"/><Relationship Id="rId5" Type="http://schemas.openxmlformats.org/officeDocument/2006/relationships/slideLayout" Target="../slideLayouts/slideLayout172.xml"/><Relationship Id="rId6" Type="http://schemas.openxmlformats.org/officeDocument/2006/relationships/slideLayout" Target="../slideLayouts/slideLayout173.xml"/><Relationship Id="rId7" Type="http://schemas.openxmlformats.org/officeDocument/2006/relationships/slideLayout" Target="../slideLayouts/slideLayout174.xml"/><Relationship Id="rId8" Type="http://schemas.openxmlformats.org/officeDocument/2006/relationships/slideLayout" Target="../slideLayouts/slideLayout175.xml"/><Relationship Id="rId9" Type="http://schemas.openxmlformats.org/officeDocument/2006/relationships/slideLayout" Target="../slideLayouts/slideLayout176.xml"/><Relationship Id="rId10" Type="http://schemas.openxmlformats.org/officeDocument/2006/relationships/slideLayout" Target="../slideLayouts/slideLayout177.xml"/><Relationship Id="rId11" Type="http://schemas.openxmlformats.org/officeDocument/2006/relationships/slideLayout" Target="../slideLayouts/slideLayout178.xml"/><Relationship Id="rId12" Type="http://schemas.openxmlformats.org/officeDocument/2006/relationships/slideLayout" Target="../slideLayouts/slideLayout179.xml"/><Relationship Id="rId13" Type="http://schemas.openxmlformats.org/officeDocument/2006/relationships/slideLayout" Target="../slideLayouts/slideLayout180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81.xml"/><Relationship Id="rId3" Type="http://schemas.openxmlformats.org/officeDocument/2006/relationships/slideLayout" Target="../slideLayouts/slideLayout182.xml"/><Relationship Id="rId4" Type="http://schemas.openxmlformats.org/officeDocument/2006/relationships/slideLayout" Target="../slideLayouts/slideLayout183.xml"/><Relationship Id="rId5" Type="http://schemas.openxmlformats.org/officeDocument/2006/relationships/slideLayout" Target="../slideLayouts/slideLayout184.xml"/><Relationship Id="rId6" Type="http://schemas.openxmlformats.org/officeDocument/2006/relationships/slideLayout" Target="../slideLayouts/slideLayout185.xml"/><Relationship Id="rId7" Type="http://schemas.openxmlformats.org/officeDocument/2006/relationships/slideLayout" Target="../slideLayouts/slideLayout186.xml"/><Relationship Id="rId8" Type="http://schemas.openxmlformats.org/officeDocument/2006/relationships/slideLayout" Target="../slideLayouts/slideLayout187.xml"/><Relationship Id="rId9" Type="http://schemas.openxmlformats.org/officeDocument/2006/relationships/slideLayout" Target="../slideLayouts/slideLayout188.xml"/><Relationship Id="rId10" Type="http://schemas.openxmlformats.org/officeDocument/2006/relationships/slideLayout" Target="../slideLayouts/slideLayout189.xml"/><Relationship Id="rId11" Type="http://schemas.openxmlformats.org/officeDocument/2006/relationships/slideLayout" Target="../slideLayouts/slideLayout190.xml"/><Relationship Id="rId12" Type="http://schemas.openxmlformats.org/officeDocument/2006/relationships/slideLayout" Target="../slideLayouts/slideLayout191.xml"/><Relationship Id="rId13" Type="http://schemas.openxmlformats.org/officeDocument/2006/relationships/slideLayout" Target="../slideLayouts/slideLayout192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93.xml"/><Relationship Id="rId3" Type="http://schemas.openxmlformats.org/officeDocument/2006/relationships/slideLayout" Target="../slideLayouts/slideLayout194.xml"/><Relationship Id="rId4" Type="http://schemas.openxmlformats.org/officeDocument/2006/relationships/slideLayout" Target="../slideLayouts/slideLayout195.xml"/><Relationship Id="rId5" Type="http://schemas.openxmlformats.org/officeDocument/2006/relationships/slideLayout" Target="../slideLayouts/slideLayout196.xml"/><Relationship Id="rId6" Type="http://schemas.openxmlformats.org/officeDocument/2006/relationships/slideLayout" Target="../slideLayouts/slideLayout197.xml"/><Relationship Id="rId7" Type="http://schemas.openxmlformats.org/officeDocument/2006/relationships/slideLayout" Target="../slideLayouts/slideLayout198.xml"/><Relationship Id="rId8" Type="http://schemas.openxmlformats.org/officeDocument/2006/relationships/slideLayout" Target="../slideLayouts/slideLayout199.xml"/><Relationship Id="rId9" Type="http://schemas.openxmlformats.org/officeDocument/2006/relationships/slideLayout" Target="../slideLayouts/slideLayout200.xml"/><Relationship Id="rId10" Type="http://schemas.openxmlformats.org/officeDocument/2006/relationships/slideLayout" Target="../slideLayouts/slideLayout201.xml"/><Relationship Id="rId11" Type="http://schemas.openxmlformats.org/officeDocument/2006/relationships/slideLayout" Target="../slideLayouts/slideLayout202.xml"/><Relationship Id="rId12" Type="http://schemas.openxmlformats.org/officeDocument/2006/relationships/slideLayout" Target="../slideLayouts/slideLayout203.xml"/><Relationship Id="rId13" Type="http://schemas.openxmlformats.org/officeDocument/2006/relationships/slideLayout" Target="../slideLayouts/slideLayout204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205.xml"/><Relationship Id="rId3" Type="http://schemas.openxmlformats.org/officeDocument/2006/relationships/slideLayout" Target="../slideLayouts/slideLayout206.xml"/><Relationship Id="rId4" Type="http://schemas.openxmlformats.org/officeDocument/2006/relationships/slideLayout" Target="../slideLayouts/slideLayout207.xml"/><Relationship Id="rId5" Type="http://schemas.openxmlformats.org/officeDocument/2006/relationships/slideLayout" Target="../slideLayouts/slideLayout208.xml"/><Relationship Id="rId6" Type="http://schemas.openxmlformats.org/officeDocument/2006/relationships/slideLayout" Target="../slideLayouts/slideLayout209.xml"/><Relationship Id="rId7" Type="http://schemas.openxmlformats.org/officeDocument/2006/relationships/slideLayout" Target="../slideLayouts/slideLayout210.xml"/><Relationship Id="rId8" Type="http://schemas.openxmlformats.org/officeDocument/2006/relationships/slideLayout" Target="../slideLayouts/slideLayout211.xml"/><Relationship Id="rId9" Type="http://schemas.openxmlformats.org/officeDocument/2006/relationships/slideLayout" Target="../slideLayouts/slideLayout212.xml"/><Relationship Id="rId10" Type="http://schemas.openxmlformats.org/officeDocument/2006/relationships/slideLayout" Target="../slideLayouts/slideLayout213.xml"/><Relationship Id="rId11" Type="http://schemas.openxmlformats.org/officeDocument/2006/relationships/slideLayout" Target="../slideLayouts/slideLayout214.xml"/><Relationship Id="rId12" Type="http://schemas.openxmlformats.org/officeDocument/2006/relationships/slideLayout" Target="../slideLayouts/slideLayout215.xml"/><Relationship Id="rId13" Type="http://schemas.openxmlformats.org/officeDocument/2006/relationships/slideLayout" Target="../slideLayouts/slideLayout216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217.xml"/><Relationship Id="rId3" Type="http://schemas.openxmlformats.org/officeDocument/2006/relationships/slideLayout" Target="../slideLayouts/slideLayout218.xml"/><Relationship Id="rId4" Type="http://schemas.openxmlformats.org/officeDocument/2006/relationships/slideLayout" Target="../slideLayouts/slideLayout219.xml"/><Relationship Id="rId5" Type="http://schemas.openxmlformats.org/officeDocument/2006/relationships/slideLayout" Target="../slideLayouts/slideLayout220.xml"/><Relationship Id="rId6" Type="http://schemas.openxmlformats.org/officeDocument/2006/relationships/slideLayout" Target="../slideLayouts/slideLayout221.xml"/><Relationship Id="rId7" Type="http://schemas.openxmlformats.org/officeDocument/2006/relationships/slideLayout" Target="../slideLayouts/slideLayout222.xml"/><Relationship Id="rId8" Type="http://schemas.openxmlformats.org/officeDocument/2006/relationships/slideLayout" Target="../slideLayouts/slideLayout223.xml"/><Relationship Id="rId9" Type="http://schemas.openxmlformats.org/officeDocument/2006/relationships/slideLayout" Target="../slideLayouts/slideLayout224.xml"/><Relationship Id="rId10" Type="http://schemas.openxmlformats.org/officeDocument/2006/relationships/slideLayout" Target="../slideLayouts/slideLayout225.xml"/><Relationship Id="rId11" Type="http://schemas.openxmlformats.org/officeDocument/2006/relationships/slideLayout" Target="../slideLayouts/slideLayout226.xml"/><Relationship Id="rId12" Type="http://schemas.openxmlformats.org/officeDocument/2006/relationships/slideLayout" Target="../slideLayouts/slideLayout227.xml"/><Relationship Id="rId13" Type="http://schemas.openxmlformats.org/officeDocument/2006/relationships/slideLayout" Target="../slideLayouts/slideLayout228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29.xml"/><Relationship Id="rId3" Type="http://schemas.openxmlformats.org/officeDocument/2006/relationships/slideLayout" Target="../slideLayouts/slideLayout230.xml"/><Relationship Id="rId4" Type="http://schemas.openxmlformats.org/officeDocument/2006/relationships/slideLayout" Target="../slideLayouts/slideLayout231.xml"/><Relationship Id="rId5" Type="http://schemas.openxmlformats.org/officeDocument/2006/relationships/slideLayout" Target="../slideLayouts/slideLayout232.xml"/><Relationship Id="rId6" Type="http://schemas.openxmlformats.org/officeDocument/2006/relationships/slideLayout" Target="../slideLayouts/slideLayout233.xml"/><Relationship Id="rId7" Type="http://schemas.openxmlformats.org/officeDocument/2006/relationships/slideLayout" Target="../slideLayouts/slideLayout234.xml"/><Relationship Id="rId8" Type="http://schemas.openxmlformats.org/officeDocument/2006/relationships/slideLayout" Target="../slideLayouts/slideLayout235.xml"/><Relationship Id="rId9" Type="http://schemas.openxmlformats.org/officeDocument/2006/relationships/slideLayout" Target="../slideLayouts/slideLayout236.xml"/><Relationship Id="rId10" Type="http://schemas.openxmlformats.org/officeDocument/2006/relationships/slideLayout" Target="../slideLayouts/slideLayout237.xml"/><Relationship Id="rId11" Type="http://schemas.openxmlformats.org/officeDocument/2006/relationships/slideLayout" Target="../slideLayouts/slideLayout238.xml"/><Relationship Id="rId12" Type="http://schemas.openxmlformats.org/officeDocument/2006/relationships/slideLayout" Target="../slideLayouts/slideLayout239.xml"/><Relationship Id="rId13" Type="http://schemas.openxmlformats.org/officeDocument/2006/relationships/slideLayout" Target="../slideLayouts/slideLayout24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41.xml"/><Relationship Id="rId3" Type="http://schemas.openxmlformats.org/officeDocument/2006/relationships/slideLayout" Target="../slideLayouts/slideLayout242.xml"/><Relationship Id="rId4" Type="http://schemas.openxmlformats.org/officeDocument/2006/relationships/slideLayout" Target="../slideLayouts/slideLayout243.xml"/><Relationship Id="rId5" Type="http://schemas.openxmlformats.org/officeDocument/2006/relationships/slideLayout" Target="../slideLayouts/slideLayout244.xml"/><Relationship Id="rId6" Type="http://schemas.openxmlformats.org/officeDocument/2006/relationships/slideLayout" Target="../slideLayouts/slideLayout245.xml"/><Relationship Id="rId7" Type="http://schemas.openxmlformats.org/officeDocument/2006/relationships/slideLayout" Target="../slideLayouts/slideLayout246.xml"/><Relationship Id="rId8" Type="http://schemas.openxmlformats.org/officeDocument/2006/relationships/slideLayout" Target="../slideLayouts/slideLayout247.xml"/><Relationship Id="rId9" Type="http://schemas.openxmlformats.org/officeDocument/2006/relationships/slideLayout" Target="../slideLayouts/slideLayout248.xml"/><Relationship Id="rId10" Type="http://schemas.openxmlformats.org/officeDocument/2006/relationships/slideLayout" Target="../slideLayouts/slideLayout249.xml"/><Relationship Id="rId11" Type="http://schemas.openxmlformats.org/officeDocument/2006/relationships/slideLayout" Target="../slideLayouts/slideLayout250.xml"/><Relationship Id="rId12" Type="http://schemas.openxmlformats.org/officeDocument/2006/relationships/slideLayout" Target="../slideLayouts/slideLayout251.xml"/><Relationship Id="rId13" Type="http://schemas.openxmlformats.org/officeDocument/2006/relationships/slideLayout" Target="../slideLayouts/slideLayout252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53.xml"/><Relationship Id="rId3" Type="http://schemas.openxmlformats.org/officeDocument/2006/relationships/slideLayout" Target="../slideLayouts/slideLayout254.xml"/><Relationship Id="rId4" Type="http://schemas.openxmlformats.org/officeDocument/2006/relationships/slideLayout" Target="../slideLayouts/slideLayout255.xml"/><Relationship Id="rId5" Type="http://schemas.openxmlformats.org/officeDocument/2006/relationships/slideLayout" Target="../slideLayouts/slideLayout256.xml"/><Relationship Id="rId6" Type="http://schemas.openxmlformats.org/officeDocument/2006/relationships/slideLayout" Target="../slideLayouts/slideLayout257.xml"/><Relationship Id="rId7" Type="http://schemas.openxmlformats.org/officeDocument/2006/relationships/slideLayout" Target="../slideLayouts/slideLayout258.xml"/><Relationship Id="rId8" Type="http://schemas.openxmlformats.org/officeDocument/2006/relationships/slideLayout" Target="../slideLayouts/slideLayout259.xml"/><Relationship Id="rId9" Type="http://schemas.openxmlformats.org/officeDocument/2006/relationships/slideLayout" Target="../slideLayouts/slideLayout260.xml"/><Relationship Id="rId10" Type="http://schemas.openxmlformats.org/officeDocument/2006/relationships/slideLayout" Target="../slideLayouts/slideLayout261.xml"/><Relationship Id="rId11" Type="http://schemas.openxmlformats.org/officeDocument/2006/relationships/slideLayout" Target="../slideLayouts/slideLayout262.xml"/><Relationship Id="rId12" Type="http://schemas.openxmlformats.org/officeDocument/2006/relationships/slideLayout" Target="../slideLayouts/slideLayout263.xml"/><Relationship Id="rId13" Type="http://schemas.openxmlformats.org/officeDocument/2006/relationships/slideLayout" Target="../slideLayouts/slideLayout26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E21F5C7-731D-4A95-98A9-63DB1D49A00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4D25BE6-FACE-4032-800C-86383B7E896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64E1B6E-DE20-4EB0-9D5C-C427DD8B9F9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D425A9B-8F94-4368-A320-85324D4116E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CE81A60-703A-4B5E-9E58-6B9F8EEF3FE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62891A5-23E8-47C2-8344-D8E38CE2AB6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4D5E658-5966-4243-81A4-7574243F711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13954A4-CBC1-42D1-B0EE-949D53C5ECF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B8D7BA0-133A-4246-85C0-AFCBDA7812E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F8E9340-FD9B-4523-B2C9-B5B0597F626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79" r:id="rId2"/>
    <p:sldLayoutId id="2147483780" r:id="rId3"/>
    <p:sldLayoutId id="2147483781" r:id="rId4"/>
    <p:sldLayoutId id="2147483782" r:id="rId5"/>
    <p:sldLayoutId id="2147483783" r:id="rId6"/>
    <p:sldLayoutId id="2147483784" r:id="rId7"/>
    <p:sldLayoutId id="2147483785" r:id="rId8"/>
    <p:sldLayoutId id="2147483786" r:id="rId9"/>
    <p:sldLayoutId id="2147483787" r:id="rId10"/>
    <p:sldLayoutId id="2147483788" r:id="rId11"/>
    <p:sldLayoutId id="2147483789" r:id="rId12"/>
    <p:sldLayoutId id="2147483790" r:id="rId1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46B2696-F848-48AE-B166-23DB3B69BC7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92" r:id="rId2"/>
    <p:sldLayoutId id="2147483793" r:id="rId3"/>
    <p:sldLayoutId id="2147483794" r:id="rId4"/>
    <p:sldLayoutId id="2147483795" r:id="rId5"/>
    <p:sldLayoutId id="2147483796" r:id="rId6"/>
    <p:sldLayoutId id="2147483797" r:id="rId7"/>
    <p:sldLayoutId id="2147483798" r:id="rId8"/>
    <p:sldLayoutId id="2147483799" r:id="rId9"/>
    <p:sldLayoutId id="2147483800" r:id="rId10"/>
    <p:sldLayoutId id="2147483801" r:id="rId11"/>
    <p:sldLayoutId id="2147483802" r:id="rId12"/>
    <p:sldLayoutId id="2147483803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ftr" idx="34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" name="PlaceHolder 2"/>
          <p:cNvSpPr>
            <a:spLocks noGrp="1"/>
          </p:cNvSpPr>
          <p:nvPr>
            <p:ph type="sldNum" idx="35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AD06CC7-C298-4A33-BFEB-5290D76B25A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 type="dt" idx="36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  <p:sldLayoutId id="2147483815" r:id="rId12"/>
    <p:sldLayoutId id="2147483816" r:id="rId13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PlaceHolder 1"/>
          <p:cNvSpPr>
            <a:spLocks noGrp="1"/>
          </p:cNvSpPr>
          <p:nvPr>
            <p:ph type="ftr" idx="37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" name="PlaceHolder 2"/>
          <p:cNvSpPr>
            <a:spLocks noGrp="1"/>
          </p:cNvSpPr>
          <p:nvPr>
            <p:ph type="sldNum" idx="38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B6AFD01-5F35-4CC5-931E-58043FC8AB7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" name="PlaceHolder 3"/>
          <p:cNvSpPr>
            <a:spLocks noGrp="1"/>
          </p:cNvSpPr>
          <p:nvPr>
            <p:ph type="dt" idx="39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  <p:sldLayoutId id="2147483828" r:id="rId12"/>
    <p:sldLayoutId id="2147483829" r:id="rId13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PlaceHolder 1"/>
          <p:cNvSpPr>
            <a:spLocks noGrp="1"/>
          </p:cNvSpPr>
          <p:nvPr>
            <p:ph type="ftr" idx="40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" name="PlaceHolder 2"/>
          <p:cNvSpPr>
            <a:spLocks noGrp="1"/>
          </p:cNvSpPr>
          <p:nvPr>
            <p:ph type="sldNum" idx="41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3B07B68-7FE0-4E62-A45D-96BDEA3719E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3" name="PlaceHolder 3"/>
          <p:cNvSpPr>
            <a:spLocks noGrp="1"/>
          </p:cNvSpPr>
          <p:nvPr>
            <p:ph type="dt" idx="42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31" r:id="rId2"/>
    <p:sldLayoutId id="2147483832" r:id="rId3"/>
    <p:sldLayoutId id="2147483833" r:id="rId4"/>
    <p:sldLayoutId id="2147483834" r:id="rId5"/>
    <p:sldLayoutId id="2147483835" r:id="rId6"/>
    <p:sldLayoutId id="2147483836" r:id="rId7"/>
    <p:sldLayoutId id="2147483837" r:id="rId8"/>
    <p:sldLayoutId id="2147483838" r:id="rId9"/>
    <p:sldLayoutId id="2147483839" r:id="rId10"/>
    <p:sldLayoutId id="2147483840" r:id="rId11"/>
    <p:sldLayoutId id="2147483841" r:id="rId12"/>
    <p:sldLayoutId id="2147483842" r:id="rId1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/>
          </p:cNvSpPr>
          <p:nvPr>
            <p:ph type="ftr" idx="43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3" name="PlaceHolder 2"/>
          <p:cNvSpPr>
            <a:spLocks noGrp="1"/>
          </p:cNvSpPr>
          <p:nvPr>
            <p:ph type="sldNum" idx="44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4576013-BB2B-49D6-9647-E933A9AB755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4" name="PlaceHolder 3"/>
          <p:cNvSpPr>
            <a:spLocks noGrp="1"/>
          </p:cNvSpPr>
          <p:nvPr>
            <p:ph type="dt" idx="45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44" r:id="rId2"/>
    <p:sldLayoutId id="2147483845" r:id="rId3"/>
    <p:sldLayoutId id="2147483846" r:id="rId4"/>
    <p:sldLayoutId id="2147483847" r:id="rId5"/>
    <p:sldLayoutId id="2147483848" r:id="rId6"/>
    <p:sldLayoutId id="2147483849" r:id="rId7"/>
    <p:sldLayoutId id="2147483850" r:id="rId8"/>
    <p:sldLayoutId id="2147483851" r:id="rId9"/>
    <p:sldLayoutId id="2147483852" r:id="rId10"/>
    <p:sldLayoutId id="2147483853" r:id="rId11"/>
    <p:sldLayoutId id="2147483854" r:id="rId12"/>
    <p:sldLayoutId id="2147483855" r:id="rId13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PlaceHolder 1"/>
          <p:cNvSpPr>
            <a:spLocks noGrp="1"/>
          </p:cNvSpPr>
          <p:nvPr>
            <p:ph type="ftr" idx="46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4" name="PlaceHolder 2"/>
          <p:cNvSpPr>
            <a:spLocks noGrp="1"/>
          </p:cNvSpPr>
          <p:nvPr>
            <p:ph type="sldNum" idx="47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0D38BA7-F439-4A3A-8C0B-DD06AB19594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5" name="PlaceHolder 3"/>
          <p:cNvSpPr>
            <a:spLocks noGrp="1"/>
          </p:cNvSpPr>
          <p:nvPr>
            <p:ph type="dt" idx="48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57" r:id="rId2"/>
    <p:sldLayoutId id="2147483858" r:id="rId3"/>
    <p:sldLayoutId id="2147483859" r:id="rId4"/>
    <p:sldLayoutId id="2147483860" r:id="rId5"/>
    <p:sldLayoutId id="2147483861" r:id="rId6"/>
    <p:sldLayoutId id="2147483862" r:id="rId7"/>
    <p:sldLayoutId id="2147483863" r:id="rId8"/>
    <p:sldLayoutId id="2147483864" r:id="rId9"/>
    <p:sldLayoutId id="2147483865" r:id="rId10"/>
    <p:sldLayoutId id="2147483866" r:id="rId11"/>
    <p:sldLayoutId id="2147483867" r:id="rId12"/>
    <p:sldLayoutId id="2147483868" r:id="rId13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ftr" idx="49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5" name="PlaceHolder 2"/>
          <p:cNvSpPr>
            <a:spLocks noGrp="1"/>
          </p:cNvSpPr>
          <p:nvPr>
            <p:ph type="sldNum" idx="50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AB012B6-FD27-4449-B98B-8DF66034E87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6" name="PlaceHolder 3"/>
          <p:cNvSpPr>
            <a:spLocks noGrp="1"/>
          </p:cNvSpPr>
          <p:nvPr>
            <p:ph type="dt" idx="51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70" r:id="rId2"/>
    <p:sldLayoutId id="2147483871" r:id="rId3"/>
    <p:sldLayoutId id="2147483872" r:id="rId4"/>
    <p:sldLayoutId id="2147483873" r:id="rId5"/>
    <p:sldLayoutId id="2147483874" r:id="rId6"/>
    <p:sldLayoutId id="2147483875" r:id="rId7"/>
    <p:sldLayoutId id="2147483876" r:id="rId8"/>
    <p:sldLayoutId id="2147483877" r:id="rId9"/>
    <p:sldLayoutId id="2147483878" r:id="rId10"/>
    <p:sldLayoutId id="2147483879" r:id="rId11"/>
    <p:sldLayoutId id="2147483880" r:id="rId12"/>
    <p:sldLayoutId id="2147483881" r:id="rId13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PlaceHolder 1"/>
          <p:cNvSpPr>
            <a:spLocks noGrp="1"/>
          </p:cNvSpPr>
          <p:nvPr>
            <p:ph type="ftr" idx="52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6" name="PlaceHolder 2"/>
          <p:cNvSpPr>
            <a:spLocks noGrp="1"/>
          </p:cNvSpPr>
          <p:nvPr>
            <p:ph type="sldNum" idx="53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C588938-CCCC-4F40-80CA-D5C126BDD49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7" name="PlaceHolder 3"/>
          <p:cNvSpPr>
            <a:spLocks noGrp="1"/>
          </p:cNvSpPr>
          <p:nvPr>
            <p:ph type="dt" idx="54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83" r:id="rId2"/>
    <p:sldLayoutId id="2147483884" r:id="rId3"/>
    <p:sldLayoutId id="2147483885" r:id="rId4"/>
    <p:sldLayoutId id="2147483886" r:id="rId5"/>
    <p:sldLayoutId id="2147483887" r:id="rId6"/>
    <p:sldLayoutId id="2147483888" r:id="rId7"/>
    <p:sldLayoutId id="2147483889" r:id="rId8"/>
    <p:sldLayoutId id="2147483890" r:id="rId9"/>
    <p:sldLayoutId id="2147483891" r:id="rId10"/>
    <p:sldLayoutId id="2147483892" r:id="rId11"/>
    <p:sldLayoutId id="2147483893" r:id="rId12"/>
    <p:sldLayoutId id="2147483894" r:id="rId13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PlaceHolder 1"/>
          <p:cNvSpPr>
            <a:spLocks noGrp="1"/>
          </p:cNvSpPr>
          <p:nvPr>
            <p:ph type="ftr" idx="55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7" name="PlaceHolder 2"/>
          <p:cNvSpPr>
            <a:spLocks noGrp="1"/>
          </p:cNvSpPr>
          <p:nvPr>
            <p:ph type="sldNum" idx="56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8790FE9-569A-4203-AF0B-3A9EF144F2D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8" name="PlaceHolder 3"/>
          <p:cNvSpPr>
            <a:spLocks noGrp="1"/>
          </p:cNvSpPr>
          <p:nvPr>
            <p:ph type="dt" idx="57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96" r:id="rId2"/>
    <p:sldLayoutId id="2147483897" r:id="rId3"/>
    <p:sldLayoutId id="2147483898" r:id="rId4"/>
    <p:sldLayoutId id="2147483899" r:id="rId5"/>
    <p:sldLayoutId id="2147483900" r:id="rId6"/>
    <p:sldLayoutId id="2147483901" r:id="rId7"/>
    <p:sldLayoutId id="2147483902" r:id="rId8"/>
    <p:sldLayoutId id="2147483903" r:id="rId9"/>
    <p:sldLayoutId id="2147483904" r:id="rId10"/>
    <p:sldLayoutId id="2147483905" r:id="rId11"/>
    <p:sldLayoutId id="2147483906" r:id="rId12"/>
    <p:sldLayoutId id="2147483907" r:id="rId13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PlaceHolder 1"/>
          <p:cNvSpPr>
            <a:spLocks noGrp="1"/>
          </p:cNvSpPr>
          <p:nvPr>
            <p:ph type="ftr" idx="58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8" name="PlaceHolder 2"/>
          <p:cNvSpPr>
            <a:spLocks noGrp="1"/>
          </p:cNvSpPr>
          <p:nvPr>
            <p:ph type="sldNum" idx="59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EDD901A-62CF-46A6-88DD-E8AC94E1D6D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9" name="PlaceHolder 3"/>
          <p:cNvSpPr>
            <a:spLocks noGrp="1"/>
          </p:cNvSpPr>
          <p:nvPr>
            <p:ph type="dt" idx="60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0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909" r:id="rId2"/>
    <p:sldLayoutId id="2147483910" r:id="rId3"/>
    <p:sldLayoutId id="2147483911" r:id="rId4"/>
    <p:sldLayoutId id="2147483912" r:id="rId5"/>
    <p:sldLayoutId id="2147483913" r:id="rId6"/>
    <p:sldLayoutId id="2147483914" r:id="rId7"/>
    <p:sldLayoutId id="2147483915" r:id="rId8"/>
    <p:sldLayoutId id="2147483916" r:id="rId9"/>
    <p:sldLayoutId id="2147483917" r:id="rId10"/>
    <p:sldLayoutId id="2147483918" r:id="rId11"/>
    <p:sldLayoutId id="2147483919" r:id="rId12"/>
    <p:sldLayoutId id="2147483920" r:id="rId13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PlaceHolder 1"/>
          <p:cNvSpPr>
            <a:spLocks noGrp="1"/>
          </p:cNvSpPr>
          <p:nvPr>
            <p:ph type="ftr" idx="61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9" name="PlaceHolder 2"/>
          <p:cNvSpPr>
            <a:spLocks noGrp="1"/>
          </p:cNvSpPr>
          <p:nvPr>
            <p:ph type="sldNum" idx="62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C6FEF1A-9127-4B3D-AA2D-D7A7C699512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0" name="PlaceHolder 3"/>
          <p:cNvSpPr>
            <a:spLocks noGrp="1"/>
          </p:cNvSpPr>
          <p:nvPr>
            <p:ph type="dt" idx="63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1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922" r:id="rId2"/>
    <p:sldLayoutId id="2147483923" r:id="rId3"/>
    <p:sldLayoutId id="2147483924" r:id="rId4"/>
    <p:sldLayoutId id="2147483925" r:id="rId5"/>
    <p:sldLayoutId id="2147483926" r:id="rId6"/>
    <p:sldLayoutId id="2147483927" r:id="rId7"/>
    <p:sldLayoutId id="2147483928" r:id="rId8"/>
    <p:sldLayoutId id="2147483929" r:id="rId9"/>
    <p:sldLayoutId id="2147483930" r:id="rId10"/>
    <p:sldLayoutId id="2147483931" r:id="rId11"/>
    <p:sldLayoutId id="2147483932" r:id="rId12"/>
    <p:sldLayoutId id="214748393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4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7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57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5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7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7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4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Rectangle 32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0" name="Rectangle 33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1" name="Rectangle 34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2" name="Rectangle 35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3" name="Rectangle 36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4" name="Rectangle 37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5" name="Rectangle 38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6" name="Rectangle 39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7" name="Rectangle 40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8" name="Rectangle 41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9" name="Rectangle 42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0" name="Rectangle 43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1" name="Rectangle 44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2" name="Rectangle 45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3" name="Rectangle 46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4" name="Rectangle 47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5" name="Rounded Rectangle 8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6" name="TextBox 4"/>
          <p:cNvSpPr/>
          <p:nvPr/>
        </p:nvSpPr>
        <p:spPr>
          <a:xfrm>
            <a:off x="2913480" y="1005840"/>
            <a:ext cx="514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TextBox 5"/>
          <p:cNvSpPr/>
          <p:nvPr/>
        </p:nvSpPr>
        <p:spPr>
          <a:xfrm>
            <a:off x="1237680" y="2057400"/>
            <a:ext cx="9968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Değişkenler, bir programda verileri saklamak için kullanılan isimlendirilmiş bellek konumlarıdır.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her değişken, hangi tür veriyi saklayabileceğini belirleyen belirli bir veri tipine sahip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Rounded Rectangle 9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9" name="Rounded Rectangle 10"/>
          <p:cNvSpPr/>
          <p:nvPr/>
        </p:nvSpPr>
        <p:spPr>
          <a:xfrm>
            <a:off x="914400" y="3108960"/>
            <a:ext cx="3280680" cy="328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değişken, veriyi saklamak için kullanılan isimlendirilmiş bir bellek konumudur.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Gerekliliği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değişken belirli bir veri tipi ile tanımlanmalıdır.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tipi, değişkenin hangi tür değeri tutacağını ve bellekte ne kadar yer kaplayacağını belirler.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Örnekleri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Örneğin, int tam sayıları saklar, double ondalık sayıları saklar ve String metin verilerini saklar.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Esnekliği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Değişkenler, programların çalışma sırasında veri saklamasına ve değiştirmesine olanak tanır.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0" name="Rounded Rectangle 11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1" name="Rounded Rectangle 12"/>
          <p:cNvSpPr/>
          <p:nvPr/>
        </p:nvSpPr>
        <p:spPr>
          <a:xfrm>
            <a:off x="4434840" y="310896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(veri tipi + isim)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(yazdır / hesapla)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2" name="Rounded Rectangle 13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3" name="Rounded Rectangle 14"/>
          <p:cNvSpPr/>
          <p:nvPr/>
        </p:nvSpPr>
        <p:spPr>
          <a:xfrm>
            <a:off x="7955280" y="3108960"/>
            <a:ext cx="3464640" cy="328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       System.out.println(fiyat);        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4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Rectangle 16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6" name="Rectangle 17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7" name="Rectangle 18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8" name="Rectangle 19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9" name="Rectangle 20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0" name="Rectangle 21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1" name="Rectangle 22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2" name="Rectangle 23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3" name="Rectangle 24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4" name="Rectangle 25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5" name="Rectangle 26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6" name="Rectangle 27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7" name="Rectangle 28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8" name="Rectangle 29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9" name="Rectangle 30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0" name="Rectangle 31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1" name="Rounded Rectangle 15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2" name="TextBox 7"/>
          <p:cNvSpPr/>
          <p:nvPr/>
        </p:nvSpPr>
        <p:spPr>
          <a:xfrm>
            <a:off x="2323800" y="1005840"/>
            <a:ext cx="6324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3" name="TextBox 8"/>
          <p:cNvSpPr/>
          <p:nvPr/>
        </p:nvSpPr>
        <p:spPr>
          <a:xfrm>
            <a:off x="655560" y="2057400"/>
            <a:ext cx="11132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değişkenleri, nerede tanımlandıklarına ve bir sınıf veya metot içinde nasıl kullanıldıklarına göre sınıflandırılır.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Rounded Rectangle 16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5" name="Rounded Rectangle 17"/>
          <p:cNvSpPr/>
          <p:nvPr/>
        </p:nvSpPr>
        <p:spPr>
          <a:xfrm>
            <a:off x="931680" y="2925720"/>
            <a:ext cx="3173400" cy="369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(Local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bir metot, yapıcı metot (constructor) veya kod bloğu içinde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Sadece oluşturuldukları metot veya blok içerisinde erişilebilirler.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(Instance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bir sınıf içinde fakat metotların dışında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Sınıfın oluşturulan her nesnesi bu değişkenlerin kendi kopyasına sahip olur.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(Static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static anahtar kelimesi kullanılarak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değişkenler sınıfa aittir ve o sınıftan oluşturulan tüm nesneler tarafından ortak olarak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6" name="Rounded Rectangle 18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7" name="Rounded Rectangle 19"/>
          <p:cNvSpPr/>
          <p:nvPr/>
        </p:nvSpPr>
        <p:spPr>
          <a:xfrm>
            <a:off x="4434840" y="3108960"/>
            <a:ext cx="3280680" cy="3053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Sınıf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Metot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8" name="Rounded Rectangle 20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9" name="Rounded Rectangle 21"/>
          <p:cNvSpPr/>
          <p:nvPr/>
        </p:nvSpPr>
        <p:spPr>
          <a:xfrm>
            <a:off x="7955280" y="2971800"/>
            <a:ext cx="3693600" cy="341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DegiskenTurleri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nesneDegiskeni = 10;        // nesne değişkeni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statikDegisken = 20; // statik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degiskenleriGoster()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yerelDegisken = 30;     // yerel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System.out.println(yerelDegisken);        System.out.println(nesneDegiskeni);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System.out.println(statikDegisken);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0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1" name="Rectangle 160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2" name="Rectangle 161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3" name="Rectangle 162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4" name="Rectangle 163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5" name="Rectangle 164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6" name="Rectangle 165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7" name="Rectangle 166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8" name="Rectangle 167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9" name="Rectangle 168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0" name="Rectangle 169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1" name="Rectangle 170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2" name="Rectangle 171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3" name="Rectangle 172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4" name="Rectangle 173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5" name="Rectangle 174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6" name="Rectangle 175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7" name="Rounded Rectangle 71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8" name="TextBox 31"/>
          <p:cNvSpPr/>
          <p:nvPr/>
        </p:nvSpPr>
        <p:spPr>
          <a:xfrm>
            <a:off x="1937160" y="685800"/>
            <a:ext cx="7115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 ÖRNEĞİ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9" name="TextBox 32"/>
          <p:cNvSpPr/>
          <p:nvPr/>
        </p:nvSpPr>
        <p:spPr>
          <a:xfrm>
            <a:off x="2130120" y="1600200"/>
            <a:ext cx="6738840" cy="130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 farklı değişken türlerini birlikte kullanabilir.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 türünün farklı bir kapsamı (scope) ve yaşam süresi (lifetime) vardır.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Yerel değişkenler metodların içinde bulunur,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instance değişkenler nesnelere aittir ve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static değişkenler sınıfa aittir.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0" name="Rounded Rectangle 72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1" name="Rounded Rectangle 73"/>
          <p:cNvSpPr/>
          <p:nvPr/>
        </p:nvSpPr>
        <p:spPr>
          <a:xfrm>
            <a:off x="685800" y="3108960"/>
            <a:ext cx="3512160" cy="3056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Scope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Exists only inside a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Created when method starts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Destroyed when method ends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an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Each object has its own copy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Shared by all objects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the class itself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2" name="Rounded Rectangle 74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3" name="Rounded Rectangle 75"/>
          <p:cNvSpPr/>
          <p:nvPr/>
        </p:nvSpPr>
        <p:spPr>
          <a:xfrm>
            <a:off x="4434840" y="3108960"/>
            <a:ext cx="3283560" cy="3056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Değişken (paylaşılan)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Çağrılır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4" name="Rounded Rectangle 76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5" name="Rounded Rectangle 77"/>
          <p:cNvSpPr/>
          <p:nvPr/>
        </p:nvSpPr>
        <p:spPr>
          <a:xfrm>
            <a:off x="7955280" y="2971800"/>
            <a:ext cx="3696120" cy="342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universite = "Tech University"; // static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ogrenciAdi; // instance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bilgileriGoster()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sinif = 2; // yerel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System.out.println(ogrenciAdi);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System.out.println(universite);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System.out.println(sinif);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DegiskenOrnegi s1 = new DegiskenOrnegi();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s1.ogrenciAdi = "Tuna";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s1.bilgileriGoster();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6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Rectangle 144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8" name="Rectangle 145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9" name="Rectangle 146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0" name="Rectangle 147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1" name="Rectangle 148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2" name="Rectangle 149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3" name="Rectangle 150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4" name="Rectangle 151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5" name="Rectangle 152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6" name="Rectangle 153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7" name="Rectangle 154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8" name="Rectangle 155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9" name="Rectangle 156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0" name="Rectangle 157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1" name="Rectangle 158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2" name="Rectangle 159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3" name="Rounded Rectangle 64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4" name="TextBox 28"/>
          <p:cNvSpPr/>
          <p:nvPr/>
        </p:nvSpPr>
        <p:spPr>
          <a:xfrm>
            <a:off x="3013200" y="1005840"/>
            <a:ext cx="4945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VERİ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5" name="TextBox 29"/>
          <p:cNvSpPr/>
          <p:nvPr/>
        </p:nvSpPr>
        <p:spPr>
          <a:xfrm>
            <a:off x="1657080" y="2194560"/>
            <a:ext cx="7657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 türleri, bir değişkenin Java’da hangi tür değeri saklayabileceğini tanımlar.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değişkenin belirli bir veri türü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6" name="Rounded Rectangle 65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7" name="Rounded Rectangle 66"/>
          <p:cNvSpPr/>
          <p:nvPr/>
        </p:nvSpPr>
        <p:spPr>
          <a:xfrm>
            <a:off x="685800" y="3108960"/>
            <a:ext cx="3511440" cy="328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Türleri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, bir değişkende saklanan verinin türünü belirtir.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iki ana veri türü kategorisi vardır.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Basit değerleri doğrudan bellekte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Nesnelere ait referansları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(Arrays), Sınıflar (Classes)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8" name="Rounded Rectangle 67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9" name="Rounded Rectangle 68"/>
          <p:cNvSpPr/>
          <p:nvPr/>
        </p:nvSpPr>
        <p:spPr>
          <a:xfrm>
            <a:off x="4434840" y="3108960"/>
            <a:ext cx="3282840" cy="3055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Array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0" name="Rounded Rectangle 69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1" name="Rounded Rectangle 70"/>
          <p:cNvSpPr/>
          <p:nvPr/>
        </p:nvSpPr>
        <p:spPr>
          <a:xfrm>
            <a:off x="7955280" y="3108960"/>
            <a:ext cx="3695400" cy="3055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VeriTurleriOrnek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maas = 5500.5;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"Tuna";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2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Rectangle 48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4" name="Rectangle 49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5" name="Rectangle 50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6" name="Rectangle 51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7" name="Rectangle 52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8" name="Rectangle 53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9" name="Rectangle 54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0" name="Rectangle 55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1" name="Rectangle 56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2" name="Rectangle 57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3" name="Rectangle 58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4" name="Rectangle 59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5" name="Rectangle 60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6" name="Rectangle 61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7" name="Rectangle 62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8" name="Rectangle 63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9" name="Rounded Rectangle 22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0" name="TextBox 10"/>
          <p:cNvSpPr/>
          <p:nvPr/>
        </p:nvSpPr>
        <p:spPr>
          <a:xfrm>
            <a:off x="1357920" y="1005840"/>
            <a:ext cx="82551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İLKESEL (PRIMITIVE) VERİ TİPLERİ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1" name="TextBox 11"/>
          <p:cNvSpPr/>
          <p:nvPr/>
        </p:nvSpPr>
        <p:spPr>
          <a:xfrm>
            <a:off x="1810800" y="1846080"/>
            <a:ext cx="74080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veri tipleri, Java’da sayılar, karakterler ve mantıksal değerler gibi basit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verileri saklamak için kullanılan temel veri tipleridir.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2" name="Rounded Rectangle 23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3" name="Rounded Rectangle 24"/>
          <p:cNvSpPr/>
          <p:nvPr/>
        </p:nvSpPr>
        <p:spPr>
          <a:xfrm>
            <a:off x="685800" y="2743200"/>
            <a:ext cx="3509280" cy="364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Veri Tipleri (Numeric Types)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farklı türde sayıları saklamak için byte, short, int, long, float ve double gibi sayısal veri tipleri sağlar.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Veri Tipi (Character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 veri tipi, Unicode sistemine göre tek bir karakter saklamak için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Veri Tipi (Boolean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veri tipi mantıksal değerleri temsil eder ve yalnızca true veya false değerlerini alabilir.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 Verimliliği (Memory Efficiency)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doğrudan bellekte saklanır ve referans veri tiplerine göre daha hızlı ve daha verimli çalışırlar.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4" name="Rounded Rectangle 25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5" name="Rounded Rectangle 26"/>
          <p:cNvSpPr/>
          <p:nvPr/>
        </p:nvSpPr>
        <p:spPr>
          <a:xfrm>
            <a:off x="4343400" y="2743200"/>
            <a:ext cx="3372120" cy="364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Tipi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6" name="Rounded Rectangle 27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7" name="Rounded Rectangle 28"/>
          <p:cNvSpPr/>
          <p:nvPr/>
        </p:nvSpPr>
        <p:spPr>
          <a:xfrm>
            <a:off x="7955280" y="2971800"/>
            <a:ext cx="3693240" cy="319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IlkelVeriOrnegi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System.out.println(not);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System.out.println(ogrenciMi);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8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Rectangle 80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0" name="Rectangle 64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1" name="Rectangle 65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2" name="Rectangle 66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3" name="Rectangle 67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4" name="Rectangle 68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5" name="Rectangle 69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6" name="Rectangle 70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7" name="Rectangle 71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8" name="Rectangle 72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9" name="Rectangle 73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0" name="Rectangle 74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1" name="Rectangle 75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2" name="Rectangle 76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3" name="Rectangle 77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4" name="Rectangle 78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5" name="Rounded Rectangle 29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6" name="TextBox 13"/>
          <p:cNvSpPr/>
          <p:nvPr/>
        </p:nvSpPr>
        <p:spPr>
          <a:xfrm>
            <a:off x="2441520" y="1005840"/>
            <a:ext cx="60865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REFERANS VERİ TİPLERİ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7" name="TextBox 14"/>
          <p:cNvSpPr/>
          <p:nvPr/>
        </p:nvSpPr>
        <p:spPr>
          <a:xfrm>
            <a:off x="2802600" y="2074680"/>
            <a:ext cx="53658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veri tipleri, gerçek değerleri değil nesnelere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ait referansları (bellek adreslerini)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" name="Rounded Rectangle 30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9" name="Rounded Rectangle 31"/>
          <p:cNvSpPr/>
          <p:nvPr/>
        </p:nvSpPr>
        <p:spPr>
          <a:xfrm>
            <a:off x="685800" y="2971800"/>
            <a:ext cx="3510000" cy="364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Tabanlı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sınıflardan oluşturulan nesneleri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Bellek Referansı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Gerçek verinin kendisi yerine nesnenin bellekteki adresi saklanır.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Yaygın Örnekler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 arasında String, diziler (arrays), sınıflar (classes) ve nesneler (objects) bulunur.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Esnek Yapı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karmaşık veri yapılarının ve birden fazla değerin saklanmasına olanak tanır.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0" name="Rounded Rectangle 32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1" name="Rounded Rectangle 33"/>
          <p:cNvSpPr/>
          <p:nvPr/>
        </p:nvSpPr>
        <p:spPr>
          <a:xfrm>
            <a:off x="4434840" y="310896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Sınıflar (Classes)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2" name="Rounded Rectangle 34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3" name="Rounded Rectangle 35"/>
          <p:cNvSpPr/>
          <p:nvPr/>
        </p:nvSpPr>
        <p:spPr>
          <a:xfrm>
            <a:off x="7955280" y="3108960"/>
            <a:ext cx="3693960" cy="3053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ReferansOrnegi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4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" name="Rectangle 79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6" name="Rectangle 81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7" name="Rectangle 82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8" name="Rectangle 83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9" name="Rectangle 84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0" name="Rectangle 85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1" name="Rectangle 86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2" name="Rectangle 87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3" name="Rectangle 88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4" name="Rectangle 89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5" name="Rectangle 90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6" name="Rectangle 91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7" name="Rectangle 92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8" name="Rectangle 93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9" name="Rectangle 94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0" name="Rectangle 95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1" name="Rounded Rectangle 36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2" name="TextBox 16"/>
          <p:cNvSpPr/>
          <p:nvPr/>
        </p:nvSpPr>
        <p:spPr>
          <a:xfrm>
            <a:off x="1422000" y="1005840"/>
            <a:ext cx="8125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İLKESEL (PRIMITIVE) VE REFERANS TİPLERİ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3" name="TextBox 17"/>
          <p:cNvSpPr/>
          <p:nvPr/>
        </p:nvSpPr>
        <p:spPr>
          <a:xfrm>
            <a:off x="1388160" y="2057400"/>
            <a:ext cx="8781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veri tipleri iki ana kategoriye ayrılır: ilkel (primitive) tipler ve referans tipleri.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gerçek değerleri saklarken, referans tipleri nesnelerin bellek adreslerini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4" name="Rounded Rectangle 37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5" name="Rounded Rectangle 38"/>
          <p:cNvSpPr/>
          <p:nvPr/>
        </p:nvSpPr>
        <p:spPr>
          <a:xfrm>
            <a:off x="457200" y="2971800"/>
            <a:ext cx="3738600" cy="341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(Primitive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gerçek değeri doğrudan bellekte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int, double, char,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(Reference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nesnenin kendisini değil, bellekteki adresini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 ve sınıf nesneleri.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Saklama (Memory Storage)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değerler doğrudan bellekte tutulur, referans tipleri ise bellekteki nesnelere işaret eder.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 Farkı (Usage Difference)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basit değerler için kullanılırken, referans tipleri daha karmaşık veri yapıları ve nesneler için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6" name="Rounded Rectangle 39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7" name="Rounded Rectangle 40"/>
          <p:cNvSpPr/>
          <p:nvPr/>
        </p:nvSpPr>
        <p:spPr>
          <a:xfrm>
            <a:off x="4343400" y="2971800"/>
            <a:ext cx="3419640" cy="3282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8" name="Rounded Rectangle 41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9" name="Rounded Rectangle 42"/>
          <p:cNvSpPr/>
          <p:nvPr/>
        </p:nvSpPr>
        <p:spPr>
          <a:xfrm>
            <a:off x="7955280" y="3108960"/>
            <a:ext cx="3693960" cy="3053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       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 = "Java";  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{1, 2, 3};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System.out.println(metin);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0" name="TextBox 1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Rectangle 96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2" name="Rectangle 97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3" name="Rectangle 98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4" name="Rectangle 99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5" name="Rectangle 100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6" name="Rectangle 101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7" name="Rectangle 102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8" name="Rectangle 103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9" name="Rectangle 104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0" name="Rectangle 105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1" name="Rectangle 106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2" name="Rectangle 107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3" name="Rectangle 108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4" name="Rectangle 109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5" name="Rectangle 110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6" name="Rectangle 111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7" name="Rounded Rectangle 43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8" name="TextBox 19"/>
          <p:cNvSpPr/>
          <p:nvPr/>
        </p:nvSpPr>
        <p:spPr>
          <a:xfrm>
            <a:off x="1252800" y="1005840"/>
            <a:ext cx="84639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İSİMLENDİRME KURALLARI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9" name="TextBox 20"/>
          <p:cNvSpPr/>
          <p:nvPr/>
        </p:nvSpPr>
        <p:spPr>
          <a:xfrm>
            <a:off x="1866960" y="1828800"/>
            <a:ext cx="72356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isimlendirme kuralları, Java’da değişkenlerin doğru, anlaşılır ve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okunabilir şekilde yazılmasını sağlayan kurallardır.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0" name="Rounded Rectangle 44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1" name="Rounded Rectangle 45"/>
          <p:cNvSpPr/>
          <p:nvPr/>
        </p:nvSpPr>
        <p:spPr>
          <a:xfrm>
            <a:off x="475560" y="2514600"/>
            <a:ext cx="3720240" cy="387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Harf, _ veya $ ile Başlamalı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adı bir harf, alt çizgi (_) veya dolar işareti ($) ile başlamalıdır.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Boşluk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boşluk içeremez.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Büyük/Küçük Harf Duyarlılığı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Java'da değişken isimleri büyük-küçük harfe duyarlıdır.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 age ve Age farklı değişkenlerdir.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Kelimeler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Java'nın rezerv anahtar kelimeleri (örneğin int, class, public) değişken adı olarak kullanılamaz.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İsimler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anlamlı ve açıklayıcı olmalıdır.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Bu, kodun okunabilirliğini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2" name="Rounded Rectangle 46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3" name="Rounded Rectangle 47"/>
          <p:cNvSpPr/>
          <p:nvPr/>
        </p:nvSpPr>
        <p:spPr>
          <a:xfrm>
            <a:off x="4434840" y="310896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İsim Kuralları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Harf / _ / $ ile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Boşluk içermez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Büyük-küçük harf duyarlıdır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 olamaz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isimler kullanılmalıdır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4" name="Rounded Rectangle 48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5" name="Rounded Rectangle 49"/>
          <p:cNvSpPr/>
          <p:nvPr/>
        </p:nvSpPr>
        <p:spPr>
          <a:xfrm>
            <a:off x="7955280" y="2304000"/>
            <a:ext cx="3922920" cy="3610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DegiskenIsimlendirme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          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ogrenciSayisi = 30;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2yas = 20;             // geçersiz (sayı ile başlayamaz)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ogrenci sayisi = 5;    // geçersiz (boşluk kullanılamaz)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       // geçersiz (anahtar kelime)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System.out.println(ogrenciSayisi);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6" name="TextBox 2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Rectangle 112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8" name="Rectangle 113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9" name="Rectangle 114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0" name="Rectangle 115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1" name="Rectangle 116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2" name="Rectangle 117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3" name="Rectangle 118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4" name="Rectangle 119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5" name="Rectangle 120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6" name="Rectangle 121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7" name="Rectangle 122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8" name="Rectangle 123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9" name="Rectangle 124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0" name="Rectangle 125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1" name="Rectangle 126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2" name="Rectangle 127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3" name="Rounded Rectangle 50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4" name="TextBox 22"/>
          <p:cNvSpPr/>
          <p:nvPr/>
        </p:nvSpPr>
        <p:spPr>
          <a:xfrm>
            <a:off x="2667240" y="1005840"/>
            <a:ext cx="5635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BAŞLATMA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5" name="TextBox 23"/>
          <p:cNvSpPr/>
          <p:nvPr/>
        </p:nvSpPr>
        <p:spPr>
          <a:xfrm>
            <a:off x="2033640" y="2074680"/>
            <a:ext cx="6918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başlatma, bir değişken tanımlandığında veya kullanılmadan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önce ona bir değer atanması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6" name="Rounded Rectangle 51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7" name="Rounded Rectangle 52"/>
          <p:cNvSpPr/>
          <p:nvPr/>
        </p:nvSpPr>
        <p:spPr>
          <a:xfrm>
            <a:off x="685800" y="2971800"/>
            <a:ext cx="3510000" cy="342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Tanımlama (Declaration)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önce veri tipi ve adı ile tanımlanmalıdır.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 (Initialization)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Başlatma, değişkene ilk değerin atanması anlamına gelir.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Varsayılan Değerler (Default Values)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Bazı değişkenler, veri tiplerine bağlı olarak otomatik olarak varsayılan değerler alabilir.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Kullanımdan Önce (Before Usage)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değişkenler, program içinde kullanılmadan önce başlatılmış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8" name="Rounded Rectangle 53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9" name="Rounded Rectangle 54"/>
          <p:cNvSpPr/>
          <p:nvPr/>
        </p:nvSpPr>
        <p:spPr>
          <a:xfrm>
            <a:off x="4434840" y="310896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Başlatma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yas;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yas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System.out.println(yas);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0" name="Rounded Rectangle 55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1" name="Rounded Rectangle 56"/>
          <p:cNvSpPr/>
          <p:nvPr/>
        </p:nvSpPr>
        <p:spPr>
          <a:xfrm>
            <a:off x="7955280" y="2971800"/>
            <a:ext cx="3465360" cy="2962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DegiskenBaslatma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yas;        // tanımlama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yas = 20;       //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// tanımlama +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2" name="TextBox 2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Rectangle 128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4" name="Rectangle 129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5" name="Rectangle 130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6" name="Rectangle 131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7" name="Rectangle 132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8" name="Rectangle 133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9" name="Rectangle 134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0" name="Rectangle 135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1" name="Rectangle 136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2" name="Rectangle 137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3" name="Rectangle 138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4" name="Rectangle 139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5" name="Rectangle 140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6" name="Rectangle 141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7" name="Rectangle 142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8" name="Rectangle 143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9" name="Rounded Rectangle 57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0" name="TextBox 25"/>
          <p:cNvSpPr/>
          <p:nvPr/>
        </p:nvSpPr>
        <p:spPr>
          <a:xfrm>
            <a:off x="2837520" y="1005840"/>
            <a:ext cx="5298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WRAPPER SINIFLARI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1" name="TextBox 26"/>
          <p:cNvSpPr/>
          <p:nvPr/>
        </p:nvSpPr>
        <p:spPr>
          <a:xfrm>
            <a:off x="3007440" y="2194560"/>
            <a:ext cx="49557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Wrapper sınıfları, Java’da primitive veri tiplerinin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nesne (object) olarak kullanılmasını sağlar.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2" name="Rounded Rectangle 58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3" name="Rounded Rectangle 59"/>
          <p:cNvSpPr/>
          <p:nvPr/>
        </p:nvSpPr>
        <p:spPr>
          <a:xfrm>
            <a:off x="685800" y="3108960"/>
            <a:ext cx="3511080" cy="3283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primitive değerleri nesnelere dönüştürür.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Genellikle koleksiyonlarda ve nesne tabanlı işlemlerde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Wrapper örnekleri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Integer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Character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dönüşüm ve veri işleme için kullanışlı metodlar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4" name="Rounded Rectangle 60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5" name="Rounded Rectangle 61"/>
          <p:cNvSpPr/>
          <p:nvPr/>
        </p:nvSpPr>
        <p:spPr>
          <a:xfrm>
            <a:off x="4434840" y="310896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Değer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Sınıfına Dönüştürme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 Temsili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Koleksiyonlarda / Metotlarda Kullanım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Integer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→ Boolean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6" name="Rounded Rectangle 62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7" name="Rounded Rectangle 63"/>
          <p:cNvSpPr/>
          <p:nvPr/>
        </p:nvSpPr>
        <p:spPr>
          <a:xfrm>
            <a:off x="7955280" y="2743200"/>
            <a:ext cx="3466440" cy="364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WrapperOrnek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wrapperNumber = number;   // otomatik kutulama (autoboxing)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wrapperPrice =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9" name="Rectangle 176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0" name="Rectangle 177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1" name="Rectangle 178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2" name="Rectangle 179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3" name="Rectangle 180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4" name="Rectangle 181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5" name="Rectangle 182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6" name="Rectangle 183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7" name="Rectangle 184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8" name="Rectangle 185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9" name="Rectangle 186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0" name="Rectangle 187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1" name="Rectangle 188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2" name="Rectangle 189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3" name="Rectangle 190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4" name="Rectangle 191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5" name="Rounded Rectangle 78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6" name="TextBox 34"/>
          <p:cNvSpPr/>
          <p:nvPr/>
        </p:nvSpPr>
        <p:spPr>
          <a:xfrm>
            <a:off x="1285920" y="1005840"/>
            <a:ext cx="83984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TÜR DÖNÜŞÜMÜ (TYPE CASTING)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7" name="TextBox 35"/>
          <p:cNvSpPr/>
          <p:nvPr/>
        </p:nvSpPr>
        <p:spPr>
          <a:xfrm>
            <a:off x="1716840" y="2057400"/>
            <a:ext cx="76093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type casting, bir veri tipini başka bir veri tipine dönüştürme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İki türü vardır: örtük (otomatik) ve açık (manuel) dönüşüm.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8" name="Rounded Rectangle 79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9" name="Rounded Rectangle 80"/>
          <p:cNvSpPr/>
          <p:nvPr/>
        </p:nvSpPr>
        <p:spPr>
          <a:xfrm>
            <a:off x="685800" y="2971800"/>
            <a:ext cx="3512160" cy="365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(Implicit Casting – Widening)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tarafından otomatik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küçük veri tiplerini daha büyük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(Explicit Casting – Narrowing)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Programcı tarafından manuel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büyük veri tiplerini daha küçük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int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0" name="Rounded Rectangle 81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1" name="Rounded Rectangle 82"/>
          <p:cNvSpPr/>
          <p:nvPr/>
        </p:nvSpPr>
        <p:spPr>
          <a:xfrm>
            <a:off x="4434840" y="310896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(Otomatik)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(Manuel)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2" name="Rounded Rectangle 83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3" name="Rounded Rectangle 84"/>
          <p:cNvSpPr/>
          <p:nvPr/>
        </p:nvSpPr>
        <p:spPr>
          <a:xfrm>
            <a:off x="7955280" y="2971800"/>
            <a:ext cx="3696120" cy="3193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TurDonusumuOrnek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Örtük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System.out.println(sonuc);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yeniFiyat = (int) fiyat;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System.out.println(yeniFiyat);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4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Rectangle 192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6" name="Rectangle 193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7" name="Rectangle 194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8" name="Rectangle 195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9" name="Rectangle 196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0" name="Rectangle 197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1" name="Rectangle 198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2" name="Rectangle 199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3" name="Rectangle 200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4" name="Rectangle 201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5" name="Rectangle 202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6" name="Rectangle 203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7" name="Rectangle 204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8" name="Rectangle 205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9" name="Rectangle 206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0" name="Rectangle 207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1" name="Rounded Rectangle 85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2" name="TextBox 37"/>
          <p:cNvSpPr/>
          <p:nvPr/>
        </p:nvSpPr>
        <p:spPr>
          <a:xfrm>
            <a:off x="1504080" y="900360"/>
            <a:ext cx="79610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Casting (Otomatik Dönüşüm)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3" name="TextBox 38"/>
          <p:cNvSpPr/>
          <p:nvPr/>
        </p:nvSpPr>
        <p:spPr>
          <a:xfrm>
            <a:off x="2681280" y="1600200"/>
            <a:ext cx="5653800" cy="10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Implicit casting, Java’nın daha küçük bir veri tipini otomatik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olarak daha büyük bir veri tipine dönüştürmesi durumunda gerçekleşir.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Bu dönüşüm güvenlidir çünkü daha büyük veri tipi, daha küçük veri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tipinin tüm değerlerini veri kaybı olmadan saklayabilir.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4" name="Rounded Rectangle 86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5" name="Rounded Rectangle 87"/>
          <p:cNvSpPr/>
          <p:nvPr/>
        </p:nvSpPr>
        <p:spPr>
          <a:xfrm>
            <a:off x="595440" y="2743200"/>
            <a:ext cx="3512880" cy="365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Casting, Java’da daha küçük bir veri tipinin daha büyük bir veri tipine otomatik olarak dönüştürülmesidir.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dönüşümü veri kaybı riski olmadığında otomatik olarak gerçekleştirir.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Ayrıca Genişletme Dönüşümü (Widening Casting) olarak da adlandırılır.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noktalar: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Derleyici tarafından otomatik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veri tiplerini daha büyük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Manuel dönüşüm gerekmez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6" name="Rounded Rectangle 88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7" name="Rounded Rectangle 89"/>
          <p:cNvSpPr/>
          <p:nvPr/>
        </p:nvSpPr>
        <p:spPr>
          <a:xfrm>
            <a:off x="4343400" y="2880360"/>
            <a:ext cx="3651120" cy="342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Akışı (Genişletme Dönüşümü)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adım, önceki veri tipini güvenli şekilde saklayabilen bir veri tipini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8" name="Rounded Rectangle 90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9" name="Rounded Rectangle 91"/>
          <p:cNvSpPr/>
          <p:nvPr/>
        </p:nvSpPr>
        <p:spPr>
          <a:xfrm>
            <a:off x="8229600" y="2972880"/>
            <a:ext cx="3651120" cy="3192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ImplicitCastingExample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int'ten double'a otomatik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System.out.println("Sayı: " + sayi);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System.out.println("Dönüştürülen değer: " + sonuc);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0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" name="Rectangle 208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2" name="Rectangle 209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3" name="Rectangle 210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4" name="Rectangle 211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5" name="Rectangle 212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6" name="Rectangle 213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7" name="Rectangle 214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8" name="Rectangle 215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9" name="Rectangle 216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0" name="Rectangle 217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1" name="Rectangle 218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2" name="Rectangle 219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3" name="Rectangle 220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4" name="Rectangle 221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5" name="Rectangle 222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6" name="Rectangle 223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7" name="Rounded Rectangle 92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8" name="TextBox 40"/>
          <p:cNvSpPr/>
          <p:nvPr/>
        </p:nvSpPr>
        <p:spPr>
          <a:xfrm>
            <a:off x="1417320" y="685800"/>
            <a:ext cx="826452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f5f5f5"/>
                </a:solidFill>
                <a:latin typeface="Calibri"/>
                <a:ea typeface="DejaVu Sans"/>
              </a:rPr>
              <a:t>JAVA AÇIK TÜR DÖNÜŞÜMÜ (EXPLICIT CASTING)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9" name="TextBox 41"/>
          <p:cNvSpPr/>
          <p:nvPr/>
        </p:nvSpPr>
        <p:spPr>
          <a:xfrm>
            <a:off x="2008800" y="1371600"/>
            <a:ext cx="71337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Explicit casting, Java’da daha büyük bir veri tipinin daha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küçük bir veri tipine manuel olarak dönüştürülmesidir.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dönüşüm, veri kaybı veya hassasiyet kaybı riski olduğunda gereklidir.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0" name="Rounded Rectangle 93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1" name="Rounded Rectangle 94"/>
          <p:cNvSpPr/>
          <p:nvPr/>
        </p:nvSpPr>
        <p:spPr>
          <a:xfrm>
            <a:off x="457200" y="2743200"/>
            <a:ext cx="3741840" cy="3880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Casting, daha büyük bir veri tipinin daha küçük bir veri tipine manuel dönüştürülmesidir.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dönüşümü otomatik olarak yapmaz, çünkü küçük veri tipi tüm değerleri saklayamayabilir.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Buna ayrıca Narrowing Casting (Daraltma Dönüşümü) denir.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noktalar: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Programcı tarafından manuel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 sayısal veri tiplerini daha küçük olanlara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Requires casting syntax (type)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May cause data or precision loss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2" name="Rounded Rectangle 95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3" name="Rounded Rectangle 96"/>
          <p:cNvSpPr/>
          <p:nvPr/>
        </p:nvSpPr>
        <p:spPr>
          <a:xfrm>
            <a:off x="4434840" y="2971800"/>
            <a:ext cx="3284640" cy="342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Akışı (Daraltma)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Her adımda değer daha küçük bir veri tipine dönüştürülür, bu da ondalık kısmın kaybolmasına veya taşmaya neden olabilir.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4" name="Rounded Rectangle 97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5" name="Rounded Rectangle 98"/>
          <p:cNvSpPr/>
          <p:nvPr/>
        </p:nvSpPr>
        <p:spPr>
          <a:xfrm>
            <a:off x="7955280" y="2514600"/>
            <a:ext cx="3925800" cy="4108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ExplicitCastingExample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// double'dan int'e açık dönüşüm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System.out.println("Orijinal değer: " + price);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System.out.println("Dönüştürülmüş değer: " + newPrice);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6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7" name="Rectangle 224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8" name="Rectangle 225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9" name="Rectangle 226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0" name="Rectangle 227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1" name="Rectangle 228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2" name="Rectangle 229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3" name="Rectangle 230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4" name="Rectangle 231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5" name="Rectangle 232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6" name="Rectangle 233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7" name="Rectangle 234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8" name="Rectangle 235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9" name="Rectangle 236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0" name="Rectangle 237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1" name="Rectangle 238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2" name="Rectangle 239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3" name="Rounded Rectangle 99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4" name="TextBox 43"/>
          <p:cNvSpPr/>
          <p:nvPr/>
        </p:nvSpPr>
        <p:spPr>
          <a:xfrm>
            <a:off x="915480" y="1005840"/>
            <a:ext cx="913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Örtük (Implicit) vs Açık (Explicit) Tür Dönüşümü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5" name="TextBox 44"/>
          <p:cNvSpPr/>
          <p:nvPr/>
        </p:nvSpPr>
        <p:spPr>
          <a:xfrm>
            <a:off x="2181960" y="2057400"/>
            <a:ext cx="66063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Örtük ve açık tür dönüşümü arasındaki farkı anlamak, veri kaybını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önlemeye ve Java’da doğru tür dönüşümü yapmaya yardımcı olur.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6" name="Rounded Rectangle 100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7" name="Rounded Rectangle 101"/>
          <p:cNvSpPr/>
          <p:nvPr/>
        </p:nvSpPr>
        <p:spPr>
          <a:xfrm>
            <a:off x="914400" y="3108960"/>
            <a:ext cx="3285000" cy="3057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(Implicit Casting / Widening)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→ Büyük veri tipi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olarak yapılır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kaybı yoktur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Ekstra yazım (syntax) gerekmez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(Explicit Casting / Narrowing)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Büyük → Küçük veri tipi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Manuel olarak yapılır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kaybı olabilir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(type) kullanımı gerekir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8" name="Rounded Rectangle 102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9" name="Rounded Rectangle 103"/>
          <p:cNvSpPr/>
          <p:nvPr/>
        </p:nvSpPr>
        <p:spPr>
          <a:xfrm>
            <a:off x="4434840" y="310896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Akışı: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Akışı: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0" name="Rounded Rectangle 104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1" name="Rounded Rectangle 105"/>
          <p:cNvSpPr/>
          <p:nvPr/>
        </p:nvSpPr>
        <p:spPr>
          <a:xfrm>
            <a:off x="7955280" y="3108960"/>
            <a:ext cx="3697560" cy="3057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CastingComparison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Örtük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2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3" name="Rectangle 240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4" name="Rectangle 241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5" name="Rectangle 242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6" name="Rectangle 243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7" name="Rectangle 244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8" name="Rectangle 245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9" name="Rectangle 246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0" name="Rectangle 247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1" name="Rectangle 248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2" name="Rectangle 249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3" name="Rectangle 250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4" name="Rectangle 251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5" name="Rectangle 252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6" name="Rectangle 253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7" name="Rectangle 254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8" name="Rectangle 255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9" name="Rounded Rectangle 106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0" name="TextBox 46"/>
          <p:cNvSpPr/>
          <p:nvPr/>
        </p:nvSpPr>
        <p:spPr>
          <a:xfrm>
            <a:off x="1320840" y="1005840"/>
            <a:ext cx="8330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VERİ KAYBI &amp; HASSASİYET KAYBI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1" name="TextBox 47"/>
          <p:cNvSpPr/>
          <p:nvPr/>
        </p:nvSpPr>
        <p:spPr>
          <a:xfrm>
            <a:off x="957240" y="1826640"/>
            <a:ext cx="90903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Tür dönüşümü sırasında, büyük veri tipinden küçük veri tipine geçerken veri kaybı oluşabilir.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Ondalık kısımlar silinebilir ve büyük değerlerde taşma meydana gelebilir.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2" name="Rounded Rectangle 107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3" name="Rounded Rectangle 108"/>
          <p:cNvSpPr/>
          <p:nvPr/>
        </p:nvSpPr>
        <p:spPr>
          <a:xfrm>
            <a:off x="914400" y="310896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(daraltma) casting sırasında oluşur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Ondalık kısım kesilir (yuvarlanmaz)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veri tipleri tüm değeri saklayamaz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Yanlış sonuçlara yol açabilir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Özellikle float → int dönüşümünde hassasiyet kaybı olur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4" name="Rounded Rectangle 109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5" name="Rounded Rectangle 110"/>
          <p:cNvSpPr/>
          <p:nvPr/>
        </p:nvSpPr>
        <p:spPr>
          <a:xfrm>
            <a:off x="4343400" y="3108960"/>
            <a:ext cx="3376800" cy="328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(9.78)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(casting)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(123456.789)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(123456)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Ondalık kısım tamamen silinir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Yuvarlama yapılmaz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6" name="Rounded Rectangle 111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7" name="Rounded Rectangle 112"/>
          <p:cNvSpPr/>
          <p:nvPr/>
        </p:nvSpPr>
        <p:spPr>
          <a:xfrm>
            <a:off x="7955280" y="2971800"/>
            <a:ext cx="392652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VeriKaybiOrnegi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deger = 9.78;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(explicit) dönüşüm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(int) deger;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System.out.println("Orijinal değer: " + deger);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System.out.println("Dönüşüm sonrası: " + sonuc);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float buyukDeger = 123456.789f;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donusturulen = (int) buyukDeger;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System.out.println("Float değer: " + buyukDeger);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System.out.println("Int değer: " + donusturulen);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8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9" name="Rectangle 256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0" name="Rectangle 257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1" name="Rectangle 258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2" name="Rectangle 259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3" name="Rectangle 260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4" name="Rectangle 261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5" name="Rectangle 262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6" name="Rectangle 263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7" name="Rectangle 264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8" name="Rectangle 265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9" name="Rectangle 266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0" name="Rectangle 267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1" name="Rectangle 268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2" name="Rectangle 269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3" name="Rectangle 270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4" name="Rectangle 271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5" name="Rounded Rectangle 113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6" name="TextBox 49"/>
          <p:cNvSpPr/>
          <p:nvPr/>
        </p:nvSpPr>
        <p:spPr>
          <a:xfrm>
            <a:off x="1611720" y="1005840"/>
            <a:ext cx="7746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İFADELERDE TÜR DÖNÜŞÜMÜ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7" name="TextBox 50"/>
          <p:cNvSpPr/>
          <p:nvPr/>
        </p:nvSpPr>
        <p:spPr>
          <a:xfrm>
            <a:off x="3744720" y="2194560"/>
            <a:ext cx="34808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otomatik tür dönüştürme.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8" name="Rounded Rectangle 114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9" name="Rounded Rectangle 115"/>
          <p:cNvSpPr/>
          <p:nvPr/>
        </p:nvSpPr>
        <p:spPr>
          <a:xfrm>
            <a:off x="914400" y="310896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Java, ifadelerde küçük veri tiplerini yükseltir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en büyük veri tipine göre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Çoğu durumda manuel dönüşüm gerekmez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byte, short → otomatik olarak int’e çevrilir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0" name="Rounded Rectangle 116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1" name="Rounded Rectangle 117"/>
          <p:cNvSpPr/>
          <p:nvPr/>
        </p:nvSpPr>
        <p:spPr>
          <a:xfrm>
            <a:off x="4434840" y="310896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+ double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+ long → float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short + short → 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= en büyük veri tipi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2" name="Rounded Rectangle 118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3" name="Rounded Rectangle 119"/>
          <p:cNvSpPr/>
          <p:nvPr/>
        </p:nvSpPr>
        <p:spPr>
          <a:xfrm>
            <a:off x="7955280" y="2971800"/>
            <a:ext cx="3926880" cy="319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 = 5.5;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a + b; // int → double (a otomatik olarak double’a çevrilir)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byte x = 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byte y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x + y; // byte → int (byte'lar otomatik int'e yükseltilir)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4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Rectangle 272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6" name="Rectangle 273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7" name="Rectangle 274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8" name="Rectangle 275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9" name="Rectangle 276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0" name="Rectangle 277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1" name="Rectangle 278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2" name="Rectangle 279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3" name="Rectangle 280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4" name="Rectangle 281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5" name="Rectangle 282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6" name="Rectangle 283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7" name="Rectangle 284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8" name="Rectangle 285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9" name="Rectangle 286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0" name="Rectangle 287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1" name="Rounded Rectangle 120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2" name="TextBox 52"/>
          <p:cNvSpPr/>
          <p:nvPr/>
        </p:nvSpPr>
        <p:spPr>
          <a:xfrm>
            <a:off x="2517120" y="1005840"/>
            <a:ext cx="5935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System – Giriş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3" name="TextBox 53"/>
          <p:cNvSpPr/>
          <p:nvPr/>
        </p:nvSpPr>
        <p:spPr>
          <a:xfrm>
            <a:off x="848160" y="2074680"/>
            <a:ext cx="94622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Unicode, Java’nın farklı dillerdeki metinleri tüm platformlarda tutarlı bir şekilde temsil etmesini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sağlayan evrensel bir karakter kodlama standardıdır.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4" name="Rounded Rectangle 121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5" name="Rounded Rectangle 122"/>
          <p:cNvSpPr/>
          <p:nvPr/>
        </p:nvSpPr>
        <p:spPr>
          <a:xfrm>
            <a:off x="914400" y="3108960"/>
            <a:ext cx="3286080" cy="328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Unicode, küresel bir karakter kümesidir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karakterin benzersiz bir kod noktası vardır (örn. \u0041)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ASCII ve ISO gibi eski kodlamaların yerini almıştır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Neredeyse tüm dünya dillerini destekler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Java, Unicode’u dahili olarak kullanır (UTF-16)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6" name="Rounded Rectangle 123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7" name="Rounded Rectangle 124"/>
          <p:cNvSpPr/>
          <p:nvPr/>
        </p:nvSpPr>
        <p:spPr>
          <a:xfrm>
            <a:off x="4343400" y="3108960"/>
            <a:ext cx="3424320" cy="282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→ Unicode Kod Noktası → Kodlama (UTF-16) → Java’da Saklanır →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8" name="Rounded Rectangle 125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9" name="Rounded Rectangle 126"/>
          <p:cNvSpPr/>
          <p:nvPr/>
        </p:nvSpPr>
        <p:spPr>
          <a:xfrm>
            <a:off x="7955280" y="3108960"/>
            <a:ext cx="3698640" cy="328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UnicodeExample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char ch = '\u0041'; // 'A' için Unicode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System.out.println(ch);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char symbol = '\u00AB'; // «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System.out.println(symbol);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0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41" name="" descr=""/>
          <p:cNvPicPr/>
          <p:nvPr/>
        </p:nvPicPr>
        <p:blipFill>
          <a:blip r:embed="rId1"/>
          <a:stretch/>
        </p:blipFill>
        <p:spPr>
          <a:xfrm>
            <a:off x="4434840" y="5029200"/>
            <a:ext cx="3260880" cy="681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2" name="Rectangle 288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3" name="Rectangle 289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4" name="Rectangle 290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5" name="Rectangle 291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6" name="Rectangle 292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7" name="Rectangle 293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8" name="Rectangle 294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9" name="Rectangle 295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0" name="Rectangle 296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1" name="Rectangle 297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2" name="Rectangle 298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3" name="Rectangle 299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4" name="Rectangle 300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5" name="Rectangle 301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6" name="Rectangle 302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7" name="Rectangle 303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8" name="Rounded Rectangle 127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9" name="TextBox 55"/>
          <p:cNvSpPr/>
          <p:nvPr/>
        </p:nvSpPr>
        <p:spPr>
          <a:xfrm>
            <a:off x="2827440" y="1005840"/>
            <a:ext cx="53172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Nasıl Çalışır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0" name="TextBox 56"/>
          <p:cNvSpPr/>
          <p:nvPr/>
        </p:nvSpPr>
        <p:spPr>
          <a:xfrm>
            <a:off x="2654280" y="1846080"/>
            <a:ext cx="56613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Unicode, platform, dil veya programdan bağımsız olarak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karaktere benzersiz bir sayı (kod noktası) atar.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1" name="Rounded Rectangle 128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2" name="Rounded Rectangle 129"/>
          <p:cNvSpPr/>
          <p:nvPr/>
        </p:nvSpPr>
        <p:spPr>
          <a:xfrm>
            <a:off x="685800" y="3108960"/>
            <a:ext cx="3515040" cy="305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karakter → Kod Noktası (U+XXXX formatı)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→ U+0041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 → U+00E7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😀 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U+1F600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evrenseldir → her yerde aynı anlam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Kodlama sistemleri (UTF-8, UTF-16, UTF-32) verinin nasıl saklanacağını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3" name="Rounded Rectangle 130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4" name="Rounded Rectangle 131"/>
          <p:cNvSpPr/>
          <p:nvPr/>
        </p:nvSpPr>
        <p:spPr>
          <a:xfrm>
            <a:off x="443484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→ Unicode Kod Noktası → Kodlama → Binary → Ekran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'A' → U+0041 → UTF-8 → 01000001 → Ekran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5" name="Rounded Rectangle 132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6" name="Rounded Rectangle 133"/>
          <p:cNvSpPr/>
          <p:nvPr/>
        </p:nvSpPr>
        <p:spPr>
          <a:xfrm>
            <a:off x="7955280" y="2514600"/>
            <a:ext cx="3927600" cy="3653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codePoint = letter;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System.out.println("Karakter: " + letter);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Kod Noktası: U+" + Integer.toHexString(codePoint).toUpperCase());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Unicode escape kullanımı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unicodeChar = '\u0041';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Escape: " + unicodeChar);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7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8" name="Rectangle 304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9" name="Rectangle 305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0" name="Rectangle 306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1" name="Rectangle 307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2" name="Rectangle 308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3" name="Rectangle 309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4" name="Rectangle 310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5" name="Rectangle 311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6" name="Rectangle 312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7" name="Rectangle 313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8" name="Rectangle 314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9" name="Rectangle 315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0" name="Rectangle 316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1" name="Rectangle 317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2" name="Rectangle 318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3" name="Rectangle 319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4" name="Rounded Rectangle 134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5" name="TextBox 58"/>
          <p:cNvSpPr/>
          <p:nvPr/>
        </p:nvSpPr>
        <p:spPr>
          <a:xfrm>
            <a:off x="1562760" y="1005840"/>
            <a:ext cx="78469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Kodlama (UTF-8 / UTF-16)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6" name="TextBox 59"/>
          <p:cNvSpPr/>
          <p:nvPr/>
        </p:nvSpPr>
        <p:spPr>
          <a:xfrm>
            <a:off x="1442520" y="1846080"/>
            <a:ext cx="80863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 karakterleri saklamak için farklı encoding (kodlama) yöntemleri kullanılır.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7" name="Rounded Rectangle 135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8" name="Rounded Rectangle 136"/>
          <p:cNvSpPr/>
          <p:nvPr/>
        </p:nvSpPr>
        <p:spPr>
          <a:xfrm>
            <a:off x="685800" y="3108960"/>
            <a:ext cx="3515040" cy="305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89" name="Rounded Rectangle 137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0" name="Rounded Rectangle 138"/>
          <p:cNvSpPr/>
          <p:nvPr/>
        </p:nvSpPr>
        <p:spPr>
          <a:xfrm>
            <a:off x="4343400" y="2836080"/>
            <a:ext cx="3377880" cy="3103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Karakter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Unicode Kod Noktası (U+XXXX)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Encoding seçilir (UTF-8 / UTF-16)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Binary veriye çevrilir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Bellekte saklanır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→ U+0041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UTF-8 → 01000001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UTF-16 → 00000000 01000001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1" name="Rounded Rectangle 139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2" name="Rounded Rectangle 140"/>
          <p:cNvSpPr/>
          <p:nvPr/>
        </p:nvSpPr>
        <p:spPr>
          <a:xfrm>
            <a:off x="7955280" y="2514600"/>
            <a:ext cx="3927600" cy="388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EncodingExample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"A";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UTF-8 byte dizisi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byte[] utf8Bytes = text.getBytes(java.nio.charset.StandardCharsets.UTF_8);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UTF-16 byte dizisi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byte[] utf16Bytes = text.getBytes(java.nio.charset.StandardCharsets.UTF_16);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System.out.println("UTF-8:");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for (byte b : utf8Bytes)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System.out.print(Integer.toBinaryString(b &amp; 0xFF) + "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System.out.println("\nUTF-16:");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for (byte b : utf16Bytes)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System.out.print(Integer.toBinaryString(b &amp; 0xFF) + "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3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94" name="" descr=""/>
          <p:cNvPicPr/>
          <p:nvPr/>
        </p:nvPicPr>
        <p:blipFill>
          <a:blip r:embed="rId1"/>
          <a:stretch/>
        </p:blipFill>
        <p:spPr>
          <a:xfrm>
            <a:off x="757440" y="3356280"/>
            <a:ext cx="3353400" cy="2354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5" name="Rectangle 1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6" name="Rectangle 2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7" name="Rectangle 3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8" name="Rectangle 4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9" name="Rectangle 5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0" name="Rectangle 6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1" name="Rectangle 7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2" name="Rectangle 8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3" name="Rectangle 9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4" name="Rectangle 10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5" name="Rectangle 11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6" name="Rectangle 12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7" name="Rectangle 13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8" name="Rectangle 14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9" name="Rectangle 15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0" name="Rectangle 320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1" name="Rounded Rectangle 141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2" name="TextBox 61"/>
          <p:cNvSpPr/>
          <p:nvPr/>
        </p:nvSpPr>
        <p:spPr>
          <a:xfrm>
            <a:off x="1040400" y="1005840"/>
            <a:ext cx="888948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Kaçış Dizileri (Escape Sequences)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3" name="TextBox 62"/>
          <p:cNvSpPr/>
          <p:nvPr/>
        </p:nvSpPr>
        <p:spPr>
          <a:xfrm>
            <a:off x="874440" y="2057400"/>
            <a:ext cx="9221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Unicode karakterler, doğrudan klavyede olmasa bile kaçış dizileri (escape sequences)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ile yazılabilir. Bu sayede tüm karakterler kod içinde güvenli şekilde temsil edilir.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4" name="Rounded Rectangle 142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5" name="Rounded Rectangle 143"/>
          <p:cNvSpPr/>
          <p:nvPr/>
        </p:nvSpPr>
        <p:spPr>
          <a:xfrm>
            <a:off x="685800" y="2971800"/>
            <a:ext cx="351576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Unicode karakterler \uXXXX formatında yazılır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XXXX → hexadecimal (0–9, A–F) değerlerdir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Unicode karakterin benzersiz bir kod noktası vardır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\u0041 → 'A'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\u00E7 → 'ç'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\u0131 → 'ı'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\u2665 → ♥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char tipi Unicode (UTF-16) kullanır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sayede Türkçe ve tüm dünya karakterleri desteklenir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6" name="Rounded Rectangle 144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7" name="Rounded Rectangle 145"/>
          <p:cNvSpPr/>
          <p:nvPr/>
        </p:nvSpPr>
        <p:spPr>
          <a:xfrm>
            <a:off x="443484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→ Unicode Kod Noktası (U+XXXX)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Escape Sequence (\uXXXX)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içinde char olarak saklanır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Örnek akış: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'ç' → U+00E7 → \u00E7 → char → çıktı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8" name="Rounded Rectangle 146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9" name="Rounded Rectangle 147"/>
          <p:cNvSpPr/>
          <p:nvPr/>
        </p:nvSpPr>
        <p:spPr>
          <a:xfrm>
            <a:off x="7955280" y="3108960"/>
            <a:ext cx="3471120" cy="283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UnicodeEscapeExample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a = '\u0041';   // 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c = '\u00E7';   // ç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dotlessI = '\u0131'; // ı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heart = '\u2665'; // ♥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System.out.println(c);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System.out.println(dotlessI);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System.out.println(heart);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0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1" name="Rectangle 321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2" name="Rectangle 322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3" name="Rectangle 323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4" name="Rectangle 324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5" name="Rectangle 325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6" name="Rectangle 326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7" name="Rectangle 327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8" name="Rectangle 328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9" name="Rectangle 329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0" name="Rectangle 330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1" name="Rectangle 331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2" name="Rectangle 332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3" name="Rectangle 333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4" name="Rectangle 334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5" name="Rectangle 335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6" name="Rectangle 336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7" name="Rounded Rectangle 148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8" name="TextBox 64"/>
          <p:cNvSpPr/>
          <p:nvPr/>
        </p:nvSpPr>
        <p:spPr>
          <a:xfrm>
            <a:off x="1591920" y="1005840"/>
            <a:ext cx="77875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ve String Yapısı (Java)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9" name="TextBox 65"/>
          <p:cNvSpPr/>
          <p:nvPr/>
        </p:nvSpPr>
        <p:spPr>
          <a:xfrm>
            <a:off x="2683440" y="2194560"/>
            <a:ext cx="5603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metinler (String) aslında Unicode karakter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dizileridir ve her karakter UTF-16 tabanlı olarak saklanır.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0" name="Rounded Rectangle 149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1" name="Rounded Rectangle 150"/>
          <p:cNvSpPr/>
          <p:nvPr/>
        </p:nvSpPr>
        <p:spPr>
          <a:xfrm>
            <a:off x="91440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Temel Bilgiler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String → birden fazla char’ın birleşimidir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String iç yapısı Unicode (UTF-16) kullanır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Her karakter = Unicode kod noktası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length() → karakter sayısı değil, char sayısını verir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Emoji gibi karakterler 2 char olabilir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2" name="Rounded Rectangle 151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3" name="Rounded Rectangle 152"/>
          <p:cNvSpPr/>
          <p:nvPr/>
        </p:nvSpPr>
        <p:spPr>
          <a:xfrm>
            <a:off x="4434840" y="2971800"/>
            <a:ext cx="328752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Akış (Flow)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(String)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karakterler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UTF-16 kodlama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 dizisi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Bellekte saklanır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"Hi 😊" → H + i + (2 char emoji) → length = 4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4" name="Rounded Rectangle 153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5" name="Rounded Rectangle 154"/>
          <p:cNvSpPr/>
          <p:nvPr/>
        </p:nvSpPr>
        <p:spPr>
          <a:xfrm>
            <a:off x="7955280" y="2743200"/>
            <a:ext cx="370008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StringUnicodeExample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"Hi 😊";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System.out.println("Metin: " + text);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System.out.println("Length: " + text.length());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text.length(); i++)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System.out.println(text.charAt(i));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6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7" name="Rectangle 337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8" name="Rectangle 338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9" name="Rectangle 339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0" name="Rectangle 340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1" name="Rectangle 341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2" name="Rectangle 342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3" name="Rectangle 343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4" name="Rectangle 344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5" name="Rectangle 345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6" name="Rectangle 346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7" name="Rectangle 347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8" name="Rectangle 348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9" name="Rectangle 349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0" name="Rectangle 350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1" name="Rectangle 351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2" name="Rectangle 352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3" name="Rounded Rectangle 155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4" name="TextBox 67"/>
          <p:cNvSpPr/>
          <p:nvPr/>
        </p:nvSpPr>
        <p:spPr>
          <a:xfrm>
            <a:off x="1061640" y="1005840"/>
            <a:ext cx="8848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Unicode – Son Genel Bakış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5" name="TextBox 68"/>
          <p:cNvSpPr/>
          <p:nvPr/>
        </p:nvSpPr>
        <p:spPr>
          <a:xfrm>
            <a:off x="1433160" y="2057400"/>
            <a:ext cx="81043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Unicode, Java’da metinleri evrensel ve standart bir biçimde temsil etmeyi sağlar.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Böylece farklı dillerdeki karakterler tek bir sistem içinde güvenli şekilde işlenebilir.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6" name="Rounded Rectangle 156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7" name="Rounded Rectangle 157"/>
          <p:cNvSpPr/>
          <p:nvPr/>
        </p:nvSpPr>
        <p:spPr>
          <a:xfrm>
            <a:off x="91440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karakterleri işlerken Unicode standardını temel alır. char veri tipi 16 bitlik yapısıyla UTF-16 mantığında çalışır ve birçok karakteri doğrudan temsil eder. Bu yapı sayesinde Java, yalnızca İngilizce karakterlerle değil; Türkçe, Arapça, Çince ve daha birçok dildeki sembollerle de uyumlu çalışabilir. Unicode desteği, çok dilli yazılım geliştirmede büyük önem taşır.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8" name="Rounded Rectangle 158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9" name="Rounded Rectangle 159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Kod Noktası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UTF Kodlaması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Java'da Saklanır ve İşlenir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0" name="Rounded Rectangle 160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1" name="Rounded Rectangle 161"/>
          <p:cNvSpPr/>
          <p:nvPr/>
        </p:nvSpPr>
        <p:spPr>
          <a:xfrm>
            <a:off x="7955280" y="3108960"/>
            <a:ext cx="3700800" cy="306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UnicodeSummary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'Ç';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System.out.println("Karakter: " + letter);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Degeri: " + (int) letter);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2" name="TextBox 6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3" name="Rectangle 353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4" name="Rectangle 354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5" name="Rectangle 355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6" name="Rectangle 356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7" name="Rectangle 357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8" name="Rectangle 358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9" name="Rectangle 359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0" name="Rectangle 360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1" name="Rectangle 361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2" name="Rectangle 362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3" name="Rectangle 363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4" name="Rectangle 364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5" name="Rectangle 365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6" name="Rectangle 366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7" name="Rectangle 367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8" name="Rectangle 368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9" name="Rounded Rectangle 162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0" name="TextBox 70"/>
          <p:cNvSpPr/>
          <p:nvPr/>
        </p:nvSpPr>
        <p:spPr>
          <a:xfrm>
            <a:off x="968040" y="1005840"/>
            <a:ext cx="90356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User Input (Kullanıcıdan Veri Alma)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1" name="TextBox 71"/>
          <p:cNvSpPr/>
          <p:nvPr/>
        </p:nvSpPr>
        <p:spPr>
          <a:xfrm>
            <a:off x="1554840" y="2057400"/>
            <a:ext cx="78606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kullanıcıdan veri almak için genellikle Scanner sınıfı kullanılır.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sınıf, klavyeden girilen verileri okuyarak program içinde kullanmamızı sağlar.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2" name="Rounded Rectangle 163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3" name="Rounded Rectangle 164"/>
          <p:cNvSpPr/>
          <p:nvPr/>
        </p:nvSpPr>
        <p:spPr>
          <a:xfrm>
            <a:off x="685800" y="3108960"/>
            <a:ext cx="3517200" cy="328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kullanmak için import gerekir: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import java.util.Scanner;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nesnesi oluşturma: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input = new Scanner(System.in);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kullanıcıdan veri almak için: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System.in → klavye girişini temsil eder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→ bu girişi okur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veri tipleri için farklı metodlar vardır: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4" name="Rounded Rectangle 165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5" name="Rounded Rectangle 166"/>
          <p:cNvSpPr/>
          <p:nvPr/>
        </p:nvSpPr>
        <p:spPr>
          <a:xfrm>
            <a:off x="4434840" y="2971800"/>
            <a:ext cx="333540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Scanner oluşturulur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Kullanıcıdan veri istenir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 veri girer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Scanner veriyi okur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Veri değişkene atanır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devam eder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6" name="Rounded Rectangle 167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7" name="Rounded Rectangle 168"/>
          <p:cNvSpPr/>
          <p:nvPr/>
        </p:nvSpPr>
        <p:spPr>
          <a:xfrm>
            <a:off x="7955280" y="3108960"/>
            <a:ext cx="3701160" cy="328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java.util.Scanner;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UserInputExample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Scanner input = new Scanner(System.in);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System.out.print("Adınızı girin: 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input.nextLine();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System.out.print("Yaşınızı girin: 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input.nextInt();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 " + name + ", yaşınız: " + age);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input.close();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8" name="TextBox 7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9" name="Rectangle 369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0" name="Rectangle 370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1" name="Rectangle 371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2" name="Rectangle 372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3" name="Rectangle 373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4" name="Rectangle 374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5" name="Rectangle 375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6" name="Rectangle 376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7" name="Rectangle 377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8" name="Rectangle 378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9" name="Rectangle 379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0" name="Rectangle 380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1" name="Rectangle 381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2" name="Rectangle 382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3" name="Rectangle 383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4" name="Rectangle 384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5" name="Rounded Rectangle 169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6" name="TextBox 73"/>
          <p:cNvSpPr/>
          <p:nvPr/>
        </p:nvSpPr>
        <p:spPr>
          <a:xfrm>
            <a:off x="1784160" y="1005840"/>
            <a:ext cx="7403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Kullanıcı Girdi Türleri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7" name="TextBox 74"/>
          <p:cNvSpPr/>
          <p:nvPr/>
        </p:nvSpPr>
        <p:spPr>
          <a:xfrm>
            <a:off x="1576080" y="1932480"/>
            <a:ext cx="79034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Scanner sınıfı, kullanıcıdan farklı veri türlerini okumak için farklı metotlar sağlar.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Örneğin; tam sayılar, ondalıklı sayılar ve metinler.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metot belirli bir veri türü için tasarlanmıştır.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8" name="Rounded Rectangle 170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9" name="Rounded Rectangle 171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nextInt() bir tam sayı okur.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nextFloat() bir ondalıklı sayı okur.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nextLine() bir satırın tamamını okur.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 metotlar, Java programlarının kullanıcıdan doğru formatta veri almasını sağlar.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0" name="Rounded Rectangle 172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1" name="Rounded Rectangle 173"/>
          <p:cNvSpPr/>
          <p:nvPr/>
        </p:nvSpPr>
        <p:spPr>
          <a:xfrm>
            <a:off x="4434840" y="3108960"/>
            <a:ext cx="3288960" cy="329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nesnesi oluşturulur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belirli bir türde veri ister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 veri girer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Uygun Scanner metodu değeri okur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Değer bir değişkene atanır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bu veriyle çalışmaya devam eder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2" name="Rounded Rectangle 174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3" name="Rounded Rectangle 175"/>
          <p:cNvSpPr/>
          <p:nvPr/>
        </p:nvSpPr>
        <p:spPr>
          <a:xfrm>
            <a:off x="7955280" y="2971800"/>
            <a:ext cx="370152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java.util.Scanner;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InputTypesExample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Scanner sc = new Scanner(System.in);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System.out.print("Bir tam sayı girin: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sc.nextInt();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System.out.print("Bir ondalıklı sayı girin: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float decimal = sc.nextFloat();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sc.nextLine(); // buffer temizleme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System.out.print("Bir metin girin: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sc.nextLine();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System.out.println("Tam sayı: " + number);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System.out.println("Ondalıklı sayı: " + decimal);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System.out.println("Metin: " + text);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sc.close();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4" name="TextBox 7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" name="Rectangle 385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6" name="Rectangle 386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7" name="Rectangle 387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8" name="Rectangle 388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9" name="Rectangle 389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0" name="Rectangle 390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1" name="Rectangle 391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2" name="Rectangle 392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3" name="Rectangle 393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4" name="Rectangle 394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5" name="Rectangle 395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6" name="Rectangle 396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7" name="Rectangle 397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8" name="Rectangle 398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9" name="Rectangle 399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0" name="Rectangle 400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1" name="Rounded Rectangle 176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2" name="TextBox 76"/>
          <p:cNvSpPr/>
          <p:nvPr/>
        </p:nvSpPr>
        <p:spPr>
          <a:xfrm>
            <a:off x="1631520" y="914400"/>
            <a:ext cx="75420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Kullanıcı Girişi Örneği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3" name="TextBox 77"/>
          <p:cNvSpPr/>
          <p:nvPr/>
        </p:nvSpPr>
        <p:spPr>
          <a:xfrm>
            <a:off x="2122560" y="1735200"/>
            <a:ext cx="70862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kullanıcı girdisine yaygın bir örnek, klavyeden sayıları okumak,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verileri işlemek ve sonucu ekrana yazdırmaktır.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Scanner sınıfı ile bu işlem basit ve düzenli bir şekilde gerçekleştirilebilir.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4" name="Rounded Rectangle 177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5" name="Rounded Rectangle 178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 olarak java.util.Scanner import edilir.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sonra System.in ile bir Scanner nesnesi oluşturulur.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nextInt() gibi metotlarla veriler okunur.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Okunan veriler işlenir (örneğin toplama işlemi yapılır).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6" name="Rounded Rectangle 179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7" name="Rounded Rectangle 180"/>
          <p:cNvSpPr/>
          <p:nvPr/>
        </p:nvSpPr>
        <p:spPr>
          <a:xfrm>
            <a:off x="4434840" y="2971800"/>
            <a:ext cx="3288960" cy="347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import edilir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sc = new Scanner(System.in); oluşturulur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 sayı istenir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 sayı nextInt() ile okunur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İkinci sayı istenir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İkinci sayı nextInt() ile okunur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Toplama işlemi yapılır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8" name="Rounded Rectangle 181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9" name="Rounded Rectangle 182"/>
          <p:cNvSpPr/>
          <p:nvPr/>
        </p:nvSpPr>
        <p:spPr>
          <a:xfrm>
            <a:off x="7955280" y="2786760"/>
            <a:ext cx="3701520" cy="361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java.util.Scanner;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AddTwoNumbers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Scanner sc = new Scanner(System.in);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System.out.print("Birinci sayıyı girin: ");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num1 = sc.nextInt();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System.out.print("İkinci sayıyı girin: ");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num2 = sc.nextInt();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num1 + num2;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System.out.println("İki sayının toplamı: " + 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sc.close();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0" name="TextBox 7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1" name="Rectangle 401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2" name="Rectangle 402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3" name="Rectangle 403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4" name="Rectangle 404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5" name="Rectangle 405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6" name="Rectangle 406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7" name="Rectangle 407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8" name="Rectangle 408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9" name="Rectangle 409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0" name="Rectangle 410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1" name="Rectangle 411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2" name="Rectangle 412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3" name="Rectangle 413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4" name="Rectangle 414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5" name="Rectangle 415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6" name="Rectangle 416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7" name="Rounded Rectangle 183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8" name="TextBox 79"/>
          <p:cNvSpPr/>
          <p:nvPr/>
        </p:nvSpPr>
        <p:spPr>
          <a:xfrm>
            <a:off x="2133000" y="1005840"/>
            <a:ext cx="67053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Scanner’da Yaygın Hatalar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9" name="TextBox 80"/>
          <p:cNvSpPr/>
          <p:nvPr/>
        </p:nvSpPr>
        <p:spPr>
          <a:xfrm>
            <a:off x="2514240" y="2033640"/>
            <a:ext cx="59418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Scanner kullanırken özellikle nextInt() ve nextLine()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kullanıldığında beklenmeyen hatalar oluşabilir.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0" name="Rounded Rectangle 184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1" name="Rounded Rectangle 185"/>
          <p:cNvSpPr/>
          <p:nvPr/>
        </p:nvSpPr>
        <p:spPr>
          <a:xfrm>
            <a:off x="91440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nextInt() sadece sayıyı okur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Enter (newline) karakteri buffer’da kalır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Sonraki nextLine() bu boşluğu direkt okur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Kullanıcıdan veri alınmadan boş string dönebilir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Bu durum çok sık yapılan bir hatadır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nextLine() öncesinde buffer temizlenmelidir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2" name="Rounded Rectangle 186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3" name="Rounded Rectangle 187"/>
          <p:cNvSpPr/>
          <p:nvPr/>
        </p:nvSpPr>
        <p:spPr>
          <a:xfrm>
            <a:off x="4434840" y="3108960"/>
            <a:ext cx="3289320" cy="329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oluşturulur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Kullanıcıdan sayı alınır (nextInt())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Enter karakteri buffer’da kalır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nextLine() çağrılır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Boş veri okunur (hata oluşur)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Buffer temizlenirse problem çözülür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doğru şekilde devam eder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4" name="Rounded Rectangle 188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5" name="Rounded Rectangle 189"/>
          <p:cNvSpPr/>
          <p:nvPr/>
        </p:nvSpPr>
        <p:spPr>
          <a:xfrm>
            <a:off x="8001000" y="2971800"/>
            <a:ext cx="365616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java.util.Scanner;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ScannerHataOrnegi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Scanner sc = new Scanner(System.in);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System.out.print("Yaşınızı girin: 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sc.nextInt();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sc.nextLine(); // buffer temizleme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System.out.print("Adınızı girin: 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ad = sc.nextLine();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 " + ad + ", yaşınız: " + yas);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sc.close();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6" name="TextBox 8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7" name="Rectangle 417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8" name="Rectangle 418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9" name="Rectangle 419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0" name="Rectangle 420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1" name="Rectangle 421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2" name="Rectangle 422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3" name="Rectangle 423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4" name="Rectangle 424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5" name="Rectangle 425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6" name="Rectangle 426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7" name="Rectangle 427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8" name="Rectangle 428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9" name="Rectangle 429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0" name="Rectangle 430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1" name="Rectangle 431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2" name="Rectangle 432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3" name="Rounded Rectangle 190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4" name="TextBox 82"/>
          <p:cNvSpPr/>
          <p:nvPr/>
        </p:nvSpPr>
        <p:spPr>
          <a:xfrm>
            <a:off x="1239840" y="1005840"/>
            <a:ext cx="8490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Kullanıcı Girişi Doğrulama (Input Validation)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5" name="TextBox 83"/>
          <p:cNvSpPr/>
          <p:nvPr/>
        </p:nvSpPr>
        <p:spPr>
          <a:xfrm>
            <a:off x="1846080" y="1846080"/>
            <a:ext cx="73432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Kullanıcıdan alınan verilerin doğru formatta olup olmadığını kontrol etme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işlemine input validation denir. Bu sayede hatalı girişler engellenir.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6" name="Rounded Rectangle 191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7" name="Rounded Rectangle 192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 her zaman doğru veri girmez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çökmesini önlemek gerekir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hasNextInt() gibi metotlarla kontrol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Geçersiz veri girilirse tekrar istenir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 yöntem kullanıcı deneyimini artırır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8" name="Rounded Rectangle 193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9" name="Rounded Rectangle 194"/>
          <p:cNvSpPr/>
          <p:nvPr/>
        </p:nvSpPr>
        <p:spPr>
          <a:xfrm>
            <a:off x="4434840" y="2743200"/>
            <a:ext cx="3290040" cy="3656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oluşturulur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Kullanıcıdan veri istenir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Veri kontrol edilir (hasNextInt)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Doğruysa → veri alınır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❌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Yanlışsa → hata mesajı gösterilir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 tekrar giriş yapar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 veri alınana kadar devam eder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devam eder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0" name="Rounded Rectangle 195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1" name="Rounded Rectangle 196"/>
          <p:cNvSpPr/>
          <p:nvPr/>
        </p:nvSpPr>
        <p:spPr>
          <a:xfrm>
            <a:off x="7955280" y="2514600"/>
            <a:ext cx="3931200" cy="3885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java.util.Scanner;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InputValidationOrnek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Scanner sc = new Scanner(System.in);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yas;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while (true)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System.out.print("Yaşınızı girin: ");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if (sc.hasNextInt())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yas = sc.nextInt();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break; // doğru giriş → çık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System.out.println("Hatalı giriş! Lütfen sayı girin.");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sc.next(); // yanlış veriyi temizle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System.out.println("Girilen yaş: " + yas);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sc.close();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2" name="TextBox 8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3" name="Rectangle 433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4" name="Rectangle 434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5" name="Rectangle 435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6" name="Rectangle 436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7" name="Rectangle 437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8" name="Rectangle 438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9" name="Rectangle 439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0" name="Rectangle 440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1" name="Rectangle 441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2" name="Rectangle 442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3" name="Rectangle 443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4" name="Rectangle 444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5" name="Rectangle 445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6" name="Rectangle 446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7" name="Rectangle 447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8" name="Rectangle 448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9" name="Rounded Rectangle 197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0" name="TextBox 85"/>
          <p:cNvSpPr/>
          <p:nvPr/>
        </p:nvSpPr>
        <p:spPr>
          <a:xfrm>
            <a:off x="3860640" y="1005840"/>
            <a:ext cx="3250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GENEL ÖZET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1" name="TextBox 86"/>
          <p:cNvSpPr/>
          <p:nvPr/>
        </p:nvSpPr>
        <p:spPr>
          <a:xfrm>
            <a:off x="1797120" y="1828800"/>
            <a:ext cx="780372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sunumda Java’nın temel yapı taşları ele alındı. Değişkenler, veri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tipleri, tür dönüşümleri, Unicode sistemi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 kullanıcıdan veri alma gibi konular, Java programlamanın temelini oluşturur.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2" name="Rounded Rectangle 198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23" name="Rounded Rectangle 199"/>
          <p:cNvSpPr/>
          <p:nvPr/>
        </p:nvSpPr>
        <p:spPr>
          <a:xfrm>
            <a:off x="914400" y="3108960"/>
            <a:ext cx="3290400" cy="306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 → Veriyi saklar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 Tipleri → Primitive &amp; Reference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Tür Dönüşümü → Implicit &amp; Explicit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→ Evrensel karakter sistemi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Scanner → Kullanıcıdan veri alma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Wrapper → Primitive → Object dönüşümü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4" name="Rounded Rectangle 200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25" name="Rounded Rectangle 201"/>
          <p:cNvSpPr/>
          <p:nvPr/>
        </p:nvSpPr>
        <p:spPr>
          <a:xfrm>
            <a:off x="4434840" y="2971800"/>
            <a:ext cx="329040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Öğrenme Akışı: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Veri Tipleri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Tür Dönüşümü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Unicode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User Input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Programlama Mantığı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6" name="Rounded Rectangle 202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27" name="Rounded Rectangle 203"/>
          <p:cNvSpPr/>
          <p:nvPr/>
        </p:nvSpPr>
        <p:spPr>
          <a:xfrm>
            <a:off x="7955280" y="2971800"/>
            <a:ext cx="3931560" cy="3657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OzetOrnegi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 // örtük (implicit) dönüşüm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 = "Java";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System.out.println(metin);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System.out.println(sonuc);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Java’da programlama; veriyi doğru tanımlamak, uygun veri tipini seçmek ve bu veriyi doğru şekilde işlemektir.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8" name="TextBox 87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485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2026-04-25T23:33:36Z</dcterms:modified>
  <cp:revision>50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