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slideMaster6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F63705-DADA-48FC-86BF-1A4D564822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C88E39-073E-48F7-B1D8-55CCAD113AF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46D236-EBF1-45B3-AA54-C28F6E3F8B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FBB7B3-3CEC-4980-B7A4-A69FCCCC31D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583B8D-431D-45FD-BED7-1199569254C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174156-8BB6-4D49-8F5C-2B6D7E72420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4288B3-8BB4-4299-8601-233042DDD5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BC0EB1-A8C2-4ECE-A767-1045141F30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126041-010C-4219-8FB3-C94E104211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5376DE-F80A-4548-947F-585DA1D601A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58EEA3-0984-4E61-B48B-EFDDAC0CD59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B7C24B-B711-45EF-AECF-1EF0CBFAAF3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D69A18-C7CD-4E5A-9D21-A37038AB698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5BD6E2E-9D7A-405B-A2D5-6F4AE7776E1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6A62B5C-B19D-434B-B2B4-93F7EFE68E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0BC8F04-0D3F-4693-896D-1454FD07D41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A64C3A6-1571-4363-8EAE-8791DD384B0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C78FBD4-0EB5-4796-805C-A14D26E1CF0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3F21909-50E7-4473-80EB-001AE24B18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FDAA7D0-8776-4C59-8537-3DBE73305DE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88B673-11B1-4B53-B79D-B7077E4700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55A91BF-4C0C-4E60-85D9-2E3866423C0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F3126F4-32AD-4C3C-B620-7B1127384C9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0156AFC-290F-4582-A476-9ACAFA0345F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8BAD183-5544-403C-92DD-FD012DCE20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5C5DDA1-80FA-4E2F-8CBF-DEDB1DB7F6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856CF70-6F14-486A-977F-A6E9235602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2B9CC55-2357-419B-9E36-66024877B6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3A61C3C-6C87-410D-9F9D-422D65E4C33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AB70CBE-D155-4CB4-96F2-E5CA8EF6208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CE4A450-39D3-405A-9085-507F935D37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26A350D-9273-4B44-A904-09364654E25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939B08C-0FF0-46EA-8D98-A58F56C52B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1BD70EC-21D5-4DBF-8F87-6BE8B2C4F54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0FC89C5-6383-47D9-AE8B-3F09DF73C34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954658E-9366-478D-AFA0-33FB572A29C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164F603-D287-4DA7-BCD6-DFE00D9F027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D368E52-E363-4BE3-9FDF-B6FCB9232F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7750041-816E-4975-A333-F2F38FF933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4148651-D8F1-40E8-8B2B-8D04D2E6FE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D2022FF-E970-45AE-B079-F9A58F8FFA2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7E95B7C-90B1-44A2-84FC-0E92EF4C6B4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1362400-106F-4228-A1C2-3E9389DBA5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7AF2D35-7B43-4834-8DA8-05064C82F6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1C5CE1A-B286-496B-BCB6-400D6432E7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24EC191-097B-40F6-8EE0-B58AA502FE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71F1B8D-BFC2-409B-A014-F3D4AD3E35C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ABF7B8C-6583-4F0E-A2C3-57E5F72994D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4A475D9-64E0-4DEF-BB3B-15EFBDE1CDD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D970E62-1509-4BCD-A660-B9A5BF59522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18BB785-199F-42D3-8DD5-59E3F5E7FF1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59B7A46-18A6-4B18-86C8-B5B0C2AC692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AF39864-BF38-4CD1-8656-2C11B63580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F557D80-D651-4314-BB45-81C43CD4CE3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489C450-319D-499C-AAD4-A304C38AD18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C923FC0-2354-452F-AA23-11AF783D13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CFDAE2D-311C-4B47-819B-04915BC1297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F5118D8-C8A4-4496-8E1C-81BEAA22CC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59B0172-3217-4BB6-AAF4-2FA32903DB3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FFCBD38-76B8-4D78-986C-87B1924C337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1D0DC82-CBF0-4441-9580-FF3DCE49B3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8C49A23-C03A-4295-B7D8-413A18B304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03D7347-1198-4EDE-A531-F4A47210CFD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1EB8DBA-6D77-4417-9190-0ED31181708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01683B8-8376-43F6-A47B-4CFC6F04F0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AC2DA92-1430-4988-BBC5-F5C5762C0A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E51B37C-5E10-42DE-95FC-F3B01295D0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EF34F77-00B7-4F26-8FCD-4B2C08FB620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0E9E9DB-EEC0-4812-A9A2-883A68AB90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2B1CA6E-A95E-463E-B8FA-3C86D90769F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E518DED-CB8D-4DDB-9AC3-878A4EC4125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871F36B-98E0-4DCE-85E7-8A1A00EF9ED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D6F5DD6-40F9-469C-87DD-EB6F28FD763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0C55E9-F901-489C-8E66-19E8F3BAA73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CCD39D-35B1-4D88-9FB6-8C45CDF510D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431A14-20A1-4E0C-B440-FC2B2170928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24A033-304A-4B81-AF76-72DD446DDF6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E6CB76-1613-4B53-8DC2-90E33B2F185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Rectangle 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1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Rounded Rectangle 2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ounded Rectangle 21"/>
          <p:cNvSpPr/>
          <p:nvPr/>
        </p:nvSpPr>
        <p:spPr>
          <a:xfrm>
            <a:off x="685800" y="2521440"/>
            <a:ext cx="3425760" cy="332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Rounded Rectangle 2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ounded Rectangle 2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Rounded Rectangle 2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ounded Rectangle 25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32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33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34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35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36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37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38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39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40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41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42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43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44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45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46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47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Rounded Rectangle 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ounded Rectangle 10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Rounded Rectangle 1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ounded Rectangle 12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Rounded Rectangle 1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ounded Rectangle 14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Rectangle 48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49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50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51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52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53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54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55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56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57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58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59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60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61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62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63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15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Rounded Rectangle 16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ounded Rectangle 18"/>
          <p:cNvSpPr/>
          <p:nvPr/>
        </p:nvSpPr>
        <p:spPr>
          <a:xfrm>
            <a:off x="475560" y="2743200"/>
            <a:ext cx="3726720" cy="310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Rounded Rectangle 1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ounded Rectangle 26"/>
          <p:cNvSpPr/>
          <p:nvPr/>
        </p:nvSpPr>
        <p:spPr>
          <a:xfrm>
            <a:off x="4343400" y="2918520"/>
            <a:ext cx="3516480" cy="292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Rounded Rectangle 27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ounded Rectangle 28"/>
          <p:cNvSpPr/>
          <p:nvPr/>
        </p:nvSpPr>
        <p:spPr>
          <a:xfrm>
            <a:off x="8023680" y="2743200"/>
            <a:ext cx="383796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Rectangle 64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65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66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67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68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69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70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71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72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73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74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75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76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77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78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79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29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3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31"/>
          <p:cNvSpPr/>
          <p:nvPr/>
        </p:nvSpPr>
        <p:spPr>
          <a:xfrm>
            <a:off x="685800" y="3108960"/>
            <a:ext cx="351684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ounded Rectangle 3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ounded Rectangle 3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Rounded Rectangle 3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35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 80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81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82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83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84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85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86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87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88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89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90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91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92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93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94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95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3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14"/>
          <p:cNvSpPr/>
          <p:nvPr/>
        </p:nvSpPr>
        <p:spPr>
          <a:xfrm>
            <a:off x="591840" y="2194560"/>
            <a:ext cx="9786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Rounded Rectangle 3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38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Rounded Rectangle 3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ounded Rectangle 40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Rounded Rectangle 4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42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Rectangle 1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2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3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3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9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4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16"/>
          <p:cNvSpPr/>
          <p:nvPr/>
        </p:nvSpPr>
        <p:spPr>
          <a:xfrm>
            <a:off x="911880" y="1005840"/>
            <a:ext cx="9146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7"/>
          <p:cNvSpPr/>
          <p:nvPr/>
        </p:nvSpPr>
        <p:spPr>
          <a:xfrm>
            <a:off x="-310680" y="2194560"/>
            <a:ext cx="115988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Rounded Rectangle 4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45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Rounded Rectangle 4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ounded Rectangle 47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Rounded Rectangle 4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49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Rectangle 97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98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99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100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101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102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103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104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105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106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107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108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09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10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11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12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5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21"/>
          <p:cNvSpPr/>
          <p:nvPr/>
        </p:nvSpPr>
        <p:spPr>
          <a:xfrm>
            <a:off x="1666800" y="1005840"/>
            <a:ext cx="7636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22"/>
          <p:cNvSpPr/>
          <p:nvPr/>
        </p:nvSpPr>
        <p:spPr>
          <a:xfrm>
            <a:off x="4382280" y="2194560"/>
            <a:ext cx="2212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Rounded Rectangle 5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52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Rounded Rectangle 5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ounded Rectangle 54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Rounded Rectangle 5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56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Rectangle 113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114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115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116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117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118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119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120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121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122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123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124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125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126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127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128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5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24"/>
          <p:cNvSpPr/>
          <p:nvPr/>
        </p:nvSpPr>
        <p:spPr>
          <a:xfrm>
            <a:off x="2216880" y="1005840"/>
            <a:ext cx="6536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Rounded Rectangle 58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59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Rounded Rectangle 60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ounded Rectangle 61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Rounded Rectangle 62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63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Rectangle 129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30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31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32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33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34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35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36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37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38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39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40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41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42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143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144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64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28"/>
          <p:cNvSpPr/>
          <p:nvPr/>
        </p:nvSpPr>
        <p:spPr>
          <a:xfrm>
            <a:off x="2915280" y="1005840"/>
            <a:ext cx="5139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29"/>
          <p:cNvSpPr/>
          <p:nvPr/>
        </p:nvSpPr>
        <p:spPr>
          <a:xfrm>
            <a:off x="907200" y="2194560"/>
            <a:ext cx="91699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Rounded Rectangle 65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66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Rounded Rectangle 67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ounded Rectangle 68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Rounded Rectangle 69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70"/>
          <p:cNvSpPr/>
          <p:nvPr/>
        </p:nvSpPr>
        <p:spPr>
          <a:xfrm>
            <a:off x="795528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Rectangle 145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146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147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148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149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150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151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52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53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54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55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56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57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58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59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60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71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32"/>
          <p:cNvSpPr/>
          <p:nvPr/>
        </p:nvSpPr>
        <p:spPr>
          <a:xfrm>
            <a:off x="2434680" y="2194560"/>
            <a:ext cx="611460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72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73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Rounded Rectangle 74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ounded Rectangle 75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Rounded Rectangle 76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77"/>
          <p:cNvSpPr/>
          <p:nvPr/>
        </p:nvSpPr>
        <p:spPr>
          <a:xfrm>
            <a:off x="7955280" y="3108960"/>
            <a:ext cx="328896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Rectangle 161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162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163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164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165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66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67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68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69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70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71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72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73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74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75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76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78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34"/>
          <p:cNvSpPr/>
          <p:nvPr/>
        </p:nvSpPr>
        <p:spPr>
          <a:xfrm>
            <a:off x="2528640" y="1005840"/>
            <a:ext cx="591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VERSION MANAGEMENT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Box 35"/>
          <p:cNvSpPr/>
          <p:nvPr/>
        </p:nvSpPr>
        <p:spPr>
          <a:xfrm>
            <a:off x="2746440" y="2194560"/>
            <a:ext cx="54914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Managing multiple Java versions and switching between them safely.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Rounded Rectangle 79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80"/>
          <p:cNvSpPr/>
          <p:nvPr/>
        </p:nvSpPr>
        <p:spPr>
          <a:xfrm>
            <a:off x="457200" y="2971800"/>
            <a:ext cx="378396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Sometimes multiple Java versions are installed on the same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Older legacy version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projects may require different versions.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If versions are not managed properly: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conflicts occur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Wrong JDK compiles the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tools fail (Maven / Gradle)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Proper version management prevents conflicts.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Rounded Rectangle 81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ounded Rectangle 82"/>
          <p:cNvSpPr/>
          <p:nvPr/>
        </p:nvSpPr>
        <p:spPr>
          <a:xfrm>
            <a:off x="4434840" y="3108960"/>
            <a:ext cx="3288960" cy="283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Check installed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Locate JDK folders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Verify using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Rounded Rectangle 83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84"/>
          <p:cNvSpPr/>
          <p:nvPr/>
        </p:nvSpPr>
        <p:spPr>
          <a:xfrm>
            <a:off x="8001000" y="2971800"/>
            <a:ext cx="3428280" cy="3041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Check current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Show active 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Example version paths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After switching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Rectangle 177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78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79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80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81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82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83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84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85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86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87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88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89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90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91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92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85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38"/>
          <p:cNvSpPr/>
          <p:nvPr/>
        </p:nvSpPr>
        <p:spPr>
          <a:xfrm>
            <a:off x="429480" y="2194560"/>
            <a:ext cx="1011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first program every Java developer writes.It introduces the basic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of a Java application and shows how code is executed inside the Java Virtual Machine (JVM).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Rounded Rectangle 86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87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Java program starts from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begins from the main()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prints output to the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runs inside the JVM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 demonstrates how Java source code turns into running output.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Rounded Rectangle 88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ounded Rectangle 89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JVM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Console Output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Rounded Rectangle 90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91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TextBox 39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Rectangle 193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94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95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96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97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98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99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200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201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202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203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204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205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206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207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208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92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40"/>
          <p:cNvSpPr/>
          <p:nvPr/>
        </p:nvSpPr>
        <p:spPr>
          <a:xfrm>
            <a:off x="578160" y="1005840"/>
            <a:ext cx="981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41"/>
          <p:cNvSpPr/>
          <p:nvPr/>
        </p:nvSpPr>
        <p:spPr>
          <a:xfrm>
            <a:off x="1653840" y="2194560"/>
            <a:ext cx="7664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Hello World program may look simple, but it contains the core structure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that every Java application follows.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Rounded Rectangle 93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ounded Rectangle 94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 execution starts from main()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from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runs without creating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method returns nothing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command-line parameters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main() method is the entry point of every Java application.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Rounded Rectangle 95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ounded Rectangle 96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searches for main()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executes instructions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runs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Text appears on console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Rounded Rectangle 9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ounded Rectangle 98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TextBox 42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2026-02-15T21:22:39Z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