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D1AE86-E192-4B3E-9870-FC9EDA5FE0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655F47-0478-41B6-B5AE-ADDEB4709C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3A2175-8214-470C-A43A-B3446848F5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EBA7A4-E0F7-44CA-80DF-54869D85E6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22CE26-3A92-42AA-AD63-A9C91FEB34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849D1C-B4CE-45CB-B36D-C7FBF704BC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CF116A-43ED-4664-9D3E-80EA5CAF2E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2E4499-E223-4BCC-97E6-AA4259D769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D5B1D2-CB06-4DF3-9CDE-6A2A69815F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48E893-B97E-41DA-B9F0-48C60ACD946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C87846-925E-4253-A288-8A201F71443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4EF492-5176-4D62-984B-8B8DC4BB052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9ACFB9-8C86-4FC4-89CD-570B27AACB9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112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032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032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288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8920" cy="318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032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288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8920" cy="318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032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220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752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032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536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7160" cy="410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7996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860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756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03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896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2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960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960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784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144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144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076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39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39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39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39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4920" cy="296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492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22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492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58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492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62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32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492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62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32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4920" cy="274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112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396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104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78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72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0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8960" cy="2860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9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7560" cy="2860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23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ectangle 44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45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45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45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6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6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6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20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88"/>
          <p:cNvSpPr/>
          <p:nvPr/>
        </p:nvSpPr>
        <p:spPr>
          <a:xfrm>
            <a:off x="1083960" y="457200"/>
            <a:ext cx="812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Objects: The Engine of Flexibility (Comparator)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9"/>
          <p:cNvSpPr/>
          <p:nvPr/>
        </p:nvSpPr>
        <p:spPr>
          <a:xfrm>
            <a:off x="770760" y="1143000"/>
            <a:ext cx="9930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Comparable defines a class's "natural" ordering,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Comparator allows us to create multiple, flexible sorting rules (e.g., by age, price, name) through external intervention.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is the most powerful tool for changing sorting logic without touching the original class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20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6"/>
          <p:cNvSpPr/>
          <p:nvPr/>
        </p:nvSpPr>
        <p:spPr>
          <a:xfrm>
            <a:off x="458640" y="2514600"/>
            <a:ext cx="34272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vs.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(Internal):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Embedded within the class. Provides a single "natural" order (e.g., sorted by Student ID).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(External):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Acts as an externally assigned "referee". Allows you to define different rules for the same object (e.g., by age, by name).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207"/>
          <p:cNvSpPr/>
          <p:nvPr/>
        </p:nvSpPr>
        <p:spPr>
          <a:xfrm>
            <a:off x="448164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208"/>
          <p:cNvSpPr/>
          <p:nvPr/>
        </p:nvSpPr>
        <p:spPr>
          <a:xfrm>
            <a:off x="4343400" y="2514600"/>
            <a:ext cx="342684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The Engine of Flexibility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Goal: Sort the list differently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price? ➔ PriceComp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name? ➔ NameComp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Workflow: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Write the Comparator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Pass the rule into sort().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sorts according to your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20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10"/>
          <p:cNvSpPr/>
          <p:nvPr/>
        </p:nvSpPr>
        <p:spPr>
          <a:xfrm>
            <a:off x="8263800" y="2057400"/>
            <a:ext cx="33944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FlexibleSorting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FLEXIBLE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2026-06-23T03:23:34Z</dcterms:modified>
  <cp:revision>52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