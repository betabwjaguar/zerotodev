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24EAF36-8CF8-4E3E-9B05-6F4848E6D6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9B4C80-AF35-45F6-BA7D-FFFA417F2A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D843F6-5E15-4741-8EC2-FCFEA8DA31C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3F2866-9252-44BD-A06D-7918A1C657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D9C451-BCF7-477E-A978-6A4AB062CB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C69467-3AAD-4CE8-A1C7-763D762B76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834FAD-F947-4077-B808-D8DE656B92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C42F43-2F4C-4AC1-9CFA-F655E09C89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79F976-AD6F-4214-87CB-B8109F0C55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4D2AC6-D468-453A-A4BF-A38CED7641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B9E466-1D2A-44E5-B37C-E333FBFE0B2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1BA1EF7-2EF8-4725-AA69-09CE0B84EB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BFEC5F2-A374-4D0C-87A5-F438C95AFF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0DFFA7-9896-49C2-ACC6-919F5A2F35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AE7CEB-0DE6-427A-A258-B1440C1147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B9C7B6-220D-406C-9E73-751979B073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BCF936-3B49-4A67-BA26-8E76AC95551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4B9B89-89EB-4ED7-A960-4653D0042A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BB10460-C01F-4A68-B85A-A579FC0863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CDAE2A9-EE6C-493B-B915-9014F5752E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59313F-3D1C-4B4E-9A1E-07AF98C0F0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E31A5F-9370-4D6F-A235-87059A4FAE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E502BB3-887C-4ECA-859F-FD754CDE363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320E0C-AABD-4992-8ED8-F459FEB9A14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B658C2-13C3-4CF6-8FC6-0A9213649CF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4E4CEF-7D86-4711-BD64-4A48804B8D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9076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310896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712800" y="2057400"/>
            <a:ext cx="110181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31680" y="2925720"/>
            <a:ext cx="3183120" cy="347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474720" cy="329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4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4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5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5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5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5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5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5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5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5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5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5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870560" y="1846080"/>
            <a:ext cx="72907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685800" y="2743200"/>
            <a:ext cx="35193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343400" y="2743200"/>
            <a:ext cx="33822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2971800"/>
            <a:ext cx="370332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2026-03-08T15:35:27Z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