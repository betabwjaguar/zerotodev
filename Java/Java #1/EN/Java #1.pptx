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0A0783-2E95-49A7-B138-841A3302EBC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435865-1BF9-47DE-AE4C-286DBFC96B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A2863A-95C8-44C2-8C95-3B15DD6ECF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F1150F-C20A-4AE8-A07A-6807E6F853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88432F3-C4B4-4C79-B3D9-A1EE9524E93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1238B7-936E-43CE-B103-A586D4FF2C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D4C56D-A0DB-4EDC-84E4-A874E1715D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4933DA-A94E-4AC1-BB13-38D15257D2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6AFCF4-6158-4593-A360-70106CA7A7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4AF64E-8235-452C-BDE5-41FA8C4CF88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AF9FFB-2762-4FDA-BDC4-245B09B8B3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2D2FFC-B5BE-4842-9AFC-4424DD5D5BF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6720" cy="397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7200" cy="397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04DC4E-52D6-4434-9B3E-6487EF5CE87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7200" cy="397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6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1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108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5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1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3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3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85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31280" cy="3169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70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6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9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1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7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4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88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31600" cy="7554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5840" cy="7554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7760" cy="7554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12200" cy="548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8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376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2025-12-27T20:29:50Z</dcterms:modified>
  <cp:revision>45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