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0DCF45-1567-4539-95BB-9CBF3AB360B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E566F1-88B0-4D9C-9449-D5346B9BFA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1CAEE9-527A-4FE9-9158-49DFA7D83D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C3C0E7-55A6-4899-91D7-346A645FD5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2C35E2-8419-4072-81EF-6D0D12CCDA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7E1E6D-CD33-47C5-A4E2-84515170F3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709536-8562-4255-A70F-47FBCBBF3F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05EAF1-E6FA-42CB-AC59-264DF9EBBA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B0A824-E744-45EF-9887-E9F5A9249F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1378FF-160F-4178-AF09-EC14DD6EE9C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B3783A-67A8-42C4-9452-9B76C26FD82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26D427-EBDC-47A7-804E-BDF2194FEF4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56CA5B-385D-4104-A41F-B8242ABB3B1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817800" y="100584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233720" y="20574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3690720" y="100584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2825640" y="20574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2688840" y="100584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2429280" y="20574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3885120" y="1005840"/>
            <a:ext cx="3200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299960" y="20574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(1991)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2025-12-23T17:31:40Z</dcterms:modified>
  <cp:revision>20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