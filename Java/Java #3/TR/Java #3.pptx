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880CA8-7585-49CF-8F70-1C4765E325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83ACD1-4AC3-4394-ABB4-DB9B2BEEC6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6668C9-650B-4392-A635-F515BE6495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39E99E-6F92-44FC-8E18-C11C69ADFC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6677B8-700D-48E4-9B72-C1A2F767AE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245612-EBB2-4894-AF22-1A39D16B41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A75051-A917-41F5-897D-39526CB924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A779B5-DC29-4065-BD6C-7E3947168C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658627-628D-481B-A1F1-DC53C55277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345D40-8534-4FAE-AB64-DDA06878EC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E06782-5BA3-4B1F-AFEC-99E9733506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23A977-83B1-40F7-9D12-48D2332B221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767DCB-A85D-46A1-BF7B-5E4E277E72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9B5C72-71A4-4338-B2AA-F56ABA1E38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080CCF9-F7F3-4C3B-9D9C-213C4414CE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507816-FE50-4716-A6AA-6B14FF54EF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8A11E5A-EC88-42DC-91A1-E90AA07DA5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C8945C-CCE4-4E05-A81A-65B019B38A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14CC2B-10CF-4EF8-BDAB-833EF6261D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2F166B-6A28-4CC9-A13D-7F4E4A791D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CB3C01-584B-4336-B3D5-814DB51635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949D43-954B-4B28-94DA-AB1C338238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2EB366-4A33-41FC-9088-70F4768FFA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FE04E8-F98F-468B-ABBA-596BD23525E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16338FF-7362-433A-B6B7-4B05884445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617EA2-DBA6-438D-9361-E93F3A5330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9245F1-1343-4C10-9C6F-0893B156A4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67066B-5033-4F57-9DAD-B74B2F9354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32C0169-E3CA-4F62-90A5-798E30DF39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4B02A3-B3C6-4792-B72F-FDCF39C137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360581C-9F49-48AA-84D6-99CABD7BF0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52FDF3-E08B-4E92-9257-14972D64D4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F58ADA-22E6-4E79-BD28-46BA02E38B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9B9DE4-685E-47D6-9705-909147A678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3CE0F60-6C40-42CF-948E-74730C7F021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546DD6-8EB0-4250-93F0-BD582599203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CBD1E5E-D9A3-4DBC-974C-94C070BF86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CAB38A-2E2F-4208-95F8-C340C27BAF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BBCDFF6-C06C-4B36-A0E3-BC24A7B581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7ABA97-3024-4A86-AEF0-7F48EB4FA5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996B39-F023-43A8-BCC2-CDC0C69E08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93A6529-0A14-4DC8-BAE4-DBE75EA8A0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2B1E324-4A1F-4180-B99D-BF97B74D54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66B111-2025-40CD-BEEF-5256185601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92FF829-B0CB-40D9-99B0-B341CD505C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F79A5F-FDEA-4AE6-8976-9F3F8E12C7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551C923-229B-426D-9423-7BAEEE33D4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0C3C7FA-8766-48AA-A89D-036B0C7B960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4909DA-505E-42A5-A5D0-673739C639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795ED56-0F27-410F-BB94-0CC92390A2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F61D51-3D06-4137-84C5-64A271E0C2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832D15-2BCB-47FE-B86F-6F97DDA169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893B8F8-0584-4C55-BA3A-7145BD2A37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5AEBED1-79A4-4BC0-8DDB-D8BD9CB913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BA9D213-84C4-4415-ADE1-571243B33B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9B2F179-3797-46F8-850D-C52789F2F8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C076012-9207-4AF0-9FF0-124D35875F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E27BB75-B24A-432A-B069-EF6E4ED787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5CB876-B8DF-4AAC-8154-C0C84766F69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E8E3C10-AD57-4A99-8088-C390A0116CB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8F7FC2A-E0AC-4248-B932-1805F6C02B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D7BD60-6CE6-4D54-B984-B7A6202F0A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D6F67BA-F152-4A4D-9EBB-FC21218E47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83BEB87-FB26-4730-AB04-29E6BF0DEF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648AE21-64EB-4F72-8FE3-8968A88D3D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0EF1BE-858F-4820-8005-051FEC548E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F3D0956-9479-4F49-889A-B8979832A9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883CFFA-C62A-41CA-BC68-D006416C9C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080745-8D9D-492D-ACAF-1FB448772B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02D5843-98F1-4EC0-8D25-6139ED396B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B1AB644-2984-4822-81ED-144FF5FFE09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501808-F5B6-4F5B-9B01-22A90F74DFD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C6AA8E6-C37A-4534-9E31-C4FA5F1B09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D268195-8CDA-451B-8A87-750D481B94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BC1EE4-0514-401C-AFE9-85B7ECFA1A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3B93226-FB74-4423-8857-74C53EAF90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CA9AF4D-6B85-449B-8DC8-F3B02DFE75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F9D70AA-A1DF-40B7-BE5D-7D9CFE3828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7E98AE8-1324-4341-8CA4-7A81E05FC5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5CAE8D7-EA1F-4762-A41B-C624BFCBDD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61A1D70-C269-42C7-8984-61AD7F80E8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64CFF13-4782-42EE-A339-844CA91FE3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C4FDFD1-7761-4B45-A4A4-5BB786C16C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FE806C4-44DC-4608-B6D9-F0BB1CA09D5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5362AF4-3E92-48A0-AEB6-6BC955F7BE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197D583-E0B3-45CF-98F8-10FE787D5C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AD263F5-A841-4458-B71D-5860349032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2215D8D-E4EE-43D1-8C04-EDDB98EBCB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A6028A3-A95B-4523-96E6-A4050A12DB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10F9EA7-8D50-45C2-BFD4-17B15AFF49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2EA48ED-6771-4A7B-972C-C89074BC0E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FB228D2-C7EF-46E0-9AC8-85E9769CAD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7F9AE2-CF16-4D6D-B17E-6AAD75D672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576B306-F636-40CB-A448-6236B1F498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CFF6FAF-5B3F-41DA-8C49-AB430584EB5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7E50656-40E9-45BC-9BAA-DF5C3FF711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746265-F462-4740-9B2B-31F9A9CCDE0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D9D358-58E0-46A7-AECF-B33978F57F3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9AAA3E-D8F5-4834-87EE-F7225EBE830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DAAB50-AB02-4087-B45D-77CF9E2457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AA12EF-7DB1-4F31-B07D-EA3636AAE0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E070A4-A202-4898-94F7-B32EB3353C9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2E626A-C34C-4E06-AB09-33704421277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81EE1C-38D7-4A7F-8C73-52AFD07BDDA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3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3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3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3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3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3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3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4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4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4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4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4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4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4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4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10"/>
          <p:cNvSpPr/>
          <p:nvPr/>
        </p:nvSpPr>
        <p:spPr>
          <a:xfrm>
            <a:off x="914400" y="3108960"/>
            <a:ext cx="32868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ounded Rectangle 12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14"/>
          <p:cNvSpPr/>
          <p:nvPr/>
        </p:nvSpPr>
        <p:spPr>
          <a:xfrm>
            <a:off x="7955280" y="3108960"/>
            <a:ext cx="347076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Rectangle 16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2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2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2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3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3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17"/>
          <p:cNvSpPr/>
          <p:nvPr/>
        </p:nvSpPr>
        <p:spPr>
          <a:xfrm>
            <a:off x="931680" y="2925720"/>
            <a:ext cx="3179520" cy="370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ounded Rectangle 18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ounded Rectangle 19"/>
          <p:cNvSpPr/>
          <p:nvPr/>
        </p:nvSpPr>
        <p:spPr>
          <a:xfrm>
            <a:off x="443484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Rounded Rectangle 20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21"/>
          <p:cNvSpPr/>
          <p:nvPr/>
        </p:nvSpPr>
        <p:spPr>
          <a:xfrm>
            <a:off x="7955280" y="2971800"/>
            <a:ext cx="369972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Rectangle 16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6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6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6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6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6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6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6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6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6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7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7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7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7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7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7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ounded Rectangle 71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Rounded Rectangle 72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73"/>
          <p:cNvSpPr/>
          <p:nvPr/>
        </p:nvSpPr>
        <p:spPr>
          <a:xfrm>
            <a:off x="685800" y="3108960"/>
            <a:ext cx="35182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Rounded Rectangle 74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ounded Rectangle 75"/>
          <p:cNvSpPr/>
          <p:nvPr/>
        </p:nvSpPr>
        <p:spPr>
          <a:xfrm>
            <a:off x="443484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Rounded Rectangle 76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77"/>
          <p:cNvSpPr/>
          <p:nvPr/>
        </p:nvSpPr>
        <p:spPr>
          <a:xfrm>
            <a:off x="7955280" y="2971800"/>
            <a:ext cx="37022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Rectangle 14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4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4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4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4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5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5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5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5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ounded Rectangle 6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Rounded Rectangle 6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66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Rounded Rectangle 6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ounded Rectangle 68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Rounded Rectangle 6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70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4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4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5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5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5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5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5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5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5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5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5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5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6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6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6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6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ounded Rectangle 22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ounded Rectangle 23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24"/>
          <p:cNvSpPr/>
          <p:nvPr/>
        </p:nvSpPr>
        <p:spPr>
          <a:xfrm>
            <a:off x="685800" y="2743200"/>
            <a:ext cx="35154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Rounded Rectangle 25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ounded Rectangle 26"/>
          <p:cNvSpPr/>
          <p:nvPr/>
        </p:nvSpPr>
        <p:spPr>
          <a:xfrm>
            <a:off x="4343400" y="2743200"/>
            <a:ext cx="3378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28"/>
          <p:cNvSpPr/>
          <p:nvPr/>
        </p:nvSpPr>
        <p:spPr>
          <a:xfrm>
            <a:off x="7955280" y="2971800"/>
            <a:ext cx="369936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Rectangle 8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6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6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6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6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6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6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7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7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7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7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7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7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7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7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7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31"/>
          <p:cNvSpPr/>
          <p:nvPr/>
        </p:nvSpPr>
        <p:spPr>
          <a:xfrm>
            <a:off x="685800" y="2971800"/>
            <a:ext cx="35161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ounded Rectangle 3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35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Rectangle 7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81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82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83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84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85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86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87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88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89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90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91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92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93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94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95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38"/>
          <p:cNvSpPr/>
          <p:nvPr/>
        </p:nvSpPr>
        <p:spPr>
          <a:xfrm>
            <a:off x="457200" y="2971800"/>
            <a:ext cx="37447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ounded Rectangle 40"/>
          <p:cNvSpPr/>
          <p:nvPr/>
        </p:nvSpPr>
        <p:spPr>
          <a:xfrm>
            <a:off x="4343400" y="2971800"/>
            <a:ext cx="342576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42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Rectangle 96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9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9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9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0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0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0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0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0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0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0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0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0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0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1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1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45"/>
          <p:cNvSpPr/>
          <p:nvPr/>
        </p:nvSpPr>
        <p:spPr>
          <a:xfrm>
            <a:off x="475560" y="2514600"/>
            <a:ext cx="372636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ounded Rectangle 47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49"/>
          <p:cNvSpPr/>
          <p:nvPr/>
        </p:nvSpPr>
        <p:spPr>
          <a:xfrm>
            <a:off x="7955280" y="2304000"/>
            <a:ext cx="3929040" cy="3616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11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1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1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1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1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1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1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1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2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2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2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2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2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2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2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2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52"/>
          <p:cNvSpPr/>
          <p:nvPr/>
        </p:nvSpPr>
        <p:spPr>
          <a:xfrm>
            <a:off x="685800" y="2971800"/>
            <a:ext cx="35161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ounded Rectangle 54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56"/>
          <p:cNvSpPr/>
          <p:nvPr/>
        </p:nvSpPr>
        <p:spPr>
          <a:xfrm>
            <a:off x="7955280" y="2971800"/>
            <a:ext cx="347148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Rectangle 12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2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3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3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3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3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3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3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3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3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3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3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4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4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4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4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ounded Rectangle 5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5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59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Rounded Rectangle 6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ounded Rectangle 61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Rounded Rectangle 6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63"/>
          <p:cNvSpPr/>
          <p:nvPr/>
        </p:nvSpPr>
        <p:spPr>
          <a:xfrm>
            <a:off x="7955280" y="2743200"/>
            <a:ext cx="347256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Rectangle 17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7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7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7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8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8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8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8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8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8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8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8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8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8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9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9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ounded Rectangle 7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Box 34"/>
          <p:cNvSpPr/>
          <p:nvPr/>
        </p:nvSpPr>
        <p:spPr>
          <a:xfrm>
            <a:off x="1285920" y="1005840"/>
            <a:ext cx="83988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Rounded Rectangle 7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80"/>
          <p:cNvSpPr/>
          <p:nvPr/>
        </p:nvSpPr>
        <p:spPr>
          <a:xfrm>
            <a:off x="685800" y="297180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Rounded Rectangle 8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ounded Rectangle 8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Rounded Rectangle 8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84"/>
          <p:cNvSpPr/>
          <p:nvPr/>
        </p:nvSpPr>
        <p:spPr>
          <a:xfrm>
            <a:off x="7955280" y="2971800"/>
            <a:ext cx="370224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Rectangle 19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9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9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9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9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9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9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9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0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0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0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0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0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0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0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0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ounded Rectangle 8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Box 37"/>
          <p:cNvSpPr/>
          <p:nvPr/>
        </p:nvSpPr>
        <p:spPr>
          <a:xfrm>
            <a:off x="1504080" y="900360"/>
            <a:ext cx="7962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38"/>
          <p:cNvSpPr/>
          <p:nvPr/>
        </p:nvSpPr>
        <p:spPr>
          <a:xfrm>
            <a:off x="2681280" y="1600200"/>
            <a:ext cx="565488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8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87"/>
          <p:cNvSpPr/>
          <p:nvPr/>
        </p:nvSpPr>
        <p:spPr>
          <a:xfrm>
            <a:off x="595440" y="2743200"/>
            <a:ext cx="35190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Rounded Rectangle 88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ounded Rectangle 89"/>
          <p:cNvSpPr/>
          <p:nvPr/>
        </p:nvSpPr>
        <p:spPr>
          <a:xfrm>
            <a:off x="4343400" y="2880360"/>
            <a:ext cx="36572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Rounded Rectangle 90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91"/>
          <p:cNvSpPr/>
          <p:nvPr/>
        </p:nvSpPr>
        <p:spPr>
          <a:xfrm>
            <a:off x="8229600" y="2972880"/>
            <a:ext cx="365724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Box 3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Rectangle 20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0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1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1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1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1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21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1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1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1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1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1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2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2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2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2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ounded Rectangle 92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Box 40"/>
          <p:cNvSpPr/>
          <p:nvPr/>
        </p:nvSpPr>
        <p:spPr>
          <a:xfrm>
            <a:off x="1417320" y="685800"/>
            <a:ext cx="8265960" cy="57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41"/>
          <p:cNvSpPr/>
          <p:nvPr/>
        </p:nvSpPr>
        <p:spPr>
          <a:xfrm>
            <a:off x="2008800" y="1371600"/>
            <a:ext cx="71352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Rounded Rectangle 93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94"/>
          <p:cNvSpPr/>
          <p:nvPr/>
        </p:nvSpPr>
        <p:spPr>
          <a:xfrm>
            <a:off x="457200" y="2743200"/>
            <a:ext cx="37479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Rounded Rectangle 95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ounded Rectangle 96"/>
          <p:cNvSpPr/>
          <p:nvPr/>
        </p:nvSpPr>
        <p:spPr>
          <a:xfrm>
            <a:off x="4434840" y="2971800"/>
            <a:ext cx="32907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Rounded Rectangle 97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98"/>
          <p:cNvSpPr/>
          <p:nvPr/>
        </p:nvSpPr>
        <p:spPr>
          <a:xfrm>
            <a:off x="7955280" y="2514600"/>
            <a:ext cx="393192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Box 42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2026-03-16T17:56:27Z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