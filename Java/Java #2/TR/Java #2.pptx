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16DEFA-F64A-4534-9F52-D34F39767A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B8D9EB-D209-4DB1-8D0E-E2ACCC16B5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F54B46-11D0-425F-8DA3-2F8A27D292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40633D-C2FB-451D-B416-EF76F863EAB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6B1544-E806-48F1-BCFD-C3C3FA7FA1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F94E81-A628-4F76-B1B2-73A7F6F65D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FA22C9-D7DB-47B6-A434-8D4E4E7D07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E360AA-7574-42D3-9475-848E2852A9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05ED0C-D603-48E7-B726-5558965B1E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3B7A02-E8A8-4DA1-9FD8-98BF2E6AD84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B8674C-FDF8-4E53-9859-0E8452310B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18A0DA-9385-43B3-A361-ED499A67C0F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FBFB90E-2D06-43A3-8423-94032A4193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385E04-4DE3-4228-876D-B514E72658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ED5555-A12A-447A-A880-AFF76A31F6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724CDB-0569-473F-BE7C-1C1506346D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8F4F084-60FA-42E1-9DCE-D0CAF8E63F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00D19E-D228-447A-8E4E-7F46DFA64B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6A96319-4C89-4660-9F8E-FEE83708BA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B1E88E9-8149-41A7-8F96-C9B0AB5CBF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2141F0-7A28-4125-A30A-295BE42626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FEEEF2-26C4-48C4-9C74-642564E817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267FA6-C861-4BA8-A4CD-30BBA1431ED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F8402A-B897-4C4D-8307-64E25346158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DCDEB8-7E68-4987-9250-CA570CF3F8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ACC747-E9DD-46CE-B761-70EF3252B3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A771558-C4D9-49D1-8938-A5877D0501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F993691-5BD8-43E5-A24B-343E1B0D14F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B72EF2-32F0-4E86-B625-B4969ABCB4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6A18ED-1386-4D71-A67D-0A5B187852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A456C83-A390-4B16-9420-6AF5B5BBA7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54FE606-5B1F-41C7-BED5-466A5DAFBA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699481-F0B5-4B71-9B99-08F2E5EF5C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4E50F7C-7139-456A-86FE-1EC47EC060E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5276056-22ED-44A8-9C36-F5F518D025E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60F6070-FAF2-4903-820C-C286EED4CA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CF220BF-510A-4D49-AC9F-25D126286D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A02625-7E8A-473F-A91F-556CA72344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B3ADDF1-6ACF-4E98-845B-640528BEA4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9BAC81B-036C-4FCD-8599-4B02C933FF9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34BFD2D-C93A-4C62-8105-F7D77C90C5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C24C48-5927-4E79-88F9-89A8811A04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10C2E7F-1A07-42C3-A8E6-0F282ED54B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E0B23B6-C83D-4E6B-AB1D-3A30E84240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F298868-9E0E-469B-903B-3074C1DBD5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05EFB3-9A2D-4853-AB31-90F31E01F7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F74C42-6D39-4828-AB24-190CD61242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E7FA95-E0F3-4542-8F91-465B4038DA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E3AF793-E17F-49C6-BBE3-749AAB1B27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590D476-8EBB-4AC4-8C3D-2642BDCA1D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F6A5A6-69E1-4180-9F25-4390B60C39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45A5013-B3CD-4DB4-90CF-21FEC4AFE6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89ACF43-0F9D-4073-8927-493B1E42B07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A568BB-87E7-4585-BF4E-71B59E0BD7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750F9E6-F37A-4521-88FD-A94EDE6642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29911DE-99FE-4988-B1BC-56112BA182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90D8E73-76C7-4FCA-8DD6-A134FAE9A5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2BE1EFC-09F2-4E97-A549-FC9C28A2FD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40A0323-87E5-4DC3-93AD-AB203DD6092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14F6166-026B-4101-BE30-07C45AE9CD2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A4716B6-D716-4C07-B65C-114DD90B03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7BACD0E-E69F-496A-AD6F-2FD8CA82FE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DF65BFE-8290-4226-AA98-B8D9656EAB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FD3BD5-BFDF-49C5-A702-43FD56622A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15D61D5-74E6-418E-8CF6-3EB0F15D84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442018-F8A9-4A23-8C4B-56C66F5A20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430316E-4621-4E93-9C46-91534BCF7A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F95DFF3-E5A4-4F4D-AEC3-A441BBF060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5A32CC0-72F6-4944-9F3B-7AE7E48A8A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CED57DA-4C6D-4A8C-A6CD-02850F0B34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6C7C2B9-9F1B-422C-91A8-7032656506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218E6E4-ED03-4D35-BBA0-BEF9F5F3AD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7088C6-0FFC-4349-A740-E267F16F592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D5989C-974A-4A8E-B962-0762F2E97E6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D85F96-C6E9-442E-932C-99388042A7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BA4DF4-02C8-4A37-AD76-3BAADDA2027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4D68E6-0142-491E-AEB7-8E264BB6E0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B09ED8-8348-47F7-A1CE-E5636D63541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1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1"/>
          <p:cNvSpPr/>
          <p:nvPr/>
        </p:nvSpPr>
        <p:spPr>
          <a:xfrm>
            <a:off x="685800" y="2521440"/>
            <a:ext cx="3425760" cy="332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5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3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4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4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0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14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4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2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2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2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2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2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2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2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2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2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2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3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3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475560" y="2743200"/>
            <a:ext cx="3727080" cy="310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6"/>
          <p:cNvSpPr/>
          <p:nvPr/>
        </p:nvSpPr>
        <p:spPr>
          <a:xfrm>
            <a:off x="4343400" y="2918520"/>
            <a:ext cx="3516840" cy="293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8023680" y="2743200"/>
            <a:ext cx="383832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6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9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50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51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52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53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54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55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6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57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58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59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60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61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62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63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2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3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31"/>
          <p:cNvSpPr/>
          <p:nvPr/>
        </p:nvSpPr>
        <p:spPr>
          <a:xfrm>
            <a:off x="685800" y="2971800"/>
            <a:ext cx="351720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3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3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3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3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8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65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66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67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68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69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70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71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72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73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74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75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76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77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78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79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40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42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8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8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8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8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8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8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8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8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8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9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9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9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9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9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9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9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5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49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9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0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0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0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0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0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0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0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0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0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0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1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1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1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2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4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56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1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1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1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1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1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1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1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2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2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2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2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2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2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2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2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2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5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5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59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6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1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6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63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2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3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3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3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3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3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3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3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3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4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4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4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4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4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6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28"/>
          <p:cNvSpPr/>
          <p:nvPr/>
        </p:nvSpPr>
        <p:spPr>
          <a:xfrm>
            <a:off x="3053160" y="1005840"/>
            <a:ext cx="486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9"/>
          <p:cNvSpPr/>
          <p:nvPr/>
        </p:nvSpPr>
        <p:spPr>
          <a:xfrm>
            <a:off x="1154520" y="2194560"/>
            <a:ext cx="86749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6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6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68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ounded Rectangle 6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70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Rectangle 14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4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4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4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5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5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5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5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6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7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32"/>
          <p:cNvSpPr/>
          <p:nvPr/>
        </p:nvSpPr>
        <p:spPr>
          <a:xfrm>
            <a:off x="2109960" y="2194560"/>
            <a:ext cx="676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7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73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Rounded Rectangle 7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75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7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77"/>
          <p:cNvSpPr/>
          <p:nvPr/>
        </p:nvSpPr>
        <p:spPr>
          <a:xfrm>
            <a:off x="7955280" y="3108960"/>
            <a:ext cx="328896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6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6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6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7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7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7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4"/>
          <p:cNvSpPr/>
          <p:nvPr/>
        </p:nvSpPr>
        <p:spPr>
          <a:xfrm>
            <a:off x="3134520" y="1005840"/>
            <a:ext cx="4700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7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80"/>
          <p:cNvSpPr/>
          <p:nvPr/>
        </p:nvSpPr>
        <p:spPr>
          <a:xfrm>
            <a:off x="457200" y="2971800"/>
            <a:ext cx="378396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Rounded Rectangle 8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82"/>
          <p:cNvSpPr/>
          <p:nvPr/>
        </p:nvSpPr>
        <p:spPr>
          <a:xfrm>
            <a:off x="4434840" y="3108960"/>
            <a:ext cx="328896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Rounded Rectangle 8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84"/>
          <p:cNvSpPr/>
          <p:nvPr/>
        </p:nvSpPr>
        <p:spPr>
          <a:xfrm>
            <a:off x="8001000" y="2743200"/>
            <a:ext cx="34282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7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7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7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8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8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8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8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8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8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8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87"/>
          <p:cNvSpPr/>
          <p:nvPr/>
        </p:nvSpPr>
        <p:spPr>
          <a:xfrm>
            <a:off x="821232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8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8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9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9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9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8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8"/>
          <p:cNvSpPr/>
          <p:nvPr/>
        </p:nvSpPr>
        <p:spPr>
          <a:xfrm>
            <a:off x="1742040" y="2013840"/>
            <a:ext cx="76302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8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87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Rounded Rectangle 88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89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Rounded Rectangle 90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91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Box 3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Rectangle 19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9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9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9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9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9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9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20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20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20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203"/>
          <p:cNvSpPr/>
          <p:nvPr/>
        </p:nvSpPr>
        <p:spPr>
          <a:xfrm>
            <a:off x="821232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20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20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20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20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20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9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40"/>
          <p:cNvSpPr/>
          <p:nvPr/>
        </p:nvSpPr>
        <p:spPr>
          <a:xfrm>
            <a:off x="658080" y="1005840"/>
            <a:ext cx="965592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41"/>
          <p:cNvSpPr/>
          <p:nvPr/>
        </p:nvSpPr>
        <p:spPr>
          <a:xfrm>
            <a:off x="2366640" y="2013840"/>
            <a:ext cx="6380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ounded Rectangle 9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94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Rounded Rectangle 9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ounded Rectangle 96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Rounded Rectangle 9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98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TextBox 4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2026-02-15T21:40:18Z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