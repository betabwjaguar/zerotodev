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0A9340-DDEE-44AC-A57D-B37723548C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130314-F44B-425C-8B7A-460DD29191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AB3CD6-32C4-4FDF-ADEE-96F37703DE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ACF589-0D3F-48D2-87A4-5EF5C6F8F3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C82B7C-91A8-479C-82AE-926F897B6F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CD93A9-CB1C-4C58-A034-C412AEE407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1DA97E-106B-478B-890F-4ECDCD6011D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1742D8-644F-4A7D-8F31-9B10CF75BA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546998-E52A-448E-B4AB-F872EC5331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75B22C-DA32-43F4-A64A-612E7A5659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3A92B1-D46D-436D-AAAE-4DBB42D5E5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393E42-C1C6-40BC-9DE2-A6D15435A19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C2C9B8-34B1-4E39-B7C1-53350960665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940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6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86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720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86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720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86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30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6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580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86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364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324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544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82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68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7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1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5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86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72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4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82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82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7008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2026-05-05T21:44:12Z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