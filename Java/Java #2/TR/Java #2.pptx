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25B133-3D47-4DAC-8021-17E796BAE9A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7FB0BB-E38D-418F-AE10-CBD523E6823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AA5877-A1AF-411E-859A-35E0AC30C4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27FB04-A281-488E-AC06-1EEBB6EB77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AD9405-CC60-4F14-A51B-D816B229F48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D20369-3E3B-4CE6-A968-63135710A9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D7C5C8-5D21-4845-9948-90EB65F4D8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662853-4B99-409A-8D49-D1093079E3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3E4DA3F-C81E-4B01-A6A5-F8E49A1FD1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06FB9D-AE8E-4643-954E-FEAC830E0E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7BDA7C-BEEC-463C-9C8A-D754611A541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280D09-0F74-4CF8-8E58-71EC995BA1A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E6FB6E-ADEB-4714-8E08-88D54504E4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EDE64BA-1A0E-4F0E-B9FC-9361FDE0B3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B05D828-5CC9-455B-91A3-C13DFA45666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BAEC77-5756-4799-BC9D-5E7CE9F246A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16041D-E254-4AE5-97D3-65642A47AB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CA8A984-1869-4343-8F08-3878646D9A0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420835-B419-45F2-A2D0-E839FA5BE1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EDDC378-CDC3-440A-9E54-769183B189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411616B-3A47-4550-A867-5A4DC7929E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9C24BA-2909-40E7-92ED-947A2EA348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792D86F-77D7-4AB3-8560-777F24F19FE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BE1447A-A50E-4771-87EE-9CE181C74A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6F16982-3207-4827-A422-C8C1E7994C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330C922-08B8-400B-8081-1EEF5C31F5C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5073E6C-97C4-4706-99DF-46F1A3F0C1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058715D-D885-403F-A7CB-037104CBD1C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E0314E0-0C2E-4E42-84AA-672DE4CA10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881BE1D-F833-4ECD-8BB5-70A181A1496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9526D65-9546-4FB1-9735-6CEEA3DC94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6FC13C4-EEA5-46B1-B21A-F6E911CE52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79BAB6D-7430-49F6-9788-A36CE4B68F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3C07D13-F36B-4F73-978C-0C396F71AC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2F1715-0356-4A0E-B1F8-57351577747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17A5C03-D634-4DBE-91F9-F390BA9C835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36A637E-8C3A-401D-91CC-E01DA28044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69C8FED-96DC-4170-88F5-24A518AA8B0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F7F2A72-938E-4A9A-A75A-FD1102959C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BE3067D-DD62-4F67-A4E1-9B2E03146D6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57D70A2-5217-4620-9801-92E98232653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CC1E4DD-DB92-443C-A0FE-FCC00A7365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357D1F7-6EC1-4EBC-930A-A62717ABA6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88BAB08-B1A5-4119-BDF8-0596C4BB5E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0E7D7BE-031B-4DBC-8BBD-CD70EFF4F5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53A859C-E4B7-4631-9E33-EDFA950606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F91215-4073-416E-9E38-8386B0D0589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D230192-524C-4807-811A-537CA410001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07EEFF7-AF52-4166-8619-158105B4858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A043AFB-2409-4C7F-81B8-E1D0A51FA9D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C206025-E1AF-4F83-BD0D-14D7F0C57E6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6E11EB2-7D82-4DAA-B135-FF5B212F43A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919A57F-A7C4-48F1-A1EF-0CB0F9A3285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B1F2F08-3873-487D-B834-E14FBE69DC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9FE3EC0-6896-4985-8D57-1BEDFE9F5F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6A09AAC-148B-4B76-9E56-DA15D01A96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86AFEE6-D4ED-4C65-B0CB-B5ED1BCEE0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315E0DE-8E24-48AB-AF66-0A42FA1D887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A507C29-0835-4B63-BE38-AEB251EBCE8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49810B4-DCC6-4D97-8533-4B4AD8DF7F2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B40A50-E09C-4B17-9EC6-A3EA30E32B1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9D1566-E7EF-4CA9-A4B4-D882BCC37CC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1CC1D5-85EC-492B-8BED-C8BA9B30EC9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E1A7E7-545D-4F69-BE34-8705AE56F54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E90FB9-AB0D-4583-A80B-31051335BC2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2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3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4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5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6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7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9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0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12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13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14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15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16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1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Box 18"/>
          <p:cNvSpPr/>
          <p:nvPr/>
        </p:nvSpPr>
        <p:spPr>
          <a:xfrm>
            <a:off x="1730160" y="1005840"/>
            <a:ext cx="7510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19"/>
          <p:cNvSpPr/>
          <p:nvPr/>
        </p:nvSpPr>
        <p:spPr>
          <a:xfrm>
            <a:off x="3707640" y="2057400"/>
            <a:ext cx="35557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2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ounded Rectangle 21"/>
          <p:cNvSpPr/>
          <p:nvPr/>
        </p:nvSpPr>
        <p:spPr>
          <a:xfrm>
            <a:off x="685800" y="2521440"/>
            <a:ext cx="3427560" cy="332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Rounded Rectangle 2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23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Rounded Rectangle 2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ounded Rectangle 25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32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33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34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35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36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37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38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39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40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41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42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43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44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45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46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47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8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Box 4"/>
          <p:cNvSpPr/>
          <p:nvPr/>
        </p:nvSpPr>
        <p:spPr>
          <a:xfrm>
            <a:off x="3660120" y="1005840"/>
            <a:ext cx="365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5"/>
          <p:cNvSpPr/>
          <p:nvPr/>
        </p:nvSpPr>
        <p:spPr>
          <a:xfrm>
            <a:off x="3961440" y="2194560"/>
            <a:ext cx="3048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9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ounded Rectangle 10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Rounded Rectangle 11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12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Rounded Rectangle 13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ounded Rectangle 14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Rectangle 4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7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8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9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20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21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22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23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24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25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26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27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28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29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30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31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1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ounded Rectangle 1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ounded Rectangle 18"/>
          <p:cNvSpPr/>
          <p:nvPr/>
        </p:nvSpPr>
        <p:spPr>
          <a:xfrm>
            <a:off x="475560" y="2743200"/>
            <a:ext cx="3728880" cy="310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Rounded Rectangle 1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26"/>
          <p:cNvSpPr/>
          <p:nvPr/>
        </p:nvSpPr>
        <p:spPr>
          <a:xfrm>
            <a:off x="4343400" y="2918520"/>
            <a:ext cx="3518640" cy="293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Rounded Rectangle 2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ounded Rectangle 28"/>
          <p:cNvSpPr/>
          <p:nvPr/>
        </p:nvSpPr>
        <p:spPr>
          <a:xfrm>
            <a:off x="8023680" y="2743200"/>
            <a:ext cx="384012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Rectangle 64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4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5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5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5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5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5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5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5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5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5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6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6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6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6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29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Box 11"/>
          <p:cNvSpPr/>
          <p:nvPr/>
        </p:nvSpPr>
        <p:spPr>
          <a:xfrm>
            <a:off x="3609720" y="2194560"/>
            <a:ext cx="3751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3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ounded Rectangle 31"/>
          <p:cNvSpPr/>
          <p:nvPr/>
        </p:nvSpPr>
        <p:spPr>
          <a:xfrm>
            <a:off x="685800" y="2971800"/>
            <a:ext cx="351900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Rounded Rectangle 3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3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ounded Rectangle 3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ounded Rectangle 35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Box 12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Rectangle 80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65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66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7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68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69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70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71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72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73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74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75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76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77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78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79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36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TextBox 13"/>
          <p:cNvSpPr/>
          <p:nvPr/>
        </p:nvSpPr>
        <p:spPr>
          <a:xfrm>
            <a:off x="2175120" y="1005840"/>
            <a:ext cx="6621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14"/>
          <p:cNvSpPr/>
          <p:nvPr/>
        </p:nvSpPr>
        <p:spPr>
          <a:xfrm>
            <a:off x="2093040" y="2194560"/>
            <a:ext cx="67860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Rounded Rectangle 37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ounded Rectangle 38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Rounded Rectangle 3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40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Rounded Rectangle 41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ounded Rectangle 42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Box 15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Rectangle 8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82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83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84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85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86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87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88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89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90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91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92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93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94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95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96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43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Box 16"/>
          <p:cNvSpPr/>
          <p:nvPr/>
        </p:nvSpPr>
        <p:spPr>
          <a:xfrm>
            <a:off x="1023840" y="1005840"/>
            <a:ext cx="8924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Rounded Rectangle 44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ounded Rectangle 45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1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Rounded Rectangle 46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47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Rounded Rectangle 48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ounded Rectangle 49"/>
          <p:cNvSpPr/>
          <p:nvPr/>
        </p:nvSpPr>
        <p:spPr>
          <a:xfrm>
            <a:off x="795528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TextBox 20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2026-02-10T16:41:16Z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