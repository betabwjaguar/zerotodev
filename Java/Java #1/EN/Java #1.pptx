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5BE82A-A851-459B-8890-F70639A9E5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855AEA-3E3A-4836-8CEF-285E16A6E7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3E196D-5C1A-48C0-BE18-D908307FE2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6D495D-B6EF-4D03-B1E3-61EBC1E8C7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C5966B-2B74-4002-B10F-D382C107CF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269025-61FC-434D-98B7-31C4D30BD4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20CEE8-9E3A-49FF-B7BE-21F8635F7D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A6008E-FF67-406E-9923-CC73E9E2CE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09B03A-425C-45A7-AA4E-5FCBA0F5AA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BC2E5F-E186-4B04-8A82-052E0C61A1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9CA1D3-B437-44D6-8B1E-CFF8B0EAB3B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48247E-31AC-445A-9EF2-031C38B916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478F66-D55E-4F8E-8145-E446506F9B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8760" cy="3166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3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59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4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1600" cy="346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1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2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3"/>
          <p:cNvSpPr/>
          <p:nvPr/>
        </p:nvSpPr>
        <p:spPr>
          <a:xfrm>
            <a:off x="1020960" y="2971800"/>
            <a:ext cx="3621600" cy="346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4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5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66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Rounded Rectangle 167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8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3201840" y="1107360"/>
            <a:ext cx="5711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435040" y="2266200"/>
            <a:ext cx="786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69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0"/>
          <p:cNvSpPr/>
          <p:nvPr/>
        </p:nvSpPr>
        <p:spPr>
          <a:xfrm>
            <a:off x="1020960" y="2971800"/>
            <a:ext cx="3621600" cy="346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1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2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173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Rounded Rectangle 174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2026-01-12T19:39:38Z</dcterms:modified>
  <cp:revision>69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