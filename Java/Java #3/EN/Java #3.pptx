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3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_rels/slideLayout35.xml.rels" ContentType="application/vnd.openxmlformats-package.relationships+xml"/>
  <Override PartName="/ppt/slideLayouts/_rels/slideLayout119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37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38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39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118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08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109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128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129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148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149.xml.rels" ContentType="application/vnd.openxmlformats-package.relationships+xml"/>
  <Override PartName="/ppt/slideLayouts/_rels/slideLayout61.xml.rels" ContentType="application/vnd.openxmlformats-package.relationships+xml"/>
  <Override PartName="/ppt/slideLayouts/_rels/slideLayout62.xml.rels" ContentType="application/vnd.openxmlformats-package.relationships+xml"/>
  <Override PartName="/ppt/slideLayouts/_rels/slideLayout63.xml.rels" ContentType="application/vnd.openxmlformats-package.relationships+xml"/>
  <Override PartName="/ppt/slideLayouts/_rels/slideLayout64.xml.rels" ContentType="application/vnd.openxmlformats-package.relationships+xml"/>
  <Override PartName="/ppt/slideLayouts/_rels/slideLayout65.xml.rels" ContentType="application/vnd.openxmlformats-package.relationships+xml"/>
  <Override PartName="/ppt/slideLayouts/_rels/slideLayout66.xml.rels" ContentType="application/vnd.openxmlformats-package.relationships+xml"/>
  <Override PartName="/ppt/slideLayouts/_rels/slideLayout67.xml.rels" ContentType="application/vnd.openxmlformats-package.relationships+xml"/>
  <Override PartName="/ppt/slideLayouts/_rels/slideLayout68.xml.rels" ContentType="application/vnd.openxmlformats-package.relationships+xml"/>
  <Override PartName="/ppt/slideLayouts/_rels/slideLayout69.xml.rels" ContentType="application/vnd.openxmlformats-package.relationships+xml"/>
  <Override PartName="/ppt/slideLayouts/_rels/slideLayout70.xml.rels" ContentType="application/vnd.openxmlformats-package.relationships+xml"/>
  <Override PartName="/ppt/slideLayouts/_rels/slideLayout71.xml.rels" ContentType="application/vnd.openxmlformats-package.relationships+xml"/>
  <Override PartName="/ppt/slideLayouts/_rels/slideLayout72.xml.rels" ContentType="application/vnd.openxmlformats-package.relationships+xml"/>
  <Override PartName="/ppt/slideLayouts/_rels/slideLayout73.xml.rels" ContentType="application/vnd.openxmlformats-package.relationships+xml"/>
  <Override PartName="/ppt/slideLayouts/_rels/slideLayout74.xml.rels" ContentType="application/vnd.openxmlformats-package.relationships+xml"/>
  <Override PartName="/ppt/slideLayouts/_rels/slideLayout75.xml.rels" ContentType="application/vnd.openxmlformats-package.relationships+xml"/>
  <Override PartName="/ppt/slideLayouts/_rels/slideLayout76.xml.rels" ContentType="application/vnd.openxmlformats-package.relationships+xml"/>
  <Override PartName="/ppt/slideLayouts/_rels/slideLayout77.xml.rels" ContentType="application/vnd.openxmlformats-package.relationships+xml"/>
  <Override PartName="/ppt/slideLayouts/_rels/slideLayout78.xml.rels" ContentType="application/vnd.openxmlformats-package.relationships+xml"/>
  <Override PartName="/ppt/slideLayouts/_rels/slideLayout79.xml.rels" ContentType="application/vnd.openxmlformats-package.relationships+xml"/>
  <Override PartName="/ppt/slideLayouts/_rels/slideLayout80.xml.rels" ContentType="application/vnd.openxmlformats-package.relationships+xml"/>
  <Override PartName="/ppt/slideLayouts/_rels/slideLayout81.xml.rels" ContentType="application/vnd.openxmlformats-package.relationships+xml"/>
  <Override PartName="/ppt/slideLayouts/_rels/slideLayout82.xml.rels" ContentType="application/vnd.openxmlformats-package.relationships+xml"/>
  <Override PartName="/ppt/slideLayouts/_rels/slideLayout83.xml.rels" ContentType="application/vnd.openxmlformats-package.relationships+xml"/>
  <Override PartName="/ppt/slideLayouts/_rels/slideLayout84.xml.rels" ContentType="application/vnd.openxmlformats-package.relationships+xml"/>
  <Override PartName="/ppt/slideLayouts/_rels/slideLayout85.xml.rels" ContentType="application/vnd.openxmlformats-package.relationships+xml"/>
  <Override PartName="/ppt/slideLayouts/_rels/slideLayout86.xml.rels" ContentType="application/vnd.openxmlformats-package.relationships+xml"/>
  <Override PartName="/ppt/slideLayouts/_rels/slideLayout87.xml.rels" ContentType="application/vnd.openxmlformats-package.relationships+xml"/>
  <Override PartName="/ppt/slideLayouts/_rels/slideLayout88.xml.rels" ContentType="application/vnd.openxmlformats-package.relationships+xml"/>
  <Override PartName="/ppt/slideLayouts/_rels/slideLayout89.xml.rels" ContentType="application/vnd.openxmlformats-package.relationships+xml"/>
  <Override PartName="/ppt/slideLayouts/_rels/slideLayout90.xml.rels" ContentType="application/vnd.openxmlformats-package.relationships+xml"/>
  <Override PartName="/ppt/slideLayouts/_rels/slideLayout91.xml.rels" ContentType="application/vnd.openxmlformats-package.relationships+xml"/>
  <Override PartName="/ppt/slideLayouts/_rels/slideLayout92.xml.rels" ContentType="application/vnd.openxmlformats-package.relationships+xml"/>
  <Override PartName="/ppt/slideLayouts/_rels/slideLayout93.xml.rels" ContentType="application/vnd.openxmlformats-package.relationships+xml"/>
  <Override PartName="/ppt/slideLayouts/_rels/slideLayout94.xml.rels" ContentType="application/vnd.openxmlformats-package.relationships+xml"/>
  <Override PartName="/ppt/slideLayouts/_rels/slideLayout95.xml.rels" ContentType="application/vnd.openxmlformats-package.relationships+xml"/>
  <Override PartName="/ppt/slideLayouts/_rels/slideLayout96.xml.rels" ContentType="application/vnd.openxmlformats-package.relationships+xml"/>
  <Override PartName="/ppt/slideLayouts/_rels/slideLayout97.xml.rels" ContentType="application/vnd.openxmlformats-package.relationships+xml"/>
  <Override PartName="/ppt/slideLayouts/_rels/slideLayout98.xml.rels" ContentType="application/vnd.openxmlformats-package.relationships+xml"/>
  <Override PartName="/ppt/slideLayouts/_rels/slideLayout99.xml.rels" ContentType="application/vnd.openxmlformats-package.relationships+xml"/>
  <Override PartName="/ppt/slideLayouts/_rels/slideLayout100.xml.rels" ContentType="application/vnd.openxmlformats-package.relationships+xml"/>
  <Override PartName="/ppt/slideLayouts/_rels/slideLayout101.xml.rels" ContentType="application/vnd.openxmlformats-package.relationships+xml"/>
  <Override PartName="/ppt/slideLayouts/_rels/slideLayout102.xml.rels" ContentType="application/vnd.openxmlformats-package.relationships+xml"/>
  <Override PartName="/ppt/slideLayouts/_rels/slideLayout103.xml.rels" ContentType="application/vnd.openxmlformats-package.relationships+xml"/>
  <Override PartName="/ppt/slideLayouts/_rels/slideLayout104.xml.rels" ContentType="application/vnd.openxmlformats-package.relationships+xml"/>
  <Override PartName="/ppt/slideLayouts/_rels/slideLayout105.xml.rels" ContentType="application/vnd.openxmlformats-package.relationships+xml"/>
  <Override PartName="/ppt/slideLayouts/_rels/slideLayout106.xml.rels" ContentType="application/vnd.openxmlformats-package.relationships+xml"/>
  <Override PartName="/ppt/slideLayouts/_rels/slideLayout107.xml.rels" ContentType="application/vnd.openxmlformats-package.relationships+xml"/>
  <Override PartName="/ppt/slideLayouts/_rels/slideLayout110.xml.rels" ContentType="application/vnd.openxmlformats-package.relationships+xml"/>
  <Override PartName="/ppt/slideLayouts/_rels/slideLayout111.xml.rels" ContentType="application/vnd.openxmlformats-package.relationships+xml"/>
  <Override PartName="/ppt/slideLayouts/_rels/slideLayout112.xml.rels" ContentType="application/vnd.openxmlformats-package.relationships+xml"/>
  <Override PartName="/ppt/slideLayouts/_rels/slideLayout113.xml.rels" ContentType="application/vnd.openxmlformats-package.relationships+xml"/>
  <Override PartName="/ppt/slideLayouts/_rels/slideLayout114.xml.rels" ContentType="application/vnd.openxmlformats-package.relationships+xml"/>
  <Override PartName="/ppt/slideLayouts/_rels/slideLayout115.xml.rels" ContentType="application/vnd.openxmlformats-package.relationships+xml"/>
  <Override PartName="/ppt/slideLayouts/_rels/slideLayout116.xml.rels" ContentType="application/vnd.openxmlformats-package.relationships+xml"/>
  <Override PartName="/ppt/slideLayouts/_rels/slideLayout117.xml.rels" ContentType="application/vnd.openxmlformats-package.relationships+xml"/>
  <Override PartName="/ppt/slideLayouts/_rels/slideLayout120.xml.rels" ContentType="application/vnd.openxmlformats-package.relationships+xml"/>
  <Override PartName="/ppt/slideLayouts/_rels/slideLayout121.xml.rels" ContentType="application/vnd.openxmlformats-package.relationships+xml"/>
  <Override PartName="/ppt/slideLayouts/_rels/slideLayout122.xml.rels" ContentType="application/vnd.openxmlformats-package.relationships+xml"/>
  <Override PartName="/ppt/slideLayouts/_rels/slideLayout123.xml.rels" ContentType="application/vnd.openxmlformats-package.relationships+xml"/>
  <Override PartName="/ppt/slideLayouts/_rels/slideLayout124.xml.rels" ContentType="application/vnd.openxmlformats-package.relationships+xml"/>
  <Override PartName="/ppt/slideLayouts/_rels/slideLayout125.xml.rels" ContentType="application/vnd.openxmlformats-package.relationships+xml"/>
  <Override PartName="/ppt/slideLayouts/_rels/slideLayout126.xml.rels" ContentType="application/vnd.openxmlformats-package.relationships+xml"/>
  <Override PartName="/ppt/slideLayouts/_rels/slideLayout127.xml.rels" ContentType="application/vnd.openxmlformats-package.relationships+xml"/>
  <Override PartName="/ppt/slideLayouts/_rels/slideLayout130.xml.rels" ContentType="application/vnd.openxmlformats-package.relationships+xml"/>
  <Override PartName="/ppt/slideLayouts/_rels/slideLayout131.xml.rels" ContentType="application/vnd.openxmlformats-package.relationships+xml"/>
  <Override PartName="/ppt/slideLayouts/_rels/slideLayout132.xml.rels" ContentType="application/vnd.openxmlformats-package.relationships+xml"/>
  <Override PartName="/ppt/slideLayouts/_rels/slideLayout133.xml.rels" ContentType="application/vnd.openxmlformats-package.relationships+xml"/>
  <Override PartName="/ppt/slideLayouts/_rels/slideLayout134.xml.rels" ContentType="application/vnd.openxmlformats-package.relationships+xml"/>
  <Override PartName="/ppt/slideLayouts/_rels/slideLayout135.xml.rels" ContentType="application/vnd.openxmlformats-package.relationships+xml"/>
  <Override PartName="/ppt/slideLayouts/_rels/slideLayout136.xml.rels" ContentType="application/vnd.openxmlformats-package.relationships+xml"/>
  <Override PartName="/ppt/slideLayouts/_rels/slideLayout140.xml.rels" ContentType="application/vnd.openxmlformats-package.relationships+xml"/>
  <Override PartName="/ppt/slideLayouts/_rels/slideLayout141.xml.rels" ContentType="application/vnd.openxmlformats-package.relationships+xml"/>
  <Override PartName="/ppt/slideLayouts/_rels/slideLayout142.xml.rels" ContentType="application/vnd.openxmlformats-package.relationships+xml"/>
  <Override PartName="/ppt/slideLayouts/_rels/slideLayout143.xml.rels" ContentType="application/vnd.openxmlformats-package.relationships+xml"/>
  <Override PartName="/ppt/slideLayouts/_rels/slideLayout144.xml.rels" ContentType="application/vnd.openxmlformats-package.relationships+xml"/>
  <Override PartName="/ppt/slideLayouts/_rels/slideLayout145.xml.rels" ContentType="application/vnd.openxmlformats-package.relationships+xml"/>
  <Override PartName="/ppt/slideLayouts/_rels/slideLayout146.xml.rels" ContentType="application/vnd.openxmlformats-package.relationships+xml"/>
  <Override PartName="/ppt/slideLayouts/_rels/slideLayout147.xml.rels" ContentType="application/vnd.openxmlformats-package.relationships+xml"/>
  <Override PartName="/ppt/slideLayouts/_rels/slideLayout150.xml.rels" ContentType="application/vnd.openxmlformats-package.relationships+xml"/>
  <Override PartName="/ppt/slideLayouts/_rels/slideLayout151.xml.rels" ContentType="application/vnd.openxmlformats-package.relationships+xml"/>
  <Override PartName="/ppt/slideLayouts/_rels/slideLayout152.xml.rels" ContentType="application/vnd.openxmlformats-package.relationships+xml"/>
  <Override PartName="/ppt/slideLayouts/_rels/slideLayout153.xml.rels" ContentType="application/vnd.openxmlformats-package.relationships+xml"/>
  <Override PartName="/ppt/slideLayouts/_rels/slideLayout154.xml.rels" ContentType="application/vnd.openxmlformats-package.relationships+xml"/>
  <Override PartName="/ppt/slideLayouts/_rels/slideLayout155.xml.rels" ContentType="application/vnd.openxmlformats-package.relationships+xml"/>
  <Override PartName="/ppt/slideLayouts/_rels/slideLayout156.xml.rels" ContentType="application/vnd.openxmlformats-package.relationships+xml"/>
  <Override PartName="/ppt/slideLayouts/slideLayout61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  <p:sldMasterId id="2147483713" r:id="rId7"/>
    <p:sldMasterId id="2147483726" r:id="rId8"/>
    <p:sldMasterId id="2147483739" r:id="rId9"/>
    <p:sldMasterId id="2147483752" r:id="rId10"/>
    <p:sldMasterId id="2147483765" r:id="rId11"/>
    <p:sldMasterId id="2147483778" r:id="rId12"/>
    <p:sldMasterId id="2147483791" r:id="rId13"/>
    <p:sldMasterId id="2147483804" r:id="rId14"/>
  </p:sldMasterIdLst>
  <p:sldIdLst>
    <p:sldId id="256" r:id="rId15"/>
    <p:sldId id="257" r:id="rId16"/>
    <p:sldId id="258" r:id="rId17"/>
    <p:sldId id="259" r:id="rId18"/>
    <p:sldId id="260" r:id="rId19"/>
    <p:sldId id="261" r:id="rId20"/>
    <p:sldId id="262" r:id="rId21"/>
    <p:sldId id="263" r:id="rId22"/>
    <p:sldId id="264" r:id="rId23"/>
    <p:sldId id="265" r:id="rId24"/>
    <p:sldId id="266" r:id="rId25"/>
    <p:sldId id="267" r:id="rId26"/>
    <p:sldId id="268" r:id="rId27"/>
    <p:sldId id="269" r:id="rId28"/>
    <p:sldId id="270" r:id="rId29"/>
    <p:sldId id="271" r:id="rId30"/>
    <p:sldId id="272" r:id="rId31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1" Type="http://schemas.openxmlformats.org/officeDocument/2006/relationships/slide" Target="slides/slide17.xml"/><Relationship Id="rId3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0DCB5D3-CABF-4F34-9C34-06C46D6C649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D835E89-385E-4F61-80D4-BDA6BC41DF6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A85F80A-448E-465A-B3A3-EAC8B6754A9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A903902-96F8-4876-9799-4CDB993BE82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8CC0F50-97AB-42EA-A95A-18BE1D72076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30851FF-15E8-43D6-A7BE-430B120544E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4679CEB-B838-4D3B-88F2-D78026C5EBA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B9964AF-E7B6-4C7D-B21C-3DE9A55674A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110DF34-4DA5-4607-B40B-0957E7DF49D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709FCCA-20AC-4938-9BFC-C7405CBDB0A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078BA42-29D4-47C4-A82E-B67ED2A5966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6EC8163-22EE-4AA5-9A08-A39B5C76E9E2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32EC162-B37F-40EA-92D1-787AD494F3B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9CAD52F-6B82-4C3C-8603-E9BDD8CEC50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51FC185-5792-4597-A235-D3AD018A62D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579DA12-785C-4749-B110-5E494E95C43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D6C1449-C1FD-49DC-9303-BBA3D2D0723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5DE194D-501D-458B-BF42-AA9A49D003B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511FADF-65A4-416F-BE2B-BE942F70D4D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B443800-3EB0-418D-8766-2BFACB0EDED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73315B1-3B2E-44FC-9299-53FE46D7585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D2C6892-E011-49E3-BF6F-237AF31803B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9C26F72-DE7D-41DE-AD43-016700FDBA8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236CBEB-BBE9-44AF-9285-F0CF82A96BA2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1D0FDDB-993F-4B4D-A15E-42002B65C68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A090CFDE-CCD2-499C-AE29-F5A6B9CF40A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ABB5EBC8-8C8E-4A1C-862D-4D1984933EF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81D2D96-672D-4432-8315-9DB2EC053C0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731A028-E0AF-45F9-B7F5-FED0BB1E765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4526277-1E67-4AD3-AE1B-8D2879B5A83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952B663-E48E-4079-87E4-E72D96AEF00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AE14BECA-25DF-4A87-BAD0-20D1DA709C7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58DF86A-C56A-45C0-B156-9268B2B55ED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D2571A7-08ED-4E17-9D48-F697D4E496D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1CBEBA1-8FD9-45DA-B790-4AFBDC2D842B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61212A0-2452-448F-8E9E-8615C6BA6C0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0C4A5AF-91B5-47A3-8FD2-AB2DAFB8299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4F54698E-9BF4-41AD-8FED-230ADA78532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F4F0948-1B1B-48D1-8533-4C6D0608F63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1DDB1EA0-2E7D-4634-A160-118C117E4A9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F4EBB2C8-DD3D-4DFB-9B01-3F44D1C06A2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EE7CB06A-4835-424F-B73C-CAA85609B78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077FBA3-51A6-4A9F-82F6-EED904A1EFD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D838216-C084-4196-A537-D5E300003C3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550FDCBF-7C1E-40CE-BC1F-CA1C9600DBE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CC11FC6-BAEB-417A-B2ED-16F6A0EE6C9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0D564B78-4148-41F5-8435-FD8F6D3C739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5EEE9E1-74B1-46FF-A3EC-90B8CA8FD9D2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4E13ABAA-DCC6-440B-A8DA-4E0C62B992D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8158CC45-C70B-4EBC-9F44-87ABB4653AB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DC6F896F-B551-4135-8914-05366DC4EED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F8F2DD83-2B8C-4408-BBBC-82DF6A6357B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428A7331-398F-46BB-8A0B-7784C44AD13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FD3C7AD2-26FA-4A27-9AB5-BDC0C0A1A5E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DE87A4C7-DAD3-4E0E-ACE2-70A40537792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F9FFB57B-DEB8-4446-8D64-1BCCC92D7B1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ECF14720-165E-4B7A-98EA-19BF412393A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F26317F-04B1-454A-8CB1-48F89BEA4B9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BD888AD9-F5F0-48FC-9C64-63511C7568A1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BEC4AC3-42BD-40E0-9521-5D64497A248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BC64A5C0-3FAB-49F4-8225-9B3EFB2DD53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79E98C1C-0C63-4D5D-B387-0D2AB267990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20FC3E34-E04A-4B1B-841F-58FA90F01F7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000A4106-07E4-435A-A8B6-5A2AE30D007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C05D4CF2-41C0-4256-9BFC-22E0E4D1AF0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BA71ABDA-C88B-4F65-A942-536C3A05273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CF27C272-D709-4E11-9F94-41B1B620F10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5AE8639F-2195-4A94-A476-9AC0F00E10F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B09441BB-D3BB-47DD-989E-3A3C3FA6706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0FA9C8AD-CCD8-4A01-AD44-A3C83B8D34F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87DE9C3B-7ED3-4261-BABF-2BEFA80DF8F8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88421730-C630-4A08-BC8C-D0A895511B2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DC64CAC5-FA62-4F69-BC31-D2CFA912D31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E5BFBC75-F038-45DE-8177-4D197AA4E5C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F1D096FF-87D0-4032-A5B2-2FF605EBF7E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536B79FC-DCE5-4F83-A3A7-793D5CAE60D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F2424326-F3DB-4E52-B420-CD326F1206B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AD7DCF25-61A2-4460-AF96-74E3C5AEA58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461A1D04-C583-47DC-87B8-B805CD85AF1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B7CFA111-EBBB-4D0A-8E79-24F09D20DC6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0FDE13C5-18F8-4FE8-832B-FED5EBBAD72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CF925E5C-90B9-4297-A151-B7A056E782E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24A09432-7CFD-4183-8FF4-48C1DE3F6EE0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F96FAB91-23DF-450B-BEEE-0214557CA31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DE10999E-19F4-4537-A18C-BAE21F3C7F5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B79AEE3A-BF1F-4B25-9E1E-77830D9A89A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283702AF-FA41-4CCC-9C9A-E002EEABD08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8D837E47-7A44-4B29-BFA1-683F152C69F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9CD881DB-AC87-4B1B-8D24-FA4F264AEAF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E1C855D0-3A02-49E3-B40B-88BD487E9C8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5E2C8DF9-65A2-4170-9678-822330D04C2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68A1AD28-7F94-41A0-8C48-52A4BC0EAB3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183B914D-3C9E-4DDA-8D9A-D9BB3DC2233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0193F015-FA8C-4C3F-BD7D-EC97565BA9A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15F421E7-D756-4C73-8EB0-744C6C8E1E66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D141D578-CCDC-4C6E-A828-550059141E0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077D8DB4-8905-4E05-8A6E-6AE042850C9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B7E3AFA8-7097-4A05-9830-EF74CFB08CC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804DA50E-C258-48D2-B1A2-E03A0E1B38A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B9236AB8-136C-4F35-B60B-66B6C530F80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9E5C71AC-1F40-4ECD-BE69-039FE75B258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829A57BA-DC56-4A25-8847-25B46FB6D2B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CA9B9F24-29CA-4FFA-BC70-F319E434B44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D9583ED5-0F36-4905-A8B2-2CE68ADB792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B9C62572-F884-436B-9CE5-919BE659B0E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294C2C31-F1DC-4675-AA4A-195CD7C936F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A4A44148-FF51-46E3-80FD-C560D7863B38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7C1F511D-6533-47AC-BC5E-557BBA537A2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869FBD52-74C0-4958-9B10-10D8D6279A5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AC14B8A2-5DC4-4FC6-B70D-9E56ED447AB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ED439FF5-4FBE-4349-8785-DF4B65BEC17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16B09BCA-96DA-4ECE-A699-DCFAC9352C5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0D3CD002-7D19-4039-B108-FA4B3068D9B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508AF848-ACB1-4C52-97F8-A314D52A64B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8A7A2821-9777-4E8E-BA0B-418C9DD5891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A53248AC-FC40-4C69-AE16-37178C49368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531050EC-1BC1-4856-B3D0-AF3F6138410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32D3CA98-0D89-4190-9BEC-8256074C069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55CBD766-11FB-4F5E-A46D-615F8390005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355230AB-407E-4225-9DA0-5B5A138438A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8C5657B4-AD39-4E74-B452-AC960B2D835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041EF2FE-2D1A-4611-9945-3B3FC912979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D2ECC134-6BE5-4B8F-A2B6-03A054BA453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145B5354-2D15-40EA-AB4A-ADA21213EDD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B90168C1-0DCE-4489-AD34-F167887DC26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A8DF8959-B5A6-4389-877D-DAED1356C78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358F3FB7-C2BC-4402-9457-05B0CB127E4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887927CD-E00D-4A68-884F-5D0FF407D84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4B5EC376-DF2F-4027-A3AD-B0BCEC3AC20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B8E406F1-7601-410D-B7DF-8FFD3F85507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D0DEC6B1-8650-40C5-BBF6-9E6B3147EBA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893C1339-E2B8-42D0-A71D-4FF84F99ACEF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A4B35FCF-1DBF-4A0F-8169-500DA4047DF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5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2DA5748E-9F9C-4D79-B70D-BBA1BA1695D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8A97ACE0-A4B4-4F8E-8F18-0A338802D5F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CE8DE840-D8C9-4F52-8A47-17E948E31C6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69743C12-6842-48AF-AD7D-0E09D2CC147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864C7E47-02B2-4CAC-8ED9-2E723F87FA8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1EC07483-22B2-40CE-9FFC-A68857CE257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69B200DA-57D5-444F-ACCE-2EC5887B17A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B0C8D52B-16AF-4358-8C57-2E2AB69F8F0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7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2EB59CAB-8012-45C9-A59C-A9C6ABE965B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2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F45D1601-3C3C-455D-9431-01C295AD4F6C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6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9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D4F02163-7C1C-4420-A405-AEC0F4A49A50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5539D86B-AAB5-47E7-90E2-E9EE9429C90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B18FD551-45C2-44FB-A9B4-9E75AE46213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BFB06EDD-7AE3-4768-9A03-18D0763EB01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3B40C872-0D65-44F6-AB16-56086C76CFE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5DAE3793-1E55-4525-8C78-248C1D20E15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D992507D-3520-4949-93ED-C2A6D291871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7A96F5A2-FCE4-48E5-A2C5-3F169113E71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A89C6EA9-7906-4A78-8471-BE188507621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614C1DBC-C437-4E65-B4B4-E18182ADF9F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163F9FBA-5C35-4596-84E6-96759F9A964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663CBD46-0A7E-4D5E-9DC8-7CC9894E9DDC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89E02DF9-0771-4358-9154-3344842EC757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1.xml"/><Relationship Id="rId3" Type="http://schemas.openxmlformats.org/officeDocument/2006/relationships/slideLayout" Target="../slideLayouts/slideLayout62.xml"/><Relationship Id="rId4" Type="http://schemas.openxmlformats.org/officeDocument/2006/relationships/slideLayout" Target="../slideLayouts/slideLayout63.xml"/><Relationship Id="rId5" Type="http://schemas.openxmlformats.org/officeDocument/2006/relationships/slideLayout" Target="../slideLayouts/slideLayout64.xml"/><Relationship Id="rId6" Type="http://schemas.openxmlformats.org/officeDocument/2006/relationships/slideLayout" Target="../slideLayouts/slideLayout65.xml"/><Relationship Id="rId7" Type="http://schemas.openxmlformats.org/officeDocument/2006/relationships/slideLayout" Target="../slideLayouts/slideLayout66.xml"/><Relationship Id="rId8" Type="http://schemas.openxmlformats.org/officeDocument/2006/relationships/slideLayout" Target="../slideLayouts/slideLayout67.xml"/><Relationship Id="rId9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69.xml"/><Relationship Id="rId11" Type="http://schemas.openxmlformats.org/officeDocument/2006/relationships/slideLayout" Target="../slideLayouts/slideLayout70.xml"/><Relationship Id="rId12" Type="http://schemas.openxmlformats.org/officeDocument/2006/relationships/slideLayout" Target="../slideLayouts/slideLayout71.xml"/><Relationship Id="rId13" Type="http://schemas.openxmlformats.org/officeDocument/2006/relationships/slideLayout" Target="../slideLayouts/slideLayout72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3.xml"/><Relationship Id="rId3" Type="http://schemas.openxmlformats.org/officeDocument/2006/relationships/slideLayout" Target="../slideLayouts/slideLayout74.xml"/><Relationship Id="rId4" Type="http://schemas.openxmlformats.org/officeDocument/2006/relationships/slideLayout" Target="../slideLayouts/slideLayout75.xml"/><Relationship Id="rId5" Type="http://schemas.openxmlformats.org/officeDocument/2006/relationships/slideLayout" Target="../slideLayouts/slideLayout76.xml"/><Relationship Id="rId6" Type="http://schemas.openxmlformats.org/officeDocument/2006/relationships/slideLayout" Target="../slideLayouts/slideLayout77.xml"/><Relationship Id="rId7" Type="http://schemas.openxmlformats.org/officeDocument/2006/relationships/slideLayout" Target="../slideLayouts/slideLayout78.xml"/><Relationship Id="rId8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0.xml"/><Relationship Id="rId10" Type="http://schemas.openxmlformats.org/officeDocument/2006/relationships/slideLayout" Target="../slideLayouts/slideLayout81.xml"/><Relationship Id="rId11" Type="http://schemas.openxmlformats.org/officeDocument/2006/relationships/slideLayout" Target="../slideLayouts/slideLayout82.xml"/><Relationship Id="rId12" Type="http://schemas.openxmlformats.org/officeDocument/2006/relationships/slideLayout" Target="../slideLayouts/slideLayout83.xml"/><Relationship Id="rId13" Type="http://schemas.openxmlformats.org/officeDocument/2006/relationships/slideLayout" Target="../slideLayouts/slideLayout84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5.xml"/><Relationship Id="rId3" Type="http://schemas.openxmlformats.org/officeDocument/2006/relationships/slideLayout" Target="../slideLayouts/slideLayout86.xml"/><Relationship Id="rId4" Type="http://schemas.openxmlformats.org/officeDocument/2006/relationships/slideLayout" Target="../slideLayouts/slideLayout87.xml"/><Relationship Id="rId5" Type="http://schemas.openxmlformats.org/officeDocument/2006/relationships/slideLayout" Target="../slideLayouts/slideLayout88.xml"/><Relationship Id="rId6" Type="http://schemas.openxmlformats.org/officeDocument/2006/relationships/slideLayout" Target="../slideLayouts/slideLayout89.xml"/><Relationship Id="rId7" Type="http://schemas.openxmlformats.org/officeDocument/2006/relationships/slideLayout" Target="../slideLayouts/slideLayout90.xml"/><Relationship Id="rId8" Type="http://schemas.openxmlformats.org/officeDocument/2006/relationships/slideLayout" Target="../slideLayouts/slideLayout91.xml"/><Relationship Id="rId9" Type="http://schemas.openxmlformats.org/officeDocument/2006/relationships/slideLayout" Target="../slideLayouts/slideLayout92.xml"/><Relationship Id="rId10" Type="http://schemas.openxmlformats.org/officeDocument/2006/relationships/slideLayout" Target="../slideLayouts/slideLayout93.xml"/><Relationship Id="rId11" Type="http://schemas.openxmlformats.org/officeDocument/2006/relationships/slideLayout" Target="../slideLayouts/slideLayout94.xml"/><Relationship Id="rId12" Type="http://schemas.openxmlformats.org/officeDocument/2006/relationships/slideLayout" Target="../slideLayouts/slideLayout95.xml"/><Relationship Id="rId13" Type="http://schemas.openxmlformats.org/officeDocument/2006/relationships/slideLayout" Target="../slideLayouts/slideLayout96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7.xml"/><Relationship Id="rId3" Type="http://schemas.openxmlformats.org/officeDocument/2006/relationships/slideLayout" Target="../slideLayouts/slideLayout98.xml"/><Relationship Id="rId4" Type="http://schemas.openxmlformats.org/officeDocument/2006/relationships/slideLayout" Target="../slideLayouts/slideLayout99.xml"/><Relationship Id="rId5" Type="http://schemas.openxmlformats.org/officeDocument/2006/relationships/slideLayout" Target="../slideLayouts/slideLayout100.xml"/><Relationship Id="rId6" Type="http://schemas.openxmlformats.org/officeDocument/2006/relationships/slideLayout" Target="../slideLayouts/slideLayout101.xml"/><Relationship Id="rId7" Type="http://schemas.openxmlformats.org/officeDocument/2006/relationships/slideLayout" Target="../slideLayouts/slideLayout102.xml"/><Relationship Id="rId8" Type="http://schemas.openxmlformats.org/officeDocument/2006/relationships/slideLayout" Target="../slideLayouts/slideLayout103.xml"/><Relationship Id="rId9" Type="http://schemas.openxmlformats.org/officeDocument/2006/relationships/slideLayout" Target="../slideLayouts/slideLayout104.xml"/><Relationship Id="rId10" Type="http://schemas.openxmlformats.org/officeDocument/2006/relationships/slideLayout" Target="../slideLayouts/slideLayout105.xml"/><Relationship Id="rId11" Type="http://schemas.openxmlformats.org/officeDocument/2006/relationships/slideLayout" Target="../slideLayouts/slideLayout106.xml"/><Relationship Id="rId12" Type="http://schemas.openxmlformats.org/officeDocument/2006/relationships/slideLayout" Target="../slideLayouts/slideLayout107.xml"/><Relationship Id="rId13" Type="http://schemas.openxmlformats.org/officeDocument/2006/relationships/slideLayout" Target="../slideLayouts/slideLayout108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9.xml"/><Relationship Id="rId3" Type="http://schemas.openxmlformats.org/officeDocument/2006/relationships/slideLayout" Target="../slideLayouts/slideLayout110.xml"/><Relationship Id="rId4" Type="http://schemas.openxmlformats.org/officeDocument/2006/relationships/slideLayout" Target="../slideLayouts/slideLayout111.xml"/><Relationship Id="rId5" Type="http://schemas.openxmlformats.org/officeDocument/2006/relationships/slideLayout" Target="../slideLayouts/slideLayout112.xml"/><Relationship Id="rId6" Type="http://schemas.openxmlformats.org/officeDocument/2006/relationships/slideLayout" Target="../slideLayouts/slideLayout113.xml"/><Relationship Id="rId7" Type="http://schemas.openxmlformats.org/officeDocument/2006/relationships/slideLayout" Target="../slideLayouts/slideLayout114.xml"/><Relationship Id="rId8" Type="http://schemas.openxmlformats.org/officeDocument/2006/relationships/slideLayout" Target="../slideLayouts/slideLayout115.xml"/><Relationship Id="rId9" Type="http://schemas.openxmlformats.org/officeDocument/2006/relationships/slideLayout" Target="../slideLayouts/slideLayout116.xml"/><Relationship Id="rId10" Type="http://schemas.openxmlformats.org/officeDocument/2006/relationships/slideLayout" Target="../slideLayouts/slideLayout117.xml"/><Relationship Id="rId11" Type="http://schemas.openxmlformats.org/officeDocument/2006/relationships/slideLayout" Target="../slideLayouts/slideLayout118.xml"/><Relationship Id="rId12" Type="http://schemas.openxmlformats.org/officeDocument/2006/relationships/slideLayout" Target="../slideLayouts/slideLayout119.xml"/><Relationship Id="rId13" Type="http://schemas.openxmlformats.org/officeDocument/2006/relationships/slideLayout" Target="../slideLayouts/slideLayout12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21.xml"/><Relationship Id="rId3" Type="http://schemas.openxmlformats.org/officeDocument/2006/relationships/slideLayout" Target="../slideLayouts/slideLayout122.xml"/><Relationship Id="rId4" Type="http://schemas.openxmlformats.org/officeDocument/2006/relationships/slideLayout" Target="../slideLayouts/slideLayout123.xml"/><Relationship Id="rId5" Type="http://schemas.openxmlformats.org/officeDocument/2006/relationships/slideLayout" Target="../slideLayouts/slideLayout124.xml"/><Relationship Id="rId6" Type="http://schemas.openxmlformats.org/officeDocument/2006/relationships/slideLayout" Target="../slideLayouts/slideLayout125.xml"/><Relationship Id="rId7" Type="http://schemas.openxmlformats.org/officeDocument/2006/relationships/slideLayout" Target="../slideLayouts/slideLayout126.xml"/><Relationship Id="rId8" Type="http://schemas.openxmlformats.org/officeDocument/2006/relationships/slideLayout" Target="../slideLayouts/slideLayout127.xml"/><Relationship Id="rId9" Type="http://schemas.openxmlformats.org/officeDocument/2006/relationships/slideLayout" Target="../slideLayouts/slideLayout128.xml"/><Relationship Id="rId10" Type="http://schemas.openxmlformats.org/officeDocument/2006/relationships/slideLayout" Target="../slideLayouts/slideLayout129.xml"/><Relationship Id="rId11" Type="http://schemas.openxmlformats.org/officeDocument/2006/relationships/slideLayout" Target="../slideLayouts/slideLayout130.xml"/><Relationship Id="rId12" Type="http://schemas.openxmlformats.org/officeDocument/2006/relationships/slideLayout" Target="../slideLayouts/slideLayout131.xml"/><Relationship Id="rId13" Type="http://schemas.openxmlformats.org/officeDocument/2006/relationships/slideLayout" Target="../slideLayouts/slideLayout132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33.xml"/><Relationship Id="rId3" Type="http://schemas.openxmlformats.org/officeDocument/2006/relationships/slideLayout" Target="../slideLayouts/slideLayout134.xml"/><Relationship Id="rId4" Type="http://schemas.openxmlformats.org/officeDocument/2006/relationships/slideLayout" Target="../slideLayouts/slideLayout135.xml"/><Relationship Id="rId5" Type="http://schemas.openxmlformats.org/officeDocument/2006/relationships/slideLayout" Target="../slideLayouts/slideLayout136.xml"/><Relationship Id="rId6" Type="http://schemas.openxmlformats.org/officeDocument/2006/relationships/slideLayout" Target="../slideLayouts/slideLayout137.xml"/><Relationship Id="rId7" Type="http://schemas.openxmlformats.org/officeDocument/2006/relationships/slideLayout" Target="../slideLayouts/slideLayout138.xml"/><Relationship Id="rId8" Type="http://schemas.openxmlformats.org/officeDocument/2006/relationships/slideLayout" Target="../slideLayouts/slideLayout139.xml"/><Relationship Id="rId9" Type="http://schemas.openxmlformats.org/officeDocument/2006/relationships/slideLayout" Target="../slideLayouts/slideLayout140.xml"/><Relationship Id="rId10" Type="http://schemas.openxmlformats.org/officeDocument/2006/relationships/slideLayout" Target="../slideLayouts/slideLayout141.xml"/><Relationship Id="rId11" Type="http://schemas.openxmlformats.org/officeDocument/2006/relationships/slideLayout" Target="../slideLayouts/slideLayout142.xml"/><Relationship Id="rId12" Type="http://schemas.openxmlformats.org/officeDocument/2006/relationships/slideLayout" Target="../slideLayouts/slideLayout143.xml"/><Relationship Id="rId13" Type="http://schemas.openxmlformats.org/officeDocument/2006/relationships/slideLayout" Target="../slideLayouts/slideLayout144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slideLayout" Target="../slideLayouts/slideLayout145.xml"/><Relationship Id="rId3" Type="http://schemas.openxmlformats.org/officeDocument/2006/relationships/slideLayout" Target="../slideLayouts/slideLayout146.xml"/><Relationship Id="rId4" Type="http://schemas.openxmlformats.org/officeDocument/2006/relationships/slideLayout" Target="../slideLayouts/slideLayout147.xml"/><Relationship Id="rId5" Type="http://schemas.openxmlformats.org/officeDocument/2006/relationships/slideLayout" Target="../slideLayouts/slideLayout148.xml"/><Relationship Id="rId6" Type="http://schemas.openxmlformats.org/officeDocument/2006/relationships/slideLayout" Target="../slideLayouts/slideLayout149.xml"/><Relationship Id="rId7" Type="http://schemas.openxmlformats.org/officeDocument/2006/relationships/slideLayout" Target="../slideLayouts/slideLayout150.xml"/><Relationship Id="rId8" Type="http://schemas.openxmlformats.org/officeDocument/2006/relationships/slideLayout" Target="../slideLayouts/slideLayout151.xml"/><Relationship Id="rId9" Type="http://schemas.openxmlformats.org/officeDocument/2006/relationships/slideLayout" Target="../slideLayouts/slideLayout152.xml"/><Relationship Id="rId10" Type="http://schemas.openxmlformats.org/officeDocument/2006/relationships/slideLayout" Target="../slideLayouts/slideLayout153.xml"/><Relationship Id="rId11" Type="http://schemas.openxmlformats.org/officeDocument/2006/relationships/slideLayout" Target="../slideLayouts/slideLayout154.xml"/><Relationship Id="rId12" Type="http://schemas.openxmlformats.org/officeDocument/2006/relationships/slideLayout" Target="../slideLayouts/slideLayout155.xml"/><Relationship Id="rId13" Type="http://schemas.openxmlformats.org/officeDocument/2006/relationships/slideLayout" Target="../slideLayouts/slideLayout15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30EBFE1-A927-4642-97D4-D2FF4C7A2179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152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0A334AB-BBAD-47A8-8E4E-96410B80FC38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8ED5282-C8B4-43FD-A29C-68E123D32884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8107ED6-1FA8-4DB4-BDEE-20ED2487219E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0524018-8577-409C-92E2-1DB24847A77E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PlaceHolder 2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7EFF775-D9CC-4FBB-98B1-5E6BE0DC6553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" name="PlaceHolder 3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/>
          </p:cNvSpPr>
          <p:nvPr>
            <p:ph type="ftr" idx="19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" name="PlaceHolder 2"/>
          <p:cNvSpPr>
            <a:spLocks noGrp="1"/>
          </p:cNvSpPr>
          <p:nvPr>
            <p:ph type="sldNum" idx="20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90476B8-4D47-4C0A-98F1-F13C1622A1E5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" name="PlaceHolder 3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8" r:id="rId13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ftr" idx="22"/>
          </p:nvPr>
        </p:nvSpPr>
        <p:spPr>
          <a:xfrm>
            <a:off x="3124080" y="6356520"/>
            <a:ext cx="289188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" name="PlaceHolder 2"/>
          <p:cNvSpPr>
            <a:spLocks noGrp="1"/>
          </p:cNvSpPr>
          <p:nvPr>
            <p:ph type="sldNum" idx="23"/>
          </p:nvPr>
        </p:nvSpPr>
        <p:spPr>
          <a:xfrm>
            <a:off x="655308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92FD906-F0CC-4A58-9695-AA01F605F2C5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9" name="PlaceHolder 3"/>
          <p:cNvSpPr>
            <a:spLocks noGrp="1"/>
          </p:cNvSpPr>
          <p:nvPr>
            <p:ph type="dt" idx="24"/>
          </p:nvPr>
        </p:nvSpPr>
        <p:spPr>
          <a:xfrm>
            <a:off x="45720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0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  <p:sldLayoutId id="2147483750" r:id="rId12"/>
    <p:sldLayoutId id="2147483751" r:id="rId13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PlaceHolder 1"/>
          <p:cNvSpPr>
            <a:spLocks noGrp="1"/>
          </p:cNvSpPr>
          <p:nvPr>
            <p:ph type="ftr" idx="25"/>
          </p:nvPr>
        </p:nvSpPr>
        <p:spPr>
          <a:xfrm>
            <a:off x="3124080" y="6356520"/>
            <a:ext cx="289224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9" name="PlaceHolder 2"/>
          <p:cNvSpPr>
            <a:spLocks noGrp="1"/>
          </p:cNvSpPr>
          <p:nvPr>
            <p:ph type="sldNum" idx="26"/>
          </p:nvPr>
        </p:nvSpPr>
        <p:spPr>
          <a:xfrm>
            <a:off x="655308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531D64E-36FE-4703-B3BE-9874D5341F96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0" name="PlaceHolder 3"/>
          <p:cNvSpPr>
            <a:spLocks noGrp="1"/>
          </p:cNvSpPr>
          <p:nvPr>
            <p:ph type="dt" idx="27"/>
          </p:nvPr>
        </p:nvSpPr>
        <p:spPr>
          <a:xfrm>
            <a:off x="45720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1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53" r:id="rId2"/>
    <p:sldLayoutId id="2147483754" r:id="rId3"/>
    <p:sldLayoutId id="2147483755" r:id="rId4"/>
    <p:sldLayoutId id="2147483756" r:id="rId5"/>
    <p:sldLayoutId id="2147483757" r:id="rId6"/>
    <p:sldLayoutId id="2147483758" r:id="rId7"/>
    <p:sldLayoutId id="2147483759" r:id="rId8"/>
    <p:sldLayoutId id="2147483760" r:id="rId9"/>
    <p:sldLayoutId id="2147483761" r:id="rId10"/>
    <p:sldLayoutId id="2147483762" r:id="rId11"/>
    <p:sldLayoutId id="2147483763" r:id="rId12"/>
    <p:sldLayoutId id="2147483764" r:id="rId13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PlaceHolder 1"/>
          <p:cNvSpPr>
            <a:spLocks noGrp="1"/>
          </p:cNvSpPr>
          <p:nvPr>
            <p:ph type="ftr" idx="28"/>
          </p:nvPr>
        </p:nvSpPr>
        <p:spPr>
          <a:xfrm>
            <a:off x="3124080" y="6356520"/>
            <a:ext cx="289260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0" name="PlaceHolder 2"/>
          <p:cNvSpPr>
            <a:spLocks noGrp="1"/>
          </p:cNvSpPr>
          <p:nvPr>
            <p:ph type="sldNum" idx="29"/>
          </p:nvPr>
        </p:nvSpPr>
        <p:spPr>
          <a:xfrm>
            <a:off x="655308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FCAE6D4-0CED-4D0D-ABEF-85C129C87AAA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1" name="PlaceHolder 3"/>
          <p:cNvSpPr>
            <a:spLocks noGrp="1"/>
          </p:cNvSpPr>
          <p:nvPr>
            <p:ph type="dt" idx="30"/>
          </p:nvPr>
        </p:nvSpPr>
        <p:spPr>
          <a:xfrm>
            <a:off x="45720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2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66" r:id="rId2"/>
    <p:sldLayoutId id="2147483767" r:id="rId3"/>
    <p:sldLayoutId id="2147483768" r:id="rId4"/>
    <p:sldLayoutId id="2147483769" r:id="rId5"/>
    <p:sldLayoutId id="2147483770" r:id="rId6"/>
    <p:sldLayoutId id="2147483771" r:id="rId7"/>
    <p:sldLayoutId id="2147483772" r:id="rId8"/>
    <p:sldLayoutId id="2147483773" r:id="rId9"/>
    <p:sldLayoutId id="2147483774" r:id="rId10"/>
    <p:sldLayoutId id="2147483775" r:id="rId11"/>
    <p:sldLayoutId id="2147483776" r:id="rId12"/>
    <p:sldLayoutId id="2147483777" r:id="rId13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PlaceHolder 1"/>
          <p:cNvSpPr>
            <a:spLocks noGrp="1"/>
          </p:cNvSpPr>
          <p:nvPr>
            <p:ph type="ftr" idx="31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1" name="PlaceHolder 2"/>
          <p:cNvSpPr>
            <a:spLocks noGrp="1"/>
          </p:cNvSpPr>
          <p:nvPr>
            <p:ph type="sldNum" idx="32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EA5F61A-2C1E-4274-BE13-EF89D836D613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2" name="PlaceHolder 3"/>
          <p:cNvSpPr>
            <a:spLocks noGrp="1"/>
          </p:cNvSpPr>
          <p:nvPr>
            <p:ph type="dt" idx="33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79" r:id="rId2"/>
    <p:sldLayoutId id="2147483780" r:id="rId3"/>
    <p:sldLayoutId id="2147483781" r:id="rId4"/>
    <p:sldLayoutId id="2147483782" r:id="rId5"/>
    <p:sldLayoutId id="2147483783" r:id="rId6"/>
    <p:sldLayoutId id="2147483784" r:id="rId7"/>
    <p:sldLayoutId id="2147483785" r:id="rId8"/>
    <p:sldLayoutId id="2147483786" r:id="rId9"/>
    <p:sldLayoutId id="2147483787" r:id="rId10"/>
    <p:sldLayoutId id="2147483788" r:id="rId11"/>
    <p:sldLayoutId id="2147483789" r:id="rId12"/>
    <p:sldLayoutId id="2147483790" r:id="rId13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PlaceHolder 1"/>
          <p:cNvSpPr>
            <a:spLocks noGrp="1"/>
          </p:cNvSpPr>
          <p:nvPr>
            <p:ph type="ftr" idx="34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2" name="PlaceHolder 2"/>
          <p:cNvSpPr>
            <a:spLocks noGrp="1"/>
          </p:cNvSpPr>
          <p:nvPr>
            <p:ph type="sldNum" idx="35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AD2A0B0-6033-49CC-8766-7230D2284FB9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3" name="PlaceHolder 3"/>
          <p:cNvSpPr>
            <a:spLocks noGrp="1"/>
          </p:cNvSpPr>
          <p:nvPr>
            <p:ph type="dt" idx="36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92" r:id="rId2"/>
    <p:sldLayoutId id="2147483793" r:id="rId3"/>
    <p:sldLayoutId id="2147483794" r:id="rId4"/>
    <p:sldLayoutId id="2147483795" r:id="rId5"/>
    <p:sldLayoutId id="2147483796" r:id="rId6"/>
    <p:sldLayoutId id="2147483797" r:id="rId7"/>
    <p:sldLayoutId id="2147483798" r:id="rId8"/>
    <p:sldLayoutId id="2147483799" r:id="rId9"/>
    <p:sldLayoutId id="2147483800" r:id="rId10"/>
    <p:sldLayoutId id="2147483801" r:id="rId11"/>
    <p:sldLayoutId id="2147483802" r:id="rId12"/>
    <p:sldLayoutId id="2147483803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PlaceHolder 1"/>
          <p:cNvSpPr>
            <a:spLocks noGrp="1"/>
          </p:cNvSpPr>
          <p:nvPr>
            <p:ph type="ftr" idx="37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1" name="PlaceHolder 2"/>
          <p:cNvSpPr>
            <a:spLocks noGrp="1"/>
          </p:cNvSpPr>
          <p:nvPr>
            <p:ph type="sldNum" idx="38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CF35F9B-4DB7-4927-A440-BFEB50B78F22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2" name="PlaceHolder 3"/>
          <p:cNvSpPr>
            <a:spLocks noGrp="1"/>
          </p:cNvSpPr>
          <p:nvPr>
            <p:ph type="dt" idx="39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05" r:id="rId2"/>
    <p:sldLayoutId id="2147483806" r:id="rId3"/>
    <p:sldLayoutId id="2147483807" r:id="rId4"/>
    <p:sldLayoutId id="2147483808" r:id="rId5"/>
    <p:sldLayoutId id="2147483809" r:id="rId6"/>
    <p:sldLayoutId id="2147483810" r:id="rId7"/>
    <p:sldLayoutId id="2147483811" r:id="rId8"/>
    <p:sldLayoutId id="2147483812" r:id="rId9"/>
    <p:sldLayoutId id="2147483813" r:id="rId10"/>
    <p:sldLayoutId id="2147483814" r:id="rId11"/>
    <p:sldLayoutId id="2147483815" r:id="rId12"/>
    <p:sldLayoutId id="2147483816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5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7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4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Rectangle 1"/>
          <p:cNvSpPr/>
          <p:nvPr/>
        </p:nvSpPr>
        <p:spPr>
          <a:xfrm>
            <a:off x="0" y="0"/>
            <a:ext cx="12182760" cy="6851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2" name="Rectangle 2"/>
          <p:cNvSpPr/>
          <p:nvPr/>
        </p:nvSpPr>
        <p:spPr>
          <a:xfrm>
            <a:off x="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3" name="Rectangle 3"/>
          <p:cNvSpPr/>
          <p:nvPr/>
        </p:nvSpPr>
        <p:spPr>
          <a:xfrm>
            <a:off x="914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4" name="Rectangle 4"/>
          <p:cNvSpPr/>
          <p:nvPr/>
        </p:nvSpPr>
        <p:spPr>
          <a:xfrm>
            <a:off x="1828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5" name="Rectangle 5"/>
          <p:cNvSpPr/>
          <p:nvPr/>
        </p:nvSpPr>
        <p:spPr>
          <a:xfrm>
            <a:off x="2743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6" name="Rectangle 6"/>
          <p:cNvSpPr/>
          <p:nvPr/>
        </p:nvSpPr>
        <p:spPr>
          <a:xfrm>
            <a:off x="3657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ectangle 7"/>
          <p:cNvSpPr/>
          <p:nvPr/>
        </p:nvSpPr>
        <p:spPr>
          <a:xfrm>
            <a:off x="4572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8" name="Rectangle 8"/>
          <p:cNvSpPr/>
          <p:nvPr/>
        </p:nvSpPr>
        <p:spPr>
          <a:xfrm>
            <a:off x="5486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9" name="Rectangle 9"/>
          <p:cNvSpPr/>
          <p:nvPr/>
        </p:nvSpPr>
        <p:spPr>
          <a:xfrm>
            <a:off x="6400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0" name="Rectangle 10"/>
          <p:cNvSpPr/>
          <p:nvPr/>
        </p:nvSpPr>
        <p:spPr>
          <a:xfrm>
            <a:off x="7315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1" name="Rectangle 11"/>
          <p:cNvSpPr/>
          <p:nvPr/>
        </p:nvSpPr>
        <p:spPr>
          <a:xfrm>
            <a:off x="8229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2" name="Rectangle 12"/>
          <p:cNvSpPr/>
          <p:nvPr/>
        </p:nvSpPr>
        <p:spPr>
          <a:xfrm>
            <a:off x="9144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3" name="Rectangle 13"/>
          <p:cNvSpPr/>
          <p:nvPr/>
        </p:nvSpPr>
        <p:spPr>
          <a:xfrm>
            <a:off x="10058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4" name="Rectangle 14"/>
          <p:cNvSpPr/>
          <p:nvPr/>
        </p:nvSpPr>
        <p:spPr>
          <a:xfrm>
            <a:off x="10972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5" name="Rectangle 15"/>
          <p:cNvSpPr/>
          <p:nvPr/>
        </p:nvSpPr>
        <p:spPr>
          <a:xfrm>
            <a:off x="11887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6" name="Rectangle 16"/>
          <p:cNvSpPr/>
          <p:nvPr/>
        </p:nvSpPr>
        <p:spPr>
          <a:xfrm>
            <a:off x="0" y="0"/>
            <a:ext cx="313920" cy="6851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7" name="Rounded Rectangle 17"/>
          <p:cNvSpPr/>
          <p:nvPr/>
        </p:nvSpPr>
        <p:spPr>
          <a:xfrm>
            <a:off x="9875520" y="365760"/>
            <a:ext cx="2005560" cy="4968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8" name="TextBox 18"/>
          <p:cNvSpPr/>
          <p:nvPr/>
        </p:nvSpPr>
        <p:spPr>
          <a:xfrm>
            <a:off x="3340800" y="1005840"/>
            <a:ext cx="4289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VARIABLES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9" name="TextBox 19"/>
          <p:cNvSpPr/>
          <p:nvPr/>
        </p:nvSpPr>
        <p:spPr>
          <a:xfrm>
            <a:off x="1470960" y="2057400"/>
            <a:ext cx="95018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Variables are named memory locations used to store data in a program.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every variable must have a specific data type that defines what kind of data it can store.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Rounded Rectangle 20"/>
          <p:cNvSpPr/>
          <p:nvPr/>
        </p:nvSpPr>
        <p:spPr>
          <a:xfrm>
            <a:off x="98748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1" name="Rounded Rectangle 21"/>
          <p:cNvSpPr/>
          <p:nvPr/>
        </p:nvSpPr>
        <p:spPr>
          <a:xfrm>
            <a:off x="914400" y="3108960"/>
            <a:ext cx="3285720" cy="328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Definition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A variable is a named memory location used to store data.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 Requirement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In Java, every variable must be declared with a specific data type.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Memory Allocation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data type determines the type of value and the memory size.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Example Data Types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For example, int stores whole numbers, double stores decimals, and String stores text.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Program Flexibility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Variables allow programs to store and modify data during execution.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2" name="Rounded Rectangle 22"/>
          <p:cNvSpPr/>
          <p:nvPr/>
        </p:nvSpPr>
        <p:spPr>
          <a:xfrm>
            <a:off x="450792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3" name="Rounded Rectangle 23"/>
          <p:cNvSpPr/>
          <p:nvPr/>
        </p:nvSpPr>
        <p:spPr>
          <a:xfrm>
            <a:off x="4434840" y="310896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Start Program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Declare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(data type + name)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Assign Value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Use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(print / calculate)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4" name="Rounded Rectangle 24"/>
          <p:cNvSpPr/>
          <p:nvPr/>
        </p:nvSpPr>
        <p:spPr>
          <a:xfrm>
            <a:off x="802836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5" name="Rounded Rectangle 25"/>
          <p:cNvSpPr/>
          <p:nvPr/>
        </p:nvSpPr>
        <p:spPr>
          <a:xfrm>
            <a:off x="7955280" y="3108960"/>
            <a:ext cx="3469680" cy="328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VariableExample{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21;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name = "Java";</a:t>
            </a:r>
            <a:br>
              <a:rPr sz="1400"/>
            </a:b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System.out.println(price);    System.out.println(name);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6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Rectangle 32"/>
          <p:cNvSpPr/>
          <p:nvPr/>
        </p:nvSpPr>
        <p:spPr>
          <a:xfrm>
            <a:off x="0" y="0"/>
            <a:ext cx="12182760" cy="6851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8" name="Rectangle 33"/>
          <p:cNvSpPr/>
          <p:nvPr/>
        </p:nvSpPr>
        <p:spPr>
          <a:xfrm>
            <a:off x="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9" name="Rectangle 34"/>
          <p:cNvSpPr/>
          <p:nvPr/>
        </p:nvSpPr>
        <p:spPr>
          <a:xfrm>
            <a:off x="914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0" name="Rectangle 35"/>
          <p:cNvSpPr/>
          <p:nvPr/>
        </p:nvSpPr>
        <p:spPr>
          <a:xfrm>
            <a:off x="1828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1" name="Rectangle 36"/>
          <p:cNvSpPr/>
          <p:nvPr/>
        </p:nvSpPr>
        <p:spPr>
          <a:xfrm>
            <a:off x="2743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2" name="Rectangle 37"/>
          <p:cNvSpPr/>
          <p:nvPr/>
        </p:nvSpPr>
        <p:spPr>
          <a:xfrm>
            <a:off x="3657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Rectangle 38"/>
          <p:cNvSpPr/>
          <p:nvPr/>
        </p:nvSpPr>
        <p:spPr>
          <a:xfrm>
            <a:off x="4572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4" name="Rectangle 39"/>
          <p:cNvSpPr/>
          <p:nvPr/>
        </p:nvSpPr>
        <p:spPr>
          <a:xfrm>
            <a:off x="5486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5" name="Rectangle 40"/>
          <p:cNvSpPr/>
          <p:nvPr/>
        </p:nvSpPr>
        <p:spPr>
          <a:xfrm>
            <a:off x="6400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6" name="Rectangle 41"/>
          <p:cNvSpPr/>
          <p:nvPr/>
        </p:nvSpPr>
        <p:spPr>
          <a:xfrm>
            <a:off x="7315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7" name="Rectangle 42"/>
          <p:cNvSpPr/>
          <p:nvPr/>
        </p:nvSpPr>
        <p:spPr>
          <a:xfrm>
            <a:off x="8229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8" name="Rectangle 43"/>
          <p:cNvSpPr/>
          <p:nvPr/>
        </p:nvSpPr>
        <p:spPr>
          <a:xfrm>
            <a:off x="9144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9" name="Rectangle 44"/>
          <p:cNvSpPr/>
          <p:nvPr/>
        </p:nvSpPr>
        <p:spPr>
          <a:xfrm>
            <a:off x="10058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0" name="Rectangle 45"/>
          <p:cNvSpPr/>
          <p:nvPr/>
        </p:nvSpPr>
        <p:spPr>
          <a:xfrm>
            <a:off x="10972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1" name="Rectangle 46"/>
          <p:cNvSpPr/>
          <p:nvPr/>
        </p:nvSpPr>
        <p:spPr>
          <a:xfrm>
            <a:off x="11887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2" name="Rectangle 47"/>
          <p:cNvSpPr/>
          <p:nvPr/>
        </p:nvSpPr>
        <p:spPr>
          <a:xfrm>
            <a:off x="0" y="0"/>
            <a:ext cx="313920" cy="6851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3" name="Rounded Rectangle 8"/>
          <p:cNvSpPr/>
          <p:nvPr/>
        </p:nvSpPr>
        <p:spPr>
          <a:xfrm>
            <a:off x="9875520" y="365760"/>
            <a:ext cx="2005560" cy="4968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4" name="TextBox 4"/>
          <p:cNvSpPr/>
          <p:nvPr/>
        </p:nvSpPr>
        <p:spPr>
          <a:xfrm>
            <a:off x="2652120" y="1005840"/>
            <a:ext cx="56674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VARIABLE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5" name="TextBox 5"/>
          <p:cNvSpPr/>
          <p:nvPr/>
        </p:nvSpPr>
        <p:spPr>
          <a:xfrm>
            <a:off x="712800" y="2057400"/>
            <a:ext cx="110181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variables are classified based on where they are declared and how they are used within a class or method.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6" name="Rounded Rectangle 9"/>
          <p:cNvSpPr/>
          <p:nvPr/>
        </p:nvSpPr>
        <p:spPr>
          <a:xfrm>
            <a:off x="98748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7" name="Rounded Rectangle 10"/>
          <p:cNvSpPr/>
          <p:nvPr/>
        </p:nvSpPr>
        <p:spPr>
          <a:xfrm>
            <a:off x="826200" y="2925720"/>
            <a:ext cx="3389400" cy="3700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variables are declared inside a method, constructor, or block. They can only be accessed within that specific method or block where they are created.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variables are declared inside a class but outside methods. Each object of the class has its own copy of these variables.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variables are declared using the static keyword. They belong to the class itself and are shared among all objects of that class.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8" name="Rounded Rectangle 11"/>
          <p:cNvSpPr/>
          <p:nvPr/>
        </p:nvSpPr>
        <p:spPr>
          <a:xfrm>
            <a:off x="450792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9" name="Rounded Rectangle 12"/>
          <p:cNvSpPr/>
          <p:nvPr/>
        </p:nvSpPr>
        <p:spPr>
          <a:xfrm>
            <a:off x="4434840" y="3108960"/>
            <a:ext cx="3285720" cy="3058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Class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Method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0" name="Rounded Rectangle 13"/>
          <p:cNvSpPr/>
          <p:nvPr/>
        </p:nvSpPr>
        <p:spPr>
          <a:xfrm>
            <a:off x="802836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1" name="Rounded Rectangle 14"/>
          <p:cNvSpPr/>
          <p:nvPr/>
        </p:nvSpPr>
        <p:spPr>
          <a:xfrm>
            <a:off x="7955280" y="3108960"/>
            <a:ext cx="3469680" cy="328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VariableTypes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instanceVar = 10;        // instance variable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static int staticVar = 20;   // static variable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showVariables()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localVar = 30;       // local variable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System.out.println(localVar);        System.out.println(instanceVar);        System.out.println(staticVar);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2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Rectangle 160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4" name="Rectangle 161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5" name="Rectangle 162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6" name="Rectangle 163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7" name="Rectangle 164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8" name="Rectangle 165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9" name="Rectangle 166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0" name="Rectangle 167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1" name="Rectangle 168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2" name="Rectangle 169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3" name="Rectangle 170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4" name="Rectangle 171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5" name="Rectangle 172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6" name="Rectangle 173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7" name="Rectangle 174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8" name="Rectangle 175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9" name="Rounded Rectangle 71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0" name="TextBox 31"/>
          <p:cNvSpPr/>
          <p:nvPr/>
        </p:nvSpPr>
        <p:spPr>
          <a:xfrm>
            <a:off x="2074320" y="685800"/>
            <a:ext cx="6841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VARIABLES EXAMPLE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TextBox 32"/>
          <p:cNvSpPr/>
          <p:nvPr/>
        </p:nvSpPr>
        <p:spPr>
          <a:xfrm>
            <a:off x="2312280" y="1679400"/>
            <a:ext cx="6373080" cy="10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programs use different variable types together.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Each type has a different scope and lifetime.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Local variables exist in methods, I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nstance variables belong to objects, and static variables belong to the class.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2" name="Rounded Rectangle 72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3" name="Rounded Rectangle 73"/>
          <p:cNvSpPr/>
          <p:nvPr/>
        </p:nvSpPr>
        <p:spPr>
          <a:xfrm>
            <a:off x="685800" y="2971800"/>
            <a:ext cx="3516480" cy="319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Kapsamı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 (Local Variable)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Sadece bir metod içinde bulunur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Metod başladığında oluşturulur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Metod bittiğinde yok edilir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Değişken (Instance Variable)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 nesneye aittir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nesnenin kendine ait kopyası vardır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Değişken (Static Variable)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Tüm nesneler tarafından paylaşılır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Sınıfın kendisine aittir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4" name="Rounded Rectangle 74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5" name="Rounded Rectangle 75"/>
          <p:cNvSpPr/>
          <p:nvPr/>
        </p:nvSpPr>
        <p:spPr>
          <a:xfrm>
            <a:off x="4434840" y="3108960"/>
            <a:ext cx="3287880" cy="3060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Execution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Create Class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 (shared)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Create Object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Call Method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6" name="Rounded Rectangle 76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7" name="Rounded Rectangle 77"/>
          <p:cNvSpPr/>
          <p:nvPr/>
        </p:nvSpPr>
        <p:spPr>
          <a:xfrm>
            <a:off x="7955280" y="2971800"/>
            <a:ext cx="3700440" cy="3426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VariableDemo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static String university = "Tech University"; // static variable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studentName; // instance variable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showInfo()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 year = 2; // local variable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System.out.println(studentName);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System.out.println(university);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System.out.println(year);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VariableDemo s1 = new VariableDemo();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s1.studentName = "Tuna";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s1.showInfo();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8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Rectangle 144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0" name="Rectangle 145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1" name="Rectangle 146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2" name="Rectangle 147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3" name="Rectangle 148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4" name="Rectangle 149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5" name="Rectangle 150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6" name="Rectangle 151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7" name="Rectangle 152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8" name="Rectangle 153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9" name="Rectangle 154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0" name="Rectangle 155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1" name="Rectangle 156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2" name="Rectangle 157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3" name="Rectangle 158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4" name="Rectangle 159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5" name="Rounded Rectangle 64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6" name="TextBox 28"/>
          <p:cNvSpPr/>
          <p:nvPr/>
        </p:nvSpPr>
        <p:spPr>
          <a:xfrm>
            <a:off x="3228120" y="1005840"/>
            <a:ext cx="45154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DATA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7" name="TextBox 29"/>
          <p:cNvSpPr/>
          <p:nvPr/>
        </p:nvSpPr>
        <p:spPr>
          <a:xfrm>
            <a:off x="2229120" y="2194560"/>
            <a:ext cx="65120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Data types define what kind of value a variable can store in Java.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Every variable must have a specific data type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8" name="Rounded Rectangle 65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9" name="Rounded Rectangle 66"/>
          <p:cNvSpPr/>
          <p:nvPr/>
        </p:nvSpPr>
        <p:spPr>
          <a:xfrm>
            <a:off x="685800" y="3108960"/>
            <a:ext cx="3516120" cy="328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Types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specify the type of data stored in a variable.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has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two main data type categories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Store simple values directly in memory.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Examples: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int, double, char, boolean.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Non-Primitive Types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Store references to objects.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Examples: String, Arrays, Classes.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0" name="Rounded Rectangle 67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1" name="Rounded Rectangle 68"/>
          <p:cNvSpPr/>
          <p:nvPr/>
        </p:nvSpPr>
        <p:spPr>
          <a:xfrm>
            <a:off x="4434840" y="3108960"/>
            <a:ext cx="3287520" cy="3060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Data Types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Non-Primitive Types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Array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Class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2" name="Rounded Rectangle 69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3" name="Rounded Rectangle 70"/>
          <p:cNvSpPr/>
          <p:nvPr/>
        </p:nvSpPr>
        <p:spPr>
          <a:xfrm>
            <a:off x="7955280" y="3108960"/>
            <a:ext cx="3700080" cy="3060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DataTypesExample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salary = 5500.5;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char grade = 'A';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isStudent = true;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name = "Tuna";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System.out.println(name);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4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Rectangle 48"/>
          <p:cNvSpPr/>
          <p:nvPr/>
        </p:nvSpPr>
        <p:spPr>
          <a:xfrm>
            <a:off x="0" y="0"/>
            <a:ext cx="12182760" cy="6851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6" name="Rectangle 49"/>
          <p:cNvSpPr/>
          <p:nvPr/>
        </p:nvSpPr>
        <p:spPr>
          <a:xfrm>
            <a:off x="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7" name="Rectangle 50"/>
          <p:cNvSpPr/>
          <p:nvPr/>
        </p:nvSpPr>
        <p:spPr>
          <a:xfrm>
            <a:off x="914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8" name="Rectangle 51"/>
          <p:cNvSpPr/>
          <p:nvPr/>
        </p:nvSpPr>
        <p:spPr>
          <a:xfrm>
            <a:off x="1828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9" name="Rectangle 52"/>
          <p:cNvSpPr/>
          <p:nvPr/>
        </p:nvSpPr>
        <p:spPr>
          <a:xfrm>
            <a:off x="2743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0" name="Rectangle 53"/>
          <p:cNvSpPr/>
          <p:nvPr/>
        </p:nvSpPr>
        <p:spPr>
          <a:xfrm>
            <a:off x="3657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1" name="Rectangle 54"/>
          <p:cNvSpPr/>
          <p:nvPr/>
        </p:nvSpPr>
        <p:spPr>
          <a:xfrm>
            <a:off x="4572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2" name="Rectangle 55"/>
          <p:cNvSpPr/>
          <p:nvPr/>
        </p:nvSpPr>
        <p:spPr>
          <a:xfrm>
            <a:off x="5486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3" name="Rectangle 56"/>
          <p:cNvSpPr/>
          <p:nvPr/>
        </p:nvSpPr>
        <p:spPr>
          <a:xfrm>
            <a:off x="6400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4" name="Rectangle 57"/>
          <p:cNvSpPr/>
          <p:nvPr/>
        </p:nvSpPr>
        <p:spPr>
          <a:xfrm>
            <a:off x="7315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5" name="Rectangle 58"/>
          <p:cNvSpPr/>
          <p:nvPr/>
        </p:nvSpPr>
        <p:spPr>
          <a:xfrm>
            <a:off x="8229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6" name="Rectangle 59"/>
          <p:cNvSpPr/>
          <p:nvPr/>
        </p:nvSpPr>
        <p:spPr>
          <a:xfrm>
            <a:off x="9144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7" name="Rectangle 60"/>
          <p:cNvSpPr/>
          <p:nvPr/>
        </p:nvSpPr>
        <p:spPr>
          <a:xfrm>
            <a:off x="10058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8" name="Rectangle 61"/>
          <p:cNvSpPr/>
          <p:nvPr/>
        </p:nvSpPr>
        <p:spPr>
          <a:xfrm>
            <a:off x="10972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9" name="Rectangle 62"/>
          <p:cNvSpPr/>
          <p:nvPr/>
        </p:nvSpPr>
        <p:spPr>
          <a:xfrm>
            <a:off x="11887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0" name="Rectangle 63"/>
          <p:cNvSpPr/>
          <p:nvPr/>
        </p:nvSpPr>
        <p:spPr>
          <a:xfrm>
            <a:off x="0" y="0"/>
            <a:ext cx="313920" cy="6851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1" name="Rounded Rectangle 15"/>
          <p:cNvSpPr/>
          <p:nvPr/>
        </p:nvSpPr>
        <p:spPr>
          <a:xfrm>
            <a:off x="9875520" y="365760"/>
            <a:ext cx="2005560" cy="4968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2" name="TextBox 7"/>
          <p:cNvSpPr/>
          <p:nvPr/>
        </p:nvSpPr>
        <p:spPr>
          <a:xfrm>
            <a:off x="1629000" y="1005840"/>
            <a:ext cx="77144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   </a:t>
            </a: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PRIMITIVE DATA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3" name="TextBox 8"/>
          <p:cNvSpPr/>
          <p:nvPr/>
        </p:nvSpPr>
        <p:spPr>
          <a:xfrm>
            <a:off x="1870560" y="1846080"/>
            <a:ext cx="72892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Primitive data types are the basic data types in Java used to store simple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values such as numbers, characters, and boolean values.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4" name="Rounded Rectangle 16"/>
          <p:cNvSpPr/>
          <p:nvPr/>
        </p:nvSpPr>
        <p:spPr>
          <a:xfrm>
            <a:off x="98748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5" name="Rounded Rectangle 18"/>
          <p:cNvSpPr/>
          <p:nvPr/>
        </p:nvSpPr>
        <p:spPr>
          <a:xfrm>
            <a:off x="685800" y="2743200"/>
            <a:ext cx="3514320" cy="3423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Numeric Types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provides numeric data types such as byte, short, int, long, float, and double to store different kinds of numbers.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Character Type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char data type is used to store a single character based on the Unicode system.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Type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boolean data type represents logical values and can only store true or false.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Memory Efficiency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 are stored directly in memory and are faster and more memory-efficient than reference types.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6" name="Rounded Rectangle 19"/>
          <p:cNvSpPr/>
          <p:nvPr/>
        </p:nvSpPr>
        <p:spPr>
          <a:xfrm>
            <a:off x="450792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7" name="Rounded Rectangle 26"/>
          <p:cNvSpPr/>
          <p:nvPr/>
        </p:nvSpPr>
        <p:spPr>
          <a:xfrm>
            <a:off x="4343400" y="2743200"/>
            <a:ext cx="3377160" cy="3652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Data Types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Numeric Types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Character Type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 Type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8" name="Rounded Rectangle 27"/>
          <p:cNvSpPr/>
          <p:nvPr/>
        </p:nvSpPr>
        <p:spPr>
          <a:xfrm>
            <a:off x="802836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9" name="Rounded Rectangle 28"/>
          <p:cNvSpPr/>
          <p:nvPr/>
        </p:nvSpPr>
        <p:spPr>
          <a:xfrm>
            <a:off x="7955280" y="2971800"/>
            <a:ext cx="3698280" cy="319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PrimitiveExample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char grade = 'A';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isStudent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System.out.println(price);      System.out.println(grade);    System.out.println(isStudent);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0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Rectangle 80"/>
          <p:cNvSpPr/>
          <p:nvPr/>
        </p:nvSpPr>
        <p:spPr>
          <a:xfrm>
            <a:off x="0" y="0"/>
            <a:ext cx="12183120" cy="6852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2" name="Rectangle 81"/>
          <p:cNvSpPr/>
          <p:nvPr/>
        </p:nvSpPr>
        <p:spPr>
          <a:xfrm>
            <a:off x="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3" name="Rectangle 82"/>
          <p:cNvSpPr/>
          <p:nvPr/>
        </p:nvSpPr>
        <p:spPr>
          <a:xfrm>
            <a:off x="914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4" name="Rectangle 83"/>
          <p:cNvSpPr/>
          <p:nvPr/>
        </p:nvSpPr>
        <p:spPr>
          <a:xfrm>
            <a:off x="1828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5" name="Rectangle 84"/>
          <p:cNvSpPr/>
          <p:nvPr/>
        </p:nvSpPr>
        <p:spPr>
          <a:xfrm>
            <a:off x="2743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6" name="Rectangle 85"/>
          <p:cNvSpPr/>
          <p:nvPr/>
        </p:nvSpPr>
        <p:spPr>
          <a:xfrm>
            <a:off x="3657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7" name="Rectangle 86"/>
          <p:cNvSpPr/>
          <p:nvPr/>
        </p:nvSpPr>
        <p:spPr>
          <a:xfrm>
            <a:off x="4572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8" name="Rectangle 87"/>
          <p:cNvSpPr/>
          <p:nvPr/>
        </p:nvSpPr>
        <p:spPr>
          <a:xfrm>
            <a:off x="5486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9" name="Rectangle 88"/>
          <p:cNvSpPr/>
          <p:nvPr/>
        </p:nvSpPr>
        <p:spPr>
          <a:xfrm>
            <a:off x="6400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0" name="Rectangle 89"/>
          <p:cNvSpPr/>
          <p:nvPr/>
        </p:nvSpPr>
        <p:spPr>
          <a:xfrm>
            <a:off x="7315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1" name="Rectangle 90"/>
          <p:cNvSpPr/>
          <p:nvPr/>
        </p:nvSpPr>
        <p:spPr>
          <a:xfrm>
            <a:off x="8229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2" name="Rectangle 91"/>
          <p:cNvSpPr/>
          <p:nvPr/>
        </p:nvSpPr>
        <p:spPr>
          <a:xfrm>
            <a:off x="9144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3" name="Rectangle 92"/>
          <p:cNvSpPr/>
          <p:nvPr/>
        </p:nvSpPr>
        <p:spPr>
          <a:xfrm>
            <a:off x="10058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4" name="Rectangle 93"/>
          <p:cNvSpPr/>
          <p:nvPr/>
        </p:nvSpPr>
        <p:spPr>
          <a:xfrm>
            <a:off x="10972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5" name="Rectangle 94"/>
          <p:cNvSpPr/>
          <p:nvPr/>
        </p:nvSpPr>
        <p:spPr>
          <a:xfrm>
            <a:off x="11887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6" name="Rectangle 95"/>
          <p:cNvSpPr/>
          <p:nvPr/>
        </p:nvSpPr>
        <p:spPr>
          <a:xfrm>
            <a:off x="0" y="0"/>
            <a:ext cx="314280" cy="6852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7" name="Rounded Rectangle 36"/>
          <p:cNvSpPr/>
          <p:nvPr/>
        </p:nvSpPr>
        <p:spPr>
          <a:xfrm>
            <a:off x="9875520" y="365760"/>
            <a:ext cx="2005920" cy="4971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8" name="TextBox 13"/>
          <p:cNvSpPr/>
          <p:nvPr/>
        </p:nvSpPr>
        <p:spPr>
          <a:xfrm>
            <a:off x="2400480" y="1005840"/>
            <a:ext cx="6170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REFERENCE DATA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9" name="TextBox 14"/>
          <p:cNvSpPr/>
          <p:nvPr/>
        </p:nvSpPr>
        <p:spPr>
          <a:xfrm>
            <a:off x="2493720" y="2194560"/>
            <a:ext cx="59832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Reference data types store references (memory addresses)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to objects rather than the actual values.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0" name="Rounded Rectangle 37"/>
          <p:cNvSpPr/>
          <p:nvPr/>
        </p:nvSpPr>
        <p:spPr>
          <a:xfrm>
            <a:off x="98748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1" name="Rounded Rectangle 38"/>
          <p:cNvSpPr/>
          <p:nvPr/>
        </p:nvSpPr>
        <p:spPr>
          <a:xfrm>
            <a:off x="685800" y="3108960"/>
            <a:ext cx="3514680" cy="328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Object-Based Types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 represent objects created from classes.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Memory Reference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They store the memory address of the object instead of the actual data.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Common Examples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Examples include String, arrays, classes, and objects.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Flexible Structure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 allow storing complex data structures and multiple values.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2" name="Rounded Rectangle 39"/>
          <p:cNvSpPr/>
          <p:nvPr/>
        </p:nvSpPr>
        <p:spPr>
          <a:xfrm>
            <a:off x="450792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3" name="Rounded Rectangle 40"/>
          <p:cNvSpPr/>
          <p:nvPr/>
        </p:nvSpPr>
        <p:spPr>
          <a:xfrm>
            <a:off x="4434840" y="310896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Arrays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Classes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Objects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4" name="Rounded Rectangle 41"/>
          <p:cNvSpPr/>
          <p:nvPr/>
        </p:nvSpPr>
        <p:spPr>
          <a:xfrm>
            <a:off x="802836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5" name="Rounded Rectangle 42"/>
          <p:cNvSpPr/>
          <p:nvPr/>
        </p:nvSpPr>
        <p:spPr>
          <a:xfrm>
            <a:off x="7955280" y="3108960"/>
            <a:ext cx="3698640" cy="3058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ReferenceExample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name = "Java";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int[] numbers = {10, 20, 30};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System.out.println(name);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System.out.println(numbers[0]);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6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Rectangle 64"/>
          <p:cNvSpPr/>
          <p:nvPr/>
        </p:nvSpPr>
        <p:spPr>
          <a:xfrm>
            <a:off x="0" y="0"/>
            <a:ext cx="12183120" cy="6852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8" name="Rectangle 65"/>
          <p:cNvSpPr/>
          <p:nvPr/>
        </p:nvSpPr>
        <p:spPr>
          <a:xfrm>
            <a:off x="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9" name="Rectangle 66"/>
          <p:cNvSpPr/>
          <p:nvPr/>
        </p:nvSpPr>
        <p:spPr>
          <a:xfrm>
            <a:off x="914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0" name="Rectangle 67"/>
          <p:cNvSpPr/>
          <p:nvPr/>
        </p:nvSpPr>
        <p:spPr>
          <a:xfrm>
            <a:off x="1828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1" name="Rectangle 68"/>
          <p:cNvSpPr/>
          <p:nvPr/>
        </p:nvSpPr>
        <p:spPr>
          <a:xfrm>
            <a:off x="2743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2" name="Rectangle 69"/>
          <p:cNvSpPr/>
          <p:nvPr/>
        </p:nvSpPr>
        <p:spPr>
          <a:xfrm>
            <a:off x="3657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3" name="Rectangle 70"/>
          <p:cNvSpPr/>
          <p:nvPr/>
        </p:nvSpPr>
        <p:spPr>
          <a:xfrm>
            <a:off x="4572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4" name="Rectangle 71"/>
          <p:cNvSpPr/>
          <p:nvPr/>
        </p:nvSpPr>
        <p:spPr>
          <a:xfrm>
            <a:off x="5486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5" name="Rectangle 72"/>
          <p:cNvSpPr/>
          <p:nvPr/>
        </p:nvSpPr>
        <p:spPr>
          <a:xfrm>
            <a:off x="6400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6" name="Rectangle 73"/>
          <p:cNvSpPr/>
          <p:nvPr/>
        </p:nvSpPr>
        <p:spPr>
          <a:xfrm>
            <a:off x="7315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7" name="Rectangle 74"/>
          <p:cNvSpPr/>
          <p:nvPr/>
        </p:nvSpPr>
        <p:spPr>
          <a:xfrm>
            <a:off x="8229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8" name="Rectangle 75"/>
          <p:cNvSpPr/>
          <p:nvPr/>
        </p:nvSpPr>
        <p:spPr>
          <a:xfrm>
            <a:off x="9144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9" name="Rectangle 76"/>
          <p:cNvSpPr/>
          <p:nvPr/>
        </p:nvSpPr>
        <p:spPr>
          <a:xfrm>
            <a:off x="10058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0" name="Rectangle 77"/>
          <p:cNvSpPr/>
          <p:nvPr/>
        </p:nvSpPr>
        <p:spPr>
          <a:xfrm>
            <a:off x="10972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1" name="Rectangle 78"/>
          <p:cNvSpPr/>
          <p:nvPr/>
        </p:nvSpPr>
        <p:spPr>
          <a:xfrm>
            <a:off x="11887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2" name="Rectangle 79"/>
          <p:cNvSpPr/>
          <p:nvPr/>
        </p:nvSpPr>
        <p:spPr>
          <a:xfrm>
            <a:off x="0" y="0"/>
            <a:ext cx="314280" cy="6852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3" name="Rounded Rectangle 29"/>
          <p:cNvSpPr/>
          <p:nvPr/>
        </p:nvSpPr>
        <p:spPr>
          <a:xfrm>
            <a:off x="9875520" y="365760"/>
            <a:ext cx="2005920" cy="4971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4" name="TextBox 10"/>
          <p:cNvSpPr/>
          <p:nvPr/>
        </p:nvSpPr>
        <p:spPr>
          <a:xfrm>
            <a:off x="1342800" y="1005840"/>
            <a:ext cx="8285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PRIMITIVE VS REFERENCE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5" name="TextBox 11"/>
          <p:cNvSpPr/>
          <p:nvPr/>
        </p:nvSpPr>
        <p:spPr>
          <a:xfrm>
            <a:off x="1143000" y="2057400"/>
            <a:ext cx="92732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data types are divided into primitive types and reference types.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Primitive types store actual values, while reference types store memory addresses of objects.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6" name="Rounded Rectangle 30"/>
          <p:cNvSpPr/>
          <p:nvPr/>
        </p:nvSpPr>
        <p:spPr>
          <a:xfrm>
            <a:off x="98748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7" name="Rounded Rectangle 31"/>
          <p:cNvSpPr/>
          <p:nvPr/>
        </p:nvSpPr>
        <p:spPr>
          <a:xfrm>
            <a:off x="457200" y="2971800"/>
            <a:ext cx="3743280" cy="3424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 store the actual value directly in memory. Examples include int, double, char, and boolean.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 store the memory address of an object. Examples include String, arrays, and class objects.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Memory Storage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values are stored directly, while reference types point to objects in memory.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Usage Difference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 are used for simple values, while reference types handle complex data and objects.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8" name="Rounded Rectangle 32"/>
          <p:cNvSpPr/>
          <p:nvPr/>
        </p:nvSpPr>
        <p:spPr>
          <a:xfrm>
            <a:off x="450792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9" name="Rounded Rectangle 33"/>
          <p:cNvSpPr/>
          <p:nvPr/>
        </p:nvSpPr>
        <p:spPr>
          <a:xfrm>
            <a:off x="4343400" y="2971800"/>
            <a:ext cx="3424320" cy="328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Data Types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Arrays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Objects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0" name="Rounded Rectangle 34"/>
          <p:cNvSpPr/>
          <p:nvPr/>
        </p:nvSpPr>
        <p:spPr>
          <a:xfrm>
            <a:off x="802836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1" name="Rounded Rectangle 35"/>
          <p:cNvSpPr/>
          <p:nvPr/>
        </p:nvSpPr>
        <p:spPr>
          <a:xfrm>
            <a:off x="7955280" y="3108960"/>
            <a:ext cx="3698640" cy="3058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PrimitiveVsReference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           // primitive type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     // primitive type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text = "Java";     // reference type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int[] numbers = {1, 2, 3}; // reference type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System.out.println(number);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System.out.println(price);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System.out.println(text);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System.out.println(numbers[0]);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2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3" name="Rectangle 96"/>
          <p:cNvSpPr/>
          <p:nvPr/>
        </p:nvSpPr>
        <p:spPr>
          <a:xfrm>
            <a:off x="0" y="0"/>
            <a:ext cx="12183480" cy="6852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4" name="Rectangle 97"/>
          <p:cNvSpPr/>
          <p:nvPr/>
        </p:nvSpPr>
        <p:spPr>
          <a:xfrm>
            <a:off x="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5" name="Rectangle 98"/>
          <p:cNvSpPr/>
          <p:nvPr/>
        </p:nvSpPr>
        <p:spPr>
          <a:xfrm>
            <a:off x="914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6" name="Rectangle 99"/>
          <p:cNvSpPr/>
          <p:nvPr/>
        </p:nvSpPr>
        <p:spPr>
          <a:xfrm>
            <a:off x="1828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7" name="Rectangle 100"/>
          <p:cNvSpPr/>
          <p:nvPr/>
        </p:nvSpPr>
        <p:spPr>
          <a:xfrm>
            <a:off x="2743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8" name="Rectangle 101"/>
          <p:cNvSpPr/>
          <p:nvPr/>
        </p:nvSpPr>
        <p:spPr>
          <a:xfrm>
            <a:off x="3657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9" name="Rectangle 102"/>
          <p:cNvSpPr/>
          <p:nvPr/>
        </p:nvSpPr>
        <p:spPr>
          <a:xfrm>
            <a:off x="4572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0" name="Rectangle 103"/>
          <p:cNvSpPr/>
          <p:nvPr/>
        </p:nvSpPr>
        <p:spPr>
          <a:xfrm>
            <a:off x="5486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1" name="Rectangle 104"/>
          <p:cNvSpPr/>
          <p:nvPr/>
        </p:nvSpPr>
        <p:spPr>
          <a:xfrm>
            <a:off x="6400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2" name="Rectangle 105"/>
          <p:cNvSpPr/>
          <p:nvPr/>
        </p:nvSpPr>
        <p:spPr>
          <a:xfrm>
            <a:off x="7315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3" name="Rectangle 106"/>
          <p:cNvSpPr/>
          <p:nvPr/>
        </p:nvSpPr>
        <p:spPr>
          <a:xfrm>
            <a:off x="8229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4" name="Rectangle 107"/>
          <p:cNvSpPr/>
          <p:nvPr/>
        </p:nvSpPr>
        <p:spPr>
          <a:xfrm>
            <a:off x="9144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5" name="Rectangle 108"/>
          <p:cNvSpPr/>
          <p:nvPr/>
        </p:nvSpPr>
        <p:spPr>
          <a:xfrm>
            <a:off x="10058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6" name="Rectangle 109"/>
          <p:cNvSpPr/>
          <p:nvPr/>
        </p:nvSpPr>
        <p:spPr>
          <a:xfrm>
            <a:off x="10972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7" name="Rectangle 110"/>
          <p:cNvSpPr/>
          <p:nvPr/>
        </p:nvSpPr>
        <p:spPr>
          <a:xfrm>
            <a:off x="11887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8" name="Rectangle 111"/>
          <p:cNvSpPr/>
          <p:nvPr/>
        </p:nvSpPr>
        <p:spPr>
          <a:xfrm>
            <a:off x="0" y="0"/>
            <a:ext cx="314640" cy="6852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9" name="Rounded Rectangle 43"/>
          <p:cNvSpPr/>
          <p:nvPr/>
        </p:nvSpPr>
        <p:spPr>
          <a:xfrm>
            <a:off x="9875520" y="365760"/>
            <a:ext cx="2006280" cy="4975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0" name="TextBox 16"/>
          <p:cNvSpPr/>
          <p:nvPr/>
        </p:nvSpPr>
        <p:spPr>
          <a:xfrm>
            <a:off x="2108520" y="1005840"/>
            <a:ext cx="67543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VARIABLE NAMING RULES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1" name="TextBox 17"/>
          <p:cNvSpPr/>
          <p:nvPr/>
        </p:nvSpPr>
        <p:spPr>
          <a:xfrm>
            <a:off x="2305080" y="1826640"/>
            <a:ext cx="65041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Variable naming rules specify how variables should be written in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to ensure valid and readable code.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2" name="Rounded Rectangle 44"/>
          <p:cNvSpPr/>
          <p:nvPr/>
        </p:nvSpPr>
        <p:spPr>
          <a:xfrm>
            <a:off x="98748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3" name="Rounded Rectangle 45"/>
          <p:cNvSpPr/>
          <p:nvPr/>
        </p:nvSpPr>
        <p:spPr>
          <a:xfrm>
            <a:off x="475560" y="2514600"/>
            <a:ext cx="3725280" cy="3881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Start with Letter, _ or $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 variable name must start with a letter, underscore _, or dollar sign $.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No Spaces Allowed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names cannot contain spaces.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Case Sensitive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variable names are case sensitive (age and Age are different).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Cannot Use Keywords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reserved keywords such as int, class, or public cannot be used as variable names.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Meaningful Names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names should be meaningful and descriptive to improve code readability.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4" name="Rounded Rectangle 46"/>
          <p:cNvSpPr/>
          <p:nvPr/>
        </p:nvSpPr>
        <p:spPr>
          <a:xfrm>
            <a:off x="450792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5" name="Rounded Rectangle 47"/>
          <p:cNvSpPr/>
          <p:nvPr/>
        </p:nvSpPr>
        <p:spPr>
          <a:xfrm>
            <a:off x="4434840" y="310896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Name Rules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Start with letter / _ / $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No spaces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Case sensitive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Not a keyword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Use meaningful names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6" name="Rounded Rectangle 48"/>
          <p:cNvSpPr/>
          <p:nvPr/>
        </p:nvSpPr>
        <p:spPr>
          <a:xfrm>
            <a:off x="802836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7" name="Rounded Rectangle 49"/>
          <p:cNvSpPr/>
          <p:nvPr/>
        </p:nvSpPr>
        <p:spPr>
          <a:xfrm>
            <a:off x="7955280" y="2514600"/>
            <a:ext cx="3699000" cy="3405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VariableNaming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25;          // valid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studentCount = 30; // valid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2age = 20;      // invalid (cannot start with number)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student age = 5; // invalid (space not allowed)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class = 10;     // invalid (keyword)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 System.out.println(studentCount);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8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Rectangle 112"/>
          <p:cNvSpPr/>
          <p:nvPr/>
        </p:nvSpPr>
        <p:spPr>
          <a:xfrm>
            <a:off x="0" y="0"/>
            <a:ext cx="12183480" cy="6852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0" name="Rectangle 113"/>
          <p:cNvSpPr/>
          <p:nvPr/>
        </p:nvSpPr>
        <p:spPr>
          <a:xfrm>
            <a:off x="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1" name="Rectangle 114"/>
          <p:cNvSpPr/>
          <p:nvPr/>
        </p:nvSpPr>
        <p:spPr>
          <a:xfrm>
            <a:off x="914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2" name="Rectangle 115"/>
          <p:cNvSpPr/>
          <p:nvPr/>
        </p:nvSpPr>
        <p:spPr>
          <a:xfrm>
            <a:off x="1828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3" name="Rectangle 116"/>
          <p:cNvSpPr/>
          <p:nvPr/>
        </p:nvSpPr>
        <p:spPr>
          <a:xfrm>
            <a:off x="2743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4" name="Rectangle 117"/>
          <p:cNvSpPr/>
          <p:nvPr/>
        </p:nvSpPr>
        <p:spPr>
          <a:xfrm>
            <a:off x="3657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5" name="Rectangle 118"/>
          <p:cNvSpPr/>
          <p:nvPr/>
        </p:nvSpPr>
        <p:spPr>
          <a:xfrm>
            <a:off x="4572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6" name="Rectangle 119"/>
          <p:cNvSpPr/>
          <p:nvPr/>
        </p:nvSpPr>
        <p:spPr>
          <a:xfrm>
            <a:off x="5486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7" name="Rectangle 120"/>
          <p:cNvSpPr/>
          <p:nvPr/>
        </p:nvSpPr>
        <p:spPr>
          <a:xfrm>
            <a:off x="6400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8" name="Rectangle 121"/>
          <p:cNvSpPr/>
          <p:nvPr/>
        </p:nvSpPr>
        <p:spPr>
          <a:xfrm>
            <a:off x="7315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9" name="Rectangle 122"/>
          <p:cNvSpPr/>
          <p:nvPr/>
        </p:nvSpPr>
        <p:spPr>
          <a:xfrm>
            <a:off x="8229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0" name="Rectangle 123"/>
          <p:cNvSpPr/>
          <p:nvPr/>
        </p:nvSpPr>
        <p:spPr>
          <a:xfrm>
            <a:off x="9144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1" name="Rectangle 124"/>
          <p:cNvSpPr/>
          <p:nvPr/>
        </p:nvSpPr>
        <p:spPr>
          <a:xfrm>
            <a:off x="10058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2" name="Rectangle 125"/>
          <p:cNvSpPr/>
          <p:nvPr/>
        </p:nvSpPr>
        <p:spPr>
          <a:xfrm>
            <a:off x="10972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3" name="Rectangle 126"/>
          <p:cNvSpPr/>
          <p:nvPr/>
        </p:nvSpPr>
        <p:spPr>
          <a:xfrm>
            <a:off x="11887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4" name="Rectangle 127"/>
          <p:cNvSpPr/>
          <p:nvPr/>
        </p:nvSpPr>
        <p:spPr>
          <a:xfrm>
            <a:off x="0" y="0"/>
            <a:ext cx="314640" cy="6852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5" name="Rounded Rectangle 50"/>
          <p:cNvSpPr/>
          <p:nvPr/>
        </p:nvSpPr>
        <p:spPr>
          <a:xfrm>
            <a:off x="9875520" y="365760"/>
            <a:ext cx="2006280" cy="4975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6" name="TextBox 21"/>
          <p:cNvSpPr/>
          <p:nvPr/>
        </p:nvSpPr>
        <p:spPr>
          <a:xfrm>
            <a:off x="2159640" y="1005840"/>
            <a:ext cx="6652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VARIABLE INITIALIZATION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7" name="TextBox 22"/>
          <p:cNvSpPr/>
          <p:nvPr/>
        </p:nvSpPr>
        <p:spPr>
          <a:xfrm>
            <a:off x="2057400" y="2074680"/>
            <a:ext cx="68716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Variable initialization is the process of assigning a value to a variable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when it is declared or before it is used.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8" name="Rounded Rectangle 51"/>
          <p:cNvSpPr/>
          <p:nvPr/>
        </p:nvSpPr>
        <p:spPr>
          <a:xfrm>
            <a:off x="98748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9" name="Rounded Rectangle 52"/>
          <p:cNvSpPr/>
          <p:nvPr/>
        </p:nvSpPr>
        <p:spPr>
          <a:xfrm>
            <a:off x="685800" y="2971800"/>
            <a:ext cx="3515040" cy="319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Declaration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 variable must first be declared with a data type and name.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Initialization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Initialization means assigning an initial value to the variable.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Default Values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Some variables receive default values automatically depending on their type.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Before Usage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variables must be initialized before they are used in a program.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0" name="Rounded Rectangle 53"/>
          <p:cNvSpPr/>
          <p:nvPr/>
        </p:nvSpPr>
        <p:spPr>
          <a:xfrm>
            <a:off x="450792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1" name="Rounded Rectangle 54"/>
          <p:cNvSpPr/>
          <p:nvPr/>
        </p:nvSpPr>
        <p:spPr>
          <a:xfrm>
            <a:off x="4434840" y="310896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Initialization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Declare Variable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age;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Assign Value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age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Use Variable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System.out.println(age);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2" name="Rounded Rectangle 55"/>
          <p:cNvSpPr/>
          <p:nvPr/>
        </p:nvSpPr>
        <p:spPr>
          <a:xfrm>
            <a:off x="802836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3" name="Rounded Rectangle 56"/>
          <p:cNvSpPr/>
          <p:nvPr/>
        </p:nvSpPr>
        <p:spPr>
          <a:xfrm>
            <a:off x="7955280" y="2971800"/>
            <a:ext cx="3470400" cy="2967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VariableInitialization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age;      // declaration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age = 20;     // initialization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 // declaration + initialization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4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5" name="Rectangle 128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6" name="Rectangle 129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7" name="Rectangle 130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8" name="Rectangle 131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9" name="Rectangle 132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0" name="Rectangle 133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1" name="Rectangle 134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2" name="Rectangle 135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3" name="Rectangle 136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4" name="Rectangle 137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5" name="Rectangle 138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6" name="Rectangle 139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7" name="Rectangle 140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8" name="Rectangle 141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9" name="Rectangle 142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0" name="Rectangle 143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1" name="Rounded Rectangle 57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2" name="TextBox 24"/>
          <p:cNvSpPr/>
          <p:nvPr/>
        </p:nvSpPr>
        <p:spPr>
          <a:xfrm>
            <a:off x="2999160" y="1005840"/>
            <a:ext cx="49755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WRAPPER CLASSES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3" name="TextBox 25"/>
          <p:cNvSpPr/>
          <p:nvPr/>
        </p:nvSpPr>
        <p:spPr>
          <a:xfrm>
            <a:off x="1873440" y="2194560"/>
            <a:ext cx="722520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Wrapper classes allow primitive data types to be used as objects in Java.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4" name="Rounded Rectangle 58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5" name="Rounded Rectangle 59"/>
          <p:cNvSpPr/>
          <p:nvPr/>
        </p:nvSpPr>
        <p:spPr>
          <a:xfrm>
            <a:off x="685800" y="3108960"/>
            <a:ext cx="3515760" cy="328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Wrapper classes convert primitive values into objects.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They are commonly used in collections and object-based operations.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Wrapper examples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Integer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Character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Wrapper classes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provide useful methods for conversion and data handling.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6" name="Rounded Rectangle 60"/>
          <p:cNvSpPr/>
          <p:nvPr/>
        </p:nvSpPr>
        <p:spPr>
          <a:xfrm>
            <a:off x="450792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7" name="Rounded Rectangle 61"/>
          <p:cNvSpPr/>
          <p:nvPr/>
        </p:nvSpPr>
        <p:spPr>
          <a:xfrm>
            <a:off x="4434840" y="310896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Value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Wrapper Class Conversion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Object Representation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Use in Collections / Methods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Examples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Integer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→ Boolean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8" name="Rounded Rectangle 62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9" name="Rounded Rectangle 63"/>
          <p:cNvSpPr/>
          <p:nvPr/>
        </p:nvSpPr>
        <p:spPr>
          <a:xfrm>
            <a:off x="7955280" y="3108960"/>
            <a:ext cx="3471120" cy="328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WrapperExample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wrapperNumber = number;   // autoboxing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wrapperPrice = price;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System.out.println(wrapperNumber);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System.out.println(wrapperPrice);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0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1" name="Rectangle 176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2" name="Rectangle 177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3" name="Rectangle 178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4" name="Rectangle 179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5" name="Rectangle 180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6" name="Rectangle 181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7" name="Rectangle 182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8" name="Rectangle 183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9" name="Rectangle 184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0" name="Rectangle 185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1" name="Rectangle 186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2" name="Rectangle 187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3" name="Rectangle 188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4" name="Rectangle 189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5" name="Rectangle 190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6" name="Rectangle 191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7" name="Rounded Rectangle 78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8" name="TextBox 34"/>
          <p:cNvSpPr/>
          <p:nvPr/>
        </p:nvSpPr>
        <p:spPr>
          <a:xfrm>
            <a:off x="2912760" y="1005840"/>
            <a:ext cx="51462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TYPE CASTING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9" name="TextBox 35"/>
          <p:cNvSpPr/>
          <p:nvPr/>
        </p:nvSpPr>
        <p:spPr>
          <a:xfrm>
            <a:off x="2356200" y="2057400"/>
            <a:ext cx="63291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Type casting converts one data type into another in Java.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There are two types: implicit (automatic) and explicit (manual).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0" name="Rounded Rectangle 79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1" name="Rounded Rectangle 80"/>
          <p:cNvSpPr/>
          <p:nvPr/>
        </p:nvSpPr>
        <p:spPr>
          <a:xfrm>
            <a:off x="91440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 (Widening)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Performed automatically by Java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Converts smaller types to larger types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Example: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 (Narrowing)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Performed manually by the programmer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Converts larger types to smaller types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Example: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int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2" name="Rounded Rectangle 81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3" name="Rounded Rectangle 82"/>
          <p:cNvSpPr/>
          <p:nvPr/>
        </p:nvSpPr>
        <p:spPr>
          <a:xfrm>
            <a:off x="443484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Type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 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(Automatic)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 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 → short → 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(Manual)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4" name="Rounded Rectangle 83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5" name="Rounded Rectangle 84"/>
          <p:cNvSpPr/>
          <p:nvPr/>
        </p:nvSpPr>
        <p:spPr>
          <a:xfrm>
            <a:off x="7955280" y="2971800"/>
            <a:ext cx="3700440" cy="319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TypeCastingExample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Implicit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result = number;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Explicit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newPrice = (int) price;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System.out.println(newPrice);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6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Rectangle 192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8" name="Rectangle 193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9" name="Rectangle 194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0" name="Rectangle 195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1" name="Rectangle 196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2" name="Rectangle 197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3" name="Rectangle 198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4" name="Rectangle 199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5" name="Rectangle 200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6" name="Rectangle 201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7" name="Rectangle 202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8" name="Rectangle 203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9" name="Rectangle 204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0" name="Rectangle 205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1" name="Rectangle 206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2" name="Rectangle 207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3" name="Rounded Rectangle 85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4" name="TextBox 37"/>
          <p:cNvSpPr/>
          <p:nvPr/>
        </p:nvSpPr>
        <p:spPr>
          <a:xfrm>
            <a:off x="1242720" y="900360"/>
            <a:ext cx="848376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Implicit Casting (Automatic Conversion)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5" name="TextBox 38"/>
          <p:cNvSpPr/>
          <p:nvPr/>
        </p:nvSpPr>
        <p:spPr>
          <a:xfrm>
            <a:off x="3011040" y="1600200"/>
            <a:ext cx="4995720" cy="100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Implicit casting occurs when Java automatically converts a 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smaller data type into a larger data type.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This conversion is safe because the larger data type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can store all values of the smaller data type without data loss.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6" name="Rounded Rectangle 86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7" name="Rounded Rectangle 87"/>
          <p:cNvSpPr/>
          <p:nvPr/>
        </p:nvSpPr>
        <p:spPr>
          <a:xfrm>
            <a:off x="595440" y="2743200"/>
            <a:ext cx="3516840" cy="3655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 is the automatic conversion of a smaller data type to a larger data type in Java.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performs this conversion automatically when there is no risk of data loss.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Also called Widening Casting.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Key points: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Done automatically by the compiler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Converts smaller types to larger types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No manual casting needed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Example: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8" name="Rounded Rectangle 88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9" name="Rounded Rectangle 89"/>
          <p:cNvSpPr/>
          <p:nvPr/>
        </p:nvSpPr>
        <p:spPr>
          <a:xfrm>
            <a:off x="4343400" y="2880360"/>
            <a:ext cx="3655080" cy="3426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 Flow (Widening Conversion)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Each step represents a data type that can store the previous type safely.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0" name="Rounded Rectangle 90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1" name="Rounded Rectangle 91"/>
          <p:cNvSpPr/>
          <p:nvPr/>
        </p:nvSpPr>
        <p:spPr>
          <a:xfrm>
            <a:off x="8229600" y="2972880"/>
            <a:ext cx="3655080" cy="319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ImplicitCastingExample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Automatic conversion from int to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result = number;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System.out.println("Number: " + number);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System.out.println("Converted value: " + 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2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Rectangle 208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4" name="Rectangle 209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5" name="Rectangle 210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6" name="Rectangle 211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7" name="Rectangle 212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8" name="Rectangle 213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9" name="Rectangle 214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0" name="Rectangle 215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1" name="Rectangle 216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2" name="Rectangle 217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3" name="Rectangle 218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4" name="Rectangle 219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5" name="Rectangle 220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6" name="Rectangle 221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7" name="Rectangle 222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8" name="Rectangle 223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9" name="Rounded Rectangle 92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0" name="TextBox 40"/>
          <p:cNvSpPr/>
          <p:nvPr/>
        </p:nvSpPr>
        <p:spPr>
          <a:xfrm>
            <a:off x="2514600" y="685800"/>
            <a:ext cx="6071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EXPLICIT CASTING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1" name="TextBox 41"/>
          <p:cNvSpPr/>
          <p:nvPr/>
        </p:nvSpPr>
        <p:spPr>
          <a:xfrm>
            <a:off x="2647440" y="1600200"/>
            <a:ext cx="580932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Explicit casting is the manual conversion of a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larger data type to a smaller data type in Java.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It is required when there is a risk of data or precision loss.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2" name="Rounded Rectangle 93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3" name="Rounded Rectangle 94"/>
          <p:cNvSpPr/>
          <p:nvPr/>
        </p:nvSpPr>
        <p:spPr>
          <a:xfrm>
            <a:off x="457200" y="2743200"/>
            <a:ext cx="3745800" cy="3884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 is the manual conversion of a larger data type to a smaller data type.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does not perform this conversion automatically because the smaller type may not store all values.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Also called Narrowing Casting.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Key points: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Performed manually by the programmer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Converts larger numeric types to smaller ones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Requires casting syntax (type)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May cause data or precision loss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Example: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4" name="Rounded Rectangle 95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5" name="Rounded Rectangle 96"/>
          <p:cNvSpPr/>
          <p:nvPr/>
        </p:nvSpPr>
        <p:spPr>
          <a:xfrm>
            <a:off x="4434840" y="2971800"/>
            <a:ext cx="3288600" cy="3426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 Flow (Narrowing)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Each step converts the value to a smaller storage type, which may remove decimal values or overflow.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6" name="Rounded Rectangle 97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7" name="Rounded Rectangle 98"/>
          <p:cNvSpPr/>
          <p:nvPr/>
        </p:nvSpPr>
        <p:spPr>
          <a:xfrm>
            <a:off x="7955280" y="2514600"/>
            <a:ext cx="3929760" cy="4112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ExplicitCastingExample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// Explicit casting from double to 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newPrice = (int) price;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System.out.println("Original value: " + price);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System.out.println("Converted value: " + newPrice);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8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9" name="Rectangle 224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0" name="Rectangle 225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1" name="Rectangle 226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2" name="Rectangle 227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3" name="Rectangle 228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4" name="Rectangle 229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5" name="Rectangle 230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6" name="Rectangle 231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7" name="Rectangle 232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8" name="Rectangle 233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9" name="Rectangle 234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0" name="Rectangle 235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1" name="Rectangle 236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2" name="Rectangle 237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3" name="Rectangle 238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4" name="Rectangle 239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5" name="Rounded Rectangle 99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6" name="TextBox 43"/>
          <p:cNvSpPr/>
          <p:nvPr/>
        </p:nvSpPr>
        <p:spPr>
          <a:xfrm>
            <a:off x="2148480" y="1005840"/>
            <a:ext cx="6674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Implicit vs Explicit Casting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7" name="TextBox 44"/>
          <p:cNvSpPr/>
          <p:nvPr/>
        </p:nvSpPr>
        <p:spPr>
          <a:xfrm>
            <a:off x="2094480" y="2057400"/>
            <a:ext cx="67816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Understanding the difference between implicit and explicit casting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helps prevent data loss and ensures correct type conversion in Java.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8" name="Rounded Rectangle 100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9" name="Rounded Rectangle 101"/>
          <p:cNvSpPr/>
          <p:nvPr/>
        </p:nvSpPr>
        <p:spPr>
          <a:xfrm>
            <a:off x="91440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 (Widening)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Smaller → Larger data type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Done automatically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 data loss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 syntax required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 (Narrowing)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Larger → Smaller data type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Done manually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May cause data loss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Requires (type) syntax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0" name="Rounded Rectangle 102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1" name="Rounded Rectangle 103"/>
          <p:cNvSpPr/>
          <p:nvPr/>
        </p:nvSpPr>
        <p:spPr>
          <a:xfrm>
            <a:off x="443484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 Flow: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 → short → int → long → float → 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 Flow: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2" name="Rounded Rectangle 104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3" name="Rounded Rectangle 105"/>
          <p:cNvSpPr/>
          <p:nvPr/>
        </p:nvSpPr>
        <p:spPr>
          <a:xfrm>
            <a:off x="7955280" y="3108960"/>
            <a:ext cx="3701520" cy="3061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CastingComparison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Implicit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result = num;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Explicit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newPrice = (int) price;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System.out.println(newPrice);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4" name="TextBox 4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Rectangle 240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6" name="Rectangle 241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7" name="Rectangle 242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8" name="Rectangle 243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9" name="Rectangle 244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0" name="Rectangle 245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1" name="Rectangle 246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2" name="Rectangle 247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3" name="Rectangle 248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4" name="Rectangle 249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5" name="Rectangle 250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6" name="Rectangle 251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7" name="Rectangle 252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8" name="Rectangle 253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9" name="Rectangle 254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0" name="Rectangle 255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1" name="Rounded Rectangle 106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2" name="TextBox 46"/>
          <p:cNvSpPr/>
          <p:nvPr/>
        </p:nvSpPr>
        <p:spPr>
          <a:xfrm>
            <a:off x="1659960" y="1005840"/>
            <a:ext cx="76518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DATA LOSS &amp; PRECISION LOSS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3" name="TextBox 47"/>
          <p:cNvSpPr/>
          <p:nvPr/>
        </p:nvSpPr>
        <p:spPr>
          <a:xfrm>
            <a:off x="2286000" y="1826640"/>
            <a:ext cx="643104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Type casting may cause data loss when converting from a larger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data type to a smaller one.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Decimal values can be removed and large values may overflow.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4" name="Rounded Rectangle 107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5" name="Rounded Rectangle 108"/>
          <p:cNvSpPr/>
          <p:nvPr/>
        </p:nvSpPr>
        <p:spPr>
          <a:xfrm>
            <a:off x="91440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Occurs in explicit (narrowing) casting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Decimal part is truncated (not rounded)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Smaller types cannot store full value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May lead to incorrect results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Precision loss happens especially with float → int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6" name="Rounded Rectangle 109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7" name="Rounded Rectangle 110"/>
          <p:cNvSpPr/>
          <p:nvPr/>
        </p:nvSpPr>
        <p:spPr>
          <a:xfrm>
            <a:off x="4343400" y="3108960"/>
            <a:ext cx="3380760" cy="329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 (9.78)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(casting)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 (9)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float (123456.789)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 (123456)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Decimal part is completely removed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No rounding happens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8" name="Rounded Rectangle 111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9" name="Rounded Rectangle 112"/>
          <p:cNvSpPr/>
          <p:nvPr/>
        </p:nvSpPr>
        <p:spPr>
          <a:xfrm>
            <a:off x="7955280" y="2971800"/>
            <a:ext cx="3930480" cy="3427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DataLossExample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value = 9.78;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Explicit casting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result = (int) value;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System.out.println("Original: " + value);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System.out.println("After casting: " + result);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float bigValue = 123456.789f;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converted = (int) bigValue;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System.out.println("Float: " + bigValue);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System.out.println("Int: " + converted);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0" name="TextBox 4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" name="Rectangle 256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2" name="Rectangle 257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3" name="Rectangle 258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4" name="Rectangle 259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5" name="Rectangle 260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6" name="Rectangle 261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7" name="Rectangle 262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8" name="Rectangle 263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9" name="Rectangle 264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0" name="Rectangle 265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1" name="Rectangle 266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2" name="Rectangle 267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3" name="Rectangle 268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4" name="Rectangle 269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5" name="Rectangle 270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6" name="Rectangle 271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7" name="Rounded Rectangle 113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8" name="TextBox 49"/>
          <p:cNvSpPr/>
          <p:nvPr/>
        </p:nvSpPr>
        <p:spPr>
          <a:xfrm>
            <a:off x="1458000" y="1005840"/>
            <a:ext cx="80557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TYPE CASTING IN EXPRESSIONS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9" name="TextBox 50"/>
          <p:cNvSpPr/>
          <p:nvPr/>
        </p:nvSpPr>
        <p:spPr>
          <a:xfrm>
            <a:off x="2283480" y="2194560"/>
            <a:ext cx="640512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Automatic type conversion during arithmetic operations in Java.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0" name="Rounded Rectangle 114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1" name="Rounded Rectangle 115"/>
          <p:cNvSpPr/>
          <p:nvPr/>
        </p:nvSpPr>
        <p:spPr>
          <a:xfrm>
            <a:off x="91440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promotes smaller types in expressions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Operations follow the largest data type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No manual casting needed (in most cases)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byte, short → converted to int automatically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2" name="Rounded Rectangle 116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3" name="Rounded Rectangle 117"/>
          <p:cNvSpPr/>
          <p:nvPr/>
        </p:nvSpPr>
        <p:spPr>
          <a:xfrm>
            <a:off x="443484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 → short → int → long → float → 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 + double → 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float + long → float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short + short → int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= largest type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4" name="Rounded Rectangle 118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5" name="Rounded Rectangle 119"/>
          <p:cNvSpPr/>
          <p:nvPr/>
        </p:nvSpPr>
        <p:spPr>
          <a:xfrm>
            <a:off x="7955280" y="2971800"/>
            <a:ext cx="3702600" cy="2878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 = 5.5;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result = a + b; // int → 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byte x = 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byte y = 10;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x + y; // byte → 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System.out.println(sum);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6" name="TextBox 5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7" name="Rectangle 272"/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8" name="Rectangle 273"/>
          <p:cNvSpPr/>
          <p:nvPr/>
        </p:nvSpPr>
        <p:spPr>
          <a:xfrm>
            <a:off x="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9" name="Rectangle 274"/>
          <p:cNvSpPr/>
          <p:nvPr/>
        </p:nvSpPr>
        <p:spPr>
          <a:xfrm>
            <a:off x="914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0" name="Rectangle 275"/>
          <p:cNvSpPr/>
          <p:nvPr/>
        </p:nvSpPr>
        <p:spPr>
          <a:xfrm>
            <a:off x="1828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1" name="Rectangle 276"/>
          <p:cNvSpPr/>
          <p:nvPr/>
        </p:nvSpPr>
        <p:spPr>
          <a:xfrm>
            <a:off x="2743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2" name="Rectangle 277"/>
          <p:cNvSpPr/>
          <p:nvPr/>
        </p:nvSpPr>
        <p:spPr>
          <a:xfrm>
            <a:off x="3657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3" name="Rectangle 278"/>
          <p:cNvSpPr/>
          <p:nvPr/>
        </p:nvSpPr>
        <p:spPr>
          <a:xfrm>
            <a:off x="4572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4" name="Rectangle 279"/>
          <p:cNvSpPr/>
          <p:nvPr/>
        </p:nvSpPr>
        <p:spPr>
          <a:xfrm>
            <a:off x="5486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5" name="Rectangle 280"/>
          <p:cNvSpPr/>
          <p:nvPr/>
        </p:nvSpPr>
        <p:spPr>
          <a:xfrm>
            <a:off x="6400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6" name="Rectangle 281"/>
          <p:cNvSpPr/>
          <p:nvPr/>
        </p:nvSpPr>
        <p:spPr>
          <a:xfrm>
            <a:off x="7315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7" name="Rectangle 282"/>
          <p:cNvSpPr/>
          <p:nvPr/>
        </p:nvSpPr>
        <p:spPr>
          <a:xfrm>
            <a:off x="8229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8" name="Rectangle 283"/>
          <p:cNvSpPr/>
          <p:nvPr/>
        </p:nvSpPr>
        <p:spPr>
          <a:xfrm>
            <a:off x="9144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9" name="Rectangle 284"/>
          <p:cNvSpPr/>
          <p:nvPr/>
        </p:nvSpPr>
        <p:spPr>
          <a:xfrm>
            <a:off x="10058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0" name="Rectangle 285"/>
          <p:cNvSpPr/>
          <p:nvPr/>
        </p:nvSpPr>
        <p:spPr>
          <a:xfrm>
            <a:off x="10972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1" name="Rectangle 286"/>
          <p:cNvSpPr/>
          <p:nvPr/>
        </p:nvSpPr>
        <p:spPr>
          <a:xfrm>
            <a:off x="11887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2" name="Rectangle 287"/>
          <p:cNvSpPr/>
          <p:nvPr/>
        </p:nvSpPr>
        <p:spPr>
          <a:xfrm>
            <a:off x="0" y="0"/>
            <a:ext cx="318960" cy="6856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3" name="Rounded Rectangle 120"/>
          <p:cNvSpPr/>
          <p:nvPr/>
        </p:nvSpPr>
        <p:spPr>
          <a:xfrm>
            <a:off x="9875520" y="365760"/>
            <a:ext cx="2010600" cy="501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4" name="TextBox 52"/>
          <p:cNvSpPr/>
          <p:nvPr/>
        </p:nvSpPr>
        <p:spPr>
          <a:xfrm>
            <a:off x="1514160" y="1005840"/>
            <a:ext cx="79430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Unicode System – Introduction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5" name="TextBox 53"/>
          <p:cNvSpPr/>
          <p:nvPr/>
        </p:nvSpPr>
        <p:spPr>
          <a:xfrm>
            <a:off x="1787760" y="2074680"/>
            <a:ext cx="75848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Unicode is a universal character encoding standard that allows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to represent text from multiple languages consistently across platforms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6" name="Rounded Rectangle 121"/>
          <p:cNvSpPr/>
          <p:nvPr/>
        </p:nvSpPr>
        <p:spPr>
          <a:xfrm>
            <a:off x="98748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7" name="Rounded Rectangle 122"/>
          <p:cNvSpPr/>
          <p:nvPr/>
        </p:nvSpPr>
        <p:spPr>
          <a:xfrm>
            <a:off x="914400" y="3108960"/>
            <a:ext cx="3290760" cy="3063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Unicode is a global character set</a:t>
            </a:r>
            <a:endParaRPr b="1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Each character has a unique code point (e.g., \u0041)</a:t>
            </a:r>
            <a:endParaRPr b="1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Replaced older encodings like ASCII and ISO</a:t>
            </a:r>
            <a:endParaRPr b="1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Supports almost all world languages</a:t>
            </a:r>
            <a:endParaRPr b="1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uses Unicode internally (UTF-16)</a:t>
            </a:r>
            <a:endParaRPr b="1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8" name="Rounded Rectangle 123"/>
          <p:cNvSpPr/>
          <p:nvPr/>
        </p:nvSpPr>
        <p:spPr>
          <a:xfrm>
            <a:off x="450792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9" name="Rounded Rectangle 124"/>
          <p:cNvSpPr/>
          <p:nvPr/>
        </p:nvSpPr>
        <p:spPr>
          <a:xfrm>
            <a:off x="4434840" y="310896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Character → Unicode Code Point → Encoding (UTF-16) → Stored in Java → Displayed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0" name="Rounded Rectangle 125"/>
          <p:cNvSpPr/>
          <p:nvPr/>
        </p:nvSpPr>
        <p:spPr>
          <a:xfrm>
            <a:off x="802836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1" name="Rounded Rectangle 126"/>
          <p:cNvSpPr/>
          <p:nvPr/>
        </p:nvSpPr>
        <p:spPr>
          <a:xfrm>
            <a:off x="7955280" y="3108960"/>
            <a:ext cx="3703320" cy="3291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UnicodeExample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char ch = '\u0041'; // Unicode for 'A'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System.out.println(ch);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char symbol = '\u00AB'; // «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System.out.println(symbol);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2" name="TextBox 54"/>
          <p:cNvSpPr/>
          <p:nvPr/>
        </p:nvSpPr>
        <p:spPr>
          <a:xfrm>
            <a:off x="4600080" y="6446520"/>
            <a:ext cx="305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73" name="" descr=""/>
          <p:cNvPicPr/>
          <p:nvPr/>
        </p:nvPicPr>
        <p:blipFill>
          <a:blip r:embed="rId1"/>
          <a:stretch/>
        </p:blipFill>
        <p:spPr>
          <a:xfrm>
            <a:off x="4589280" y="5029200"/>
            <a:ext cx="2651760" cy="5072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8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9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0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215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2026-03-28T20:56:45Z</dcterms:modified>
  <cp:revision>21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