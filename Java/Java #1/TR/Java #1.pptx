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1E1530-95C4-425A-8468-514829151C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5531A2-0585-4B4C-88CB-6C68286959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85131C-A4FB-4795-B255-D1AEBCEF3E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D15633-16B9-47D2-BEC6-03ECDCC9D1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6CE624-F2EC-44F9-88AD-D6ADF473DD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240399-81E4-42F4-88A8-696CCAC246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D61E1F-3D00-4A5C-A626-171D220367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C2F3EC-FBBC-4C19-972F-72EF2CF691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E797D2-3F11-48F6-91B9-BEF8978E36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D507F9-A916-4DF3-A61A-30DB37E2C7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1F230F-7697-47AC-8007-D5E28CD937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BF397B-30D9-47F4-B22F-B43E74A5141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15CD11-66A5-4993-9B90-821A59F0839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5379480" y="1107000"/>
            <a:ext cx="132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2611080" y="2266200"/>
            <a:ext cx="75204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202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507920" y="1107000"/>
            <a:ext cx="3073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048840" y="226620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484440" y="1107000"/>
            <a:ext cx="5121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706840" y="226620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173840" y="110700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952280" y="2266200"/>
            <a:ext cx="8838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803320" y="1107000"/>
            <a:ext cx="648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823480" y="226620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0200" cy="3168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1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2594880" y="110700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431240" y="226620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3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4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5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6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7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48"/>
          <p:cNvSpPr/>
          <p:nvPr/>
        </p:nvSpPr>
        <p:spPr>
          <a:xfrm>
            <a:off x="4941000" y="344988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2025-12-31T21:09:37Z</dcterms:modified>
  <cp:revision>73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