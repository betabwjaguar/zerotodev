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_rels/slideLayout35.xml.rels" ContentType="application/vnd.openxmlformats-package.relationships+xml"/>
  <Override PartName="/ppt/slideLayouts/_rels/slideLayout119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137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38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39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18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09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128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129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148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149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200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201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202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203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204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205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206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207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208.xml.rels" ContentType="application/vnd.openxmlformats-package.relationships+xml"/>
  <Override PartName="/ppt/slideLayouts/_rels/slideLayout158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159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210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211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212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213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214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215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216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217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218.xml.rels" ContentType="application/vnd.openxmlformats-package.relationships+xml"/>
  <Override PartName="/ppt/slideLayouts/_rels/slideLayout168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169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220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221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222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223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224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225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226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227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228.xml.rels" ContentType="application/vnd.openxmlformats-package.relationships+xml"/>
  <Override PartName="/ppt/slideLayouts/_rels/slideLayout178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179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230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231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232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233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234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235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236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237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238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_rels/slideLayout110.xml.rels" ContentType="application/vnd.openxmlformats-package.relationships+xml"/>
  <Override PartName="/ppt/slideLayouts/_rels/slideLayout111.xml.rels" ContentType="application/vnd.openxmlformats-package.relationships+xml"/>
  <Override PartName="/ppt/slideLayouts/_rels/slideLayout112.xml.rels" ContentType="application/vnd.openxmlformats-package.relationships+xml"/>
  <Override PartName="/ppt/slideLayouts/_rels/slideLayout113.xml.rels" ContentType="application/vnd.openxmlformats-package.relationships+xml"/>
  <Override PartName="/ppt/slideLayouts/_rels/slideLayout114.xml.rels" ContentType="application/vnd.openxmlformats-package.relationships+xml"/>
  <Override PartName="/ppt/slideLayouts/_rels/slideLayout115.xml.rels" ContentType="application/vnd.openxmlformats-package.relationships+xml"/>
  <Override PartName="/ppt/slideLayouts/_rels/slideLayout116.xml.rels" ContentType="application/vnd.openxmlformats-package.relationships+xml"/>
  <Override PartName="/ppt/slideLayouts/_rels/slideLayout117.xml.rels" ContentType="application/vnd.openxmlformats-package.relationships+xml"/>
  <Override PartName="/ppt/slideLayouts/_rels/slideLayout120.xml.rels" ContentType="application/vnd.openxmlformats-package.relationships+xml"/>
  <Override PartName="/ppt/slideLayouts/_rels/slideLayout121.xml.rels" ContentType="application/vnd.openxmlformats-package.relationships+xml"/>
  <Override PartName="/ppt/slideLayouts/_rels/slideLayout122.xml.rels" ContentType="application/vnd.openxmlformats-package.relationships+xml"/>
  <Override PartName="/ppt/slideLayouts/_rels/slideLayout123.xml.rels" ContentType="application/vnd.openxmlformats-package.relationships+xml"/>
  <Override PartName="/ppt/slideLayouts/_rels/slideLayout124.xml.rels" ContentType="application/vnd.openxmlformats-package.relationships+xml"/>
  <Override PartName="/ppt/slideLayouts/_rels/slideLayout125.xml.rels" ContentType="application/vnd.openxmlformats-package.relationships+xml"/>
  <Override PartName="/ppt/slideLayouts/_rels/slideLayout126.xml.rels" ContentType="application/vnd.openxmlformats-package.relationships+xml"/>
  <Override PartName="/ppt/slideLayouts/_rels/slideLayout127.xml.rels" ContentType="application/vnd.openxmlformats-package.relationships+xml"/>
  <Override PartName="/ppt/slideLayouts/_rels/slideLayout130.xml.rels" ContentType="application/vnd.openxmlformats-package.relationships+xml"/>
  <Override PartName="/ppt/slideLayouts/_rels/slideLayout131.xml.rels" ContentType="application/vnd.openxmlformats-package.relationships+xml"/>
  <Override PartName="/ppt/slideLayouts/_rels/slideLayout132.xml.rels" ContentType="application/vnd.openxmlformats-package.relationships+xml"/>
  <Override PartName="/ppt/slideLayouts/_rels/slideLayout133.xml.rels" ContentType="application/vnd.openxmlformats-package.relationships+xml"/>
  <Override PartName="/ppt/slideLayouts/_rels/slideLayout134.xml.rels" ContentType="application/vnd.openxmlformats-package.relationships+xml"/>
  <Override PartName="/ppt/slideLayouts/_rels/slideLayout135.xml.rels" ContentType="application/vnd.openxmlformats-package.relationships+xml"/>
  <Override PartName="/ppt/slideLayouts/_rels/slideLayout136.xml.rels" ContentType="application/vnd.openxmlformats-package.relationships+xml"/>
  <Override PartName="/ppt/slideLayouts/_rels/slideLayout140.xml.rels" ContentType="application/vnd.openxmlformats-package.relationships+xml"/>
  <Override PartName="/ppt/slideLayouts/_rels/slideLayout141.xml.rels" ContentType="application/vnd.openxmlformats-package.relationships+xml"/>
  <Override PartName="/ppt/slideLayouts/_rels/slideLayout142.xml.rels" ContentType="application/vnd.openxmlformats-package.relationships+xml"/>
  <Override PartName="/ppt/slideLayouts/_rels/slideLayout143.xml.rels" ContentType="application/vnd.openxmlformats-package.relationships+xml"/>
  <Override PartName="/ppt/slideLayouts/_rels/slideLayout144.xml.rels" ContentType="application/vnd.openxmlformats-package.relationships+xml"/>
  <Override PartName="/ppt/slideLayouts/_rels/slideLayout145.xml.rels" ContentType="application/vnd.openxmlformats-package.relationships+xml"/>
  <Override PartName="/ppt/slideLayouts/_rels/slideLayout146.xml.rels" ContentType="application/vnd.openxmlformats-package.relationships+xml"/>
  <Override PartName="/ppt/slideLayouts/_rels/slideLayout147.xml.rels" ContentType="application/vnd.openxmlformats-package.relationships+xml"/>
  <Override PartName="/ppt/slideLayouts/_rels/slideLayout150.xml.rels" ContentType="application/vnd.openxmlformats-package.relationships+xml"/>
  <Override PartName="/ppt/slideLayouts/_rels/slideLayout151.xml.rels" ContentType="application/vnd.openxmlformats-package.relationships+xml"/>
  <Override PartName="/ppt/slideLayouts/_rels/slideLayout152.xml.rels" ContentType="application/vnd.openxmlformats-package.relationships+xml"/>
  <Override PartName="/ppt/slideLayouts/_rels/slideLayout153.xml.rels" ContentType="application/vnd.openxmlformats-package.relationships+xml"/>
  <Override PartName="/ppt/slideLayouts/_rels/slideLayout154.xml.rels" ContentType="application/vnd.openxmlformats-package.relationships+xml"/>
  <Override PartName="/ppt/slideLayouts/_rels/slideLayout155.xml.rels" ContentType="application/vnd.openxmlformats-package.relationships+xml"/>
  <Override PartName="/ppt/slideLayouts/_rels/slideLayout156.xml.rels" ContentType="application/vnd.openxmlformats-package.relationships+xml"/>
  <Override PartName="/ppt/slideLayouts/_rels/slideLayout157.xml.rels" ContentType="application/vnd.openxmlformats-package.relationships+xml"/>
  <Override PartName="/ppt/slideLayouts/_rels/slideLayout160.xml.rels" ContentType="application/vnd.openxmlformats-package.relationships+xml"/>
  <Override PartName="/ppt/slideLayouts/_rels/slideLayout161.xml.rels" ContentType="application/vnd.openxmlformats-package.relationships+xml"/>
  <Override PartName="/ppt/slideLayouts/_rels/slideLayout162.xml.rels" ContentType="application/vnd.openxmlformats-package.relationships+xml"/>
  <Override PartName="/ppt/slideLayouts/_rels/slideLayout163.xml.rels" ContentType="application/vnd.openxmlformats-package.relationships+xml"/>
  <Override PartName="/ppt/slideLayouts/_rels/slideLayout164.xml.rels" ContentType="application/vnd.openxmlformats-package.relationships+xml"/>
  <Override PartName="/ppt/slideLayouts/_rels/slideLayout165.xml.rels" ContentType="application/vnd.openxmlformats-package.relationships+xml"/>
  <Override PartName="/ppt/slideLayouts/_rels/slideLayout166.xml.rels" ContentType="application/vnd.openxmlformats-package.relationships+xml"/>
  <Override PartName="/ppt/slideLayouts/_rels/slideLayout167.xml.rels" ContentType="application/vnd.openxmlformats-package.relationships+xml"/>
  <Override PartName="/ppt/slideLayouts/_rels/slideLayout170.xml.rels" ContentType="application/vnd.openxmlformats-package.relationships+xml"/>
  <Override PartName="/ppt/slideLayouts/_rels/slideLayout171.xml.rels" ContentType="application/vnd.openxmlformats-package.relationships+xml"/>
  <Override PartName="/ppt/slideLayouts/_rels/slideLayout172.xml.rels" ContentType="application/vnd.openxmlformats-package.relationships+xml"/>
  <Override PartName="/ppt/slideLayouts/_rels/slideLayout173.xml.rels" ContentType="application/vnd.openxmlformats-package.relationships+xml"/>
  <Override PartName="/ppt/slideLayouts/_rels/slideLayout174.xml.rels" ContentType="application/vnd.openxmlformats-package.relationships+xml"/>
  <Override PartName="/ppt/slideLayouts/_rels/slideLayout175.xml.rels" ContentType="application/vnd.openxmlformats-package.relationships+xml"/>
  <Override PartName="/ppt/slideLayouts/_rels/slideLayout176.xml.rels" ContentType="application/vnd.openxmlformats-package.relationships+xml"/>
  <Override PartName="/ppt/slideLayouts/_rels/slideLayout177.xml.rels" ContentType="application/vnd.openxmlformats-package.relationships+xml"/>
  <Override PartName="/ppt/slideLayouts/_rels/slideLayout180.xml.rels" ContentType="application/vnd.openxmlformats-package.relationships+xml"/>
  <Override PartName="/ppt/slideLayouts/_rels/slideLayout181.xml.rels" ContentType="application/vnd.openxmlformats-package.relationships+xml"/>
  <Override PartName="/ppt/slideLayouts/_rels/slideLayout182.xml.rels" ContentType="application/vnd.openxmlformats-package.relationships+xml"/>
  <Override PartName="/ppt/slideLayouts/_rels/slideLayout183.xml.rels" ContentType="application/vnd.openxmlformats-package.relationships+xml"/>
  <Override PartName="/ppt/slideLayouts/_rels/slideLayout184.xml.rels" ContentType="application/vnd.openxmlformats-package.relationships+xml"/>
  <Override PartName="/ppt/slideLayouts/_rels/slideLayout185.xml.rels" ContentType="application/vnd.openxmlformats-package.relationships+xml"/>
  <Override PartName="/ppt/slideLayouts/_rels/slideLayout186.xml.rels" ContentType="application/vnd.openxmlformats-package.relationships+xml"/>
  <Override PartName="/ppt/slideLayouts/_rels/slideLayout187.xml.rels" ContentType="application/vnd.openxmlformats-package.relationships+xml"/>
  <Override PartName="/ppt/slideLayouts/_rels/slideLayout188.xml.rels" ContentType="application/vnd.openxmlformats-package.relationships+xml"/>
  <Override PartName="/ppt/slideLayouts/_rels/slideLayout189.xml.rels" ContentType="application/vnd.openxmlformats-package.relationships+xml"/>
  <Override PartName="/ppt/slideLayouts/_rels/slideLayout190.xml.rels" ContentType="application/vnd.openxmlformats-package.relationships+xml"/>
  <Override PartName="/ppt/slideLayouts/_rels/slideLayout191.xml.rels" ContentType="application/vnd.openxmlformats-package.relationships+xml"/>
  <Override PartName="/ppt/slideLayouts/_rels/slideLayout192.xml.rels" ContentType="application/vnd.openxmlformats-package.relationships+xml"/>
  <Override PartName="/ppt/slideLayouts/_rels/slideLayout193.xml.rels" ContentType="application/vnd.openxmlformats-package.relationships+xml"/>
  <Override PartName="/ppt/slideLayouts/_rels/slideLayout194.xml.rels" ContentType="application/vnd.openxmlformats-package.relationships+xml"/>
  <Override PartName="/ppt/slideLayouts/_rels/slideLayout195.xml.rels" ContentType="application/vnd.openxmlformats-package.relationships+xml"/>
  <Override PartName="/ppt/slideLayouts/_rels/slideLayout196.xml.rels" ContentType="application/vnd.openxmlformats-package.relationships+xml"/>
  <Override PartName="/ppt/slideLayouts/_rels/slideLayout197.xml.rels" ContentType="application/vnd.openxmlformats-package.relationships+xml"/>
  <Override PartName="/ppt/slideLayouts/_rels/slideLayout198.xml.rels" ContentType="application/vnd.openxmlformats-package.relationships+xml"/>
  <Override PartName="/ppt/slideLayouts/_rels/slideLayout199.xml.rels" ContentType="application/vnd.openxmlformats-package.relationships+xml"/>
  <Override PartName="/ppt/slideLayouts/_rels/slideLayout209.xml.rels" ContentType="application/vnd.openxmlformats-package.relationships+xml"/>
  <Override PartName="/ppt/slideLayouts/_rels/slideLayout219.xml.rels" ContentType="application/vnd.openxmlformats-package.relationships+xml"/>
  <Override PartName="/ppt/slideLayouts/_rels/slideLayout229.xml.rels" ContentType="application/vnd.openxmlformats-package.relationships+xml"/>
  <Override PartName="/ppt/slideLayouts/_rels/slideLayout239.xml.rels" ContentType="application/vnd.openxmlformats-package.relationships+xml"/>
  <Override PartName="/ppt/slideLayouts/_rels/slideLayout240.xml.rels" ContentType="application/vnd.openxmlformats-package.relationships+xml"/>
  <Override PartName="/ppt/slideLayouts/_rels/slideLayout241.xml.rels" ContentType="application/vnd.openxmlformats-package.relationships+xml"/>
  <Override PartName="/ppt/slideLayouts/_rels/slideLayout242.xml.rels" ContentType="application/vnd.openxmlformats-package.relationships+xml"/>
  <Override PartName="/ppt/slideLayouts/_rels/slideLayout243.xml.rels" ContentType="application/vnd.openxmlformats-package.relationships+xml"/>
  <Override PartName="/ppt/slideLayouts/_rels/slideLayout244.xml.rels" ContentType="application/vnd.openxmlformats-package.relationships+xml"/>
  <Override PartName="/ppt/slideLayouts/_rels/slideLayout245.xml.rels" ContentType="application/vnd.openxmlformats-package.relationships+xml"/>
  <Override PartName="/ppt/slideLayouts/_rels/slideLayout246.xml.rels" ContentType="application/vnd.openxmlformats-package.relationships+xml"/>
  <Override PartName="/ppt/slideLayouts/_rels/slideLayout247.xml.rels" ContentType="application/vnd.openxmlformats-package.relationships+xml"/>
  <Override PartName="/ppt/slideLayouts/_rels/slideLayout248.xml.rels" ContentType="application/vnd.openxmlformats-package.relationships+xml"/>
  <Override PartName="/ppt/slideLayouts/_rels/slideLayout249.xml.rels" ContentType="application/vnd.openxmlformats-package.relationships+xml"/>
  <Override PartName="/ppt/slideLayouts/_rels/slideLayout250.xml.rels" ContentType="application/vnd.openxmlformats-package.relationships+xml"/>
  <Override PartName="/ppt/slideLayouts/_rels/slideLayout251.xml.rels" ContentType="application/vnd.openxmlformats-package.relationships+xml"/>
  <Override PartName="/ppt/slideLayouts/_rels/slideLayout252.xml.rels" ContentType="application/vnd.openxmlformats-package.relationships+xml"/>
  <Override PartName="/ppt/slideLayouts/_rels/slideLayout253.xml.rels" ContentType="application/vnd.openxmlformats-package.relationships+xml"/>
  <Override PartName="/ppt/slideLayouts/_rels/slideLayout254.xml.rels" ContentType="application/vnd.openxmlformats-package.relationships+xml"/>
  <Override PartName="/ppt/slideLayouts/_rels/slideLayout255.xml.rels" ContentType="application/vnd.openxmlformats-package.relationships+xml"/>
  <Override PartName="/ppt/slideLayouts/_rels/slideLayout256.xml.rels" ContentType="application/vnd.openxmlformats-package.relationships+xml"/>
  <Override PartName="/ppt/slideLayouts/_rels/slideLayout257.xml.rels" ContentType="application/vnd.openxmlformats-package.relationships+xml"/>
  <Override PartName="/ppt/slideLayouts/_rels/slideLayout258.xml.rels" ContentType="application/vnd.openxmlformats-package.relationships+xml"/>
  <Override PartName="/ppt/slideLayouts/_rels/slideLayout259.xml.rels" ContentType="application/vnd.openxmlformats-package.relationships+xml"/>
  <Override PartName="/ppt/slideLayouts/_rels/slideLayout260.xml.rels" ContentType="application/vnd.openxmlformats-package.relationships+xml"/>
  <Override PartName="/ppt/slideLayouts/_rels/slideLayout261.xml.rels" ContentType="application/vnd.openxmlformats-package.relationships+xml"/>
  <Override PartName="/ppt/slideLayouts/_rels/slideLayout262.xml.rels" ContentType="application/vnd.openxmlformats-package.relationships+xml"/>
  <Override PartName="/ppt/slideLayouts/_rels/slideLayout263.xml.rels" ContentType="application/vnd.openxmlformats-package.relationships+xml"/>
  <Override PartName="/ppt/slideLayouts/_rels/slideLayout264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158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159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slideLayouts/slideLayout147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70.xml" ContentType="application/vnd.openxmlformats-officedocument.presentationml.slideLayout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slideLayouts/slideLayout260.xml" ContentType="application/vnd.openxmlformats-officedocument.presentationml.slideLayout+xml"/>
  <Override PartName="/ppt/slideLayouts/slideLayout261.xml" ContentType="application/vnd.openxmlformats-officedocument.presentationml.slideLayout+xml"/>
  <Override PartName="/ppt/slideLayouts/slideLayout262.xml" ContentType="application/vnd.openxmlformats-officedocument.presentationml.slideLayout+xml"/>
  <Override PartName="/ppt/slideLayouts/slideLayout263.xml" ContentType="application/vnd.openxmlformats-officedocument.presentationml.slideLayout+xml"/>
  <Override PartName="/ppt/slideLayouts/slideLayout264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7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slides/slide25.xml" ContentType="application/vnd.openxmlformats-officedocument.presentationml.slide+xml"/>
  <Override PartName="/ppt/slides/slide9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_rels/slide1.xml.rels" ContentType="application/vnd.openxmlformats-package.relationships+xml"/>
  <Override PartName="/ppt/slides/_rels/slide22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23.xml.rels" ContentType="application/vnd.openxmlformats-package.relationships+xml"/>
  <Override PartName="/ppt/slides/_rels/slide6.xml.rels" ContentType="application/vnd.openxmlformats-package.relationships+xml"/>
  <Override PartName="/ppt/slides/_rels/slide24.xml.rels" ContentType="application/vnd.openxmlformats-package.relationships+xml"/>
  <Override PartName="/ppt/slides/_rels/slide7.xml.rels" ContentType="application/vnd.openxmlformats-package.relationships+xml"/>
  <Override PartName="/ppt/slides/_rels/slide25.xml.rels" ContentType="application/vnd.openxmlformats-package.relationships+xml"/>
  <Override PartName="/ppt/slides/_rels/slide8.xml.rels" ContentType="application/vnd.openxmlformats-package.relationships+xml"/>
  <Override PartName="/ppt/slides/_rels/slide26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slides/_rels/slide27.xml.rels" ContentType="application/vnd.openxmlformats-package.relationships+xml"/>
  <Override PartName="/ppt/slides/_rels/slide28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  <p:sldMasterId id="2147483765" r:id="rId11"/>
    <p:sldMasterId id="2147483778" r:id="rId12"/>
    <p:sldMasterId id="2147483791" r:id="rId13"/>
    <p:sldMasterId id="2147483804" r:id="rId14"/>
    <p:sldMasterId id="2147483817" r:id="rId15"/>
    <p:sldMasterId id="2147483830" r:id="rId16"/>
    <p:sldMasterId id="2147483843" r:id="rId17"/>
    <p:sldMasterId id="2147483856" r:id="rId18"/>
    <p:sldMasterId id="2147483869" r:id="rId19"/>
    <p:sldMasterId id="2147483882" r:id="rId20"/>
    <p:sldMasterId id="2147483895" r:id="rId21"/>
    <p:sldMasterId id="2147483908" r:id="rId22"/>
    <p:sldMasterId id="2147483921" r:id="rId23"/>
  </p:sld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  <p:sldId id="270" r:id="rId38"/>
    <p:sldId id="271" r:id="rId39"/>
    <p:sldId id="272" r:id="rId40"/>
    <p:sldId id="273" r:id="rId41"/>
    <p:sldId id="274" r:id="rId42"/>
    <p:sldId id="275" r:id="rId43"/>
    <p:sldId id="276" r:id="rId44"/>
    <p:sldId id="277" r:id="rId45"/>
    <p:sldId id="278" r:id="rId46"/>
    <p:sldId id="279" r:id="rId47"/>
    <p:sldId id="280" r:id="rId48"/>
    <p:sldId id="281" r:id="rId49"/>
    <p:sldId id="282" r:id="rId50"/>
    <p:sldId id="283" r:id="rId5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slide" Target="slides/slide15.xml"/><Relationship Id="rId39" Type="http://schemas.openxmlformats.org/officeDocument/2006/relationships/slide" Target="slides/slide16.xml"/><Relationship Id="rId40" Type="http://schemas.openxmlformats.org/officeDocument/2006/relationships/slide" Target="slides/slide17.xml"/><Relationship Id="rId41" Type="http://schemas.openxmlformats.org/officeDocument/2006/relationships/slide" Target="slides/slide18.xml"/><Relationship Id="rId42" Type="http://schemas.openxmlformats.org/officeDocument/2006/relationships/slide" Target="slides/slide19.xml"/><Relationship Id="rId43" Type="http://schemas.openxmlformats.org/officeDocument/2006/relationships/slide" Target="slides/slide20.xml"/><Relationship Id="rId44" Type="http://schemas.openxmlformats.org/officeDocument/2006/relationships/slide" Target="slides/slide21.xml"/><Relationship Id="rId45" Type="http://schemas.openxmlformats.org/officeDocument/2006/relationships/slide" Target="slides/slide22.xml"/><Relationship Id="rId46" Type="http://schemas.openxmlformats.org/officeDocument/2006/relationships/slide" Target="slides/slide23.xml"/><Relationship Id="rId47" Type="http://schemas.openxmlformats.org/officeDocument/2006/relationships/slide" Target="slides/slide24.xml"/><Relationship Id="rId48" Type="http://schemas.openxmlformats.org/officeDocument/2006/relationships/slide" Target="slides/slide25.xml"/><Relationship Id="rId49" Type="http://schemas.openxmlformats.org/officeDocument/2006/relationships/slide" Target="slides/slide26.xml"/><Relationship Id="rId50" Type="http://schemas.openxmlformats.org/officeDocument/2006/relationships/slide" Target="slides/slide27.xml"/><Relationship Id="rId51" Type="http://schemas.openxmlformats.org/officeDocument/2006/relationships/slide" Target="slides/slide28.xml"/><Relationship Id="rId5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0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685D23D-E0BD-463A-B348-5A72B8982F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DF83983-AAD3-4DF8-8485-672F679FA1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023E4BF-FA7A-4EC8-A3C3-29CE8FB54B4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028D9D31-315B-42D1-A117-4F303E5F7B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DE32B3B-CFF4-42C6-BED7-1F4F8963DE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6B7813A-93FA-4E94-BB6A-49E8A69E14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1A548A9-1770-465A-80EE-C084E604F8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229936-65C6-48DE-8F39-AE5E57DEDD0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C915FE9-4CF7-4D28-94F7-FE2D7A63AA2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240C7A4-3464-41B9-9EAF-2C81F77A2C2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B968124-3BEA-487C-BE0E-0BEBE5121EE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FC5ED47-E65B-44BB-BF92-A2F53AA7456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A23142F-470A-4465-A567-4BC938BCBC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A877C0-C536-484A-AF3D-72CD8ABD838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CB0F08C-02FE-40FD-B922-9A864DA55A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1ADAA43-194D-46B9-8936-13B8F336B2A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2BBA1C8-FC30-46FB-8C19-D5F2CA02257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157FEF12-E113-4363-A0D8-CE2DBC0DFAE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D01BDE0-971F-4CA8-9A5B-8AD0CA2660D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5C24A30-2EF4-41B5-B78D-FD86F47DE7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E7B232C9-FE8C-4E5C-9DAC-17655036FE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FFDF791E-C7A5-418C-A399-B5152A91A30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3EE090C-5050-4636-8741-587D012495E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C33A543-BC55-453B-B6AE-6F1CCB44696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B4FF03A-2FDA-487B-BA04-BF9AFED440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36229500-F164-44A3-8B4A-482E16AA38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66E0DBB-49AB-49F1-99F2-6DF89FFE27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0953AA6-AFB7-4B1C-9F90-38BB85D6407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280DB64-E1D7-4F56-875B-154D610DE06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F064644-6D1F-466B-9F38-EB99A951EA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2D3824F-D8C7-4784-834A-2F5AB4D31FC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22AE5B9-37E5-4923-9517-E8AC0361BFB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BEC1716-BFC1-406B-9698-45A19FD160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CFEA518-DBD7-4CCE-9150-A8E69B21E5C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ABF7D90F-A272-4ADE-A102-53A381FF229E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1D4BF7A9-A61E-4196-81DB-B6080CA2ED6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2A18FA4-E868-4A68-820A-C9FBF8C9AE2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9356F2F-F8D5-4F4F-B00F-B11082EFA75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A0D9F68-AEF8-4245-A457-9B015B3BE59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DC5BED3-F742-4192-B0EE-2D21F73C1FF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D2E52606-164D-4E64-A2DC-A6B4369FC3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22F4E39-50F5-4063-A4A3-D34055613CA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28122AC-B4C7-4F77-A50E-19ACC7F36AA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0AAB26D-A919-4B7D-AACB-C94711210C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B836B66F-FA43-4641-9133-05DC6976C58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69325E1D-65D5-48A7-AA41-D047CFD4FDC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02915F-3DC2-4DDE-86C4-F24E40FE1A8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CE9E3693-9C6B-4FF2-8E93-9A16BCD7A0B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BFB1FA9-51A0-4B94-9B93-5E6F48C08BD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F56D120-6F77-41C2-8DD0-8FB4251B6D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607F5DE-7AE5-435B-B806-17951E027BE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236583EE-7D7E-457E-ABF1-16DA517981C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CF16682-35AB-4A80-9858-23318CAEFA4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5B61F392-5C62-4333-9EBB-4C8F01DE91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9ED2D40-757E-46DC-AA85-4BB308393B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494C700-2C31-4D74-814A-264FD33296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552F664-194B-4539-8D16-9CF2D3DDF4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97C40D7-E850-44F1-9460-4EBE4A873EA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73F5B75-04F5-4932-A429-3180272274A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58A50BB-E501-4F03-80BB-C4DEF23750B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A77E8FD-C557-4601-9545-E29C0517BAF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77E9B51-F4DA-449F-941E-DED92E175A0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81C5BCD-2255-4EF0-A69C-54E7296AE7E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C92070B-B03A-4AF0-8236-A5839468B1B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0E7B048-4B83-45CF-9BEC-A124669628A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61AD19E-B909-4A91-8A68-6FE64B87099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11E6322-C3C1-4B51-BBA8-1789492A8FF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59FA4337-D809-4AC8-8FCB-2613E4B44F2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3428A52-9CDA-45F7-99A2-4E8B58FFBFD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B9892D83-613C-460E-91F9-CC9FFB84481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7E57AB19-F012-40F7-BBAD-655133961E85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3DD1D150-B704-407C-8362-151C3EB8B48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B4C9AD4-FD40-4ED0-A046-C6F94893428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CBBD572-ADD7-41B1-AEC3-237AC182396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4338122-EF08-41A2-A591-2E5DCCE4480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55831F7-A6D8-4717-B3E4-F3A9815462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D0DA950-4F5F-4A4F-BEFC-1B35AE5E3FE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8CA8226-6257-41F2-B9B7-58A4E85E09A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1A14495-1C40-4950-BC94-621C3066A3D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982549E-C563-42D4-8060-D43C226496F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EC5362D-FF9A-4162-95A5-AF8FBF3DA4B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1F22A1F-E23F-4A1E-94F4-735B4371071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D41FDA9-6BD5-4117-B6FD-A063614EDFD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C1B5329C-0F55-4B39-AA92-47111D6B4F74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19B8218-C954-4078-B3A5-6FC09270B3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A82D262-0E8D-4917-A390-9771612450F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22BFCFF-8ADF-4CEF-A68A-3A404D7C26D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32FE4CC-AF75-4141-AE51-C545D02F6CD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76447E9E-D972-4D1F-A604-2541D252CC7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088BF75-289C-40D5-872E-D4ACCCB332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FC242B2E-1D8D-44E5-B71D-B93A7E1F1C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EB9AC23-C0EF-4742-B297-392087AE073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999D907E-B2C3-44C7-B040-A4392B54F94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2F70687-E61A-48F5-98F6-8C8D1F548C4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4D45E7AD-8A5A-4511-B812-A8D179B6B7C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8084E4A-6A15-4934-B656-9290A60CA22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4F0A42B-BC26-4BB3-AD77-5CB21ACA9AA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B19D234-8462-4A6E-A856-91D5ECEFBD2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01E6EB3F-5EA5-4B98-A53D-BAE0B781275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B174872-0AD3-47FF-84A8-A839A0B553A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B330F97-E2F5-4FDD-8394-6F95FF4437B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C146EC4-6CD8-450F-B53A-567A11E7D14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EC1FA3B-AF0B-44B7-AF1F-10405AB209C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5DC64C1-8773-4EB2-8A4B-201B7D8D35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58BFB05-3E1F-4FB0-A28E-7D4899E7A73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6FA36AB-86F9-4CA7-99C3-CA4B7FA3B27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6DDBFB9D-80F9-41EC-A9CB-CA0EAAF7B64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0B6806D-EAC2-420C-BE36-D1EADB1687C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6B4EC1EF-1D8E-4099-BE83-070F1ECA9EF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E2BCDA4-0F09-485E-9A53-5E9C7D3D69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E59305A3-37DA-4FA2-8064-11B9B155693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0063438A-6401-4E45-9C20-27E4D312C57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FD387BE-FA28-461B-804F-4D7AA723EF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6758612-E086-44B8-9813-85CD98C585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DEF675C-EDEA-4EEC-97E9-7941C2A25CB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59D99CC-6BD6-4766-B1D7-0377FF19A4C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1250A05E-1647-4924-A19F-6DB023E207A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5452172C-58DA-4B56-BC24-877E5CDD99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A215D72-207A-4D8A-8B62-1C424C9A582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04FBB50-83F9-42A7-A5BD-18A51247C0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C130AEC-F240-4FE8-A8B5-C63D7346D3C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EC90A4A-2385-4C57-81D0-9860A94265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7D788912-9B69-48FE-ADB6-E50C6D149A4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6F7EEF1-D02A-4C3F-8A69-FE7948BF21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1DB4EB6-7D27-4C18-9C60-DB4E0349839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ABA551F7-C74B-4513-AD54-C342C0D5C74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649B5DFC-FE20-44C9-99AD-D4AED29F7038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4CB69F4E-086F-401F-A6F7-F91A640F58E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8BB70F4-C9D8-4E85-B70E-4E226E80DE4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9D73DE85-C7F8-4E82-A05A-714B013E3DA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E06D456B-7E1E-4B06-9289-B57D94C45A16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2E44C6DC-1D47-485C-A8D5-3D87279A133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B0D40B54-A658-4DB0-96B2-FB70DD20A78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7B95BB0-B974-4895-A4B6-9CBCC3BD63A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D3C7332-0C97-4EDD-84D6-23D39EB5F9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94E6CD09-2B4B-477A-A56C-D33CEBC0CB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544F86D0-A45D-4665-B18C-E5FE2649FE8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AD14EF5D-48E1-4E35-8AB9-8EF33FDFD18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113C5546-131D-4035-BF75-6B322834C18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0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CE8AB1E2-404D-4421-9EDE-FC4771C1A97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D3DB5575-FEAD-4CAD-9385-F9E9FCA9E6D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052A57B0-F8FA-45D0-8928-2DA1949EEF2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F60D4239-42AD-40A4-B40B-B23BC6C752B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E2F0F1C0-B964-4B33-AB0F-85CED529B3D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AD0CA94-4A1A-4850-896B-1DD627A183E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271947E-0683-4EAB-910E-4BAF0390688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0B8B2449-BEC3-4889-B570-58D49D37EF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AC79228C-8346-40A1-91C3-882467CD2C4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8AF066C5-4530-4A6B-AC17-82374CFC295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8EDDD13-64D0-4C95-B273-7CE24BBD979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EE7ACC0A-96F1-44B5-B97E-B771DB2AEE0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7EE878B2-DF65-4907-BE48-9CC129E16C6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268E0460-263C-4487-BFF9-ED753C85BE3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960FEB81-91DC-4259-A84B-16E6A866510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5755838-AC2A-455A-94EE-C6242313FC0F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5A313B7-2273-4F3A-A2DB-5561A79E9DAD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628B12A-F62E-4CB5-B4C3-61CA782680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DB39A69-5191-4889-8B11-D5574235E8E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C60BD3EF-CDF2-4996-A5FC-672C98978EF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F6533B74-708A-4B01-BEB6-810531013F3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AFE1B297-933E-4788-9F06-0C35246026A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BE87B580-7647-430D-A1C9-E45C4763BBF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14BBAA52-0922-44F4-BBC4-588E6680681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06669752-1B60-4BE4-B2DD-709ECC1CE65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7AD01B68-7D84-4C08-9F76-18463F3304B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91CE1E85-2CB4-464C-BABE-FE4A517B7BB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EC402769-DEFF-4DE8-B4E0-302FD3B4996D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5BADAD0A-C082-4EEF-9EA7-194470B93DA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A638CB0-1384-4B8A-BFD0-08E49479714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182B199-D778-480C-83C1-2F3D17F7173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8B106CC-FF47-4F79-B43A-4616E5016C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7F47BC11-1388-48FA-B4B1-22AD61D0B28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E8F2A3F3-8C25-40C3-9449-FEF44E5DB5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A66295C5-7D35-4420-AE44-DD9FC70A5A6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EC8DDD7-ED9A-4F8D-B12B-BF243F3B443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5CCA4B9D-9501-40E8-ABF5-4E27B92975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F9A3EB13-5F80-48F3-9D9A-9D25FAC2DA45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64517526-286A-4E69-B434-4FD58F74D4E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B611B7E4-3DFB-4684-A1F4-8906479AF78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9A7E6380-C0E8-4CB5-AC8C-C051B5AB32D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F8E2B53-9C31-49B9-99CE-495EAA81FA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CE7CEB6-52E4-48C5-80EC-6A6022CE5AD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ADE1B11E-E91D-47E3-9E8A-C7F5DE685E9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71DAD15B-C617-4F62-829C-AFA21229922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536F740-BE3D-4CFB-8A6A-F7A8B4A1F42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151700CC-02B0-449D-AC4C-0883B3D8F939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35FC509C-08DB-4614-B471-FCB6503138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27D88D2F-2A09-40F8-8A5A-A5E5C16C5D5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B458B189-48A0-4AFC-BA10-6222E05983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4C2BC101-C11C-4D01-BA1C-873479D7CC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CEED6A9A-DDA5-4674-98DD-4E3DD2F5AB2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66603955-1284-4E99-9DB2-27B774D04523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1EE447A9-F3AA-4A4E-A38D-0AB20F4954F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646623C8-AA34-4925-8DAA-A464B5F201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B3E29B80-A627-4DC2-9F82-95D923A460D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55770BC7-7E1A-4737-A631-26493A9678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DBC0F736-375B-45DA-9140-69F2E0E73C1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8F920890-5F95-4DB7-AC94-7BC1D15F1E3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AD8B7569-5E9E-49B9-8C59-9D4E942C020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626B687-16F9-49EF-B780-340E61AB0AC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E574C5DE-D8C6-4F21-B565-3B0E391C9B1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608C15F-6611-4549-8FE0-9A374AC068AB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4E1CBC06-4B23-42E0-B151-75592A8C93C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9C19E383-44E8-46BA-9774-4E12DB625D59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F02CF7A5-6851-43AB-B62F-AD99F1FF73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B4E6AA7-7EEB-4F4B-96E2-FDF05BC4D8A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6E658260-7225-4361-88A0-7234AEC940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FC18851A-F7A5-473A-9428-A9B69F012BA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A687DB9B-C075-4DD5-832F-A93F34FB808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E1838947-D90E-4D2A-8A50-D00CB628F1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D7FAB9C-5F67-4F8C-BFBF-5BDA6BE7141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8208E4A6-4686-4A8A-BBFE-1EB2A26081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8D42CC2-F4F3-4891-93BF-136DF1F4B3C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27229A39-601A-42BF-B438-39AB911DFD6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B50ED196-7F9F-48C0-93DC-AD439CD946DA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59D8E28F-A101-4142-A6B2-DCD321119AD0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35231654-6261-4379-B7E5-7E2DCC7057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B2CB3BE8-4940-438B-A9BC-FC08CFCD98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CAC37689-640A-457B-B0EF-E6186CF1745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6BDA497-89F3-4089-8196-A30B288995B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E1F12D8-CAC7-4930-9A89-FD9FF93761B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8928C1CA-15A5-49EC-A9A1-B1E0064039B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F0F25F26-5F6C-4255-A452-C28211B1EDC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07FB6B43-BF64-4419-BA3A-111F07EC1F5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835D9C9F-B110-4BA0-8EE2-D7DAD72010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A9BD7761-4A9D-443C-A6BE-5B63758C01C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49524BDA-C32B-4B70-850C-3D8B052840F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854CB4D3-B56C-4788-8AC4-5FFC81AF28B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CB701FF9-DCE7-4385-9E95-8A84D41355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B2DF9A90-60D2-45A7-AFC8-981AC2E2236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3963DB9B-FE82-4F04-BB98-528F9D90E86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A8141667-4FFF-4E56-9FC5-A11D80C9EE6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2EDC1D3A-EAB2-47E4-B5D9-938DDCB9746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AE436138-09EC-4679-AF4B-3BAF6E8A9F8F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03E86A75-9A19-407E-89A9-71F17E13961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90C5058B-2035-4152-AA1B-50C1E9A2906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85DDE39D-6B6E-4096-A52E-F1B30B2E3F6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9126D673-7C94-4770-A766-381CAA975F9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B148BDC9-A101-411E-8B30-0522A8A99BB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3DF7E994-7BE4-479B-AB7E-714DC7058081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A1AC2A6F-BA59-4783-B80A-7EF52105AF7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F7B00F28-571A-4595-AD59-0F9DC64041C2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F56D38D9-5DAA-413A-A8F1-1017708173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76134DED-3003-4B33-9ADE-D02DEFCC4F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CC8DFC95-312C-4633-B9DC-5E5616DED86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333447E6-6D06-4831-A3BD-42FD6EBEBAD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F7E35204-CF09-4A58-8AAC-25C15633619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D71FD32B-CFA5-486C-AEF0-02C3C1ADA66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8032FBCD-B6EE-47A6-B7E0-C94ADC9EA3F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1CB6E479-BB7F-4B7F-AA62-72CFF78112FF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8BDC8A8D-1067-4B84-9244-65F4D9B7CA1C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23AE618E-73B4-40AE-B1E0-AAE595F837C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9.xml"/><Relationship Id="rId3" Type="http://schemas.openxmlformats.org/officeDocument/2006/relationships/slideLayout" Target="../slideLayouts/slideLayout110.xml"/><Relationship Id="rId4" Type="http://schemas.openxmlformats.org/officeDocument/2006/relationships/slideLayout" Target="../slideLayouts/slideLayout111.xml"/><Relationship Id="rId5" Type="http://schemas.openxmlformats.org/officeDocument/2006/relationships/slideLayout" Target="../slideLayouts/slideLayout112.xml"/><Relationship Id="rId6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4.xml"/><Relationship Id="rId8" Type="http://schemas.openxmlformats.org/officeDocument/2006/relationships/slideLayout" Target="../slideLayouts/slideLayout115.xml"/><Relationship Id="rId9" Type="http://schemas.openxmlformats.org/officeDocument/2006/relationships/slideLayout" Target="../slideLayouts/slideLayout116.xml"/><Relationship Id="rId10" Type="http://schemas.openxmlformats.org/officeDocument/2006/relationships/slideLayout" Target="../slideLayouts/slideLayout117.xml"/><Relationship Id="rId11" Type="http://schemas.openxmlformats.org/officeDocument/2006/relationships/slideLayout" Target="../slideLayouts/slideLayout118.xml"/><Relationship Id="rId12" Type="http://schemas.openxmlformats.org/officeDocument/2006/relationships/slideLayout" Target="../slideLayouts/slideLayout119.xml"/><Relationship Id="rId13" Type="http://schemas.openxmlformats.org/officeDocument/2006/relationships/slideLayout" Target="../slideLayouts/slideLayout12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21.xml"/><Relationship Id="rId3" Type="http://schemas.openxmlformats.org/officeDocument/2006/relationships/slideLayout" Target="../slideLayouts/slideLayout122.xml"/><Relationship Id="rId4" Type="http://schemas.openxmlformats.org/officeDocument/2006/relationships/slideLayout" Target="../slideLayouts/slideLayout123.xml"/><Relationship Id="rId5" Type="http://schemas.openxmlformats.org/officeDocument/2006/relationships/slideLayout" Target="../slideLayouts/slideLayout124.xml"/><Relationship Id="rId6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6.xml"/><Relationship Id="rId8" Type="http://schemas.openxmlformats.org/officeDocument/2006/relationships/slideLayout" Target="../slideLayouts/slideLayout127.xml"/><Relationship Id="rId9" Type="http://schemas.openxmlformats.org/officeDocument/2006/relationships/slideLayout" Target="../slideLayouts/slideLayout128.xml"/><Relationship Id="rId10" Type="http://schemas.openxmlformats.org/officeDocument/2006/relationships/slideLayout" Target="../slideLayouts/slideLayout129.xml"/><Relationship Id="rId11" Type="http://schemas.openxmlformats.org/officeDocument/2006/relationships/slideLayout" Target="../slideLayouts/slideLayout130.xml"/><Relationship Id="rId12" Type="http://schemas.openxmlformats.org/officeDocument/2006/relationships/slideLayout" Target="../slideLayouts/slideLayout131.xml"/><Relationship Id="rId13" Type="http://schemas.openxmlformats.org/officeDocument/2006/relationships/slideLayout" Target="../slideLayouts/slideLayout132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33.xml"/><Relationship Id="rId3" Type="http://schemas.openxmlformats.org/officeDocument/2006/relationships/slideLayout" Target="../slideLayouts/slideLayout134.xml"/><Relationship Id="rId4" Type="http://schemas.openxmlformats.org/officeDocument/2006/relationships/slideLayout" Target="../slideLayouts/slideLayout135.xml"/><Relationship Id="rId5" Type="http://schemas.openxmlformats.org/officeDocument/2006/relationships/slideLayout" Target="../slideLayouts/slideLayout136.xml"/><Relationship Id="rId6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38.xml"/><Relationship Id="rId8" Type="http://schemas.openxmlformats.org/officeDocument/2006/relationships/slideLayout" Target="../slideLayouts/slideLayout139.xml"/><Relationship Id="rId9" Type="http://schemas.openxmlformats.org/officeDocument/2006/relationships/slideLayout" Target="../slideLayouts/slideLayout140.xml"/><Relationship Id="rId10" Type="http://schemas.openxmlformats.org/officeDocument/2006/relationships/slideLayout" Target="../slideLayouts/slideLayout141.xml"/><Relationship Id="rId11" Type="http://schemas.openxmlformats.org/officeDocument/2006/relationships/slideLayout" Target="../slideLayouts/slideLayout142.xml"/><Relationship Id="rId12" Type="http://schemas.openxmlformats.org/officeDocument/2006/relationships/slideLayout" Target="../slideLayouts/slideLayout143.xml"/><Relationship Id="rId13" Type="http://schemas.openxmlformats.org/officeDocument/2006/relationships/slideLayout" Target="../slideLayouts/slideLayout144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45.xml"/><Relationship Id="rId3" Type="http://schemas.openxmlformats.org/officeDocument/2006/relationships/slideLayout" Target="../slideLayouts/slideLayout146.xml"/><Relationship Id="rId4" Type="http://schemas.openxmlformats.org/officeDocument/2006/relationships/slideLayout" Target="../slideLayouts/slideLayout147.xml"/><Relationship Id="rId5" Type="http://schemas.openxmlformats.org/officeDocument/2006/relationships/slideLayout" Target="../slideLayouts/slideLayout148.xml"/><Relationship Id="rId6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0.xml"/><Relationship Id="rId8" Type="http://schemas.openxmlformats.org/officeDocument/2006/relationships/slideLayout" Target="../slideLayouts/slideLayout151.xml"/><Relationship Id="rId9" Type="http://schemas.openxmlformats.org/officeDocument/2006/relationships/slideLayout" Target="../slideLayouts/slideLayout152.xml"/><Relationship Id="rId10" Type="http://schemas.openxmlformats.org/officeDocument/2006/relationships/slideLayout" Target="../slideLayouts/slideLayout153.xml"/><Relationship Id="rId11" Type="http://schemas.openxmlformats.org/officeDocument/2006/relationships/slideLayout" Target="../slideLayouts/slideLayout154.xml"/><Relationship Id="rId12" Type="http://schemas.openxmlformats.org/officeDocument/2006/relationships/slideLayout" Target="../slideLayouts/slideLayout155.xml"/><Relationship Id="rId13" Type="http://schemas.openxmlformats.org/officeDocument/2006/relationships/slideLayout" Target="../slideLayouts/slideLayout156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157.xml"/><Relationship Id="rId3" Type="http://schemas.openxmlformats.org/officeDocument/2006/relationships/slideLayout" Target="../slideLayouts/slideLayout158.xml"/><Relationship Id="rId4" Type="http://schemas.openxmlformats.org/officeDocument/2006/relationships/slideLayout" Target="../slideLayouts/slideLayout159.xml"/><Relationship Id="rId5" Type="http://schemas.openxmlformats.org/officeDocument/2006/relationships/slideLayout" Target="../slideLayouts/slideLayout160.xml"/><Relationship Id="rId6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2.xml"/><Relationship Id="rId8" Type="http://schemas.openxmlformats.org/officeDocument/2006/relationships/slideLayout" Target="../slideLayouts/slideLayout163.xml"/><Relationship Id="rId9" Type="http://schemas.openxmlformats.org/officeDocument/2006/relationships/slideLayout" Target="../slideLayouts/slideLayout164.xml"/><Relationship Id="rId10" Type="http://schemas.openxmlformats.org/officeDocument/2006/relationships/slideLayout" Target="../slideLayouts/slideLayout165.xml"/><Relationship Id="rId11" Type="http://schemas.openxmlformats.org/officeDocument/2006/relationships/slideLayout" Target="../slideLayouts/slideLayout166.xml"/><Relationship Id="rId12" Type="http://schemas.openxmlformats.org/officeDocument/2006/relationships/slideLayout" Target="../slideLayouts/slideLayout167.xml"/><Relationship Id="rId13" Type="http://schemas.openxmlformats.org/officeDocument/2006/relationships/slideLayout" Target="../slideLayouts/slideLayout168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169.xml"/><Relationship Id="rId3" Type="http://schemas.openxmlformats.org/officeDocument/2006/relationships/slideLayout" Target="../slideLayouts/slideLayout170.xml"/><Relationship Id="rId4" Type="http://schemas.openxmlformats.org/officeDocument/2006/relationships/slideLayout" Target="../slideLayouts/slideLayout171.xml"/><Relationship Id="rId5" Type="http://schemas.openxmlformats.org/officeDocument/2006/relationships/slideLayout" Target="../slideLayouts/slideLayout172.xml"/><Relationship Id="rId6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4.xml"/><Relationship Id="rId8" Type="http://schemas.openxmlformats.org/officeDocument/2006/relationships/slideLayout" Target="../slideLayouts/slideLayout175.xml"/><Relationship Id="rId9" Type="http://schemas.openxmlformats.org/officeDocument/2006/relationships/slideLayout" Target="../slideLayouts/slideLayout176.xml"/><Relationship Id="rId10" Type="http://schemas.openxmlformats.org/officeDocument/2006/relationships/slideLayout" Target="../slideLayouts/slideLayout177.xml"/><Relationship Id="rId11" Type="http://schemas.openxmlformats.org/officeDocument/2006/relationships/slideLayout" Target="../slideLayouts/slideLayout178.xml"/><Relationship Id="rId12" Type="http://schemas.openxmlformats.org/officeDocument/2006/relationships/slideLayout" Target="../slideLayouts/slideLayout179.xml"/><Relationship Id="rId13" Type="http://schemas.openxmlformats.org/officeDocument/2006/relationships/slideLayout" Target="../slideLayouts/slideLayout180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181.xml"/><Relationship Id="rId3" Type="http://schemas.openxmlformats.org/officeDocument/2006/relationships/slideLayout" Target="../slideLayouts/slideLayout182.xml"/><Relationship Id="rId4" Type="http://schemas.openxmlformats.org/officeDocument/2006/relationships/slideLayout" Target="../slideLayouts/slideLayout183.xml"/><Relationship Id="rId5" Type="http://schemas.openxmlformats.org/officeDocument/2006/relationships/slideLayout" Target="../slideLayouts/slideLayout184.xml"/><Relationship Id="rId6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6.xml"/><Relationship Id="rId8" Type="http://schemas.openxmlformats.org/officeDocument/2006/relationships/slideLayout" Target="../slideLayouts/slideLayout187.xml"/><Relationship Id="rId9" Type="http://schemas.openxmlformats.org/officeDocument/2006/relationships/slideLayout" Target="../slideLayouts/slideLayout188.xml"/><Relationship Id="rId10" Type="http://schemas.openxmlformats.org/officeDocument/2006/relationships/slideLayout" Target="../slideLayouts/slideLayout189.xml"/><Relationship Id="rId11" Type="http://schemas.openxmlformats.org/officeDocument/2006/relationships/slideLayout" Target="../slideLayouts/slideLayout190.xml"/><Relationship Id="rId12" Type="http://schemas.openxmlformats.org/officeDocument/2006/relationships/slideLayout" Target="../slideLayouts/slideLayout191.xml"/><Relationship Id="rId13" Type="http://schemas.openxmlformats.org/officeDocument/2006/relationships/slideLayout" Target="../slideLayouts/slideLayout19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193.xml"/><Relationship Id="rId3" Type="http://schemas.openxmlformats.org/officeDocument/2006/relationships/slideLayout" Target="../slideLayouts/slideLayout194.xml"/><Relationship Id="rId4" Type="http://schemas.openxmlformats.org/officeDocument/2006/relationships/slideLayout" Target="../slideLayouts/slideLayout195.xml"/><Relationship Id="rId5" Type="http://schemas.openxmlformats.org/officeDocument/2006/relationships/slideLayout" Target="../slideLayouts/slideLayout196.xml"/><Relationship Id="rId6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198.xml"/><Relationship Id="rId8" Type="http://schemas.openxmlformats.org/officeDocument/2006/relationships/slideLayout" Target="../slideLayouts/slideLayout199.xml"/><Relationship Id="rId9" Type="http://schemas.openxmlformats.org/officeDocument/2006/relationships/slideLayout" Target="../slideLayouts/slideLayout200.xml"/><Relationship Id="rId10" Type="http://schemas.openxmlformats.org/officeDocument/2006/relationships/slideLayout" Target="../slideLayouts/slideLayout201.xml"/><Relationship Id="rId11" Type="http://schemas.openxmlformats.org/officeDocument/2006/relationships/slideLayout" Target="../slideLayouts/slideLayout202.xml"/><Relationship Id="rId12" Type="http://schemas.openxmlformats.org/officeDocument/2006/relationships/slideLayout" Target="../slideLayouts/slideLayout203.xml"/><Relationship Id="rId13" Type="http://schemas.openxmlformats.org/officeDocument/2006/relationships/slideLayout" Target="../slideLayouts/slideLayout204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05.xml"/><Relationship Id="rId3" Type="http://schemas.openxmlformats.org/officeDocument/2006/relationships/slideLayout" Target="../slideLayouts/slideLayout206.xml"/><Relationship Id="rId4" Type="http://schemas.openxmlformats.org/officeDocument/2006/relationships/slideLayout" Target="../slideLayouts/slideLayout207.xml"/><Relationship Id="rId5" Type="http://schemas.openxmlformats.org/officeDocument/2006/relationships/slideLayout" Target="../slideLayouts/slideLayout208.xml"/><Relationship Id="rId6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0.xml"/><Relationship Id="rId8" Type="http://schemas.openxmlformats.org/officeDocument/2006/relationships/slideLayout" Target="../slideLayouts/slideLayout211.xml"/><Relationship Id="rId9" Type="http://schemas.openxmlformats.org/officeDocument/2006/relationships/slideLayout" Target="../slideLayouts/slideLayout212.xml"/><Relationship Id="rId10" Type="http://schemas.openxmlformats.org/officeDocument/2006/relationships/slideLayout" Target="../slideLayouts/slideLayout213.xml"/><Relationship Id="rId11" Type="http://schemas.openxmlformats.org/officeDocument/2006/relationships/slideLayout" Target="../slideLayouts/slideLayout214.xml"/><Relationship Id="rId12" Type="http://schemas.openxmlformats.org/officeDocument/2006/relationships/slideLayout" Target="../slideLayouts/slideLayout215.xml"/><Relationship Id="rId13" Type="http://schemas.openxmlformats.org/officeDocument/2006/relationships/slideLayout" Target="../slideLayouts/slideLayout216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17.xml"/><Relationship Id="rId3" Type="http://schemas.openxmlformats.org/officeDocument/2006/relationships/slideLayout" Target="../slideLayouts/slideLayout218.xml"/><Relationship Id="rId4" Type="http://schemas.openxmlformats.org/officeDocument/2006/relationships/slideLayout" Target="../slideLayouts/slideLayout219.xml"/><Relationship Id="rId5" Type="http://schemas.openxmlformats.org/officeDocument/2006/relationships/slideLayout" Target="../slideLayouts/slideLayout220.xml"/><Relationship Id="rId6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2.xml"/><Relationship Id="rId8" Type="http://schemas.openxmlformats.org/officeDocument/2006/relationships/slideLayout" Target="../slideLayouts/slideLayout223.xml"/><Relationship Id="rId9" Type="http://schemas.openxmlformats.org/officeDocument/2006/relationships/slideLayout" Target="../slideLayouts/slideLayout224.xml"/><Relationship Id="rId10" Type="http://schemas.openxmlformats.org/officeDocument/2006/relationships/slideLayout" Target="../slideLayouts/slideLayout225.xml"/><Relationship Id="rId11" Type="http://schemas.openxmlformats.org/officeDocument/2006/relationships/slideLayout" Target="../slideLayouts/slideLayout226.xml"/><Relationship Id="rId12" Type="http://schemas.openxmlformats.org/officeDocument/2006/relationships/slideLayout" Target="../slideLayouts/slideLayout227.xml"/><Relationship Id="rId13" Type="http://schemas.openxmlformats.org/officeDocument/2006/relationships/slideLayout" Target="../slideLayouts/slideLayout228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29.xml"/><Relationship Id="rId3" Type="http://schemas.openxmlformats.org/officeDocument/2006/relationships/slideLayout" Target="../slideLayouts/slideLayout230.xml"/><Relationship Id="rId4" Type="http://schemas.openxmlformats.org/officeDocument/2006/relationships/slideLayout" Target="../slideLayouts/slideLayout231.xml"/><Relationship Id="rId5" Type="http://schemas.openxmlformats.org/officeDocument/2006/relationships/slideLayout" Target="../slideLayouts/slideLayout232.xml"/><Relationship Id="rId6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4.xml"/><Relationship Id="rId8" Type="http://schemas.openxmlformats.org/officeDocument/2006/relationships/slideLayout" Target="../slideLayouts/slideLayout235.xml"/><Relationship Id="rId9" Type="http://schemas.openxmlformats.org/officeDocument/2006/relationships/slideLayout" Target="../slideLayouts/slideLayout236.xml"/><Relationship Id="rId10" Type="http://schemas.openxmlformats.org/officeDocument/2006/relationships/slideLayout" Target="../slideLayouts/slideLayout237.xml"/><Relationship Id="rId11" Type="http://schemas.openxmlformats.org/officeDocument/2006/relationships/slideLayout" Target="../slideLayouts/slideLayout238.xml"/><Relationship Id="rId12" Type="http://schemas.openxmlformats.org/officeDocument/2006/relationships/slideLayout" Target="../slideLayouts/slideLayout239.xml"/><Relationship Id="rId13" Type="http://schemas.openxmlformats.org/officeDocument/2006/relationships/slideLayout" Target="../slideLayouts/slideLayout24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41.xml"/><Relationship Id="rId3" Type="http://schemas.openxmlformats.org/officeDocument/2006/relationships/slideLayout" Target="../slideLayouts/slideLayout242.xml"/><Relationship Id="rId4" Type="http://schemas.openxmlformats.org/officeDocument/2006/relationships/slideLayout" Target="../slideLayouts/slideLayout243.xml"/><Relationship Id="rId5" Type="http://schemas.openxmlformats.org/officeDocument/2006/relationships/slideLayout" Target="../slideLayouts/slideLayout244.xml"/><Relationship Id="rId6" Type="http://schemas.openxmlformats.org/officeDocument/2006/relationships/slideLayout" Target="../slideLayouts/slideLayout245.xml"/><Relationship Id="rId7" Type="http://schemas.openxmlformats.org/officeDocument/2006/relationships/slideLayout" Target="../slideLayouts/slideLayout246.xml"/><Relationship Id="rId8" Type="http://schemas.openxmlformats.org/officeDocument/2006/relationships/slideLayout" Target="../slideLayouts/slideLayout247.xml"/><Relationship Id="rId9" Type="http://schemas.openxmlformats.org/officeDocument/2006/relationships/slideLayout" Target="../slideLayouts/slideLayout248.xml"/><Relationship Id="rId10" Type="http://schemas.openxmlformats.org/officeDocument/2006/relationships/slideLayout" Target="../slideLayouts/slideLayout249.xml"/><Relationship Id="rId11" Type="http://schemas.openxmlformats.org/officeDocument/2006/relationships/slideLayout" Target="../slideLayouts/slideLayout250.xml"/><Relationship Id="rId12" Type="http://schemas.openxmlformats.org/officeDocument/2006/relationships/slideLayout" Target="../slideLayouts/slideLayout251.xml"/><Relationship Id="rId13" Type="http://schemas.openxmlformats.org/officeDocument/2006/relationships/slideLayout" Target="../slideLayouts/slideLayout252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53.xml"/><Relationship Id="rId3" Type="http://schemas.openxmlformats.org/officeDocument/2006/relationships/slideLayout" Target="../slideLayouts/slideLayout254.xml"/><Relationship Id="rId4" Type="http://schemas.openxmlformats.org/officeDocument/2006/relationships/slideLayout" Target="../slideLayouts/slideLayout255.xml"/><Relationship Id="rId5" Type="http://schemas.openxmlformats.org/officeDocument/2006/relationships/slideLayout" Target="../slideLayouts/slideLayout256.xml"/><Relationship Id="rId6" Type="http://schemas.openxmlformats.org/officeDocument/2006/relationships/slideLayout" Target="../slideLayouts/slideLayout257.xml"/><Relationship Id="rId7" Type="http://schemas.openxmlformats.org/officeDocument/2006/relationships/slideLayout" Target="../slideLayouts/slideLayout258.xml"/><Relationship Id="rId8" Type="http://schemas.openxmlformats.org/officeDocument/2006/relationships/slideLayout" Target="../slideLayouts/slideLayout259.xml"/><Relationship Id="rId9" Type="http://schemas.openxmlformats.org/officeDocument/2006/relationships/slideLayout" Target="../slideLayouts/slideLayout260.xml"/><Relationship Id="rId10" Type="http://schemas.openxmlformats.org/officeDocument/2006/relationships/slideLayout" Target="../slideLayouts/slideLayout261.xml"/><Relationship Id="rId11" Type="http://schemas.openxmlformats.org/officeDocument/2006/relationships/slideLayout" Target="../slideLayouts/slideLayout262.xml"/><Relationship Id="rId12" Type="http://schemas.openxmlformats.org/officeDocument/2006/relationships/slideLayout" Target="../slideLayouts/slideLayout263.xml"/><Relationship Id="rId13" Type="http://schemas.openxmlformats.org/officeDocument/2006/relationships/slideLayout" Target="../slideLayouts/slideLayout26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468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C0862F-62C6-4825-A752-AA7CCA272EF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2920" cy="354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756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A6BB229-4B41-4235-B4E1-4601740F7E7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5800" cy="357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684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00D343-C17F-48E9-A334-56FCDEC940D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5080" cy="3564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2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3C1858-6F9F-4B62-BDE3-D47C6161709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540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C280AC3-781A-4C3A-8260-B4EFC88E104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3640" cy="354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8648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2FAC56-A736-44AB-B411-4D70D3972AD2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4720" cy="3560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D15B151-9DB7-490E-973E-48B568A77B0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6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6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4C312AB-22E2-4960-9A7E-C1A18A79C9F8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8BF8BA7-3717-408A-9B3B-E0CD065A7C4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8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6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ftr" idx="28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8" name="PlaceHolder 2"/>
          <p:cNvSpPr>
            <a:spLocks noGrp="1"/>
          </p:cNvSpPr>
          <p:nvPr>
            <p:ph type="sldNum" idx="29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5B125E5-22D9-4565-93E9-27768AF89AF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dt" idx="30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79" r:id="rId2"/>
    <p:sldLayoutId id="2147483780" r:id="rId3"/>
    <p:sldLayoutId id="2147483781" r:id="rId4"/>
    <p:sldLayoutId id="2147483782" r:id="rId5"/>
    <p:sldLayoutId id="2147483783" r:id="rId6"/>
    <p:sldLayoutId id="2147483784" r:id="rId7"/>
    <p:sldLayoutId id="2147483785" r:id="rId8"/>
    <p:sldLayoutId id="2147483786" r:id="rId9"/>
    <p:sldLayoutId id="2147483787" r:id="rId10"/>
    <p:sldLayoutId id="2147483788" r:id="rId11"/>
    <p:sldLayoutId id="2147483789" r:id="rId12"/>
    <p:sldLayoutId id="2147483790" r:id="rId13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PlaceHolder 1"/>
          <p:cNvSpPr>
            <a:spLocks noGrp="1"/>
          </p:cNvSpPr>
          <p:nvPr>
            <p:ph type="ftr" idx="31"/>
          </p:nvPr>
        </p:nvSpPr>
        <p:spPr>
          <a:xfrm>
            <a:off x="3124080" y="6356520"/>
            <a:ext cx="288936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9" name="PlaceHolder 2"/>
          <p:cNvSpPr>
            <a:spLocks noGrp="1"/>
          </p:cNvSpPr>
          <p:nvPr>
            <p:ph type="sldNum" idx="32"/>
          </p:nvPr>
        </p:nvSpPr>
        <p:spPr>
          <a:xfrm>
            <a:off x="655308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B2FA376-911F-427D-B570-CD63816D8B1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0" name="PlaceHolder 3"/>
          <p:cNvSpPr>
            <a:spLocks noGrp="1"/>
          </p:cNvSpPr>
          <p:nvPr>
            <p:ph type="dt" idx="33"/>
          </p:nvPr>
        </p:nvSpPr>
        <p:spPr>
          <a:xfrm>
            <a:off x="457200" y="6356520"/>
            <a:ext cx="2127600" cy="3589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ftr" idx="34"/>
          </p:nvPr>
        </p:nvSpPr>
        <p:spPr>
          <a:xfrm>
            <a:off x="3124080" y="6356520"/>
            <a:ext cx="289008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 type="sldNum" idx="35"/>
          </p:nvPr>
        </p:nvSpPr>
        <p:spPr>
          <a:xfrm>
            <a:off x="655308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889B83C-7897-41B7-BCF0-983908B33B5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 type="dt" idx="36"/>
          </p:nvPr>
        </p:nvSpPr>
        <p:spPr>
          <a:xfrm>
            <a:off x="457200" y="6356520"/>
            <a:ext cx="2128320" cy="3596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05" r:id="rId2"/>
    <p:sldLayoutId id="2147483806" r:id="rId3"/>
    <p:sldLayoutId id="2147483807" r:id="rId4"/>
    <p:sldLayoutId id="2147483808" r:id="rId5"/>
    <p:sldLayoutId id="2147483809" r:id="rId6"/>
    <p:sldLayoutId id="2147483810" r:id="rId7"/>
    <p:sldLayoutId id="2147483811" r:id="rId8"/>
    <p:sldLayoutId id="2147483812" r:id="rId9"/>
    <p:sldLayoutId id="2147483813" r:id="rId10"/>
    <p:sldLayoutId id="2147483814" r:id="rId11"/>
    <p:sldLayoutId id="2147483815" r:id="rId12"/>
    <p:sldLayoutId id="2147483816" r:id="rId13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PlaceHolder 1"/>
          <p:cNvSpPr>
            <a:spLocks noGrp="1"/>
          </p:cNvSpPr>
          <p:nvPr>
            <p:ph type="ftr" idx="37"/>
          </p:nvPr>
        </p:nvSpPr>
        <p:spPr>
          <a:xfrm>
            <a:off x="3124080" y="6356520"/>
            <a:ext cx="289044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1" name="PlaceHolder 2"/>
          <p:cNvSpPr>
            <a:spLocks noGrp="1"/>
          </p:cNvSpPr>
          <p:nvPr>
            <p:ph type="sldNum" idx="38"/>
          </p:nvPr>
        </p:nvSpPr>
        <p:spPr>
          <a:xfrm>
            <a:off x="655308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4D5B2B8-F06D-49C7-AC11-A598B2A76FC7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2" name="PlaceHolder 3"/>
          <p:cNvSpPr>
            <a:spLocks noGrp="1"/>
          </p:cNvSpPr>
          <p:nvPr>
            <p:ph type="dt" idx="39"/>
          </p:nvPr>
        </p:nvSpPr>
        <p:spPr>
          <a:xfrm>
            <a:off x="457200" y="6356520"/>
            <a:ext cx="2128680" cy="3600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  <p:sldLayoutId id="2147483828" r:id="rId12"/>
    <p:sldLayoutId id="2147483829" r:id="rId1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PlaceHolder 1"/>
          <p:cNvSpPr>
            <a:spLocks noGrp="1"/>
          </p:cNvSpPr>
          <p:nvPr>
            <p:ph type="ftr" idx="40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2" name="PlaceHolder 2"/>
          <p:cNvSpPr>
            <a:spLocks noGrp="1"/>
          </p:cNvSpPr>
          <p:nvPr>
            <p:ph type="sldNum" idx="41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2404BC2-A797-4446-92EF-B5936FB53CE1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3" name="PlaceHolder 3"/>
          <p:cNvSpPr>
            <a:spLocks noGrp="1"/>
          </p:cNvSpPr>
          <p:nvPr>
            <p:ph type="dt" idx="42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7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31" r:id="rId2"/>
    <p:sldLayoutId id="2147483832" r:id="rId3"/>
    <p:sldLayoutId id="2147483833" r:id="rId4"/>
    <p:sldLayoutId id="2147483834" r:id="rId5"/>
    <p:sldLayoutId id="2147483835" r:id="rId6"/>
    <p:sldLayoutId id="2147483836" r:id="rId7"/>
    <p:sldLayoutId id="2147483837" r:id="rId8"/>
    <p:sldLayoutId id="2147483838" r:id="rId9"/>
    <p:sldLayoutId id="2147483839" r:id="rId10"/>
    <p:sldLayoutId id="2147483840" r:id="rId11"/>
    <p:sldLayoutId id="2147483841" r:id="rId12"/>
    <p:sldLayoutId id="2147483842" r:id="rId1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ftr" idx="43"/>
          </p:nvPr>
        </p:nvSpPr>
        <p:spPr>
          <a:xfrm>
            <a:off x="3124080" y="6356520"/>
            <a:ext cx="289152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 type="sldNum" idx="44"/>
          </p:nvPr>
        </p:nvSpPr>
        <p:spPr>
          <a:xfrm>
            <a:off x="655308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ACEA2A8-BCD3-45D4-A737-52612FB240F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 type="dt" idx="45"/>
          </p:nvPr>
        </p:nvSpPr>
        <p:spPr>
          <a:xfrm>
            <a:off x="457200" y="6356520"/>
            <a:ext cx="2129760" cy="361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44" r:id="rId2"/>
    <p:sldLayoutId id="2147483845" r:id="rId3"/>
    <p:sldLayoutId id="2147483846" r:id="rId4"/>
    <p:sldLayoutId id="2147483847" r:id="rId5"/>
    <p:sldLayoutId id="2147483848" r:id="rId6"/>
    <p:sldLayoutId id="2147483849" r:id="rId7"/>
    <p:sldLayoutId id="2147483850" r:id="rId8"/>
    <p:sldLayoutId id="2147483851" r:id="rId9"/>
    <p:sldLayoutId id="2147483852" r:id="rId10"/>
    <p:sldLayoutId id="2147483853" r:id="rId11"/>
    <p:sldLayoutId id="2147483854" r:id="rId12"/>
    <p:sldLayoutId id="2147483855" r:id="rId13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PlaceHolder 1"/>
          <p:cNvSpPr>
            <a:spLocks noGrp="1"/>
          </p:cNvSpPr>
          <p:nvPr>
            <p:ph type="ftr" idx="46"/>
          </p:nvPr>
        </p:nvSpPr>
        <p:spPr>
          <a:xfrm>
            <a:off x="3124080" y="6356520"/>
            <a:ext cx="289224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4" name="PlaceHolder 2"/>
          <p:cNvSpPr>
            <a:spLocks noGrp="1"/>
          </p:cNvSpPr>
          <p:nvPr>
            <p:ph type="sldNum" idx="47"/>
          </p:nvPr>
        </p:nvSpPr>
        <p:spPr>
          <a:xfrm>
            <a:off x="655308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13D8FAC-ED52-4B63-A54B-C6D08C4372C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5" name="PlaceHolder 3"/>
          <p:cNvSpPr>
            <a:spLocks noGrp="1"/>
          </p:cNvSpPr>
          <p:nvPr>
            <p:ph type="dt" idx="48"/>
          </p:nvPr>
        </p:nvSpPr>
        <p:spPr>
          <a:xfrm>
            <a:off x="457200" y="6356520"/>
            <a:ext cx="2130480" cy="361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ftr" idx="49"/>
          </p:nvPr>
        </p:nvSpPr>
        <p:spPr>
          <a:xfrm>
            <a:off x="3124080" y="6356520"/>
            <a:ext cx="289260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 type="sldNum" idx="50"/>
          </p:nvPr>
        </p:nvSpPr>
        <p:spPr>
          <a:xfrm>
            <a:off x="655308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16D0FD1-0D05-46B0-B77F-E2643E4B66AB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dt" idx="51"/>
          </p:nvPr>
        </p:nvSpPr>
        <p:spPr>
          <a:xfrm>
            <a:off x="457200" y="6356520"/>
            <a:ext cx="2130840" cy="3621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70" r:id="rId2"/>
    <p:sldLayoutId id="2147483871" r:id="rId3"/>
    <p:sldLayoutId id="2147483872" r:id="rId4"/>
    <p:sldLayoutId id="2147483873" r:id="rId5"/>
    <p:sldLayoutId id="2147483874" r:id="rId6"/>
    <p:sldLayoutId id="2147483875" r:id="rId7"/>
    <p:sldLayoutId id="2147483876" r:id="rId8"/>
    <p:sldLayoutId id="2147483877" r:id="rId9"/>
    <p:sldLayoutId id="2147483878" r:id="rId10"/>
    <p:sldLayoutId id="2147483879" r:id="rId11"/>
    <p:sldLayoutId id="2147483880" r:id="rId12"/>
    <p:sldLayoutId id="2147483881" r:id="rId13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ftr" idx="5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6" name="PlaceHolder 2"/>
          <p:cNvSpPr>
            <a:spLocks noGrp="1"/>
          </p:cNvSpPr>
          <p:nvPr>
            <p:ph type="sldNum" idx="5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845E0E9-3B78-4420-9754-61C6992180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dt" idx="5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83" r:id="rId2"/>
    <p:sldLayoutId id="2147483884" r:id="rId3"/>
    <p:sldLayoutId id="2147483885" r:id="rId4"/>
    <p:sldLayoutId id="2147483886" r:id="rId5"/>
    <p:sldLayoutId id="2147483887" r:id="rId6"/>
    <p:sldLayoutId id="2147483888" r:id="rId7"/>
    <p:sldLayoutId id="2147483889" r:id="rId8"/>
    <p:sldLayoutId id="2147483890" r:id="rId9"/>
    <p:sldLayoutId id="2147483891" r:id="rId10"/>
    <p:sldLayoutId id="2147483892" r:id="rId11"/>
    <p:sldLayoutId id="2147483893" r:id="rId12"/>
    <p:sldLayoutId id="2147483894" r:id="rId13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6" name="PlaceHolder 1"/>
          <p:cNvSpPr>
            <a:spLocks noGrp="1"/>
          </p:cNvSpPr>
          <p:nvPr>
            <p:ph type="ftr" idx="55"/>
          </p:nvPr>
        </p:nvSpPr>
        <p:spPr>
          <a:xfrm>
            <a:off x="3124080" y="6356520"/>
            <a:ext cx="289332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7" name="PlaceHolder 2"/>
          <p:cNvSpPr>
            <a:spLocks noGrp="1"/>
          </p:cNvSpPr>
          <p:nvPr>
            <p:ph type="sldNum" idx="56"/>
          </p:nvPr>
        </p:nvSpPr>
        <p:spPr>
          <a:xfrm>
            <a:off x="655308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48F5CB4-2169-4B93-BDAA-064E90D21A35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8" name="PlaceHolder 3"/>
          <p:cNvSpPr>
            <a:spLocks noGrp="1"/>
          </p:cNvSpPr>
          <p:nvPr>
            <p:ph type="dt" idx="57"/>
          </p:nvPr>
        </p:nvSpPr>
        <p:spPr>
          <a:xfrm>
            <a:off x="457200" y="6356520"/>
            <a:ext cx="2131560" cy="3628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896" r:id="rId2"/>
    <p:sldLayoutId id="2147483897" r:id="rId3"/>
    <p:sldLayoutId id="2147483898" r:id="rId4"/>
    <p:sldLayoutId id="2147483899" r:id="rId5"/>
    <p:sldLayoutId id="2147483900" r:id="rId6"/>
    <p:sldLayoutId id="2147483901" r:id="rId7"/>
    <p:sldLayoutId id="2147483902" r:id="rId8"/>
    <p:sldLayoutId id="2147483903" r:id="rId9"/>
    <p:sldLayoutId id="2147483904" r:id="rId10"/>
    <p:sldLayoutId id="2147483905" r:id="rId11"/>
    <p:sldLayoutId id="2147483906" r:id="rId12"/>
    <p:sldLayoutId id="2147483907" r:id="rId13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ftr" idx="58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 type="sldNum" idx="59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E835B44-DFE1-46B1-9DCE-88DF86A9192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 type="dt" idx="60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909" r:id="rId2"/>
    <p:sldLayoutId id="2147483910" r:id="rId3"/>
    <p:sldLayoutId id="2147483911" r:id="rId4"/>
    <p:sldLayoutId id="2147483912" r:id="rId5"/>
    <p:sldLayoutId id="2147483913" r:id="rId6"/>
    <p:sldLayoutId id="2147483914" r:id="rId7"/>
    <p:sldLayoutId id="2147483915" r:id="rId8"/>
    <p:sldLayoutId id="2147483916" r:id="rId9"/>
    <p:sldLayoutId id="2147483917" r:id="rId10"/>
    <p:sldLayoutId id="2147483918" r:id="rId11"/>
    <p:sldLayoutId id="2147483919" r:id="rId12"/>
    <p:sldLayoutId id="2147483920" r:id="rId13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6" name="PlaceHolder 1"/>
          <p:cNvSpPr>
            <a:spLocks noGrp="1"/>
          </p:cNvSpPr>
          <p:nvPr>
            <p:ph type="ftr" idx="61"/>
          </p:nvPr>
        </p:nvSpPr>
        <p:spPr>
          <a:xfrm>
            <a:off x="3124080" y="6356520"/>
            <a:ext cx="289440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7" name="PlaceHolder 2"/>
          <p:cNvSpPr>
            <a:spLocks noGrp="1"/>
          </p:cNvSpPr>
          <p:nvPr>
            <p:ph type="sldNum" idx="62"/>
          </p:nvPr>
        </p:nvSpPr>
        <p:spPr>
          <a:xfrm>
            <a:off x="655308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D639737-8A2A-4BC1-A49E-311EC0CAB4C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8" name="PlaceHolder 3"/>
          <p:cNvSpPr>
            <a:spLocks noGrp="1"/>
          </p:cNvSpPr>
          <p:nvPr>
            <p:ph type="dt" idx="63"/>
          </p:nvPr>
        </p:nvSpPr>
        <p:spPr>
          <a:xfrm>
            <a:off x="457200" y="6356520"/>
            <a:ext cx="2132640" cy="3639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922" r:id="rId2"/>
    <p:sldLayoutId id="2147483923" r:id="rId3"/>
    <p:sldLayoutId id="2147483924" r:id="rId4"/>
    <p:sldLayoutId id="2147483925" r:id="rId5"/>
    <p:sldLayoutId id="2147483926" r:id="rId6"/>
    <p:sldLayoutId id="2147483927" r:id="rId7"/>
    <p:sldLayoutId id="2147483928" r:id="rId8"/>
    <p:sldLayoutId id="2147483929" r:id="rId9"/>
    <p:sldLayoutId id="2147483930" r:id="rId10"/>
    <p:sldLayoutId id="2147483931" r:id="rId11"/>
    <p:sldLayoutId id="2147483932" r:id="rId12"/>
    <p:sldLayoutId id="2147483933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0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45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57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57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6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8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93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0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17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9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4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Rectangle 32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33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34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35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36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37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38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39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ectangle 40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6" name="Rectangle 41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7" name="Rectangle 42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8" name="Rectangle 43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ectangle 44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0" name="Rectangle 45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ectangle 46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2" name="Rectangle 47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ounded Rectangle 8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Box 4"/>
          <p:cNvSpPr/>
          <p:nvPr/>
        </p:nvSpPr>
        <p:spPr>
          <a:xfrm>
            <a:off x="2913480" y="1005840"/>
            <a:ext cx="514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TextBox 5"/>
          <p:cNvSpPr/>
          <p:nvPr/>
        </p:nvSpPr>
        <p:spPr>
          <a:xfrm>
            <a:off x="1237680" y="2057400"/>
            <a:ext cx="9968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Değişkenler, bir programda verileri saklamak için kullanılan isimlendirilmiş bellek konumlarıdır.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her değişken, hangi tür veriyi saklayabileceğini belirleyen belirli bir veri tipine sahip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Rounded Rectangle 9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7" name="Rounded Rectangle 10"/>
          <p:cNvSpPr/>
          <p:nvPr/>
        </p:nvSpPr>
        <p:spPr>
          <a:xfrm>
            <a:off x="914400" y="3108960"/>
            <a:ext cx="3281040" cy="328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Tanımı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değişken, veriyi saklamak için kullanılan isimlendirilmiş bir bellek konumudur.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Gerekliliği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Java'da her değişken belirli bir veri tipi ile tanımlanmalıdır.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Bellek Tahsisi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tipi, değişkenin hangi tür değeri tutacağını ve bellekte ne kadar yer kaplayacağını belirler.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Veri Tipi Örnekleri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Örneğin, int tam sayıları saklar, double ondalık sayıları saklar ve String metin verilerini saklar.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Esnekliği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Değişkenler, programların çalışma sırasında veri saklamasına ve değiştirmesine olanak tanır.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8" name="Rounded Rectangle 11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9" name="Rounded Rectangle 12"/>
          <p:cNvSpPr/>
          <p:nvPr/>
        </p:nvSpPr>
        <p:spPr>
          <a:xfrm>
            <a:off x="4434840" y="310896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(veri tipi + isim)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(yazdır / hesapla)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0" name="Rounded Rectangle 13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1" name="Rounded Rectangle 14"/>
          <p:cNvSpPr/>
          <p:nvPr/>
        </p:nvSpPr>
        <p:spPr>
          <a:xfrm>
            <a:off x="7955280" y="3108960"/>
            <a:ext cx="3465000" cy="328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21;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       System.out.println(fiyat);        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2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Rectangle 16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4" name="Rectangle 17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5" name="Rectangle 18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6" name="Rectangle 19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7" name="Rectangle 20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8" name="Rectangle 21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29" name="Rectangle 22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0" name="Rectangle 23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1" name="Rectangle 24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2" name="Rectangle 25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3" name="Rectangle 26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4" name="Rectangle 27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5" name="Rectangle 28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6" name="Rectangle 29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7" name="Rectangle 30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8" name="Rectangle 31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39" name="Rounded Rectangle 15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0" name="TextBox 7"/>
          <p:cNvSpPr/>
          <p:nvPr/>
        </p:nvSpPr>
        <p:spPr>
          <a:xfrm>
            <a:off x="2323800" y="1005840"/>
            <a:ext cx="6324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TextBox 8"/>
          <p:cNvSpPr/>
          <p:nvPr/>
        </p:nvSpPr>
        <p:spPr>
          <a:xfrm>
            <a:off x="655560" y="2057400"/>
            <a:ext cx="111326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değişkenleri, nerede tanımlandıklarına ve bir sınıf veya metot içinde nasıl kullanıldıklarına göre sınıflandırılır.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Rounded Rectangle 16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3" name="Rounded Rectangle 17"/>
          <p:cNvSpPr/>
          <p:nvPr/>
        </p:nvSpPr>
        <p:spPr>
          <a:xfrm>
            <a:off x="931680" y="2925720"/>
            <a:ext cx="3173760" cy="3694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(Local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 bir metot, yapıcı metot (constructor) veya kod bloğu içinde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Sadece oluşturuldukları metot veya blok içerisinde erişilebilirler.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(Instance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değişkenleri bir sınıf içinde fakat metotların dışında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Sınıfın oluşturulan her nesnesi bu değişkenlerin kendi kopyasına sahip olur.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(Static Variables)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değişkenler static anahtar kelimesi kullanılarak tanımlanır.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Bu değişkenler sınıfa aittir ve o sınıftan oluşturulan tüm nesneler tarafından ortak olarak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4" name="Rounded Rectangle 18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5" name="Rounded Rectangle 19"/>
          <p:cNvSpPr/>
          <p:nvPr/>
        </p:nvSpPr>
        <p:spPr>
          <a:xfrm>
            <a:off x="4434840" y="3108960"/>
            <a:ext cx="3281040" cy="305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Sınıf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Statik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 Değişkeni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Metot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6" name="Rounded Rectangle 20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7" name="Rounded Rectangle 21"/>
          <p:cNvSpPr/>
          <p:nvPr/>
        </p:nvSpPr>
        <p:spPr>
          <a:xfrm>
            <a:off x="7955280" y="2971800"/>
            <a:ext cx="3693960" cy="341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DegiskenTurleri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nesneDegiskeni = 10;        // nesne değişkeni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int statikDegisken = 20; // statik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degiskenleriGoster()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yerelDegisken = 30;     // yerel değişken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System.out.println(yerelDegisken);        System.out.println(nesneDegiskeni);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System.out.println(statikDegisken);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8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Rectangle 160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0" name="Rectangle 161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1" name="Rectangle 162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2" name="Rectangle 163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3" name="Rectangle 164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4" name="Rectangle 165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5" name="Rectangle 166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6" name="Rectangle 167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7" name="Rectangle 168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8" name="Rectangle 169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9" name="Rectangle 170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0" name="Rectangle 171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1" name="Rectangle 172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2" name="Rectangle 173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3" name="Rectangle 174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4" name="Rectangle 175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5" name="Rounded Rectangle 71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6" name="TextBox 31"/>
          <p:cNvSpPr/>
          <p:nvPr/>
        </p:nvSpPr>
        <p:spPr>
          <a:xfrm>
            <a:off x="1937160" y="685800"/>
            <a:ext cx="7115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DEĞİŞKENLER ÖRNEĞİ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TextBox 32"/>
          <p:cNvSpPr/>
          <p:nvPr/>
        </p:nvSpPr>
        <p:spPr>
          <a:xfrm>
            <a:off x="2130120" y="1600200"/>
            <a:ext cx="6738840" cy="13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Java programları farklı değişken türlerini birlikte kullanabilir.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 türünün farklı bir kapsamı (scope) ve yaşam süresi (lifetime) vardır.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Yerel değişkenler metodların içinde bulunur,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instance değişkenler nesnelere aittir ve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static değişkenler sınıfa aittir.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Rounded Rectangle 72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9" name="Rounded Rectangle 73"/>
          <p:cNvSpPr/>
          <p:nvPr/>
        </p:nvSpPr>
        <p:spPr>
          <a:xfrm>
            <a:off x="685800" y="3108960"/>
            <a:ext cx="351252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 Scope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inside a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Created when method starts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Destroyed when method ends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object has its own copy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Shared by all objects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the class itself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0" name="Rounded Rectangle 74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1" name="Rounded Rectangle 75"/>
          <p:cNvSpPr/>
          <p:nvPr/>
        </p:nvSpPr>
        <p:spPr>
          <a:xfrm>
            <a:off x="4434840" y="3108960"/>
            <a:ext cx="3283920" cy="3056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Sınıf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Değişken (paylaşılan)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Oluştur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Metod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2" name="Rounded Rectangle 76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3" name="Rounded Rectangle 77"/>
          <p:cNvSpPr/>
          <p:nvPr/>
        </p:nvSpPr>
        <p:spPr>
          <a:xfrm>
            <a:off x="7955280" y="2971800"/>
            <a:ext cx="3696480" cy="342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DegiskenOrnegi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universite = "Tech University"; // static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ogrenciAdi; // instance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bilgileriGoster()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sinif = 2; // yerel değişken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System.out.println(ogrenciAdi);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System.out.println(universite);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System.out.println(sinif);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DegiskenOrnegi s1 = new DegiskenOrnegi();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s1.ogrenciAdi = "Tuna";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s1.bilgileriGoster();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4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Rectangle 144"/>
          <p:cNvSpPr/>
          <p:nvPr/>
        </p:nvSpPr>
        <p:spPr>
          <a:xfrm>
            <a:off x="0" y="0"/>
            <a:ext cx="12180240" cy="68493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6" name="Rectangle 145"/>
          <p:cNvSpPr/>
          <p:nvPr/>
        </p:nvSpPr>
        <p:spPr>
          <a:xfrm>
            <a:off x="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7" name="Rectangle 146"/>
          <p:cNvSpPr/>
          <p:nvPr/>
        </p:nvSpPr>
        <p:spPr>
          <a:xfrm>
            <a:off x="914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8" name="Rectangle 147"/>
          <p:cNvSpPr/>
          <p:nvPr/>
        </p:nvSpPr>
        <p:spPr>
          <a:xfrm>
            <a:off x="1828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9" name="Rectangle 148"/>
          <p:cNvSpPr/>
          <p:nvPr/>
        </p:nvSpPr>
        <p:spPr>
          <a:xfrm>
            <a:off x="2743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0" name="Rectangle 149"/>
          <p:cNvSpPr/>
          <p:nvPr/>
        </p:nvSpPr>
        <p:spPr>
          <a:xfrm>
            <a:off x="3657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1" name="Rectangle 150"/>
          <p:cNvSpPr/>
          <p:nvPr/>
        </p:nvSpPr>
        <p:spPr>
          <a:xfrm>
            <a:off x="4572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2" name="Rectangle 151"/>
          <p:cNvSpPr/>
          <p:nvPr/>
        </p:nvSpPr>
        <p:spPr>
          <a:xfrm>
            <a:off x="5486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3" name="Rectangle 152"/>
          <p:cNvSpPr/>
          <p:nvPr/>
        </p:nvSpPr>
        <p:spPr>
          <a:xfrm>
            <a:off x="6400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4" name="Rectangle 153"/>
          <p:cNvSpPr/>
          <p:nvPr/>
        </p:nvSpPr>
        <p:spPr>
          <a:xfrm>
            <a:off x="7315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5" name="Rectangle 154"/>
          <p:cNvSpPr/>
          <p:nvPr/>
        </p:nvSpPr>
        <p:spPr>
          <a:xfrm>
            <a:off x="82296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6" name="Rectangle 155"/>
          <p:cNvSpPr/>
          <p:nvPr/>
        </p:nvSpPr>
        <p:spPr>
          <a:xfrm>
            <a:off x="91440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7" name="Rectangle 156"/>
          <p:cNvSpPr/>
          <p:nvPr/>
        </p:nvSpPr>
        <p:spPr>
          <a:xfrm>
            <a:off x="100584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8" name="Rectangle 157"/>
          <p:cNvSpPr/>
          <p:nvPr/>
        </p:nvSpPr>
        <p:spPr>
          <a:xfrm>
            <a:off x="109728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9" name="Rectangle 158"/>
          <p:cNvSpPr/>
          <p:nvPr/>
        </p:nvSpPr>
        <p:spPr>
          <a:xfrm>
            <a:off x="11887200" y="0"/>
            <a:ext cx="9720" cy="68493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0" name="Rectangle 159"/>
          <p:cNvSpPr/>
          <p:nvPr/>
        </p:nvSpPr>
        <p:spPr>
          <a:xfrm>
            <a:off x="0" y="0"/>
            <a:ext cx="311400" cy="68493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1" name="Rounded Rectangle 64"/>
          <p:cNvSpPr/>
          <p:nvPr/>
        </p:nvSpPr>
        <p:spPr>
          <a:xfrm>
            <a:off x="9875520" y="365760"/>
            <a:ext cx="2003040" cy="4942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2" name="TextBox 28"/>
          <p:cNvSpPr/>
          <p:nvPr/>
        </p:nvSpPr>
        <p:spPr>
          <a:xfrm>
            <a:off x="3013200" y="1005840"/>
            <a:ext cx="49453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VERİ TÜRLERİ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Box 29"/>
          <p:cNvSpPr/>
          <p:nvPr/>
        </p:nvSpPr>
        <p:spPr>
          <a:xfrm>
            <a:off x="1657080" y="2194560"/>
            <a:ext cx="76579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 türleri, bir değişkenin Java’da hangi tür değeri saklayabileceğini tanımlar.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değişkenin belirli bir veri türü olmalıdır.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Rounded Rectangle 65"/>
          <p:cNvSpPr/>
          <p:nvPr/>
        </p:nvSpPr>
        <p:spPr>
          <a:xfrm>
            <a:off x="98748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5" name="Rounded Rectangle 66"/>
          <p:cNvSpPr/>
          <p:nvPr/>
        </p:nvSpPr>
        <p:spPr>
          <a:xfrm>
            <a:off x="685800" y="3108960"/>
            <a:ext cx="3511800" cy="3284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Türleri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, bir değişkende saklanan verinin türünü belirtir.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iki ana veri türü kategorisi vardır.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Basit değerleri doğrudan bellekte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Nesnelere ait referansları saklar.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(Arrays), Sınıflar (Classes)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6" name="Rounded Rectangle 67"/>
          <p:cNvSpPr/>
          <p:nvPr/>
        </p:nvSpPr>
        <p:spPr>
          <a:xfrm>
            <a:off x="450792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7" name="Rounded Rectangle 68"/>
          <p:cNvSpPr/>
          <p:nvPr/>
        </p:nvSpPr>
        <p:spPr>
          <a:xfrm>
            <a:off x="4434840" y="3108960"/>
            <a:ext cx="328320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Veri Türleri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├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Array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└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8" name="Rounded Rectangle 69"/>
          <p:cNvSpPr/>
          <p:nvPr/>
        </p:nvSpPr>
        <p:spPr>
          <a:xfrm>
            <a:off x="8028360" y="3182040"/>
            <a:ext cx="3283200" cy="27345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9" name="Rounded Rectangle 70"/>
          <p:cNvSpPr/>
          <p:nvPr/>
        </p:nvSpPr>
        <p:spPr>
          <a:xfrm>
            <a:off x="7955280" y="3108960"/>
            <a:ext cx="3695760" cy="3055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VeriTurleriOrnek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maas = 5500.5;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"Tuna";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0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1" name="Rectangle 48"/>
          <p:cNvSpPr/>
          <p:nvPr/>
        </p:nvSpPr>
        <p:spPr>
          <a:xfrm>
            <a:off x="0" y="0"/>
            <a:ext cx="12178080" cy="6847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2" name="Rectangle 49"/>
          <p:cNvSpPr/>
          <p:nvPr/>
        </p:nvSpPr>
        <p:spPr>
          <a:xfrm>
            <a:off x="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3" name="Rectangle 50"/>
          <p:cNvSpPr/>
          <p:nvPr/>
        </p:nvSpPr>
        <p:spPr>
          <a:xfrm>
            <a:off x="914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4" name="Rectangle 51"/>
          <p:cNvSpPr/>
          <p:nvPr/>
        </p:nvSpPr>
        <p:spPr>
          <a:xfrm>
            <a:off x="1828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5" name="Rectangle 52"/>
          <p:cNvSpPr/>
          <p:nvPr/>
        </p:nvSpPr>
        <p:spPr>
          <a:xfrm>
            <a:off x="2743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6" name="Rectangle 53"/>
          <p:cNvSpPr/>
          <p:nvPr/>
        </p:nvSpPr>
        <p:spPr>
          <a:xfrm>
            <a:off x="3657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7" name="Rectangle 54"/>
          <p:cNvSpPr/>
          <p:nvPr/>
        </p:nvSpPr>
        <p:spPr>
          <a:xfrm>
            <a:off x="4572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8" name="Rectangle 55"/>
          <p:cNvSpPr/>
          <p:nvPr/>
        </p:nvSpPr>
        <p:spPr>
          <a:xfrm>
            <a:off x="5486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9" name="Rectangle 56"/>
          <p:cNvSpPr/>
          <p:nvPr/>
        </p:nvSpPr>
        <p:spPr>
          <a:xfrm>
            <a:off x="6400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0" name="Rectangle 57"/>
          <p:cNvSpPr/>
          <p:nvPr/>
        </p:nvSpPr>
        <p:spPr>
          <a:xfrm>
            <a:off x="7315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1" name="Rectangle 58"/>
          <p:cNvSpPr/>
          <p:nvPr/>
        </p:nvSpPr>
        <p:spPr>
          <a:xfrm>
            <a:off x="82296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2" name="Rectangle 59"/>
          <p:cNvSpPr/>
          <p:nvPr/>
        </p:nvSpPr>
        <p:spPr>
          <a:xfrm>
            <a:off x="91440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3" name="Rectangle 60"/>
          <p:cNvSpPr/>
          <p:nvPr/>
        </p:nvSpPr>
        <p:spPr>
          <a:xfrm>
            <a:off x="100584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4" name="Rectangle 61"/>
          <p:cNvSpPr/>
          <p:nvPr/>
        </p:nvSpPr>
        <p:spPr>
          <a:xfrm>
            <a:off x="109728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5" name="Rectangle 62"/>
          <p:cNvSpPr/>
          <p:nvPr/>
        </p:nvSpPr>
        <p:spPr>
          <a:xfrm>
            <a:off x="11887200" y="0"/>
            <a:ext cx="7560" cy="6847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6" name="Rectangle 63"/>
          <p:cNvSpPr/>
          <p:nvPr/>
        </p:nvSpPr>
        <p:spPr>
          <a:xfrm>
            <a:off x="0" y="0"/>
            <a:ext cx="309240" cy="6847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7" name="Rounded Rectangle 22"/>
          <p:cNvSpPr/>
          <p:nvPr/>
        </p:nvSpPr>
        <p:spPr>
          <a:xfrm>
            <a:off x="9875520" y="365760"/>
            <a:ext cx="2000880" cy="492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8" name="TextBox 10"/>
          <p:cNvSpPr/>
          <p:nvPr/>
        </p:nvSpPr>
        <p:spPr>
          <a:xfrm>
            <a:off x="1357920" y="1005840"/>
            <a:ext cx="825516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İLKESEL (PRIMITIVE) VERİ TİPLERİ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TextBox 11"/>
          <p:cNvSpPr/>
          <p:nvPr/>
        </p:nvSpPr>
        <p:spPr>
          <a:xfrm>
            <a:off x="1810800" y="1846080"/>
            <a:ext cx="740808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veri tipleri, Java’da sayılar, karakterler ve mantıksal değerler gibi basit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verileri saklamak için kullanılan temel veri tipleridir.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Rounded Rectangle 23"/>
          <p:cNvSpPr/>
          <p:nvPr/>
        </p:nvSpPr>
        <p:spPr>
          <a:xfrm>
            <a:off x="98748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1" name="Rounded Rectangle 24"/>
          <p:cNvSpPr/>
          <p:nvPr/>
        </p:nvSpPr>
        <p:spPr>
          <a:xfrm>
            <a:off x="685800" y="2743200"/>
            <a:ext cx="3509640" cy="3648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Veri Tipleri (Numeric Types)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Java, farklı türde sayıları saklamak için byte, short, int, long, float ve double gibi sayısal veri tipleri sağlar.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Veri Tipi (Character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char veri tipi, Unicode sistemine göre tek bir karakter saklamak için kullanılır.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Veri Tipi (Boolean 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veri tipi mantıksal değerleri temsil eder ve yalnızca true veya false değerlerini alabilir.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Bellek Verimliliği (Memory Efficiency)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doğrudan bellekte saklanır ve referans veri tiplerine göre daha hızlı ve daha verimli çalışırlar.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2" name="Rounded Rectangle 25"/>
          <p:cNvSpPr/>
          <p:nvPr/>
        </p:nvSpPr>
        <p:spPr>
          <a:xfrm>
            <a:off x="450792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3" name="Rounded Rectangle 26"/>
          <p:cNvSpPr/>
          <p:nvPr/>
        </p:nvSpPr>
        <p:spPr>
          <a:xfrm>
            <a:off x="4343400" y="2743200"/>
            <a:ext cx="3372480" cy="3647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Sayısal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├─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├──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Tipi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│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└──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Mantıksal Tip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└─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4" name="Rounded Rectangle 27"/>
          <p:cNvSpPr/>
          <p:nvPr/>
        </p:nvSpPr>
        <p:spPr>
          <a:xfrm>
            <a:off x="8028360" y="3182040"/>
            <a:ext cx="3281040" cy="2732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5" name="Rounded Rectangle 28"/>
          <p:cNvSpPr/>
          <p:nvPr/>
        </p:nvSpPr>
        <p:spPr>
          <a:xfrm>
            <a:off x="7955280" y="2971800"/>
            <a:ext cx="3693600" cy="319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IlkelVeriOrnegi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not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boolean ogrenciMi = true;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System.out.println(not);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System.out.println(ogrenciMi);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6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80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8" name="Rectangle 64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9" name="Rectangle 65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0" name="Rectangle 66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1" name="Rectangle 67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2" name="Rectangle 68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3" name="Rectangle 69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4" name="Rectangle 70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5" name="Rectangle 71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6" name="Rectangle 72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7" name="Rectangle 73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8" name="Rectangle 74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9" name="Rectangle 75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0" name="Rectangle 76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1" name="Rectangle 77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2" name="Rectangle 78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3" name="Rounded Rectangle 29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4" name="TextBox 13"/>
          <p:cNvSpPr/>
          <p:nvPr/>
        </p:nvSpPr>
        <p:spPr>
          <a:xfrm>
            <a:off x="2441520" y="1005840"/>
            <a:ext cx="6086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REFERANS VERİ TİPLERİ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TextBox 14"/>
          <p:cNvSpPr/>
          <p:nvPr/>
        </p:nvSpPr>
        <p:spPr>
          <a:xfrm>
            <a:off x="2802600" y="2074680"/>
            <a:ext cx="53658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Referans veri tipleri, gerçek değerleri değil nesnelere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ait referansları (bellek adreslerini)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Rounded Rectangle 30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7" name="Rounded Rectangle 31"/>
          <p:cNvSpPr/>
          <p:nvPr/>
        </p:nvSpPr>
        <p:spPr>
          <a:xfrm>
            <a:off x="685800" y="2971800"/>
            <a:ext cx="3510360" cy="3648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Nesne Tabanlı Tipler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sınıflardan oluşturulan nesneleri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Bellek Referansı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Gerçek verinin kendisi yerine nesnenin bellekteki adresi saklanır.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Yaygın Örnekler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 arasında String, diziler (arrays), sınıflar (classes) ve nesneler (objects) bulunur.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Esnek Yapı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tipleri, karmaşık veri yapılarının ve birden fazla değerin saklanmasına olanak tanır.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48" name="Rounded Rectangle 32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9" name="Rounded Rectangle 33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Sınıflar (Classes)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22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0" name="Rounded Rectangle 34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1" name="Rounded Rectangle 35"/>
          <p:cNvSpPr/>
          <p:nvPr/>
        </p:nvSpPr>
        <p:spPr>
          <a:xfrm>
            <a:off x="7955280" y="3108960"/>
            <a:ext cx="369432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ReferansOrnegi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isim = "Java";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{10, 20, 30};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System.out.println(isim);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4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2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Rectangle 79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4" name="Rectangle 81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5" name="Rectangle 82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6" name="Rectangle 83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7" name="Rectangle 84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8" name="Rectangle 85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9" name="Rectangle 86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0" name="Rectangle 87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1" name="Rectangle 88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2" name="Rectangle 89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3" name="Rectangle 90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4" name="Rectangle 91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5" name="Rectangle 92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6" name="Rectangle 93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7" name="Rectangle 94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8" name="Rectangle 95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9" name="Rounded Rectangle 36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0" name="TextBox 16"/>
          <p:cNvSpPr/>
          <p:nvPr/>
        </p:nvSpPr>
        <p:spPr>
          <a:xfrm>
            <a:off x="1422000" y="1005840"/>
            <a:ext cx="81259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İLKESEL (PRIMITIVE) VE REFERANS TİPLERİ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TextBox 17"/>
          <p:cNvSpPr/>
          <p:nvPr/>
        </p:nvSpPr>
        <p:spPr>
          <a:xfrm>
            <a:off x="1388160" y="2057400"/>
            <a:ext cx="8781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veri tipleri iki ana kategoriye ayrılır: ilkel (primitive) tipler ve referans tipleri.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İlkel tipler gerçek değerleri saklarken, referans tipleri nesnelerin bellek adreslerini saklar.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Rounded Rectangle 37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3" name="Rounded Rectangle 38"/>
          <p:cNvSpPr/>
          <p:nvPr/>
        </p:nvSpPr>
        <p:spPr>
          <a:xfrm>
            <a:off x="457200" y="2971800"/>
            <a:ext cx="3738960" cy="3420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(Primitive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veri tipleri gerçek değeri doğrudan bellekte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int, double, char, boolean.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(Reference Types)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 nesnenin kendisini değil, bellekteki adresini saklar.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 String, diziler (arrays) ve sınıf nesneleri.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Bellek Saklama (Memory Storage)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değerler doğrudan bellekte tutulur, referans tipleri ise bellekteki nesnelere işaret eder.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 Farkı (Usage Difference)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 basit değerler için kullanılırken, referans tipleri daha karmaşık veri yapıları ve nesneler için kullanılır.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4" name="Rounded Rectangle 39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5" name="Rounded Rectangle 40"/>
          <p:cNvSpPr/>
          <p:nvPr/>
        </p:nvSpPr>
        <p:spPr>
          <a:xfrm>
            <a:off x="4343400" y="2971800"/>
            <a:ext cx="3420000" cy="3282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Veri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İlkel Tipler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Referans Tipleri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├─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Diziler (Arrays)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└─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Nesneler (Objects)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6" name="Rounded Rectangle 41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7" name="Rounded Rectangle 42"/>
          <p:cNvSpPr/>
          <p:nvPr/>
        </p:nvSpPr>
        <p:spPr>
          <a:xfrm>
            <a:off x="7955280" y="3108960"/>
            <a:ext cx="3694320" cy="3054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PrimitiveVsReference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       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 // ilkel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  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int[] sayilar = {1, 2, 3}; // referans tip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System.out.println(sayilar[0]);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8" name="TextBox 1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9" name="Rectangle 96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0" name="Rectangle 97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1" name="Rectangle 98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2" name="Rectangle 99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3" name="Rectangle 100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4" name="Rectangle 101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5" name="Rectangle 102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6" name="Rectangle 103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7" name="Rectangle 104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8" name="Rectangle 105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9" name="Rectangle 106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0" name="Rectangle 107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1" name="Rectangle 108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2" name="Rectangle 109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3" name="Rectangle 110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4" name="Rectangle 111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5" name="Rounded Rectangle 43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6" name="TextBox 19"/>
          <p:cNvSpPr/>
          <p:nvPr/>
        </p:nvSpPr>
        <p:spPr>
          <a:xfrm>
            <a:off x="1252800" y="1005840"/>
            <a:ext cx="846396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İSİMLENDİRME KURALLARI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TextBox 20"/>
          <p:cNvSpPr/>
          <p:nvPr/>
        </p:nvSpPr>
        <p:spPr>
          <a:xfrm>
            <a:off x="1866960" y="1828800"/>
            <a:ext cx="7235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isimlendirme kuralları, Java’da değişkenlerin doğru, anlaşılır ve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okunabilir şekilde yazılmasını sağlayan kurallardır.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Rounded Rectangle 44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9" name="Rounded Rectangle 45"/>
          <p:cNvSpPr/>
          <p:nvPr/>
        </p:nvSpPr>
        <p:spPr>
          <a:xfrm>
            <a:off x="475560" y="2514600"/>
            <a:ext cx="3720600" cy="387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Harf, _ veya $ ile Başlamalı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adı bir harf, alt çizgi (_) veya dolar işareti ($) ile başlamalıdır.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Boşluk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boşluk içeremez.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Büyük/Küçük Harf Duyarlılığı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Java'da değişken isimleri büyük-küçük harfe duyarlıdır.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Örneğin age ve Age farklı değişkenlerdir.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Kelimeler Kullanılamaz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Java'nın rezerv anahtar kelimeleri (örneğin int, class, public) değişken adı olarak kullanılamaz.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İsimler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isimleri anlamlı ve açıklayıcı olmalıdır.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Bu, kodun okunabilirliğini artırır.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0" name="Rounded Rectangle 46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1" name="Rounded Rectangle 47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İsim Kuralları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Harf / _ / $ ile başlar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Boşluk içermez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Büyük-küçük harf duyarlıdır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Anahtar kelime olamaz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Anlamlı isimler kullanılmalıdır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2" name="Rounded Rectangle 48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3" name="Rounded Rectangle 49"/>
          <p:cNvSpPr/>
          <p:nvPr/>
        </p:nvSpPr>
        <p:spPr>
          <a:xfrm>
            <a:off x="7955280" y="2304000"/>
            <a:ext cx="3923280" cy="3611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DegiskenIsimlendirme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25;          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ogrenciSayisi = 30;       // geçerli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2yas = 20;             // geçersiz (sayı ile başlayamaz)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ogrenci sayisi = 5;    // geçersiz (boşluk kullanılamaz)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class = 10;            // geçersiz (anahtar kelime)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System.out.println(ogrenciSayisi);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4" name="TextBox 2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Rectangle 112"/>
          <p:cNvSpPr/>
          <p:nvPr/>
        </p:nvSpPr>
        <p:spPr>
          <a:xfrm>
            <a:off x="0" y="0"/>
            <a:ext cx="12178800" cy="6847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6" name="Rectangle 113"/>
          <p:cNvSpPr/>
          <p:nvPr/>
        </p:nvSpPr>
        <p:spPr>
          <a:xfrm>
            <a:off x="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7" name="Rectangle 114"/>
          <p:cNvSpPr/>
          <p:nvPr/>
        </p:nvSpPr>
        <p:spPr>
          <a:xfrm>
            <a:off x="914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8" name="Rectangle 115"/>
          <p:cNvSpPr/>
          <p:nvPr/>
        </p:nvSpPr>
        <p:spPr>
          <a:xfrm>
            <a:off x="1828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09" name="Rectangle 116"/>
          <p:cNvSpPr/>
          <p:nvPr/>
        </p:nvSpPr>
        <p:spPr>
          <a:xfrm>
            <a:off x="2743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0" name="Rectangle 117"/>
          <p:cNvSpPr/>
          <p:nvPr/>
        </p:nvSpPr>
        <p:spPr>
          <a:xfrm>
            <a:off x="3657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1" name="Rectangle 118"/>
          <p:cNvSpPr/>
          <p:nvPr/>
        </p:nvSpPr>
        <p:spPr>
          <a:xfrm>
            <a:off x="4572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2" name="Rectangle 119"/>
          <p:cNvSpPr/>
          <p:nvPr/>
        </p:nvSpPr>
        <p:spPr>
          <a:xfrm>
            <a:off x="5486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3" name="Rectangle 120"/>
          <p:cNvSpPr/>
          <p:nvPr/>
        </p:nvSpPr>
        <p:spPr>
          <a:xfrm>
            <a:off x="6400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4" name="Rectangle 121"/>
          <p:cNvSpPr/>
          <p:nvPr/>
        </p:nvSpPr>
        <p:spPr>
          <a:xfrm>
            <a:off x="7315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5" name="Rectangle 122"/>
          <p:cNvSpPr/>
          <p:nvPr/>
        </p:nvSpPr>
        <p:spPr>
          <a:xfrm>
            <a:off x="82296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6" name="Rectangle 123"/>
          <p:cNvSpPr/>
          <p:nvPr/>
        </p:nvSpPr>
        <p:spPr>
          <a:xfrm>
            <a:off x="91440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7" name="Rectangle 124"/>
          <p:cNvSpPr/>
          <p:nvPr/>
        </p:nvSpPr>
        <p:spPr>
          <a:xfrm>
            <a:off x="100584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8" name="Rectangle 125"/>
          <p:cNvSpPr/>
          <p:nvPr/>
        </p:nvSpPr>
        <p:spPr>
          <a:xfrm>
            <a:off x="109728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19" name="Rectangle 126"/>
          <p:cNvSpPr/>
          <p:nvPr/>
        </p:nvSpPr>
        <p:spPr>
          <a:xfrm>
            <a:off x="11887200" y="0"/>
            <a:ext cx="8280" cy="6847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0" name="Rectangle 127"/>
          <p:cNvSpPr/>
          <p:nvPr/>
        </p:nvSpPr>
        <p:spPr>
          <a:xfrm>
            <a:off x="0" y="0"/>
            <a:ext cx="309960" cy="6847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1" name="Rounded Rectangle 50"/>
          <p:cNvSpPr/>
          <p:nvPr/>
        </p:nvSpPr>
        <p:spPr>
          <a:xfrm>
            <a:off x="9875520" y="365760"/>
            <a:ext cx="2001600" cy="492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TextBox 22"/>
          <p:cNvSpPr/>
          <p:nvPr/>
        </p:nvSpPr>
        <p:spPr>
          <a:xfrm>
            <a:off x="2667240" y="1005840"/>
            <a:ext cx="5635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DEĞİŞKEN BAŞLATMA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3" name="TextBox 23"/>
          <p:cNvSpPr/>
          <p:nvPr/>
        </p:nvSpPr>
        <p:spPr>
          <a:xfrm>
            <a:off x="2033640" y="2074680"/>
            <a:ext cx="69188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Değişken başlatma, bir değişken tanımlandığında veya kullanılmadan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önce ona bir değer atanması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4" name="Rounded Rectangle 51"/>
          <p:cNvSpPr/>
          <p:nvPr/>
        </p:nvSpPr>
        <p:spPr>
          <a:xfrm>
            <a:off x="98748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5" name="Rounded Rectangle 52"/>
          <p:cNvSpPr/>
          <p:nvPr/>
        </p:nvSpPr>
        <p:spPr>
          <a:xfrm>
            <a:off x="685800" y="2971800"/>
            <a:ext cx="3510360" cy="34203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Tanımlama (Declaration)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Bir değişken önce veri tipi ve adı ile tanımlanmalıdır.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 (Initialization)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Başlatma, değişkene ilk değerin atanması anlamına gelir.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Varsayılan Değerler (Default Values)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Bazı değişkenler, veri tiplerine bağlı olarak otomatik olarak varsayılan değerler alabilir.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Kullanımdan Önce (Before Usage)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Yerel değişkenler, program içinde kullanılmadan önce başlatılmış olmalıdır.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Rounded Rectangle 53"/>
          <p:cNvSpPr/>
          <p:nvPr/>
        </p:nvSpPr>
        <p:spPr>
          <a:xfrm>
            <a:off x="450792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7" name="Rounded Rectangle 54"/>
          <p:cNvSpPr/>
          <p:nvPr/>
        </p:nvSpPr>
        <p:spPr>
          <a:xfrm>
            <a:off x="4434840" y="310896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Başlatma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 Tanımla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int yas;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├──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Değer Ata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yas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│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└──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Değişkeni Kullan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System.out.println(yas);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Rounded Rectangle 55"/>
          <p:cNvSpPr/>
          <p:nvPr/>
        </p:nvSpPr>
        <p:spPr>
          <a:xfrm>
            <a:off x="8028360" y="3182040"/>
            <a:ext cx="3281760" cy="2733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29" name="Rounded Rectangle 56"/>
          <p:cNvSpPr/>
          <p:nvPr/>
        </p:nvSpPr>
        <p:spPr>
          <a:xfrm>
            <a:off x="7955280" y="2971800"/>
            <a:ext cx="3465720" cy="2962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DegiskenBaslatma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        // tanımlama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yas = 20;       //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19.99;   // tanımlama + başlatma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System.out.println(yas);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TextBox 2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Rectangle 128"/>
          <p:cNvSpPr/>
          <p:nvPr/>
        </p:nvSpPr>
        <p:spPr>
          <a:xfrm>
            <a:off x="0" y="0"/>
            <a:ext cx="12179880" cy="68490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2" name="Rectangle 129"/>
          <p:cNvSpPr/>
          <p:nvPr/>
        </p:nvSpPr>
        <p:spPr>
          <a:xfrm>
            <a:off x="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3" name="Rectangle 130"/>
          <p:cNvSpPr/>
          <p:nvPr/>
        </p:nvSpPr>
        <p:spPr>
          <a:xfrm>
            <a:off x="914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4" name="Rectangle 131"/>
          <p:cNvSpPr/>
          <p:nvPr/>
        </p:nvSpPr>
        <p:spPr>
          <a:xfrm>
            <a:off x="1828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5" name="Rectangle 132"/>
          <p:cNvSpPr/>
          <p:nvPr/>
        </p:nvSpPr>
        <p:spPr>
          <a:xfrm>
            <a:off x="2743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6" name="Rectangle 133"/>
          <p:cNvSpPr/>
          <p:nvPr/>
        </p:nvSpPr>
        <p:spPr>
          <a:xfrm>
            <a:off x="3657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7" name="Rectangle 134"/>
          <p:cNvSpPr/>
          <p:nvPr/>
        </p:nvSpPr>
        <p:spPr>
          <a:xfrm>
            <a:off x="4572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8" name="Rectangle 135"/>
          <p:cNvSpPr/>
          <p:nvPr/>
        </p:nvSpPr>
        <p:spPr>
          <a:xfrm>
            <a:off x="5486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9" name="Rectangle 136"/>
          <p:cNvSpPr/>
          <p:nvPr/>
        </p:nvSpPr>
        <p:spPr>
          <a:xfrm>
            <a:off x="6400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0" name="Rectangle 137"/>
          <p:cNvSpPr/>
          <p:nvPr/>
        </p:nvSpPr>
        <p:spPr>
          <a:xfrm>
            <a:off x="7315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1" name="Rectangle 138"/>
          <p:cNvSpPr/>
          <p:nvPr/>
        </p:nvSpPr>
        <p:spPr>
          <a:xfrm>
            <a:off x="82296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2" name="Rectangle 139"/>
          <p:cNvSpPr/>
          <p:nvPr/>
        </p:nvSpPr>
        <p:spPr>
          <a:xfrm>
            <a:off x="91440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3" name="Rectangle 140"/>
          <p:cNvSpPr/>
          <p:nvPr/>
        </p:nvSpPr>
        <p:spPr>
          <a:xfrm>
            <a:off x="100584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4" name="Rectangle 141"/>
          <p:cNvSpPr/>
          <p:nvPr/>
        </p:nvSpPr>
        <p:spPr>
          <a:xfrm>
            <a:off x="109728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5" name="Rectangle 142"/>
          <p:cNvSpPr/>
          <p:nvPr/>
        </p:nvSpPr>
        <p:spPr>
          <a:xfrm>
            <a:off x="11887200" y="0"/>
            <a:ext cx="9360" cy="68490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6" name="Rectangle 143"/>
          <p:cNvSpPr/>
          <p:nvPr/>
        </p:nvSpPr>
        <p:spPr>
          <a:xfrm>
            <a:off x="0" y="0"/>
            <a:ext cx="311040" cy="68490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47" name="Rounded Rectangle 57"/>
          <p:cNvSpPr/>
          <p:nvPr/>
        </p:nvSpPr>
        <p:spPr>
          <a:xfrm>
            <a:off x="9875520" y="365760"/>
            <a:ext cx="2002680" cy="4939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TextBox 25"/>
          <p:cNvSpPr/>
          <p:nvPr/>
        </p:nvSpPr>
        <p:spPr>
          <a:xfrm>
            <a:off x="2837520" y="1005840"/>
            <a:ext cx="5298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WRAPPER SINIFLARI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9" name="TextBox 26"/>
          <p:cNvSpPr/>
          <p:nvPr/>
        </p:nvSpPr>
        <p:spPr>
          <a:xfrm>
            <a:off x="3007440" y="2194560"/>
            <a:ext cx="49557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Wrapper sınıfları, Java’da primitive veri tiplerinin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nesne (object) olarak kullanılmasını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0" name="Rounded Rectangle 58"/>
          <p:cNvSpPr/>
          <p:nvPr/>
        </p:nvSpPr>
        <p:spPr>
          <a:xfrm>
            <a:off x="98748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1" name="Rounded Rectangle 59"/>
          <p:cNvSpPr/>
          <p:nvPr/>
        </p:nvSpPr>
        <p:spPr>
          <a:xfrm>
            <a:off x="685800" y="3108960"/>
            <a:ext cx="3511440" cy="328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primitive değerleri nesnelere dönüştürür.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Genellikle koleksiyonlarda ve nesne tabanlı işlemlerde kullanılır.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Wrapper örnekleri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Integer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char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Character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boolean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→ Boolean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sınıfları dönüşüm ve veri işleme için kullanışlı metodlar sağlar.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Rounded Rectangle 60"/>
          <p:cNvSpPr/>
          <p:nvPr/>
        </p:nvSpPr>
        <p:spPr>
          <a:xfrm>
            <a:off x="450792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3" name="Rounded Rectangle 61"/>
          <p:cNvSpPr/>
          <p:nvPr/>
        </p:nvSpPr>
        <p:spPr>
          <a:xfrm>
            <a:off x="4434840" y="310896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Değer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Wrapper Sınıfına Dönüştürme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Nesne Temsili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Koleksiyonlarda / Metotlarda Kullanım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Integer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boolean → Boolean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Rounded Rectangle 62"/>
          <p:cNvSpPr/>
          <p:nvPr/>
        </p:nvSpPr>
        <p:spPr>
          <a:xfrm>
            <a:off x="8028360" y="3182040"/>
            <a:ext cx="3282840" cy="27342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5" name="Rounded Rectangle 63"/>
          <p:cNvSpPr/>
          <p:nvPr/>
        </p:nvSpPr>
        <p:spPr>
          <a:xfrm>
            <a:off x="7955280" y="2743200"/>
            <a:ext cx="3466800" cy="364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WrapperOrnek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Integer wrapperNumber = number;   // otomatik kutulama (autoboxing)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19.99;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wrapperPrice =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System.out.println(wrapperNumber);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System.out.println(wrapperPrice);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7" name="Rectangle 176"/>
          <p:cNvSpPr/>
          <p:nvPr/>
        </p:nvSpPr>
        <p:spPr>
          <a:xfrm>
            <a:off x="0" y="0"/>
            <a:ext cx="12180960" cy="68500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8" name="Rectangle 177"/>
          <p:cNvSpPr/>
          <p:nvPr/>
        </p:nvSpPr>
        <p:spPr>
          <a:xfrm>
            <a:off x="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9" name="Rectangle 178"/>
          <p:cNvSpPr/>
          <p:nvPr/>
        </p:nvSpPr>
        <p:spPr>
          <a:xfrm>
            <a:off x="914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0" name="Rectangle 179"/>
          <p:cNvSpPr/>
          <p:nvPr/>
        </p:nvSpPr>
        <p:spPr>
          <a:xfrm>
            <a:off x="1828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1" name="Rectangle 180"/>
          <p:cNvSpPr/>
          <p:nvPr/>
        </p:nvSpPr>
        <p:spPr>
          <a:xfrm>
            <a:off x="2743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2" name="Rectangle 181"/>
          <p:cNvSpPr/>
          <p:nvPr/>
        </p:nvSpPr>
        <p:spPr>
          <a:xfrm>
            <a:off x="3657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3" name="Rectangle 182"/>
          <p:cNvSpPr/>
          <p:nvPr/>
        </p:nvSpPr>
        <p:spPr>
          <a:xfrm>
            <a:off x="4572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4" name="Rectangle 183"/>
          <p:cNvSpPr/>
          <p:nvPr/>
        </p:nvSpPr>
        <p:spPr>
          <a:xfrm>
            <a:off x="5486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5" name="Rectangle 184"/>
          <p:cNvSpPr/>
          <p:nvPr/>
        </p:nvSpPr>
        <p:spPr>
          <a:xfrm>
            <a:off x="6400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6" name="Rectangle 185"/>
          <p:cNvSpPr/>
          <p:nvPr/>
        </p:nvSpPr>
        <p:spPr>
          <a:xfrm>
            <a:off x="7315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7" name="Rectangle 186"/>
          <p:cNvSpPr/>
          <p:nvPr/>
        </p:nvSpPr>
        <p:spPr>
          <a:xfrm>
            <a:off x="82296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8" name="Rectangle 187"/>
          <p:cNvSpPr/>
          <p:nvPr/>
        </p:nvSpPr>
        <p:spPr>
          <a:xfrm>
            <a:off x="91440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69" name="Rectangle 188"/>
          <p:cNvSpPr/>
          <p:nvPr/>
        </p:nvSpPr>
        <p:spPr>
          <a:xfrm>
            <a:off x="100584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0" name="Rectangle 189"/>
          <p:cNvSpPr/>
          <p:nvPr/>
        </p:nvSpPr>
        <p:spPr>
          <a:xfrm>
            <a:off x="109728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1" name="Rectangle 190"/>
          <p:cNvSpPr/>
          <p:nvPr/>
        </p:nvSpPr>
        <p:spPr>
          <a:xfrm>
            <a:off x="11887200" y="0"/>
            <a:ext cx="10440" cy="68500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2" name="Rectangle 191"/>
          <p:cNvSpPr/>
          <p:nvPr/>
        </p:nvSpPr>
        <p:spPr>
          <a:xfrm>
            <a:off x="0" y="0"/>
            <a:ext cx="312120" cy="68500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3" name="Rounded Rectangle 78"/>
          <p:cNvSpPr/>
          <p:nvPr/>
        </p:nvSpPr>
        <p:spPr>
          <a:xfrm>
            <a:off x="9875520" y="365760"/>
            <a:ext cx="2003760" cy="4950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4" name="TextBox 34"/>
          <p:cNvSpPr/>
          <p:nvPr/>
        </p:nvSpPr>
        <p:spPr>
          <a:xfrm>
            <a:off x="1285920" y="1005840"/>
            <a:ext cx="83984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JAVA TÜR DÖNÜŞÜMÜ (TYPE CASTING)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TextBox 35"/>
          <p:cNvSpPr/>
          <p:nvPr/>
        </p:nvSpPr>
        <p:spPr>
          <a:xfrm>
            <a:off x="1716840" y="2057400"/>
            <a:ext cx="7609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type casting, bir veri tipini başka bir veri tipine dönüştürme işlemidir.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İki türü vardır: örtük (otomatik) ve açık (manuel) dönüşüm.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6" name="Rounded Rectangle 79"/>
          <p:cNvSpPr/>
          <p:nvPr/>
        </p:nvSpPr>
        <p:spPr>
          <a:xfrm>
            <a:off x="98748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7" name="Rounded Rectangle 80"/>
          <p:cNvSpPr/>
          <p:nvPr/>
        </p:nvSpPr>
        <p:spPr>
          <a:xfrm>
            <a:off x="685800" y="2971800"/>
            <a:ext cx="3512520" cy="365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– Widening)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tarafından otomatik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– Narrowing)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olarak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Daha büyük veri tiplerini daha küçük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int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78" name="Rounded Rectangle 81"/>
          <p:cNvSpPr/>
          <p:nvPr/>
        </p:nvSpPr>
        <p:spPr>
          <a:xfrm>
            <a:off x="450792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9" name="Rounded Rectangle 82"/>
          <p:cNvSpPr/>
          <p:nvPr/>
        </p:nvSpPr>
        <p:spPr>
          <a:xfrm>
            <a:off x="4434840" y="310896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├─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(Otomatik)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  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│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└─ </a:t>
            </a: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(Manuel)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0" name="Rounded Rectangle 83"/>
          <p:cNvSpPr/>
          <p:nvPr/>
        </p:nvSpPr>
        <p:spPr>
          <a:xfrm>
            <a:off x="8028360" y="3182040"/>
            <a:ext cx="3283920" cy="27352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1" name="Rounded Rectangle 84"/>
          <p:cNvSpPr/>
          <p:nvPr/>
        </p:nvSpPr>
        <p:spPr>
          <a:xfrm>
            <a:off x="7955280" y="2971800"/>
            <a:ext cx="3696480" cy="3193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TurDonusumuOrnek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Tür Dönüşümü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fiyat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yeniFiyat = (int) fiyat;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System.out.println(yeniFiyat);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2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3" name="Rectangle 192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4" name="Rectangle 193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5" name="Rectangle 194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6" name="Rectangle 195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7" name="Rectangle 196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8" name="Rectangle 197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89" name="Rectangle 198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0" name="Rectangle 199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1" name="Rectangle 200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2" name="Rectangle 201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3" name="Rectangle 202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4" name="Rectangle 203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5" name="Rectangle 204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6" name="Rectangle 205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7" name="Rectangle 206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8" name="Rectangle 207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99" name="Rounded Rectangle 85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0" name="TextBox 37"/>
          <p:cNvSpPr/>
          <p:nvPr/>
        </p:nvSpPr>
        <p:spPr>
          <a:xfrm>
            <a:off x="1504080" y="900360"/>
            <a:ext cx="796104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Implicit Casting (Otomatik Dönüşüm)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1" name="TextBox 38"/>
          <p:cNvSpPr/>
          <p:nvPr/>
        </p:nvSpPr>
        <p:spPr>
          <a:xfrm>
            <a:off x="2681280" y="1600200"/>
            <a:ext cx="5653800" cy="100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Implicit casting, Java’nın daha küçük bir veri tipini otomatik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olarak daha büyük bir veri tipine dönüştürmesi durumunda gerçekleşir.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 güvenlidir çünkü daha büyük veri tipi, daha küçük veri 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tipinin tüm değerlerini veri kaybı olmadan saklayabilir.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Rounded Rectangle 86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3" name="Rounded Rectangle 87"/>
          <p:cNvSpPr/>
          <p:nvPr/>
        </p:nvSpPr>
        <p:spPr>
          <a:xfrm>
            <a:off x="595440" y="2743200"/>
            <a:ext cx="3513240" cy="36514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Casting, Java’da daha küçük bir veri tipinin daha büyük bir veri tipine otomatik olarak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veri kaybı riski olmadığında otomatik olarak gerçekleştirir.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Ayrıca Genişletme Dönüşümü (Widening Casting) olarak da adlandırılır.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Derleyici tarafından otomatik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tiplerini daha büyük veri tiplerine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Manuel dönüşüm gerekmez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 → long → float → 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4" name="Rounded Rectangle 88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5" name="Rounded Rectangle 89"/>
          <p:cNvSpPr/>
          <p:nvPr/>
        </p:nvSpPr>
        <p:spPr>
          <a:xfrm>
            <a:off x="4343400" y="2880360"/>
            <a:ext cx="3651480" cy="342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Implicit Casting Akışı (Genişletme Dönüşümü)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adım, önceki veri tipini güvenli şekilde saklayabilen bir veri tipini temsil eder.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6" name="Rounded Rectangle 90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07" name="Rounded Rectangle 91"/>
          <p:cNvSpPr/>
          <p:nvPr/>
        </p:nvSpPr>
        <p:spPr>
          <a:xfrm>
            <a:off x="8229600" y="2972880"/>
            <a:ext cx="3651480" cy="3193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ImplicitCastingExample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int'ten double'a otomatik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System.out.println("Sayı: " + sayi);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System.out.println("Dönüştürülen değer: " + sonuc);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8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Rectangle 208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0" name="Rectangle 209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1" name="Rectangle 210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2" name="Rectangle 211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3" name="Rectangle 212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4" name="Rectangle 213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5" name="Rectangle 214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6" name="Rectangle 215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7" name="Rectangle 216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8" name="Rectangle 217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19" name="Rectangle 218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0" name="Rectangle 219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1" name="Rectangle 220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2" name="Rectangle 221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3" name="Rectangle 222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4" name="Rectangle 223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5" name="Rounded Rectangle 92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26" name="TextBox 40"/>
          <p:cNvSpPr/>
          <p:nvPr/>
        </p:nvSpPr>
        <p:spPr>
          <a:xfrm>
            <a:off x="1417320" y="685800"/>
            <a:ext cx="8264520" cy="5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200" spc="-1" strike="noStrike">
                <a:solidFill>
                  <a:srgbClr val="f5f5f5"/>
                </a:solidFill>
                <a:latin typeface="Calibri"/>
                <a:ea typeface="DejaVu Sans"/>
              </a:rPr>
              <a:t>JAVA AÇIK TÜR DÖNÜŞÜMÜ (EXPLICIT CASTING)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7" name="TextBox 41"/>
          <p:cNvSpPr/>
          <p:nvPr/>
        </p:nvSpPr>
        <p:spPr>
          <a:xfrm>
            <a:off x="2008800" y="1371600"/>
            <a:ext cx="71337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Explicit casting, Java’da daha büyük bir veri tipinin daha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küçük bir veri tipine manuel olarak dönüştürülmesidir.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dönüşüm, veri kaybı veya hassasiyet kaybı riski olduğunda gereklidir.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8" name="Rounded Rectangle 93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29" name="Rounded Rectangle 94"/>
          <p:cNvSpPr/>
          <p:nvPr/>
        </p:nvSpPr>
        <p:spPr>
          <a:xfrm>
            <a:off x="457200" y="2743200"/>
            <a:ext cx="3742200" cy="3880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Casting, daha büyük bir veri tipinin daha küçük bir veri tipine manuel dönüştürülmesidir.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bu dönüşümü otomatik olarak yapmaz, çünkü küçük veri tipi tüm değerleri saklayamayabilir.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Buna ayrıca Narrowing Casting (Daraltma Dönüşümü) denir.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Temel noktalar: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Programcı tarafından manuel yapılır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Büyük sayısal veri tiplerini daha küçük olanlara dönüştürür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Requires casting syntax (type)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May cause data or precision loss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0" name="Rounded Rectangle 95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1" name="Rounded Rectangle 96"/>
          <p:cNvSpPr/>
          <p:nvPr/>
        </p:nvSpPr>
        <p:spPr>
          <a:xfrm>
            <a:off x="4434840" y="2971800"/>
            <a:ext cx="3285000" cy="342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Casting Akışı (Daraltma)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double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float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long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short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byte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Her adımda değer daha küçük bir veri tipine dönüştürülür, bu da ondalık kısmın kaybolmasına veya taşmaya neden olabilir.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2" name="Rounded Rectangle 9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3" name="Rounded Rectangle 98"/>
          <p:cNvSpPr/>
          <p:nvPr/>
        </p:nvSpPr>
        <p:spPr>
          <a:xfrm>
            <a:off x="7955280" y="2514600"/>
            <a:ext cx="3926160" cy="4109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ExplicitCastingExample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// double'dan int'e açık dönüşüm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System.out.println("Dönüştürülmüş değer: " + newPrice);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4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5" name="Rectangle 224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6" name="Rectangle 225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7" name="Rectangle 226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8" name="Rectangle 227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39" name="Rectangle 228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0" name="Rectangle 229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1" name="Rectangle 230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2" name="Rectangle 231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3" name="Rectangle 232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4" name="Rectangle 233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5" name="Rectangle 234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6" name="Rectangle 235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7" name="Rectangle 236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8" name="Rectangle 237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49" name="Rectangle 238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0" name="Rectangle 239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1" name="Rounded Rectangle 9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2" name="TextBox 43"/>
          <p:cNvSpPr/>
          <p:nvPr/>
        </p:nvSpPr>
        <p:spPr>
          <a:xfrm>
            <a:off x="915480" y="1005840"/>
            <a:ext cx="91393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Örtük (Implicit) vs Açık (Explicit) Tür Dönüşümü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3" name="TextBox 44"/>
          <p:cNvSpPr/>
          <p:nvPr/>
        </p:nvSpPr>
        <p:spPr>
          <a:xfrm>
            <a:off x="2181960" y="2057400"/>
            <a:ext cx="6606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Örtük ve açık tür dönüşümü arasındaki farkı anlamak, veri kaybını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önlemeye ve Java’da doğru tür dönüşümü yapmaya yardımcı olur.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4" name="Rounded Rectangle 10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5" name="Rounded Rectangle 101"/>
          <p:cNvSpPr/>
          <p:nvPr/>
        </p:nvSpPr>
        <p:spPr>
          <a:xfrm>
            <a:off x="914400" y="3108960"/>
            <a:ext cx="32853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(Implicit Casting / Widening)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→ Büyük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Otomatik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yoktur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Ekstra yazım (syntax) gerekmez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(Explicit Casting / Narrowing)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Büyük → Küçük veri tipi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Manuel olarak yapılır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Veri kaybı olabilir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(type) kullanımı gerekir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6" name="Rounded Rectangle 10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7" name="Rounded Rectangle 10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Örtük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Açık Dönüşüm Akışı: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→ float → long → int → short → byte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58" name="Rounded Rectangle 10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59" name="Rounded Rectangle 105"/>
          <p:cNvSpPr/>
          <p:nvPr/>
        </p:nvSpPr>
        <p:spPr>
          <a:xfrm>
            <a:off x="7955280" y="3108960"/>
            <a:ext cx="369792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CastingComparison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Örtük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 = 25;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num;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Dönüşüm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price = 49.99;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newPrice = (int) price;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System.out.println(newPrice);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60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1" name="Rectangle 240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2" name="Rectangle 241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3" name="Rectangle 242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4" name="Rectangle 243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5" name="Rectangle 244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6" name="Rectangle 245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7" name="Rectangle 246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8" name="Rectangle 247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69" name="Rectangle 248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0" name="Rectangle 249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1" name="Rectangle 250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2" name="Rectangle 251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3" name="Rectangle 252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4" name="Rectangle 253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5" name="Rectangle 254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6" name="Rectangle 255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77" name="Rounded Rectangle 106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78" name="TextBox 46"/>
          <p:cNvSpPr/>
          <p:nvPr/>
        </p:nvSpPr>
        <p:spPr>
          <a:xfrm>
            <a:off x="1320840" y="1005840"/>
            <a:ext cx="8330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VERİ KAYBI &amp; HASSASİYET KAYBI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9" name="TextBox 47"/>
          <p:cNvSpPr/>
          <p:nvPr/>
        </p:nvSpPr>
        <p:spPr>
          <a:xfrm>
            <a:off x="957240" y="1826640"/>
            <a:ext cx="9090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Tür dönüşümü sırasında, büyük veri tipinden küçük veri tipine geçerken veri kaybı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Ondalık kısımlar silinebilir ve büyük değerlerde taşma meydana gelebilir.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" name="Rounded Rectangle 107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1" name="Rounded Rectangle 108"/>
          <p:cNvSpPr/>
          <p:nvPr/>
        </p:nvSpPr>
        <p:spPr>
          <a:xfrm>
            <a:off x="91440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Explicit (daraltma) casting sırasında oluşur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kesilir (yuvarlanmaz)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Küçük veri tipleri tüm değeri saklayamaz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Yanlış sonuçlara yol açabilir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Özellikle float → int dönüşümünde hassasiyet kaybı olur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2" name="Rounded Rectangle 109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3" name="Rounded Rectangle 110"/>
          <p:cNvSpPr/>
          <p:nvPr/>
        </p:nvSpPr>
        <p:spPr>
          <a:xfrm>
            <a:off x="4343400" y="3108960"/>
            <a:ext cx="3377160" cy="328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double (9.78)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(casting)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(123456.789)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(123456)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Ondalık kısım tamamen silinir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Yuvarlama yapılmaz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4" name="Rounded Rectangle 111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5" name="Rounded Rectangle 112"/>
          <p:cNvSpPr/>
          <p:nvPr/>
        </p:nvSpPr>
        <p:spPr>
          <a:xfrm>
            <a:off x="7955280" y="2971800"/>
            <a:ext cx="3926880" cy="3423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VeriKaybiOrnegi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deger = 9.78;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// Açık (explicit)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sonuc = (int) 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System.out.println("Orijinal değer: " + 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System.out.println("Dönüşüm sonrası: " + 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float buyukDeger = 123456.789f;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donusturulen = (int) buyukDeger;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System.out.println("Float değer: " + buyukDeger);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System.out.println("Int değer: " + donusturulen);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6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7" name="Rectangle 256"/>
          <p:cNvSpPr/>
          <p:nvPr/>
        </p:nvSpPr>
        <p:spPr>
          <a:xfrm>
            <a:off x="0" y="0"/>
            <a:ext cx="12182760" cy="68518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8" name="Rectangle 257"/>
          <p:cNvSpPr/>
          <p:nvPr/>
        </p:nvSpPr>
        <p:spPr>
          <a:xfrm>
            <a:off x="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89" name="Rectangle 258"/>
          <p:cNvSpPr/>
          <p:nvPr/>
        </p:nvSpPr>
        <p:spPr>
          <a:xfrm>
            <a:off x="914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0" name="Rectangle 259"/>
          <p:cNvSpPr/>
          <p:nvPr/>
        </p:nvSpPr>
        <p:spPr>
          <a:xfrm>
            <a:off x="1828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1" name="Rectangle 260"/>
          <p:cNvSpPr/>
          <p:nvPr/>
        </p:nvSpPr>
        <p:spPr>
          <a:xfrm>
            <a:off x="2743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2" name="Rectangle 261"/>
          <p:cNvSpPr/>
          <p:nvPr/>
        </p:nvSpPr>
        <p:spPr>
          <a:xfrm>
            <a:off x="3657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3" name="Rectangle 262"/>
          <p:cNvSpPr/>
          <p:nvPr/>
        </p:nvSpPr>
        <p:spPr>
          <a:xfrm>
            <a:off x="4572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4" name="Rectangle 263"/>
          <p:cNvSpPr/>
          <p:nvPr/>
        </p:nvSpPr>
        <p:spPr>
          <a:xfrm>
            <a:off x="5486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5" name="Rectangle 264"/>
          <p:cNvSpPr/>
          <p:nvPr/>
        </p:nvSpPr>
        <p:spPr>
          <a:xfrm>
            <a:off x="6400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6" name="Rectangle 265"/>
          <p:cNvSpPr/>
          <p:nvPr/>
        </p:nvSpPr>
        <p:spPr>
          <a:xfrm>
            <a:off x="7315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7" name="Rectangle 266"/>
          <p:cNvSpPr/>
          <p:nvPr/>
        </p:nvSpPr>
        <p:spPr>
          <a:xfrm>
            <a:off x="82296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8" name="Rectangle 267"/>
          <p:cNvSpPr/>
          <p:nvPr/>
        </p:nvSpPr>
        <p:spPr>
          <a:xfrm>
            <a:off x="91440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299" name="Rectangle 268"/>
          <p:cNvSpPr/>
          <p:nvPr/>
        </p:nvSpPr>
        <p:spPr>
          <a:xfrm>
            <a:off x="100584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0" name="Rectangle 269"/>
          <p:cNvSpPr/>
          <p:nvPr/>
        </p:nvSpPr>
        <p:spPr>
          <a:xfrm>
            <a:off x="109728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1" name="Rectangle 270"/>
          <p:cNvSpPr/>
          <p:nvPr/>
        </p:nvSpPr>
        <p:spPr>
          <a:xfrm>
            <a:off x="11887200" y="0"/>
            <a:ext cx="12240" cy="68518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2" name="Rectangle 271"/>
          <p:cNvSpPr/>
          <p:nvPr/>
        </p:nvSpPr>
        <p:spPr>
          <a:xfrm>
            <a:off x="0" y="0"/>
            <a:ext cx="313920" cy="68518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3" name="Rounded Rectangle 113"/>
          <p:cNvSpPr/>
          <p:nvPr/>
        </p:nvSpPr>
        <p:spPr>
          <a:xfrm>
            <a:off x="9875520" y="365760"/>
            <a:ext cx="2005560" cy="4968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4" name="TextBox 49"/>
          <p:cNvSpPr/>
          <p:nvPr/>
        </p:nvSpPr>
        <p:spPr>
          <a:xfrm>
            <a:off x="1611720" y="1005840"/>
            <a:ext cx="77464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İFADELERDE TÜR DÖNÜŞÜMÜ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5" name="TextBox 50"/>
          <p:cNvSpPr/>
          <p:nvPr/>
        </p:nvSpPr>
        <p:spPr>
          <a:xfrm>
            <a:off x="3744720" y="2194560"/>
            <a:ext cx="34812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Java'da otomatik tür dönüştürme.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6" name="Rounded Rectangle 114"/>
          <p:cNvSpPr/>
          <p:nvPr/>
        </p:nvSpPr>
        <p:spPr>
          <a:xfrm>
            <a:off x="98748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7" name="Rounded Rectangle 115"/>
          <p:cNvSpPr/>
          <p:nvPr/>
        </p:nvSpPr>
        <p:spPr>
          <a:xfrm>
            <a:off x="91440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ifadelerde küçük veri tiplerini yükseltir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İşlemler en büyük veri tipine göre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Çoğu durumda manuel dönüşüm gerekmez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byte, short → otomatik olarak int’e çevrilir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8" name="Rounded Rectangle 116"/>
          <p:cNvSpPr/>
          <p:nvPr/>
        </p:nvSpPr>
        <p:spPr>
          <a:xfrm>
            <a:off x="450792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09" name="Rounded Rectangle 117"/>
          <p:cNvSpPr/>
          <p:nvPr/>
        </p:nvSpPr>
        <p:spPr>
          <a:xfrm>
            <a:off x="4434840" y="310896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 → short → int → long → float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 + double →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float + long →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short + short →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Sonuç = en büyük veri tipi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0" name="Rounded Rectangle 118"/>
          <p:cNvSpPr/>
          <p:nvPr/>
        </p:nvSpPr>
        <p:spPr>
          <a:xfrm>
            <a:off x="8028360" y="3182040"/>
            <a:ext cx="3285720" cy="27370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1" name="Rounded Rectangle 119"/>
          <p:cNvSpPr/>
          <p:nvPr/>
        </p:nvSpPr>
        <p:spPr>
          <a:xfrm>
            <a:off x="7955280" y="2971800"/>
            <a:ext cx="3927240" cy="3195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b = 5.5;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result = a + b; // int → double (a otomatik olarak double’a çevrilir)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System.out.println(result);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x = 5;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byte y = 10;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x + y; // byte → int (byte'lar otomatik int'e yükseltilir)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2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3" name="Rectangle 272"/>
          <p:cNvSpPr/>
          <p:nvPr/>
        </p:nvSpPr>
        <p:spPr>
          <a:xfrm>
            <a:off x="0" y="0"/>
            <a:ext cx="12183480" cy="68526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4" name="Rectangle 273"/>
          <p:cNvSpPr/>
          <p:nvPr/>
        </p:nvSpPr>
        <p:spPr>
          <a:xfrm>
            <a:off x="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5" name="Rectangle 274"/>
          <p:cNvSpPr/>
          <p:nvPr/>
        </p:nvSpPr>
        <p:spPr>
          <a:xfrm>
            <a:off x="914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6" name="Rectangle 275"/>
          <p:cNvSpPr/>
          <p:nvPr/>
        </p:nvSpPr>
        <p:spPr>
          <a:xfrm>
            <a:off x="1828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7" name="Rectangle 276"/>
          <p:cNvSpPr/>
          <p:nvPr/>
        </p:nvSpPr>
        <p:spPr>
          <a:xfrm>
            <a:off x="2743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8" name="Rectangle 277"/>
          <p:cNvSpPr/>
          <p:nvPr/>
        </p:nvSpPr>
        <p:spPr>
          <a:xfrm>
            <a:off x="3657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19" name="Rectangle 278"/>
          <p:cNvSpPr/>
          <p:nvPr/>
        </p:nvSpPr>
        <p:spPr>
          <a:xfrm>
            <a:off x="4572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0" name="Rectangle 279"/>
          <p:cNvSpPr/>
          <p:nvPr/>
        </p:nvSpPr>
        <p:spPr>
          <a:xfrm>
            <a:off x="5486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1" name="Rectangle 280"/>
          <p:cNvSpPr/>
          <p:nvPr/>
        </p:nvSpPr>
        <p:spPr>
          <a:xfrm>
            <a:off x="6400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2" name="Rectangle 281"/>
          <p:cNvSpPr/>
          <p:nvPr/>
        </p:nvSpPr>
        <p:spPr>
          <a:xfrm>
            <a:off x="7315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3" name="Rectangle 282"/>
          <p:cNvSpPr/>
          <p:nvPr/>
        </p:nvSpPr>
        <p:spPr>
          <a:xfrm>
            <a:off x="82296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4" name="Rectangle 283"/>
          <p:cNvSpPr/>
          <p:nvPr/>
        </p:nvSpPr>
        <p:spPr>
          <a:xfrm>
            <a:off x="91440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5" name="Rectangle 284"/>
          <p:cNvSpPr/>
          <p:nvPr/>
        </p:nvSpPr>
        <p:spPr>
          <a:xfrm>
            <a:off x="100584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6" name="Rectangle 285"/>
          <p:cNvSpPr/>
          <p:nvPr/>
        </p:nvSpPr>
        <p:spPr>
          <a:xfrm>
            <a:off x="109728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7" name="Rectangle 286"/>
          <p:cNvSpPr/>
          <p:nvPr/>
        </p:nvSpPr>
        <p:spPr>
          <a:xfrm>
            <a:off x="11887200" y="0"/>
            <a:ext cx="12960" cy="68526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8" name="Rectangle 287"/>
          <p:cNvSpPr/>
          <p:nvPr/>
        </p:nvSpPr>
        <p:spPr>
          <a:xfrm>
            <a:off x="0" y="0"/>
            <a:ext cx="314640" cy="68526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29" name="Rounded Rectangle 120"/>
          <p:cNvSpPr/>
          <p:nvPr/>
        </p:nvSpPr>
        <p:spPr>
          <a:xfrm>
            <a:off x="9875520" y="365760"/>
            <a:ext cx="2006280" cy="4975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0" name="TextBox 52"/>
          <p:cNvSpPr/>
          <p:nvPr/>
        </p:nvSpPr>
        <p:spPr>
          <a:xfrm>
            <a:off x="2517120" y="1005840"/>
            <a:ext cx="5935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System – Giriş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1" name="TextBox 53"/>
          <p:cNvSpPr/>
          <p:nvPr/>
        </p:nvSpPr>
        <p:spPr>
          <a:xfrm>
            <a:off x="848160" y="2074680"/>
            <a:ext cx="94622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Java’nın farklı dillerdeki metinleri tüm platformlarda tutarlı bir şekilde temsil etmesini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sağlayan evrensel bir karakter kodlama standardıdır.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2" name="Rounded Rectangle 121"/>
          <p:cNvSpPr/>
          <p:nvPr/>
        </p:nvSpPr>
        <p:spPr>
          <a:xfrm>
            <a:off x="98748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3" name="Rounded Rectangle 122"/>
          <p:cNvSpPr/>
          <p:nvPr/>
        </p:nvSpPr>
        <p:spPr>
          <a:xfrm>
            <a:off x="914400" y="3108960"/>
            <a:ext cx="328644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Unicode, küresel bir karakter kümesidir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karakterin benzersiz bir kod noktası vardır (örn. \u0041)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ASCII ve ISO gibi eski kodlamaların yerini almıştır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Neredeyse tüm dünya dillerini destekler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Java, Unicode’u dahili olarak kullanır (UTF-16)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4" name="Rounded Rectangle 123"/>
          <p:cNvSpPr/>
          <p:nvPr/>
        </p:nvSpPr>
        <p:spPr>
          <a:xfrm>
            <a:off x="450792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5" name="Rounded Rectangle 124"/>
          <p:cNvSpPr/>
          <p:nvPr/>
        </p:nvSpPr>
        <p:spPr>
          <a:xfrm>
            <a:off x="4343400" y="3108960"/>
            <a:ext cx="3424680" cy="28303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(UTF-16) → Java’da Saklanır → 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6" name="Rounded Rectangle 125"/>
          <p:cNvSpPr/>
          <p:nvPr/>
        </p:nvSpPr>
        <p:spPr>
          <a:xfrm>
            <a:off x="8028360" y="3182040"/>
            <a:ext cx="3286440" cy="27378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37" name="Rounded Rectangle 126"/>
          <p:cNvSpPr/>
          <p:nvPr/>
        </p:nvSpPr>
        <p:spPr>
          <a:xfrm>
            <a:off x="7955280" y="3108960"/>
            <a:ext cx="3699000" cy="3287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ch = '\u0041'; // 'A' için Unicode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System.out.println(ch);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char symbol = '\u00AB'; // «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System.out.println(symbol);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8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39" name="" descr=""/>
          <p:cNvPicPr/>
          <p:nvPr/>
        </p:nvPicPr>
        <p:blipFill>
          <a:blip r:embed="rId1"/>
          <a:stretch/>
        </p:blipFill>
        <p:spPr>
          <a:xfrm>
            <a:off x="4434840" y="5029200"/>
            <a:ext cx="3261240" cy="681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0" name="Rectangle 288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1" name="Rectangle 289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2" name="Rectangle 290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3" name="Rectangle 291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4" name="Rectangle 292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5" name="Rectangle 293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6" name="Rectangle 294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7" name="Rectangle 295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8" name="Rectangle 296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49" name="Rectangle 297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0" name="Rectangle 298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1" name="Rectangle 299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2" name="Rectangle 300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3" name="Rectangle 301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4" name="Rectangle 302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5" name="Rectangle 303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56" name="Rounded Rectangle 127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7" name="TextBox 55"/>
          <p:cNvSpPr/>
          <p:nvPr/>
        </p:nvSpPr>
        <p:spPr>
          <a:xfrm>
            <a:off x="2827440" y="1005840"/>
            <a:ext cx="53172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Nasıl Çalışır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8" name="TextBox 56"/>
          <p:cNvSpPr/>
          <p:nvPr/>
        </p:nvSpPr>
        <p:spPr>
          <a:xfrm>
            <a:off x="2654280" y="1846080"/>
            <a:ext cx="56613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platform, dil veya programdan bağımsız olarak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karaktere benzersiz bir sayı (kod noktası) atar.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9" name="Rounded Rectangle 128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0" name="Rounded Rectangle 129"/>
          <p:cNvSpPr/>
          <p:nvPr/>
        </p:nvSpPr>
        <p:spPr>
          <a:xfrm>
            <a:off x="685800" y="3108960"/>
            <a:ext cx="35154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→ Kod Noktası (U+XXXX formatı)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 → U+0041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ç → U+00E7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😀 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U+1F600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evrenseldir → her yerde aynı anlam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Kodlama sistemleri (UTF-8, UTF-16, UTF-32) verinin nasıl saklanacağını belirler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1" name="Rounded Rectangle 130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2" name="Rounded Rectangle 131"/>
          <p:cNvSpPr/>
          <p:nvPr/>
        </p:nvSpPr>
        <p:spPr>
          <a:xfrm>
            <a:off x="4434840" y="310896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→ Kodlama → Binary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 → UTF-8 → 01000001 → Ekran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3" name="Rounded Rectangle 132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4" name="Rounded Rectangle 133"/>
          <p:cNvSpPr/>
          <p:nvPr/>
        </p:nvSpPr>
        <p:spPr>
          <a:xfrm>
            <a:off x="7955280" y="2514600"/>
            <a:ext cx="3927960" cy="3653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'A';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codePoint = letter;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Kod Noktası: U+" + Integer.toHexString(codePoint).toUpperCase());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Unicode escape kullanımı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char unicodeChar = '\u0041';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Escape: " + unicodeChar);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5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Rectangle 304"/>
          <p:cNvSpPr/>
          <p:nvPr/>
        </p:nvSpPr>
        <p:spPr>
          <a:xfrm>
            <a:off x="0" y="0"/>
            <a:ext cx="12183840" cy="68529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7" name="Rectangle 305"/>
          <p:cNvSpPr/>
          <p:nvPr/>
        </p:nvSpPr>
        <p:spPr>
          <a:xfrm>
            <a:off x="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8" name="Rectangle 306"/>
          <p:cNvSpPr/>
          <p:nvPr/>
        </p:nvSpPr>
        <p:spPr>
          <a:xfrm>
            <a:off x="914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69" name="Rectangle 307"/>
          <p:cNvSpPr/>
          <p:nvPr/>
        </p:nvSpPr>
        <p:spPr>
          <a:xfrm>
            <a:off x="1828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0" name="Rectangle 308"/>
          <p:cNvSpPr/>
          <p:nvPr/>
        </p:nvSpPr>
        <p:spPr>
          <a:xfrm>
            <a:off x="2743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1" name="Rectangle 309"/>
          <p:cNvSpPr/>
          <p:nvPr/>
        </p:nvSpPr>
        <p:spPr>
          <a:xfrm>
            <a:off x="3657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2" name="Rectangle 310"/>
          <p:cNvSpPr/>
          <p:nvPr/>
        </p:nvSpPr>
        <p:spPr>
          <a:xfrm>
            <a:off x="4572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3" name="Rectangle 311"/>
          <p:cNvSpPr/>
          <p:nvPr/>
        </p:nvSpPr>
        <p:spPr>
          <a:xfrm>
            <a:off x="5486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4" name="Rectangle 312"/>
          <p:cNvSpPr/>
          <p:nvPr/>
        </p:nvSpPr>
        <p:spPr>
          <a:xfrm>
            <a:off x="6400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5" name="Rectangle 313"/>
          <p:cNvSpPr/>
          <p:nvPr/>
        </p:nvSpPr>
        <p:spPr>
          <a:xfrm>
            <a:off x="7315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6" name="Rectangle 314"/>
          <p:cNvSpPr/>
          <p:nvPr/>
        </p:nvSpPr>
        <p:spPr>
          <a:xfrm>
            <a:off x="82296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7" name="Rectangle 315"/>
          <p:cNvSpPr/>
          <p:nvPr/>
        </p:nvSpPr>
        <p:spPr>
          <a:xfrm>
            <a:off x="91440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8" name="Rectangle 316"/>
          <p:cNvSpPr/>
          <p:nvPr/>
        </p:nvSpPr>
        <p:spPr>
          <a:xfrm>
            <a:off x="100584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79" name="Rectangle 317"/>
          <p:cNvSpPr/>
          <p:nvPr/>
        </p:nvSpPr>
        <p:spPr>
          <a:xfrm>
            <a:off x="109728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0" name="Rectangle 318"/>
          <p:cNvSpPr/>
          <p:nvPr/>
        </p:nvSpPr>
        <p:spPr>
          <a:xfrm>
            <a:off x="11887200" y="0"/>
            <a:ext cx="13320" cy="68529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1" name="Rectangle 319"/>
          <p:cNvSpPr/>
          <p:nvPr/>
        </p:nvSpPr>
        <p:spPr>
          <a:xfrm>
            <a:off x="0" y="0"/>
            <a:ext cx="315000" cy="68529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2" name="Rounded Rectangle 134"/>
          <p:cNvSpPr/>
          <p:nvPr/>
        </p:nvSpPr>
        <p:spPr>
          <a:xfrm>
            <a:off x="9875520" y="365760"/>
            <a:ext cx="2006640" cy="4978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3" name="TextBox 58"/>
          <p:cNvSpPr/>
          <p:nvPr/>
        </p:nvSpPr>
        <p:spPr>
          <a:xfrm>
            <a:off x="1562760" y="1005840"/>
            <a:ext cx="7846920" cy="72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2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Kodlama (UTF-8 / UTF-16)</a:t>
            </a:r>
            <a:endParaRPr b="0" lang="en-US" sz="4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4" name="TextBox 59"/>
          <p:cNvSpPr/>
          <p:nvPr/>
        </p:nvSpPr>
        <p:spPr>
          <a:xfrm>
            <a:off x="1442520" y="1846080"/>
            <a:ext cx="808632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 karakterleri saklamak için farklı encoding (kodlama) yöntemleri kullanılır.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5" name="Rounded Rectangle 135"/>
          <p:cNvSpPr/>
          <p:nvPr/>
        </p:nvSpPr>
        <p:spPr>
          <a:xfrm>
            <a:off x="98748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6" name="Rounded Rectangle 136"/>
          <p:cNvSpPr/>
          <p:nvPr/>
        </p:nvSpPr>
        <p:spPr>
          <a:xfrm>
            <a:off x="685800" y="3108960"/>
            <a:ext cx="351540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  <a:ea typeface="DejaVu Sans"/>
            </a:endParaRPr>
          </a:p>
        </p:txBody>
      </p:sp>
      <p:sp>
        <p:nvSpPr>
          <p:cNvPr id="1387" name="Rounded Rectangle 137"/>
          <p:cNvSpPr/>
          <p:nvPr/>
        </p:nvSpPr>
        <p:spPr>
          <a:xfrm>
            <a:off x="450792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88" name="Rounded Rectangle 138"/>
          <p:cNvSpPr/>
          <p:nvPr/>
        </p:nvSpPr>
        <p:spPr>
          <a:xfrm>
            <a:off x="4343400" y="2836080"/>
            <a:ext cx="3378240" cy="310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 (U+XXXX)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Encoding seçilir (UTF-8 / UTF-16)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Binary veriye çevrilir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'A' → U+0041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UTF-8 →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UTF-16 → 00000000 01000001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9" name="Rounded Rectangle 139"/>
          <p:cNvSpPr/>
          <p:nvPr/>
        </p:nvSpPr>
        <p:spPr>
          <a:xfrm>
            <a:off x="8028360" y="3182040"/>
            <a:ext cx="3286800" cy="27381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0" name="Rounded Rectangle 140"/>
          <p:cNvSpPr/>
          <p:nvPr/>
        </p:nvSpPr>
        <p:spPr>
          <a:xfrm>
            <a:off x="7955280" y="2514600"/>
            <a:ext cx="3927960" cy="388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EncodingExample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"A";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UTF-8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utf8Bytes = text.getBytes(java.nio.charset.StandardCharsets.UTF_8);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// UTF-16 byte dizisi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byte[] utf16Bytes = text.getBytes(java.nio.charset.StandardCharsets.UTF_16);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System.out.println("UTF-8:");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utf8Bytes)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System.out.println("\nUTF-16:");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for (byte b : utf16Bytes)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System.out.print(Integer.toBinaryString(b &amp; 0xFF) + "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1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392" name="" descr=""/>
          <p:cNvPicPr/>
          <p:nvPr/>
        </p:nvPicPr>
        <p:blipFill>
          <a:blip r:embed="rId1"/>
          <a:stretch/>
        </p:blipFill>
        <p:spPr>
          <a:xfrm>
            <a:off x="757440" y="3356280"/>
            <a:ext cx="3353760" cy="23551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Rectangle 1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4" name="Rectangle 2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5" name="Rectangle 3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6" name="Rectangle 4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7" name="Rectangle 5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8" name="Rectangle 6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399" name="Rectangle 7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0" name="Rectangle 8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1" name="Rectangle 9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2" name="Rectangle 10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3" name="Rectangle 11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4" name="Rectangle 12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5" name="Rectangle 13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6" name="Rectangle 14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7" name="Rectangle 15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8" name="Rectangle 320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09" name="Rounded Rectangle 141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0" name="TextBox 61"/>
          <p:cNvSpPr/>
          <p:nvPr/>
        </p:nvSpPr>
        <p:spPr>
          <a:xfrm>
            <a:off x="1040400" y="1005840"/>
            <a:ext cx="8889480" cy="6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0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Kaçış Dizileri (Escape Sequences)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1" name="TextBox 62"/>
          <p:cNvSpPr/>
          <p:nvPr/>
        </p:nvSpPr>
        <p:spPr>
          <a:xfrm>
            <a:off x="874440" y="2057400"/>
            <a:ext cx="9221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Unicode karakterler, doğrudan klavyede olmasa bile kaçış dizileri (escape sequences)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ile yazılabilir. Bu sayede tüm karakterler kod içinde güvenli şekilde temsil edilir.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2" name="Rounded Rectangle 142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3" name="Rounded Rectangle 143"/>
          <p:cNvSpPr/>
          <p:nvPr/>
        </p:nvSpPr>
        <p:spPr>
          <a:xfrm>
            <a:off x="685800" y="2971800"/>
            <a:ext cx="3516120" cy="3425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Unicode karakterler \uXXXX formatında yazılır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XXXX → hexadecimal (0–9, A–F) değerlerdir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Her Unicode karakterin benzersiz bir kod noktası vardır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Örnekler: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\u0041 → 'A'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\u00E7 → 'ç'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\u0131 → 'ı'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\u2665 → ♥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char tipi Unicode (UTF-16) kullanır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 sayede Türkçe ve tüm dünya karakterleri desteklenir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4" name="Rounded Rectangle 144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5" name="Rounded Rectangle 145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 → Unicode Kod Noktası (U+XXXX)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Escape Sequence (\uXXXX)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içinde char olarak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 akış: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'ç' → U+00E7 → \u00E7 → char → çıktı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6" name="Rounded Rectangle 146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17" name="Rounded Rectangle 147"/>
          <p:cNvSpPr/>
          <p:nvPr/>
        </p:nvSpPr>
        <p:spPr>
          <a:xfrm>
            <a:off x="7955280" y="3108960"/>
            <a:ext cx="3471480" cy="283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UnicodeEscapeExample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a = '\u0041';   // 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c = '\u00E7';   // 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dotlessI = '\u0131'; // ı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char heart = '\u2665'; // ♥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System.out.println(a);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System.out.println(dotlessI);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System.out.println(heart);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9" name="Rectangle 321"/>
          <p:cNvSpPr/>
          <p:nvPr/>
        </p:nvSpPr>
        <p:spPr>
          <a:xfrm>
            <a:off x="0" y="0"/>
            <a:ext cx="12184920" cy="68540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0" name="Rectangle 322"/>
          <p:cNvSpPr/>
          <p:nvPr/>
        </p:nvSpPr>
        <p:spPr>
          <a:xfrm>
            <a:off x="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1" name="Rectangle 323"/>
          <p:cNvSpPr/>
          <p:nvPr/>
        </p:nvSpPr>
        <p:spPr>
          <a:xfrm>
            <a:off x="914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2" name="Rectangle 324"/>
          <p:cNvSpPr/>
          <p:nvPr/>
        </p:nvSpPr>
        <p:spPr>
          <a:xfrm>
            <a:off x="1828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3" name="Rectangle 325"/>
          <p:cNvSpPr/>
          <p:nvPr/>
        </p:nvSpPr>
        <p:spPr>
          <a:xfrm>
            <a:off x="2743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4" name="Rectangle 326"/>
          <p:cNvSpPr/>
          <p:nvPr/>
        </p:nvSpPr>
        <p:spPr>
          <a:xfrm>
            <a:off x="3657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5" name="Rectangle 327"/>
          <p:cNvSpPr/>
          <p:nvPr/>
        </p:nvSpPr>
        <p:spPr>
          <a:xfrm>
            <a:off x="4572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6" name="Rectangle 328"/>
          <p:cNvSpPr/>
          <p:nvPr/>
        </p:nvSpPr>
        <p:spPr>
          <a:xfrm>
            <a:off x="5486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7" name="Rectangle 329"/>
          <p:cNvSpPr/>
          <p:nvPr/>
        </p:nvSpPr>
        <p:spPr>
          <a:xfrm>
            <a:off x="6400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8" name="Rectangle 330"/>
          <p:cNvSpPr/>
          <p:nvPr/>
        </p:nvSpPr>
        <p:spPr>
          <a:xfrm>
            <a:off x="7315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29" name="Rectangle 331"/>
          <p:cNvSpPr/>
          <p:nvPr/>
        </p:nvSpPr>
        <p:spPr>
          <a:xfrm>
            <a:off x="82296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0" name="Rectangle 332"/>
          <p:cNvSpPr/>
          <p:nvPr/>
        </p:nvSpPr>
        <p:spPr>
          <a:xfrm>
            <a:off x="91440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1" name="Rectangle 333"/>
          <p:cNvSpPr/>
          <p:nvPr/>
        </p:nvSpPr>
        <p:spPr>
          <a:xfrm>
            <a:off x="100584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2" name="Rectangle 334"/>
          <p:cNvSpPr/>
          <p:nvPr/>
        </p:nvSpPr>
        <p:spPr>
          <a:xfrm>
            <a:off x="109728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3" name="Rectangle 335"/>
          <p:cNvSpPr/>
          <p:nvPr/>
        </p:nvSpPr>
        <p:spPr>
          <a:xfrm>
            <a:off x="11887200" y="0"/>
            <a:ext cx="14400" cy="68540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4" name="Rectangle 336"/>
          <p:cNvSpPr/>
          <p:nvPr/>
        </p:nvSpPr>
        <p:spPr>
          <a:xfrm>
            <a:off x="0" y="0"/>
            <a:ext cx="316080" cy="68540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5" name="Rounded Rectangle 148"/>
          <p:cNvSpPr/>
          <p:nvPr/>
        </p:nvSpPr>
        <p:spPr>
          <a:xfrm>
            <a:off x="9875520" y="365760"/>
            <a:ext cx="2007720" cy="4989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6" name="TextBox 64"/>
          <p:cNvSpPr/>
          <p:nvPr/>
        </p:nvSpPr>
        <p:spPr>
          <a:xfrm>
            <a:off x="1591920" y="1005840"/>
            <a:ext cx="77875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Unicode ve String Yapısı (Java)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7" name="TextBox 65"/>
          <p:cNvSpPr/>
          <p:nvPr/>
        </p:nvSpPr>
        <p:spPr>
          <a:xfrm>
            <a:off x="2683440" y="2194560"/>
            <a:ext cx="56034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metinler (String) aslında Unicode karakter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dizileridir ve her karakter UTF-16 tabanlı olarak saklanır.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8" name="Rounded Rectangle 149"/>
          <p:cNvSpPr/>
          <p:nvPr/>
        </p:nvSpPr>
        <p:spPr>
          <a:xfrm>
            <a:off x="98748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39" name="Rounded Rectangle 150"/>
          <p:cNvSpPr/>
          <p:nvPr/>
        </p:nvSpPr>
        <p:spPr>
          <a:xfrm>
            <a:off x="914400" y="310896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Temel Bilgiler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String → birden fazla char’ın birleşimidir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String iç yapısı Unicode (UTF-16) kullanır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Her karakter = Unicode kod noktası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length() → karakter sayısı değil, char sayısını verir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Emoji gibi karakterler 2 char olabilir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0" name="Rounded Rectangle 151"/>
          <p:cNvSpPr/>
          <p:nvPr/>
        </p:nvSpPr>
        <p:spPr>
          <a:xfrm>
            <a:off x="450792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1" name="Rounded Rectangle 152"/>
          <p:cNvSpPr/>
          <p:nvPr/>
        </p:nvSpPr>
        <p:spPr>
          <a:xfrm>
            <a:off x="4434840" y="2971800"/>
            <a:ext cx="328788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Akış (Flow)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Metin (String)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karakterler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UTF-16 kodlama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char dizisi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Bellekte saklanır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→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Ekrana yazdırılır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Örnek: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"Hi 😊" → H + i + (2 char emoji) → length = 4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2" name="Rounded Rectangle 153"/>
          <p:cNvSpPr/>
          <p:nvPr/>
        </p:nvSpPr>
        <p:spPr>
          <a:xfrm>
            <a:off x="8028360" y="3182040"/>
            <a:ext cx="3287880" cy="27392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3" name="Rounded Rectangle 154"/>
          <p:cNvSpPr/>
          <p:nvPr/>
        </p:nvSpPr>
        <p:spPr>
          <a:xfrm>
            <a:off x="7955280" y="2743200"/>
            <a:ext cx="3700440" cy="3654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StringUnicodeExample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"Hi 😊";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System.out.println("Length: " + text.length());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for (int i = 0; i &lt; text.length(); i++)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System.out.println(text.charAt(i));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4" name="TextBox 6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5" name="Rectangle 337"/>
          <p:cNvSpPr/>
          <p:nvPr/>
        </p:nvSpPr>
        <p:spPr>
          <a:xfrm>
            <a:off x="0" y="0"/>
            <a:ext cx="12185640" cy="68547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6" name="Rectangle 338"/>
          <p:cNvSpPr/>
          <p:nvPr/>
        </p:nvSpPr>
        <p:spPr>
          <a:xfrm>
            <a:off x="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7" name="Rectangle 339"/>
          <p:cNvSpPr/>
          <p:nvPr/>
        </p:nvSpPr>
        <p:spPr>
          <a:xfrm>
            <a:off x="914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8" name="Rectangle 340"/>
          <p:cNvSpPr/>
          <p:nvPr/>
        </p:nvSpPr>
        <p:spPr>
          <a:xfrm>
            <a:off x="1828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49" name="Rectangle 341"/>
          <p:cNvSpPr/>
          <p:nvPr/>
        </p:nvSpPr>
        <p:spPr>
          <a:xfrm>
            <a:off x="2743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0" name="Rectangle 342"/>
          <p:cNvSpPr/>
          <p:nvPr/>
        </p:nvSpPr>
        <p:spPr>
          <a:xfrm>
            <a:off x="3657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1" name="Rectangle 343"/>
          <p:cNvSpPr/>
          <p:nvPr/>
        </p:nvSpPr>
        <p:spPr>
          <a:xfrm>
            <a:off x="4572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2" name="Rectangle 344"/>
          <p:cNvSpPr/>
          <p:nvPr/>
        </p:nvSpPr>
        <p:spPr>
          <a:xfrm>
            <a:off x="5486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3" name="Rectangle 345"/>
          <p:cNvSpPr/>
          <p:nvPr/>
        </p:nvSpPr>
        <p:spPr>
          <a:xfrm>
            <a:off x="6400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4" name="Rectangle 346"/>
          <p:cNvSpPr/>
          <p:nvPr/>
        </p:nvSpPr>
        <p:spPr>
          <a:xfrm>
            <a:off x="7315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5" name="Rectangle 347"/>
          <p:cNvSpPr/>
          <p:nvPr/>
        </p:nvSpPr>
        <p:spPr>
          <a:xfrm>
            <a:off x="82296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6" name="Rectangle 348"/>
          <p:cNvSpPr/>
          <p:nvPr/>
        </p:nvSpPr>
        <p:spPr>
          <a:xfrm>
            <a:off x="91440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7" name="Rectangle 349"/>
          <p:cNvSpPr/>
          <p:nvPr/>
        </p:nvSpPr>
        <p:spPr>
          <a:xfrm>
            <a:off x="100584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8" name="Rectangle 350"/>
          <p:cNvSpPr/>
          <p:nvPr/>
        </p:nvSpPr>
        <p:spPr>
          <a:xfrm>
            <a:off x="109728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59" name="Rectangle 351"/>
          <p:cNvSpPr/>
          <p:nvPr/>
        </p:nvSpPr>
        <p:spPr>
          <a:xfrm>
            <a:off x="11887200" y="0"/>
            <a:ext cx="15120" cy="68547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0" name="Rectangle 352"/>
          <p:cNvSpPr/>
          <p:nvPr/>
        </p:nvSpPr>
        <p:spPr>
          <a:xfrm>
            <a:off x="0" y="0"/>
            <a:ext cx="316800" cy="68547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1" name="Rounded Rectangle 155"/>
          <p:cNvSpPr/>
          <p:nvPr/>
        </p:nvSpPr>
        <p:spPr>
          <a:xfrm>
            <a:off x="9875520" y="365760"/>
            <a:ext cx="2008440" cy="4996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2" name="TextBox 67"/>
          <p:cNvSpPr/>
          <p:nvPr/>
        </p:nvSpPr>
        <p:spPr>
          <a:xfrm>
            <a:off x="1061640" y="1005840"/>
            <a:ext cx="8848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Java'da Unicode – Son Genel Bakış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3" name="TextBox 68"/>
          <p:cNvSpPr/>
          <p:nvPr/>
        </p:nvSpPr>
        <p:spPr>
          <a:xfrm>
            <a:off x="1433160" y="2057400"/>
            <a:ext cx="81043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Unicode, Java’da metinleri evrensel ve standart bir biçimde temsil etmeyi sağlar.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Böylece farklı dillerdeki karakterler tek bir sistem içinde güvenli şekilde işlenebilir.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4" name="Rounded Rectangle 156"/>
          <p:cNvSpPr/>
          <p:nvPr/>
        </p:nvSpPr>
        <p:spPr>
          <a:xfrm>
            <a:off x="98748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5" name="Rounded Rectangle 157"/>
          <p:cNvSpPr/>
          <p:nvPr/>
        </p:nvSpPr>
        <p:spPr>
          <a:xfrm>
            <a:off x="91440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Java, karakterleri işlerken Unicode standardını temel alır. char veri tipi 16 bitlik yapısıyla UTF-16 mantığında çalışır ve birçok karakteri doğrudan temsil eder. Bu yapı sayesinde Java, yalnızca İngilizce karakterlerle değil; Türkçe, Arapça, Çince ve daha birçok dildeki sembollerle de uyumlu çalışabilir. Unicode desteği, çok dilli yazılım geliştirmede büyük önem taşır.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6" name="Rounded Rectangle 158"/>
          <p:cNvSpPr/>
          <p:nvPr/>
        </p:nvSpPr>
        <p:spPr>
          <a:xfrm>
            <a:off x="450792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7" name="Rounded Rectangle 159"/>
          <p:cNvSpPr/>
          <p:nvPr/>
        </p:nvSpPr>
        <p:spPr>
          <a:xfrm>
            <a:off x="4434840" y="310896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Karakter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Kod Noktası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UTF Kodlaması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Java'da Saklanır ve İşlenir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8" name="Rounded Rectangle 160"/>
          <p:cNvSpPr/>
          <p:nvPr/>
        </p:nvSpPr>
        <p:spPr>
          <a:xfrm>
            <a:off x="8028360" y="3182040"/>
            <a:ext cx="3288600" cy="27399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69" name="Rounded Rectangle 161"/>
          <p:cNvSpPr/>
          <p:nvPr/>
        </p:nvSpPr>
        <p:spPr>
          <a:xfrm>
            <a:off x="7955280" y="3108960"/>
            <a:ext cx="3701160" cy="30610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UnicodeSummary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char letter = 'Ç';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System.out.println("Karakter: " +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System.out.println("Unicode Degeri: " + (int) letter);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0" name="TextBox 6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Rectangle 353"/>
          <p:cNvSpPr/>
          <p:nvPr/>
        </p:nvSpPr>
        <p:spPr>
          <a:xfrm>
            <a:off x="0" y="0"/>
            <a:ext cx="12186000" cy="68551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2" name="Rectangle 354"/>
          <p:cNvSpPr/>
          <p:nvPr/>
        </p:nvSpPr>
        <p:spPr>
          <a:xfrm>
            <a:off x="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3" name="Rectangle 355"/>
          <p:cNvSpPr/>
          <p:nvPr/>
        </p:nvSpPr>
        <p:spPr>
          <a:xfrm>
            <a:off x="914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4" name="Rectangle 356"/>
          <p:cNvSpPr/>
          <p:nvPr/>
        </p:nvSpPr>
        <p:spPr>
          <a:xfrm>
            <a:off x="1828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5" name="Rectangle 357"/>
          <p:cNvSpPr/>
          <p:nvPr/>
        </p:nvSpPr>
        <p:spPr>
          <a:xfrm>
            <a:off x="2743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6" name="Rectangle 358"/>
          <p:cNvSpPr/>
          <p:nvPr/>
        </p:nvSpPr>
        <p:spPr>
          <a:xfrm>
            <a:off x="3657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7" name="Rectangle 359"/>
          <p:cNvSpPr/>
          <p:nvPr/>
        </p:nvSpPr>
        <p:spPr>
          <a:xfrm>
            <a:off x="4572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8" name="Rectangle 360"/>
          <p:cNvSpPr/>
          <p:nvPr/>
        </p:nvSpPr>
        <p:spPr>
          <a:xfrm>
            <a:off x="5486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79" name="Rectangle 361"/>
          <p:cNvSpPr/>
          <p:nvPr/>
        </p:nvSpPr>
        <p:spPr>
          <a:xfrm>
            <a:off x="6400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0" name="Rectangle 362"/>
          <p:cNvSpPr/>
          <p:nvPr/>
        </p:nvSpPr>
        <p:spPr>
          <a:xfrm>
            <a:off x="7315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1" name="Rectangle 363"/>
          <p:cNvSpPr/>
          <p:nvPr/>
        </p:nvSpPr>
        <p:spPr>
          <a:xfrm>
            <a:off x="82296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2" name="Rectangle 364"/>
          <p:cNvSpPr/>
          <p:nvPr/>
        </p:nvSpPr>
        <p:spPr>
          <a:xfrm>
            <a:off x="91440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3" name="Rectangle 365"/>
          <p:cNvSpPr/>
          <p:nvPr/>
        </p:nvSpPr>
        <p:spPr>
          <a:xfrm>
            <a:off x="100584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4" name="Rectangle 366"/>
          <p:cNvSpPr/>
          <p:nvPr/>
        </p:nvSpPr>
        <p:spPr>
          <a:xfrm>
            <a:off x="109728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5" name="Rectangle 367"/>
          <p:cNvSpPr/>
          <p:nvPr/>
        </p:nvSpPr>
        <p:spPr>
          <a:xfrm>
            <a:off x="11887200" y="0"/>
            <a:ext cx="15480" cy="68551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6" name="Rectangle 368"/>
          <p:cNvSpPr/>
          <p:nvPr/>
        </p:nvSpPr>
        <p:spPr>
          <a:xfrm>
            <a:off x="0" y="0"/>
            <a:ext cx="317160" cy="68551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87" name="Rounded Rectangle 162"/>
          <p:cNvSpPr/>
          <p:nvPr/>
        </p:nvSpPr>
        <p:spPr>
          <a:xfrm>
            <a:off x="9875520" y="365760"/>
            <a:ext cx="2008800" cy="5000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8" name="TextBox 70"/>
          <p:cNvSpPr/>
          <p:nvPr/>
        </p:nvSpPr>
        <p:spPr>
          <a:xfrm>
            <a:off x="968040" y="1005840"/>
            <a:ext cx="9035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User Input (Kullanıcıdan Veri Alma)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9" name="TextBox 71"/>
          <p:cNvSpPr/>
          <p:nvPr/>
        </p:nvSpPr>
        <p:spPr>
          <a:xfrm>
            <a:off x="1554840" y="2057400"/>
            <a:ext cx="7860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kullanıcıdan veri almak için genellikle Scanner sınıfı kullanılır.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sınıf, klavyeden girilen verileri okuyarak program içinde kullanmamızı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0" name="Rounded Rectangle 163"/>
          <p:cNvSpPr/>
          <p:nvPr/>
        </p:nvSpPr>
        <p:spPr>
          <a:xfrm>
            <a:off x="98748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1" name="Rounded Rectangle 164"/>
          <p:cNvSpPr/>
          <p:nvPr/>
        </p:nvSpPr>
        <p:spPr>
          <a:xfrm>
            <a:off x="685800" y="3108960"/>
            <a:ext cx="351756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kullanmak için import gerekir: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import java.util.Scanner;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oluşturma: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input = new Scanner(System.in);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Java’da kullanıcıdan veri almak için: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System.in → klavye girişini temsil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bu girişi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Farklı veri tipleri için farklı metodlar vardır: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2" name="Rounded Rectangle 165"/>
          <p:cNvSpPr/>
          <p:nvPr/>
        </p:nvSpPr>
        <p:spPr>
          <a:xfrm>
            <a:off x="450792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3" name="Rounded Rectangle 166"/>
          <p:cNvSpPr/>
          <p:nvPr/>
        </p:nvSpPr>
        <p:spPr>
          <a:xfrm>
            <a:off x="4434840" y="2971800"/>
            <a:ext cx="333576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Scanner veriyi okur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değişkene atanır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4" name="Rounded Rectangle 167"/>
          <p:cNvSpPr/>
          <p:nvPr/>
        </p:nvSpPr>
        <p:spPr>
          <a:xfrm>
            <a:off x="8028360" y="3182040"/>
            <a:ext cx="3288960" cy="27403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5" name="Rounded Rectangle 168"/>
          <p:cNvSpPr/>
          <p:nvPr/>
        </p:nvSpPr>
        <p:spPr>
          <a:xfrm>
            <a:off x="7955280" y="3108960"/>
            <a:ext cx="3701520" cy="329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UserInputExample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input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 = input.nextLine();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input.nextInt();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name + ", yaşınız: " + age);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input.close();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6" name="TextBox 7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7" name="Rectangle 369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8" name="Rectangle 370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499" name="Rectangle 371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0" name="Rectangle 372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1" name="Rectangle 373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2" name="Rectangle 374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3" name="Rectangle 375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4" name="Rectangle 376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5" name="Rectangle 377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6" name="Rectangle 378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7" name="Rectangle 379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8" name="Rectangle 380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09" name="Rectangle 381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0" name="Rectangle 382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1" name="Rectangle 383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2" name="Rectangle 384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3" name="Rounded Rectangle 169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4" name="TextBox 73"/>
          <p:cNvSpPr/>
          <p:nvPr/>
        </p:nvSpPr>
        <p:spPr>
          <a:xfrm>
            <a:off x="1784160" y="1005840"/>
            <a:ext cx="7403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Girdi Türleri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5" name="TextBox 74"/>
          <p:cNvSpPr/>
          <p:nvPr/>
        </p:nvSpPr>
        <p:spPr>
          <a:xfrm>
            <a:off x="1576080" y="1932480"/>
            <a:ext cx="79034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sınıfı, kullanıcıdan farklı veri türlerini okumak için farklı metotlar sağlar.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Örneğin; tam sayılar, ondalıklı sayılar ve metinler.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Her metot belirli bir veri türü için tasarlanmıştır.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6" name="Rounded Rectangle 170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7" name="Rounded Rectangle 171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reads an integer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nextFloat() reads a floating-point value.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reads an entire line of text.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These methods help Java programs accept user data in the correct format.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8" name="Rounded Rectangle 172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19" name="Rounded Rectangle 173"/>
          <p:cNvSpPr/>
          <p:nvPr/>
        </p:nvSpPr>
        <p:spPr>
          <a:xfrm>
            <a:off x="4434840" y="3108960"/>
            <a:ext cx="3289320" cy="3290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nesnesi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belirli bir türde veri ister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veri girer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Uygun Scanner metodu değeri okur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Değer bir değişkene atanır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bu veriyle çalışmaya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0" name="Rounded Rectangle 174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1" name="Rounded Rectangle 175"/>
          <p:cNvSpPr/>
          <p:nvPr/>
        </p:nvSpPr>
        <p:spPr>
          <a:xfrm>
            <a:off x="7955280" y="2971800"/>
            <a:ext cx="3701880" cy="34275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InputTypesExample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tam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number = sc.nextInt();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ondalıklı sayı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float decimal = sc.nextFloat();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 metin girin: ");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text = sc.nextLine();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System.out.println("Tam sayı: " + number);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System.out.println("Ondalıklı sayı: " + decimal);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System.out.println("Metin: " + text);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2" name="TextBox 7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3" name="Rectangle 385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4" name="Rectangle 386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5" name="Rectangle 387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6" name="Rectangle 388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7" name="Rectangle 389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8" name="Rectangle 390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29" name="Rectangle 391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0" name="Rectangle 392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1" name="Rectangle 393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2" name="Rectangle 394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3" name="Rectangle 395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4" name="Rectangle 396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5" name="Rectangle 397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6" name="Rectangle 398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7" name="Rectangle 399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8" name="Rectangle 400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39" name="Rounded Rectangle 176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0" name="TextBox 76"/>
          <p:cNvSpPr/>
          <p:nvPr/>
        </p:nvSpPr>
        <p:spPr>
          <a:xfrm>
            <a:off x="1631520" y="914400"/>
            <a:ext cx="7542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Java’da Kullanıcı Girişi Örneği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1" name="TextBox 77"/>
          <p:cNvSpPr/>
          <p:nvPr/>
        </p:nvSpPr>
        <p:spPr>
          <a:xfrm>
            <a:off x="2122560" y="1735200"/>
            <a:ext cx="708624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kullanıcı girdisine yaygın bir örnek, klavyeden sayıları okumak,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verileri işlemek ve sonucu ekrana yazdırmaktır.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Scanner sınıfı ile bu işlem basit ve düzenli bir şekilde gerçekleştirilebilir.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2" name="Rounded Rectangle 177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3" name="Rounded Rectangle 178"/>
          <p:cNvSpPr/>
          <p:nvPr/>
        </p:nvSpPr>
        <p:spPr>
          <a:xfrm>
            <a:off x="91440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İlk olarak java.util.Scanner import edilir.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Daha sonra System.in ile bir Scanner nesnesi oluşturulur.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gibi metotlarla veriler okunur.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Okunan veriler işlenir (örneğin toplama işlemi yapılır).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4" name="Rounded Rectangle 179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5" name="Rounded Rectangle 180"/>
          <p:cNvSpPr/>
          <p:nvPr/>
        </p:nvSpPr>
        <p:spPr>
          <a:xfrm>
            <a:off x="4434840" y="2971800"/>
            <a:ext cx="3289320" cy="3473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import edilir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sc = new Scanner(System.in);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İlk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İkinci sayı nextInt() ile okunur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Toplama işlemi yapılır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Sonuç ekrana yazdırılır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6" name="Rounded Rectangle 181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47" name="Rounded Rectangle 182"/>
          <p:cNvSpPr/>
          <p:nvPr/>
        </p:nvSpPr>
        <p:spPr>
          <a:xfrm>
            <a:off x="7955280" y="2786760"/>
            <a:ext cx="3701880" cy="3612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AddTwoNumbers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System.out.print("Birinci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num1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System.out.print("İkinci sayıyı girin: ");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num2 = sc.nextInt();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num1 + num2;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System.out.println("İki sayının toplamı: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8" name="TextBox 7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Rectangle 401"/>
          <p:cNvSpPr/>
          <p:nvPr/>
        </p:nvSpPr>
        <p:spPr>
          <a:xfrm>
            <a:off x="0" y="0"/>
            <a:ext cx="12186720" cy="68558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0" name="Rectangle 402"/>
          <p:cNvSpPr/>
          <p:nvPr/>
        </p:nvSpPr>
        <p:spPr>
          <a:xfrm>
            <a:off x="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1" name="Rectangle 403"/>
          <p:cNvSpPr/>
          <p:nvPr/>
        </p:nvSpPr>
        <p:spPr>
          <a:xfrm>
            <a:off x="914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2" name="Rectangle 404"/>
          <p:cNvSpPr/>
          <p:nvPr/>
        </p:nvSpPr>
        <p:spPr>
          <a:xfrm>
            <a:off x="1828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3" name="Rectangle 405"/>
          <p:cNvSpPr/>
          <p:nvPr/>
        </p:nvSpPr>
        <p:spPr>
          <a:xfrm>
            <a:off x="2743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4" name="Rectangle 406"/>
          <p:cNvSpPr/>
          <p:nvPr/>
        </p:nvSpPr>
        <p:spPr>
          <a:xfrm>
            <a:off x="3657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5" name="Rectangle 407"/>
          <p:cNvSpPr/>
          <p:nvPr/>
        </p:nvSpPr>
        <p:spPr>
          <a:xfrm>
            <a:off x="4572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6" name="Rectangle 408"/>
          <p:cNvSpPr/>
          <p:nvPr/>
        </p:nvSpPr>
        <p:spPr>
          <a:xfrm>
            <a:off x="5486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7" name="Rectangle 409"/>
          <p:cNvSpPr/>
          <p:nvPr/>
        </p:nvSpPr>
        <p:spPr>
          <a:xfrm>
            <a:off x="6400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8" name="Rectangle 410"/>
          <p:cNvSpPr/>
          <p:nvPr/>
        </p:nvSpPr>
        <p:spPr>
          <a:xfrm>
            <a:off x="7315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59" name="Rectangle 411"/>
          <p:cNvSpPr/>
          <p:nvPr/>
        </p:nvSpPr>
        <p:spPr>
          <a:xfrm>
            <a:off x="82296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0" name="Rectangle 412"/>
          <p:cNvSpPr/>
          <p:nvPr/>
        </p:nvSpPr>
        <p:spPr>
          <a:xfrm>
            <a:off x="91440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1" name="Rectangle 413"/>
          <p:cNvSpPr/>
          <p:nvPr/>
        </p:nvSpPr>
        <p:spPr>
          <a:xfrm>
            <a:off x="100584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2" name="Rectangle 414"/>
          <p:cNvSpPr/>
          <p:nvPr/>
        </p:nvSpPr>
        <p:spPr>
          <a:xfrm>
            <a:off x="109728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3" name="Rectangle 415"/>
          <p:cNvSpPr/>
          <p:nvPr/>
        </p:nvSpPr>
        <p:spPr>
          <a:xfrm>
            <a:off x="11887200" y="0"/>
            <a:ext cx="16200" cy="68558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4" name="Rectangle 416"/>
          <p:cNvSpPr/>
          <p:nvPr/>
        </p:nvSpPr>
        <p:spPr>
          <a:xfrm>
            <a:off x="0" y="0"/>
            <a:ext cx="317880" cy="68558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5" name="Rounded Rectangle 183"/>
          <p:cNvSpPr/>
          <p:nvPr/>
        </p:nvSpPr>
        <p:spPr>
          <a:xfrm>
            <a:off x="9875520" y="365760"/>
            <a:ext cx="2009520" cy="5007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6" name="TextBox 79"/>
          <p:cNvSpPr/>
          <p:nvPr/>
        </p:nvSpPr>
        <p:spPr>
          <a:xfrm>
            <a:off x="2133000" y="1005840"/>
            <a:ext cx="67053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Scanner’da Yaygın Hatalar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7" name="TextBox 80"/>
          <p:cNvSpPr/>
          <p:nvPr/>
        </p:nvSpPr>
        <p:spPr>
          <a:xfrm>
            <a:off x="2514240" y="2033640"/>
            <a:ext cx="5942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Java’da Scanner kullanırken özellikle nextInt() ve nextLine()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birlikte kullanıldığında beklenmeyen hatalar oluşabilir.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8" name="Rounded Rectangle 184"/>
          <p:cNvSpPr/>
          <p:nvPr/>
        </p:nvSpPr>
        <p:spPr>
          <a:xfrm>
            <a:off x="98748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69" name="Rounded Rectangle 185"/>
          <p:cNvSpPr/>
          <p:nvPr/>
        </p:nvSpPr>
        <p:spPr>
          <a:xfrm>
            <a:off x="914400" y="310896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nextInt() sadece sayıyı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Enter (newline) karakteri buffer’da kalır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Sonraki nextLine() bu boşluğu direkt okur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alınmadan boş string dönebilir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Bu durum çok sık yapılan bir hatadır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Çözüm: nextLine() öncesinde buffer temizlenmelidir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0" name="Rounded Rectangle 186"/>
          <p:cNvSpPr/>
          <p:nvPr/>
        </p:nvSpPr>
        <p:spPr>
          <a:xfrm>
            <a:off x="450792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1" name="Rounded Rectangle 187"/>
          <p:cNvSpPr/>
          <p:nvPr/>
        </p:nvSpPr>
        <p:spPr>
          <a:xfrm>
            <a:off x="4434840" y="3108960"/>
            <a:ext cx="3289680" cy="3290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sayı alınır (nextInt())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Enter karakteri buffer’da kalır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nextLine() çağrılır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Boş veri okunur (hata oluşur)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Buffer temizlenirse problem çözülür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doğru şekilde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2" name="Rounded Rectangle 188"/>
          <p:cNvSpPr/>
          <p:nvPr/>
        </p:nvSpPr>
        <p:spPr>
          <a:xfrm>
            <a:off x="8028360" y="3182040"/>
            <a:ext cx="3289680" cy="27410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3" name="Rounded Rectangle 189"/>
          <p:cNvSpPr/>
          <p:nvPr/>
        </p:nvSpPr>
        <p:spPr>
          <a:xfrm>
            <a:off x="8001000" y="2971800"/>
            <a:ext cx="3656520" cy="3427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ScannerHataOrnegi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yas = sc.nextInt();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sc.nextLine(); // buffer temizleme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System.out.print("Adınızı girin: 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ad = sc.nextLine();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System.out.println("Merhaba " + ad + ", yaşınız: " + yas);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4" name="TextBox 8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5" name="Rectangle 417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6" name="Rectangle 418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7" name="Rectangle 419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8" name="Rectangle 420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79" name="Rectangle 421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0" name="Rectangle 422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1" name="Rectangle 423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2" name="Rectangle 424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3" name="Rectangle 425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4" name="Rectangle 426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5" name="Rectangle 427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6" name="Rectangle 428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7" name="Rectangle 429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8" name="Rectangle 430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89" name="Rectangle 431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0" name="Rectangle 432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1" name="Rounded Rectangle 190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2" name="TextBox 82"/>
          <p:cNvSpPr/>
          <p:nvPr/>
        </p:nvSpPr>
        <p:spPr>
          <a:xfrm>
            <a:off x="1239840" y="1005840"/>
            <a:ext cx="84909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Kullanıcı Girişi Doğrulama (Input Validation)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3" name="TextBox 83"/>
          <p:cNvSpPr/>
          <p:nvPr/>
        </p:nvSpPr>
        <p:spPr>
          <a:xfrm>
            <a:off x="1846080" y="1846080"/>
            <a:ext cx="734364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Kullanıcıdan alınan verilerin doğru formatta olup olmadığını kontrol etme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işlemine input validation denir. Bu sayede hatalı girişler engellenir.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4" name="Rounded Rectangle 191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5" name="Rounded Rectangle 192"/>
          <p:cNvSpPr/>
          <p:nvPr/>
        </p:nvSpPr>
        <p:spPr>
          <a:xfrm>
            <a:off x="91440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her zaman doğru veri girmez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çökmesini önlemek gerekir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hasNextInt() gibi metotlarla kontrol yapılır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Geçersiz veri girilirse tekrar istenir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Bu yöntem kullanıcı deneyimini artırır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6" name="Rounded Rectangle 193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7" name="Rounded Rectangle 194"/>
          <p:cNvSpPr/>
          <p:nvPr/>
        </p:nvSpPr>
        <p:spPr>
          <a:xfrm>
            <a:off x="4434840" y="2743200"/>
            <a:ext cx="3290400" cy="3657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başlar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Scanner oluşturulur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Kullanıcıdan veri istenir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 kontrol edilir (hasNextInt)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Doğruysa → veri alınır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❌ 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Yanlışsa → hata mesajı gösterilir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Kullanıcı tekrar giriş yapar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Doğru veri alınana kadar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Program devam eder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8" name="Rounded Rectangle 195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599" name="Rounded Rectangle 196"/>
          <p:cNvSpPr/>
          <p:nvPr/>
        </p:nvSpPr>
        <p:spPr>
          <a:xfrm>
            <a:off x="7955280" y="2514600"/>
            <a:ext cx="3931560" cy="3885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import java.util.Scanner;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InputValidationOrnek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Scanner sc = new Scanner(System.in);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yas;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while (true)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System.out.print("Yaşınızı girin: 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if (sc.hasNextInt())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yas = sc.nextInt();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break; // doğru giriş → çık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System.out.println("Hatalı giriş! Lütfen sayı girin.");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sc.next(); // yanlış veriyi temizle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System.out.println("Girilen yaş: " + yas);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sc.close();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0" name="TextBox 84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1" name="Rectangle 433"/>
          <p:cNvSpPr/>
          <p:nvPr/>
        </p:nvSpPr>
        <p:spPr>
          <a:xfrm>
            <a:off x="0" y="0"/>
            <a:ext cx="12187800" cy="68569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2" name="Rectangle 434"/>
          <p:cNvSpPr/>
          <p:nvPr/>
        </p:nvSpPr>
        <p:spPr>
          <a:xfrm>
            <a:off x="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3" name="Rectangle 435"/>
          <p:cNvSpPr/>
          <p:nvPr/>
        </p:nvSpPr>
        <p:spPr>
          <a:xfrm>
            <a:off x="914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4" name="Rectangle 436"/>
          <p:cNvSpPr/>
          <p:nvPr/>
        </p:nvSpPr>
        <p:spPr>
          <a:xfrm>
            <a:off x="1828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5" name="Rectangle 437"/>
          <p:cNvSpPr/>
          <p:nvPr/>
        </p:nvSpPr>
        <p:spPr>
          <a:xfrm>
            <a:off x="2743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6" name="Rectangle 438"/>
          <p:cNvSpPr/>
          <p:nvPr/>
        </p:nvSpPr>
        <p:spPr>
          <a:xfrm>
            <a:off x="3657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7" name="Rectangle 439"/>
          <p:cNvSpPr/>
          <p:nvPr/>
        </p:nvSpPr>
        <p:spPr>
          <a:xfrm>
            <a:off x="4572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8" name="Rectangle 440"/>
          <p:cNvSpPr/>
          <p:nvPr/>
        </p:nvSpPr>
        <p:spPr>
          <a:xfrm>
            <a:off x="5486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09" name="Rectangle 441"/>
          <p:cNvSpPr/>
          <p:nvPr/>
        </p:nvSpPr>
        <p:spPr>
          <a:xfrm>
            <a:off x="6400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0" name="Rectangle 442"/>
          <p:cNvSpPr/>
          <p:nvPr/>
        </p:nvSpPr>
        <p:spPr>
          <a:xfrm>
            <a:off x="7315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1" name="Rectangle 443"/>
          <p:cNvSpPr/>
          <p:nvPr/>
        </p:nvSpPr>
        <p:spPr>
          <a:xfrm>
            <a:off x="82296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2" name="Rectangle 444"/>
          <p:cNvSpPr/>
          <p:nvPr/>
        </p:nvSpPr>
        <p:spPr>
          <a:xfrm>
            <a:off x="91440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3" name="Rectangle 445"/>
          <p:cNvSpPr/>
          <p:nvPr/>
        </p:nvSpPr>
        <p:spPr>
          <a:xfrm>
            <a:off x="100584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4" name="Rectangle 446"/>
          <p:cNvSpPr/>
          <p:nvPr/>
        </p:nvSpPr>
        <p:spPr>
          <a:xfrm>
            <a:off x="109728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5" name="Rectangle 447"/>
          <p:cNvSpPr/>
          <p:nvPr/>
        </p:nvSpPr>
        <p:spPr>
          <a:xfrm>
            <a:off x="11887200" y="0"/>
            <a:ext cx="17280" cy="68569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6" name="Rectangle 448"/>
          <p:cNvSpPr/>
          <p:nvPr/>
        </p:nvSpPr>
        <p:spPr>
          <a:xfrm>
            <a:off x="0" y="0"/>
            <a:ext cx="318960" cy="68569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17" name="Rounded Rectangle 197"/>
          <p:cNvSpPr/>
          <p:nvPr/>
        </p:nvSpPr>
        <p:spPr>
          <a:xfrm>
            <a:off x="9875520" y="365760"/>
            <a:ext cx="2010600" cy="5018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TEMELLERI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8" name="TextBox 85"/>
          <p:cNvSpPr/>
          <p:nvPr/>
        </p:nvSpPr>
        <p:spPr>
          <a:xfrm>
            <a:off x="3860640" y="1005840"/>
            <a:ext cx="32504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GENEL ÖZET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9" name="TextBox 86"/>
          <p:cNvSpPr/>
          <p:nvPr/>
        </p:nvSpPr>
        <p:spPr>
          <a:xfrm>
            <a:off x="1797120" y="1828800"/>
            <a:ext cx="780408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Bu sunumda Java’nın temel yapı taşları ele alındı. Değişkenler, veri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tipleri, tür dönüşümleri, Unicode sistemi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ve kullanıcıdan veri alma gibi konular, Java programlamanın temelini oluşturur.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0" name="Rounded Rectangle 198"/>
          <p:cNvSpPr/>
          <p:nvPr/>
        </p:nvSpPr>
        <p:spPr>
          <a:xfrm>
            <a:off x="98748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1" name="Rounded Rectangle 199"/>
          <p:cNvSpPr/>
          <p:nvPr/>
        </p:nvSpPr>
        <p:spPr>
          <a:xfrm>
            <a:off x="914400" y="3108960"/>
            <a:ext cx="3290760" cy="30632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 → Veriyi saklar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 Tipleri → Primitive &amp; Reference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 → Implicit &amp; Explicit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Unicode → Evrensel karakter sistemi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Scanner → Kullanıcıdan veri alma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Wrapper → Primitive → Object dönüşümü</a:t>
            </a:r>
            <a:endParaRPr b="1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2" name="Rounded Rectangle 200"/>
          <p:cNvSpPr/>
          <p:nvPr/>
        </p:nvSpPr>
        <p:spPr>
          <a:xfrm>
            <a:off x="450792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3" name="Rounded Rectangle 201"/>
          <p:cNvSpPr/>
          <p:nvPr/>
        </p:nvSpPr>
        <p:spPr>
          <a:xfrm>
            <a:off x="4434840" y="2971800"/>
            <a:ext cx="3290760" cy="3429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 Öğrenme Akışı: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Değişkenler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 Tipleri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Tür Dönüşümü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Unicode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User Input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Programlama Mantığı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4" name="Rounded Rectangle 202"/>
          <p:cNvSpPr/>
          <p:nvPr/>
        </p:nvSpPr>
        <p:spPr>
          <a:xfrm>
            <a:off x="8028360" y="3182040"/>
            <a:ext cx="3290760" cy="27421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625" name="Rounded Rectangle 203"/>
          <p:cNvSpPr/>
          <p:nvPr/>
        </p:nvSpPr>
        <p:spPr>
          <a:xfrm>
            <a:off x="7955280" y="2971800"/>
            <a:ext cx="3931920" cy="3657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OzetOrnegi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int sayi = 10;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sonuc = sayi; // örtük (implicit) dönüşüm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metin = "Java";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System.out.println(metin);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System.out.println(sonuc);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Java’da programlama; veriyi doğru tanımlamak, uygun veri tipini seçmek ve bu veriyi doğru şekilde işlemektir.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6" name="TextBox 87"/>
          <p:cNvSpPr/>
          <p:nvPr/>
        </p:nvSpPr>
        <p:spPr>
          <a:xfrm>
            <a:off x="4600080" y="6446520"/>
            <a:ext cx="3051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1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0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483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2026-04-21T23:55:59Z</dcterms:modified>
  <cp:revision>48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