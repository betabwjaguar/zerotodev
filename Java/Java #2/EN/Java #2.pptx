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9C8A4A-2DBD-4D69-AEE8-C7C2D58B7E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0E97E7-E060-49BE-B363-606017C5AF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0669DA-8DB7-4B71-8B43-D63FDDD5B2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35FC05-E5A3-4C83-862B-DF56FBE490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E67D93-8A17-4E24-AF04-7E8334889A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255B0F-5F25-4891-B3A0-696BEE1747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6BDB33-07E5-4E1C-8AE2-428F6DCD4C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F853B6-BA46-4228-BFEB-200AF24711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38B2FC-78E5-4D00-8107-6DD9207E1D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0A161A-9B4E-42A9-A3C4-02B3DAE8B12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7746C4-EC0E-4A81-87E0-A38520591D3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0D2731-6324-4EBB-B9EF-97B335E3116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CAA7BB6-8191-4480-B100-359447185C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1E53C0A-666A-443B-934E-F2B5E271EB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8B4B178-785A-417C-B5FB-A1C66865E5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BA3757-3FF4-48D5-887A-0B9929CF0C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D3047FA-5B31-4CF5-AE47-B808097A63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28DBE9-AA5A-4543-B5ED-3D14C720F7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0114DBB-391B-4E4D-9CF6-8688E93D96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5EABBD-A761-4ABE-B01D-56939C12138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2AABD9-B1F8-40DA-84E7-F334361FB3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4446B7-2C8F-40A5-8F12-1816CD98C9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9C8540-24E8-4995-A1EA-0C8E36C8D9D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B77A7EA-F073-4B0F-9841-565FE8E176A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96BE87-D92C-45F5-BAB4-C06FA8BAA16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1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56A3F9-5560-4132-B21E-5CC7FF9963E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661920" y="2057400"/>
            <a:ext cx="36482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685800" y="2521440"/>
            <a:ext cx="3429000" cy="332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2026-01-31T17:12:04Z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