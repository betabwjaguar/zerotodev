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C1DA93-D0D6-4EE1-81C6-588530C29D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2AEB99-8AF8-4358-A8E9-DB3D97D12C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1CC685-2427-4B5D-A719-DD1CD95EB4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7FACCC-8665-4F71-ADF1-0047D2F8A9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C2FBC9-71A3-4DA7-8BB4-DC9DC8A351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D25C9A-BBE7-4D9D-A73B-590F8A146C9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81A664-818B-4686-A24E-5AB6826203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FAD604-D78D-49E9-86F0-AF61B0A6A4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8948FD-80D6-406C-8C21-50E813B9F3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50F5E5-DE4E-4567-BE63-28D946201B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2A92E4-B4E4-44D5-AAA8-ED386ED2FD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7FB841-0A86-45FF-80BE-78A79BB451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5E2AD7-D9CC-49E6-98F6-F56BD05C604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9840" cy="3168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3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4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48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61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2026-01-08T21:16:27Z</dcterms:modified>
  <cp:revision>60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