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_rels/slide1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CE4CBD1-D7C4-4F34-9036-AC198C607F6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88A7A0D-8E7C-42A7-9100-209233A24EE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BDF338B-1C58-483B-B7F1-EF6C6595CFE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B4F4871-62E3-4BD0-BCDF-3A8F7AD7BD9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8E67938-0DB4-425D-9D88-C32EE997917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ABE9158-A076-4697-91B1-05788391855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D269E4A-620D-4DA8-BFB6-4E47648C735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33E361B-FA6C-40AE-ABCF-FDB794E4252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27DF376-13BF-4D01-B3A3-3B97796231C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908E292-B89F-47A5-ACD8-0700F72873E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2087179-DC17-44A1-8A51-2AB69EC23FA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DD0A84A-B11F-4F3C-B58A-69C63E62D1C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B588D96-C308-42DF-A0B9-BF6D7E66834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1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" name="Rectangle 2"/>
          <p:cNvSpPr/>
          <p:nvPr/>
        </p:nvSpPr>
        <p:spPr>
          <a:xfrm>
            <a:off x="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" name="Rectangle 3"/>
          <p:cNvSpPr/>
          <p:nvPr/>
        </p:nvSpPr>
        <p:spPr>
          <a:xfrm>
            <a:off x="914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4"/>
          <p:cNvSpPr/>
          <p:nvPr/>
        </p:nvSpPr>
        <p:spPr>
          <a:xfrm>
            <a:off x="1828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5"/>
          <p:cNvSpPr/>
          <p:nvPr/>
        </p:nvSpPr>
        <p:spPr>
          <a:xfrm>
            <a:off x="2743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6"/>
          <p:cNvSpPr/>
          <p:nvPr/>
        </p:nvSpPr>
        <p:spPr>
          <a:xfrm>
            <a:off x="3657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7"/>
          <p:cNvSpPr/>
          <p:nvPr/>
        </p:nvSpPr>
        <p:spPr>
          <a:xfrm>
            <a:off x="4572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8"/>
          <p:cNvSpPr/>
          <p:nvPr/>
        </p:nvSpPr>
        <p:spPr>
          <a:xfrm>
            <a:off x="5486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9"/>
          <p:cNvSpPr/>
          <p:nvPr/>
        </p:nvSpPr>
        <p:spPr>
          <a:xfrm>
            <a:off x="6400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10"/>
          <p:cNvSpPr/>
          <p:nvPr/>
        </p:nvSpPr>
        <p:spPr>
          <a:xfrm>
            <a:off x="7315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11"/>
          <p:cNvSpPr/>
          <p:nvPr/>
        </p:nvSpPr>
        <p:spPr>
          <a:xfrm>
            <a:off x="8229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2"/>
          <p:cNvSpPr/>
          <p:nvPr/>
        </p:nvSpPr>
        <p:spPr>
          <a:xfrm>
            <a:off x="9144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3"/>
          <p:cNvSpPr/>
          <p:nvPr/>
        </p:nvSpPr>
        <p:spPr>
          <a:xfrm>
            <a:off x="10058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4"/>
          <p:cNvSpPr/>
          <p:nvPr/>
        </p:nvSpPr>
        <p:spPr>
          <a:xfrm>
            <a:off x="10972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5"/>
          <p:cNvSpPr/>
          <p:nvPr/>
        </p:nvSpPr>
        <p:spPr>
          <a:xfrm>
            <a:off x="11887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6"/>
          <p:cNvSpPr/>
          <p:nvPr/>
        </p:nvSpPr>
        <p:spPr>
          <a:xfrm>
            <a:off x="0" y="0"/>
            <a:ext cx="318960" cy="6856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ounded Rectangle 17"/>
          <p:cNvSpPr/>
          <p:nvPr/>
        </p:nvSpPr>
        <p:spPr>
          <a:xfrm>
            <a:off x="9875520" y="365760"/>
            <a:ext cx="2010600" cy="501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TextBox 18"/>
          <p:cNvSpPr/>
          <p:nvPr/>
        </p:nvSpPr>
        <p:spPr>
          <a:xfrm>
            <a:off x="3070440" y="5508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TextBox 19"/>
          <p:cNvSpPr/>
          <p:nvPr/>
        </p:nvSpPr>
        <p:spPr>
          <a:xfrm>
            <a:off x="3070440" y="1495080"/>
            <a:ext cx="5938920" cy="124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tarih ve saat işlemleri, Java 8 ile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birlikte gelen java.time paketi kullanılarak yönetilir.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Eski tarih sınıflarının aksine, bu yeni API çok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daha güvenli (thread-safe), anlaşılır ve esnek bir yapı sunar.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Rounded Rectangle 20"/>
          <p:cNvSpPr/>
          <p:nvPr/>
        </p:nvSpPr>
        <p:spPr>
          <a:xfrm>
            <a:off x="98748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" name="Rounded Rectangle 21"/>
          <p:cNvSpPr/>
          <p:nvPr/>
        </p:nvSpPr>
        <p:spPr>
          <a:xfrm>
            <a:off x="91440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8 ile birlikte gelen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paketi, bölgesel zamanı (Timezone) ve tarihleri hassas bir şekilde yönetmemizi sağlar.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ve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sınıfları kullanılarak, bulunduğunuz konumun (örneğin İstanbul, Türkiye) yerel saat dilimine ve güncel tarih verilerine anlık olarak ulaşılıp istenilen formatta yazdırılabilir.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" name="Rounded Rectangle 22"/>
          <p:cNvSpPr/>
          <p:nvPr/>
        </p:nvSpPr>
        <p:spPr>
          <a:xfrm>
            <a:off x="450792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3"/>
          <p:cNvSpPr/>
          <p:nvPr/>
        </p:nvSpPr>
        <p:spPr>
          <a:xfrm>
            <a:off x="443484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Bölge (ZoneId) Tanımlanır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Güncel Zaman (ZonedDateTime) Alınır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Belirlenir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4"/>
          <p:cNvSpPr/>
          <p:nvPr/>
        </p:nvSpPr>
        <p:spPr>
          <a:xfrm>
            <a:off x="802836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5"/>
          <p:cNvSpPr/>
          <p:nvPr/>
        </p:nvSpPr>
        <p:spPr>
          <a:xfrm>
            <a:off x="7955280" y="2971800"/>
            <a:ext cx="3931920" cy="3657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Konum İstanbul olarak ayarlanır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İstanbul bölgesindeki güncel zaman alınır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İstenen formata göre (Örn: Salı, 28 Nisan 2026 saat 22:26 +03:00)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dd MMMM yyyy 'saat' HH:mm xxx",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System.out.println("Şu anki zaman: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System.out.println("Mevcut konumun İstanbul, Türkiye olduğunu unutmayın.");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TextBox 26"/>
          <p:cNvSpPr/>
          <p:nvPr/>
        </p:nvSpPr>
        <p:spPr>
          <a:xfrm>
            <a:off x="4600080" y="644652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2026-04-28T22:28:30Z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