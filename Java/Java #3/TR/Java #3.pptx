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12.xml.rels" ContentType="application/vnd.openxmlformats-package.relationships+xml"/>
  <Override PartName="/ppt/slideMasters/_rels/slideMaster13.xml.rels" ContentType="application/vnd.openxmlformats-package.relationships+xml"/>
  <Override PartName="/ppt/slideMasters/_rels/slideMaster14.xml.rels" ContentType="application/vnd.openxmlformats-package.relationships+xml"/>
  <Override PartName="/ppt/slideMasters/_rels/slideMaster15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theme/theme14.xml" ContentType="application/vnd.openxmlformats-officedocument.theme+xml"/>
  <Override PartName="/ppt/theme/theme15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_rels/slideLayout35.xml.rels" ContentType="application/vnd.openxmlformats-package.relationships+xml"/>
  <Override PartName="/ppt/slideLayouts/_rels/slideLayout119.xml.rels" ContentType="application/vnd.openxmlformats-package.relationships+xml"/>
  <Override PartName="/ppt/slideLayouts/_rels/slideLayout5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137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38.xml.rels" ContentType="application/vnd.openxmlformats-package.relationships+xml"/>
  <Override PartName="/ppt/slideLayouts/_rels/slideLayout54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39.xml.rels" ContentType="application/vnd.openxmlformats-package.relationships+xml"/>
  <Override PartName="/ppt/slideLayouts/_rels/slideLayout55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118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6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108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109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128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129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49.xml.rels" ContentType="application/vnd.openxmlformats-package.relationships+xml"/>
  <Override PartName="/ppt/slideLayouts/_rels/slideLayout50.xml.rels" ContentType="application/vnd.openxmlformats-package.relationships+xml"/>
  <Override PartName="/ppt/slideLayouts/_rels/slideLayout51.xml.rels" ContentType="application/vnd.openxmlformats-package.relationships+xml"/>
  <Override PartName="/ppt/slideLayouts/_rels/slideLayout52.xml.rels" ContentType="application/vnd.openxmlformats-package.relationships+xml"/>
  <Override PartName="/ppt/slideLayouts/_rels/slideLayout57.xml.rels" ContentType="application/vnd.openxmlformats-package.relationships+xml"/>
  <Override PartName="/ppt/slideLayouts/_rels/slideLayout58.xml.rels" ContentType="application/vnd.openxmlformats-package.relationships+xml"/>
  <Override PartName="/ppt/slideLayouts/_rels/slideLayout59.xml.rels" ContentType="application/vnd.openxmlformats-package.relationships+xml"/>
  <Override PartName="/ppt/slideLayouts/_rels/slideLayout148.xml.rels" ContentType="application/vnd.openxmlformats-package.relationships+xml"/>
  <Override PartName="/ppt/slideLayouts/_rels/slideLayout60.xml.rels" ContentType="application/vnd.openxmlformats-package.relationships+xml"/>
  <Override PartName="/ppt/slideLayouts/_rels/slideLayout149.xml.rels" ContentType="application/vnd.openxmlformats-package.relationships+xml"/>
  <Override PartName="/ppt/slideLayouts/_rels/slideLayout61.xml.rels" ContentType="application/vnd.openxmlformats-package.relationships+xml"/>
  <Override PartName="/ppt/slideLayouts/_rels/slideLayout62.xml.rels" ContentType="application/vnd.openxmlformats-package.relationships+xml"/>
  <Override PartName="/ppt/slideLayouts/_rels/slideLayout63.xml.rels" ContentType="application/vnd.openxmlformats-package.relationships+xml"/>
  <Override PartName="/ppt/slideLayouts/_rels/slideLayout64.xml.rels" ContentType="application/vnd.openxmlformats-package.relationships+xml"/>
  <Override PartName="/ppt/slideLayouts/_rels/slideLayout65.xml.rels" ContentType="application/vnd.openxmlformats-package.relationships+xml"/>
  <Override PartName="/ppt/slideLayouts/_rels/slideLayout66.xml.rels" ContentType="application/vnd.openxmlformats-package.relationships+xml"/>
  <Override PartName="/ppt/slideLayouts/_rels/slideLayout67.xml.rels" ContentType="application/vnd.openxmlformats-package.relationships+xml"/>
  <Override PartName="/ppt/slideLayouts/_rels/slideLayout68.xml.rels" ContentType="application/vnd.openxmlformats-package.relationships+xml"/>
  <Override PartName="/ppt/slideLayouts/_rels/slideLayout69.xml.rels" ContentType="application/vnd.openxmlformats-package.relationships+xml"/>
  <Override PartName="/ppt/slideLayouts/_rels/slideLayout158.xml.rels" ContentType="application/vnd.openxmlformats-package.relationships+xml"/>
  <Override PartName="/ppt/slideLayouts/_rels/slideLayout70.xml.rels" ContentType="application/vnd.openxmlformats-package.relationships+xml"/>
  <Override PartName="/ppt/slideLayouts/_rels/slideLayout159.xml.rels" ContentType="application/vnd.openxmlformats-package.relationships+xml"/>
  <Override PartName="/ppt/slideLayouts/_rels/slideLayout71.xml.rels" ContentType="application/vnd.openxmlformats-package.relationships+xml"/>
  <Override PartName="/ppt/slideLayouts/_rels/slideLayout72.xml.rels" ContentType="application/vnd.openxmlformats-package.relationships+xml"/>
  <Override PartName="/ppt/slideLayouts/_rels/slideLayout73.xml.rels" ContentType="application/vnd.openxmlformats-package.relationships+xml"/>
  <Override PartName="/ppt/slideLayouts/_rels/slideLayout74.xml.rels" ContentType="application/vnd.openxmlformats-package.relationships+xml"/>
  <Override PartName="/ppt/slideLayouts/_rels/slideLayout75.xml.rels" ContentType="application/vnd.openxmlformats-package.relationships+xml"/>
  <Override PartName="/ppt/slideLayouts/_rels/slideLayout76.xml.rels" ContentType="application/vnd.openxmlformats-package.relationships+xml"/>
  <Override PartName="/ppt/slideLayouts/_rels/slideLayout77.xml.rels" ContentType="application/vnd.openxmlformats-package.relationships+xml"/>
  <Override PartName="/ppt/slideLayouts/_rels/slideLayout78.xml.rels" ContentType="application/vnd.openxmlformats-package.relationships+xml"/>
  <Override PartName="/ppt/slideLayouts/_rels/slideLayout79.xml.rels" ContentType="application/vnd.openxmlformats-package.relationships+xml"/>
  <Override PartName="/ppt/slideLayouts/_rels/slideLayout168.xml.rels" ContentType="application/vnd.openxmlformats-package.relationships+xml"/>
  <Override PartName="/ppt/slideLayouts/_rels/slideLayout80.xml.rels" ContentType="application/vnd.openxmlformats-package.relationships+xml"/>
  <Override PartName="/ppt/slideLayouts/_rels/slideLayout169.xml.rels" ContentType="application/vnd.openxmlformats-package.relationships+xml"/>
  <Override PartName="/ppt/slideLayouts/_rels/slideLayout81.xml.rels" ContentType="application/vnd.openxmlformats-package.relationships+xml"/>
  <Override PartName="/ppt/slideLayouts/_rels/slideLayout82.xml.rels" ContentType="application/vnd.openxmlformats-package.relationships+xml"/>
  <Override PartName="/ppt/slideLayouts/_rels/slideLayout83.xml.rels" ContentType="application/vnd.openxmlformats-package.relationships+xml"/>
  <Override PartName="/ppt/slideLayouts/_rels/slideLayout84.xml.rels" ContentType="application/vnd.openxmlformats-package.relationships+xml"/>
  <Override PartName="/ppt/slideLayouts/_rels/slideLayout85.xml.rels" ContentType="application/vnd.openxmlformats-package.relationships+xml"/>
  <Override PartName="/ppt/slideLayouts/_rels/slideLayout86.xml.rels" ContentType="application/vnd.openxmlformats-package.relationships+xml"/>
  <Override PartName="/ppt/slideLayouts/_rels/slideLayout87.xml.rels" ContentType="application/vnd.openxmlformats-package.relationships+xml"/>
  <Override PartName="/ppt/slideLayouts/_rels/slideLayout88.xml.rels" ContentType="application/vnd.openxmlformats-package.relationships+xml"/>
  <Override PartName="/ppt/slideLayouts/_rels/slideLayout89.xml.rels" ContentType="application/vnd.openxmlformats-package.relationships+xml"/>
  <Override PartName="/ppt/slideLayouts/_rels/slideLayout178.xml.rels" ContentType="application/vnd.openxmlformats-package.relationships+xml"/>
  <Override PartName="/ppt/slideLayouts/_rels/slideLayout90.xml.rels" ContentType="application/vnd.openxmlformats-package.relationships+xml"/>
  <Override PartName="/ppt/slideLayouts/_rels/slideLayout179.xml.rels" ContentType="application/vnd.openxmlformats-package.relationships+xml"/>
  <Override PartName="/ppt/slideLayouts/_rels/slideLayout91.xml.rels" ContentType="application/vnd.openxmlformats-package.relationships+xml"/>
  <Override PartName="/ppt/slideLayouts/_rels/slideLayout92.xml.rels" ContentType="application/vnd.openxmlformats-package.relationships+xml"/>
  <Override PartName="/ppt/slideLayouts/_rels/slideLayout93.xml.rels" ContentType="application/vnd.openxmlformats-package.relationships+xml"/>
  <Override PartName="/ppt/slideLayouts/_rels/slideLayout94.xml.rels" ContentType="application/vnd.openxmlformats-package.relationships+xml"/>
  <Override PartName="/ppt/slideLayouts/_rels/slideLayout95.xml.rels" ContentType="application/vnd.openxmlformats-package.relationships+xml"/>
  <Override PartName="/ppt/slideLayouts/_rels/slideLayout96.xml.rels" ContentType="application/vnd.openxmlformats-package.relationships+xml"/>
  <Override PartName="/ppt/slideLayouts/_rels/slideLayout97.xml.rels" ContentType="application/vnd.openxmlformats-package.relationships+xml"/>
  <Override PartName="/ppt/slideLayouts/_rels/slideLayout98.xml.rels" ContentType="application/vnd.openxmlformats-package.relationships+xml"/>
  <Override PartName="/ppt/slideLayouts/_rels/slideLayout99.xml.rels" ContentType="application/vnd.openxmlformats-package.relationships+xml"/>
  <Override PartName="/ppt/slideLayouts/_rels/slideLayout100.xml.rels" ContentType="application/vnd.openxmlformats-package.relationships+xml"/>
  <Override PartName="/ppt/slideLayouts/_rels/slideLayout101.xml.rels" ContentType="application/vnd.openxmlformats-package.relationships+xml"/>
  <Override PartName="/ppt/slideLayouts/_rels/slideLayout102.xml.rels" ContentType="application/vnd.openxmlformats-package.relationships+xml"/>
  <Override PartName="/ppt/slideLayouts/_rels/slideLayout103.xml.rels" ContentType="application/vnd.openxmlformats-package.relationships+xml"/>
  <Override PartName="/ppt/slideLayouts/_rels/slideLayout104.xml.rels" ContentType="application/vnd.openxmlformats-package.relationships+xml"/>
  <Override PartName="/ppt/slideLayouts/_rels/slideLayout105.xml.rels" ContentType="application/vnd.openxmlformats-package.relationships+xml"/>
  <Override PartName="/ppt/slideLayouts/_rels/slideLayout106.xml.rels" ContentType="application/vnd.openxmlformats-package.relationships+xml"/>
  <Override PartName="/ppt/slideLayouts/_rels/slideLayout107.xml.rels" ContentType="application/vnd.openxmlformats-package.relationships+xml"/>
  <Override PartName="/ppt/slideLayouts/_rels/slideLayout110.xml.rels" ContentType="application/vnd.openxmlformats-package.relationships+xml"/>
  <Override PartName="/ppt/slideLayouts/_rels/slideLayout111.xml.rels" ContentType="application/vnd.openxmlformats-package.relationships+xml"/>
  <Override PartName="/ppt/slideLayouts/_rels/slideLayout112.xml.rels" ContentType="application/vnd.openxmlformats-package.relationships+xml"/>
  <Override PartName="/ppt/slideLayouts/_rels/slideLayout113.xml.rels" ContentType="application/vnd.openxmlformats-package.relationships+xml"/>
  <Override PartName="/ppt/slideLayouts/_rels/slideLayout114.xml.rels" ContentType="application/vnd.openxmlformats-package.relationships+xml"/>
  <Override PartName="/ppt/slideLayouts/_rels/slideLayout115.xml.rels" ContentType="application/vnd.openxmlformats-package.relationships+xml"/>
  <Override PartName="/ppt/slideLayouts/_rels/slideLayout116.xml.rels" ContentType="application/vnd.openxmlformats-package.relationships+xml"/>
  <Override PartName="/ppt/slideLayouts/_rels/slideLayout117.xml.rels" ContentType="application/vnd.openxmlformats-package.relationships+xml"/>
  <Override PartName="/ppt/slideLayouts/_rels/slideLayout120.xml.rels" ContentType="application/vnd.openxmlformats-package.relationships+xml"/>
  <Override PartName="/ppt/slideLayouts/_rels/slideLayout121.xml.rels" ContentType="application/vnd.openxmlformats-package.relationships+xml"/>
  <Override PartName="/ppt/slideLayouts/_rels/slideLayout122.xml.rels" ContentType="application/vnd.openxmlformats-package.relationships+xml"/>
  <Override PartName="/ppt/slideLayouts/_rels/slideLayout123.xml.rels" ContentType="application/vnd.openxmlformats-package.relationships+xml"/>
  <Override PartName="/ppt/slideLayouts/_rels/slideLayout124.xml.rels" ContentType="application/vnd.openxmlformats-package.relationships+xml"/>
  <Override PartName="/ppt/slideLayouts/_rels/slideLayout125.xml.rels" ContentType="application/vnd.openxmlformats-package.relationships+xml"/>
  <Override PartName="/ppt/slideLayouts/_rels/slideLayout126.xml.rels" ContentType="application/vnd.openxmlformats-package.relationships+xml"/>
  <Override PartName="/ppt/slideLayouts/_rels/slideLayout127.xml.rels" ContentType="application/vnd.openxmlformats-package.relationships+xml"/>
  <Override PartName="/ppt/slideLayouts/_rels/slideLayout130.xml.rels" ContentType="application/vnd.openxmlformats-package.relationships+xml"/>
  <Override PartName="/ppt/slideLayouts/_rels/slideLayout131.xml.rels" ContentType="application/vnd.openxmlformats-package.relationships+xml"/>
  <Override PartName="/ppt/slideLayouts/_rels/slideLayout132.xml.rels" ContentType="application/vnd.openxmlformats-package.relationships+xml"/>
  <Override PartName="/ppt/slideLayouts/_rels/slideLayout133.xml.rels" ContentType="application/vnd.openxmlformats-package.relationships+xml"/>
  <Override PartName="/ppt/slideLayouts/_rels/slideLayout134.xml.rels" ContentType="application/vnd.openxmlformats-package.relationships+xml"/>
  <Override PartName="/ppt/slideLayouts/_rels/slideLayout135.xml.rels" ContentType="application/vnd.openxmlformats-package.relationships+xml"/>
  <Override PartName="/ppt/slideLayouts/_rels/slideLayout136.xml.rels" ContentType="application/vnd.openxmlformats-package.relationships+xml"/>
  <Override PartName="/ppt/slideLayouts/_rels/slideLayout140.xml.rels" ContentType="application/vnd.openxmlformats-package.relationships+xml"/>
  <Override PartName="/ppt/slideLayouts/_rels/slideLayout141.xml.rels" ContentType="application/vnd.openxmlformats-package.relationships+xml"/>
  <Override PartName="/ppt/slideLayouts/_rels/slideLayout142.xml.rels" ContentType="application/vnd.openxmlformats-package.relationships+xml"/>
  <Override PartName="/ppt/slideLayouts/_rels/slideLayout143.xml.rels" ContentType="application/vnd.openxmlformats-package.relationships+xml"/>
  <Override PartName="/ppt/slideLayouts/_rels/slideLayout144.xml.rels" ContentType="application/vnd.openxmlformats-package.relationships+xml"/>
  <Override PartName="/ppt/slideLayouts/_rels/slideLayout145.xml.rels" ContentType="application/vnd.openxmlformats-package.relationships+xml"/>
  <Override PartName="/ppt/slideLayouts/_rels/slideLayout146.xml.rels" ContentType="application/vnd.openxmlformats-package.relationships+xml"/>
  <Override PartName="/ppt/slideLayouts/_rels/slideLayout147.xml.rels" ContentType="application/vnd.openxmlformats-package.relationships+xml"/>
  <Override PartName="/ppt/slideLayouts/_rels/slideLayout150.xml.rels" ContentType="application/vnd.openxmlformats-package.relationships+xml"/>
  <Override PartName="/ppt/slideLayouts/_rels/slideLayout151.xml.rels" ContentType="application/vnd.openxmlformats-package.relationships+xml"/>
  <Override PartName="/ppt/slideLayouts/_rels/slideLayout152.xml.rels" ContentType="application/vnd.openxmlformats-package.relationships+xml"/>
  <Override PartName="/ppt/slideLayouts/_rels/slideLayout153.xml.rels" ContentType="application/vnd.openxmlformats-package.relationships+xml"/>
  <Override PartName="/ppt/slideLayouts/_rels/slideLayout154.xml.rels" ContentType="application/vnd.openxmlformats-package.relationships+xml"/>
  <Override PartName="/ppt/slideLayouts/_rels/slideLayout155.xml.rels" ContentType="application/vnd.openxmlformats-package.relationships+xml"/>
  <Override PartName="/ppt/slideLayouts/_rels/slideLayout156.xml.rels" ContentType="application/vnd.openxmlformats-package.relationships+xml"/>
  <Override PartName="/ppt/slideLayouts/_rels/slideLayout157.xml.rels" ContentType="application/vnd.openxmlformats-package.relationships+xml"/>
  <Override PartName="/ppt/slideLayouts/_rels/slideLayout160.xml.rels" ContentType="application/vnd.openxmlformats-package.relationships+xml"/>
  <Override PartName="/ppt/slideLayouts/_rels/slideLayout161.xml.rels" ContentType="application/vnd.openxmlformats-package.relationships+xml"/>
  <Override PartName="/ppt/slideLayouts/_rels/slideLayout162.xml.rels" ContentType="application/vnd.openxmlformats-package.relationships+xml"/>
  <Override PartName="/ppt/slideLayouts/_rels/slideLayout163.xml.rels" ContentType="application/vnd.openxmlformats-package.relationships+xml"/>
  <Override PartName="/ppt/slideLayouts/_rels/slideLayout164.xml.rels" ContentType="application/vnd.openxmlformats-package.relationships+xml"/>
  <Override PartName="/ppt/slideLayouts/_rels/slideLayout165.xml.rels" ContentType="application/vnd.openxmlformats-package.relationships+xml"/>
  <Override PartName="/ppt/slideLayouts/_rels/slideLayout166.xml.rels" ContentType="application/vnd.openxmlformats-package.relationships+xml"/>
  <Override PartName="/ppt/slideLayouts/_rels/slideLayout167.xml.rels" ContentType="application/vnd.openxmlformats-package.relationships+xml"/>
  <Override PartName="/ppt/slideLayouts/_rels/slideLayout170.xml.rels" ContentType="application/vnd.openxmlformats-package.relationships+xml"/>
  <Override PartName="/ppt/slideLayouts/_rels/slideLayout171.xml.rels" ContentType="application/vnd.openxmlformats-package.relationships+xml"/>
  <Override PartName="/ppt/slideLayouts/_rels/slideLayout172.xml.rels" ContentType="application/vnd.openxmlformats-package.relationships+xml"/>
  <Override PartName="/ppt/slideLayouts/_rels/slideLayout173.xml.rels" ContentType="application/vnd.openxmlformats-package.relationships+xml"/>
  <Override PartName="/ppt/slideLayouts/_rels/slideLayout174.xml.rels" ContentType="application/vnd.openxmlformats-package.relationships+xml"/>
  <Override PartName="/ppt/slideLayouts/_rels/slideLayout175.xml.rels" ContentType="application/vnd.openxmlformats-package.relationships+xml"/>
  <Override PartName="/ppt/slideLayouts/_rels/slideLayout176.xml.rels" ContentType="application/vnd.openxmlformats-package.relationships+xml"/>
  <Override PartName="/ppt/slideLayouts/_rels/slideLayout177.xml.rels" ContentType="application/vnd.openxmlformats-package.relationships+xml"/>
  <Override PartName="/ppt/slideLayouts/_rels/slideLayout180.xml.rels" ContentType="application/vnd.openxmlformats-package.relationships+xml"/>
  <Override PartName="/ppt/slideLayouts/slideLayout61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158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159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168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169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178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179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156.xml" ContentType="application/vnd.openxmlformats-officedocument.presentationml.slideLayout+xml"/>
  <Override PartName="/ppt/slideLayouts/slideLayout157.xml" ContentType="application/vnd.openxmlformats-officedocument.presentationml.slideLayout+xml"/>
  <Override PartName="/ppt/slideLayouts/slideLayout160.xml" ContentType="application/vnd.openxmlformats-officedocument.presentationml.slideLayout+xml"/>
  <Override PartName="/ppt/slideLayouts/slideLayout161.xml" ContentType="application/vnd.openxmlformats-officedocument.presentationml.slideLayout+xml"/>
  <Override PartName="/ppt/slideLayouts/slideLayout162.xml" ContentType="application/vnd.openxmlformats-officedocument.presentationml.slideLayout+xml"/>
  <Override PartName="/ppt/slideLayouts/slideLayout163.xml" ContentType="application/vnd.openxmlformats-officedocument.presentationml.slideLayout+xml"/>
  <Override PartName="/ppt/slideLayouts/slideLayout164.xml" ContentType="application/vnd.openxmlformats-officedocument.presentationml.slideLayout+xml"/>
  <Override PartName="/ppt/slideLayouts/slideLayout165.xml" ContentType="application/vnd.openxmlformats-officedocument.presentationml.slideLayout+xml"/>
  <Override PartName="/ppt/slideLayouts/slideLayout166.xml" ContentType="application/vnd.openxmlformats-officedocument.presentationml.slideLayout+xml"/>
  <Override PartName="/ppt/slideLayouts/slideLayout167.xml" ContentType="application/vnd.openxmlformats-officedocument.presentationml.slideLayout+xml"/>
  <Override PartName="/ppt/slideLayouts/slideLayout170.xml" ContentType="application/vnd.openxmlformats-officedocument.presentationml.slideLayout+xml"/>
  <Override PartName="/ppt/slideLayouts/slideLayout171.xml" ContentType="application/vnd.openxmlformats-officedocument.presentationml.slideLayout+xml"/>
  <Override PartName="/ppt/slideLayouts/slideLayout172.xml" ContentType="application/vnd.openxmlformats-officedocument.presentationml.slideLayout+xml"/>
  <Override PartName="/ppt/slideLayouts/slideLayout173.xml" ContentType="application/vnd.openxmlformats-officedocument.presentationml.slideLayout+xml"/>
  <Override PartName="/ppt/slideLayouts/slideLayout174.xml" ContentType="application/vnd.openxmlformats-officedocument.presentationml.slideLayout+xml"/>
  <Override PartName="/ppt/slideLayouts/slideLayout175.xml" ContentType="application/vnd.openxmlformats-officedocument.presentationml.slideLayout+xml"/>
  <Override PartName="/ppt/slideLayouts/slideLayout176.xml" ContentType="application/vnd.openxmlformats-officedocument.presentationml.slideLayout+xml"/>
  <Override PartName="/ppt/slideLayouts/slideLayout177.xml" ContentType="application/vnd.openxmlformats-officedocument.presentationml.slideLayout+xml"/>
  <Override PartName="/ppt/slideLayouts/slideLayout180.xml" ContentType="application/vnd.openxmlformats-officedocument.presentationml.slideLayout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7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presProps.xml" ContentType="application/vnd.openxmlformats-officedocument.presentationml.presProps+xml"/>
  <Override PartName="/ppt/media/image1.png" ContentType="image/png"/>
  <Override PartName="/ppt/media/image2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  <p:sldMasterId id="2147483700" r:id="rId6"/>
    <p:sldMasterId id="2147483713" r:id="rId7"/>
    <p:sldMasterId id="2147483726" r:id="rId8"/>
    <p:sldMasterId id="2147483739" r:id="rId9"/>
    <p:sldMasterId id="2147483752" r:id="rId10"/>
    <p:sldMasterId id="2147483765" r:id="rId11"/>
    <p:sldMasterId id="2147483778" r:id="rId12"/>
    <p:sldMasterId id="2147483791" r:id="rId13"/>
    <p:sldMasterId id="2147483804" r:id="rId14"/>
    <p:sldMasterId id="2147483817" r:id="rId15"/>
    <p:sldMasterId id="2147483830" r:id="rId16"/>
  </p:sldMasterIdLst>
  <p:sldIdLst>
    <p:sldId id="256" r:id="rId17"/>
    <p:sldId id="257" r:id="rId18"/>
    <p:sldId id="258" r:id="rId19"/>
    <p:sldId id="259" r:id="rId20"/>
    <p:sldId id="260" r:id="rId21"/>
    <p:sldId id="261" r:id="rId22"/>
    <p:sldId id="262" r:id="rId23"/>
    <p:sldId id="263" r:id="rId24"/>
    <p:sldId id="264" r:id="rId25"/>
    <p:sldId id="265" r:id="rId26"/>
    <p:sldId id="266" r:id="rId27"/>
    <p:sldId id="267" r:id="rId28"/>
    <p:sldId id="268" r:id="rId29"/>
    <p:sldId id="269" r:id="rId30"/>
    <p:sldId id="270" r:id="rId31"/>
    <p:sldId id="271" r:id="rId32"/>
    <p:sldId id="272" r:id="rId33"/>
    <p:sldId id="273" r:id="rId34"/>
    <p:sldId id="274" r:id="rId35"/>
    <p:sldId id="275" r:id="rId36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Master" Target="slideMasters/slideMaster15.xml"/><Relationship Id="rId17" Type="http://schemas.openxmlformats.org/officeDocument/2006/relationships/slide" Target="slides/slide1.xml"/><Relationship Id="rId18" Type="http://schemas.openxmlformats.org/officeDocument/2006/relationships/slide" Target="slides/slide2.xml"/><Relationship Id="rId19" Type="http://schemas.openxmlformats.org/officeDocument/2006/relationships/slide" Target="slides/slide3.xml"/><Relationship Id="rId20" Type="http://schemas.openxmlformats.org/officeDocument/2006/relationships/slide" Target="slides/slide4.xml"/><Relationship Id="rId21" Type="http://schemas.openxmlformats.org/officeDocument/2006/relationships/slide" Target="slides/slide5.xml"/><Relationship Id="rId22" Type="http://schemas.openxmlformats.org/officeDocument/2006/relationships/slide" Target="slides/slide6.xml"/><Relationship Id="rId23" Type="http://schemas.openxmlformats.org/officeDocument/2006/relationships/slide" Target="slides/slide7.xml"/><Relationship Id="rId24" Type="http://schemas.openxmlformats.org/officeDocument/2006/relationships/slide" Target="slides/slide8.xml"/><Relationship Id="rId25" Type="http://schemas.openxmlformats.org/officeDocument/2006/relationships/slide" Target="slides/slide9.xml"/><Relationship Id="rId26" Type="http://schemas.openxmlformats.org/officeDocument/2006/relationships/slide" Target="slides/slide10.xml"/><Relationship Id="rId27" Type="http://schemas.openxmlformats.org/officeDocument/2006/relationships/slide" Target="slides/slide11.xml"/><Relationship Id="rId28" Type="http://schemas.openxmlformats.org/officeDocument/2006/relationships/slide" Target="slides/slide12.xml"/><Relationship Id="rId29" Type="http://schemas.openxmlformats.org/officeDocument/2006/relationships/slide" Target="slides/slide13.xml"/><Relationship Id="rId30" Type="http://schemas.openxmlformats.org/officeDocument/2006/relationships/slide" Target="slides/slide14.xml"/><Relationship Id="rId31" Type="http://schemas.openxmlformats.org/officeDocument/2006/relationships/slide" Target="slides/slide15.xml"/><Relationship Id="rId32" Type="http://schemas.openxmlformats.org/officeDocument/2006/relationships/slide" Target="slides/slide16.xml"/><Relationship Id="rId33" Type="http://schemas.openxmlformats.org/officeDocument/2006/relationships/slide" Target="slides/slide17.xml"/><Relationship Id="rId34" Type="http://schemas.openxmlformats.org/officeDocument/2006/relationships/slide" Target="slides/slide18.xml"/><Relationship Id="rId35" Type="http://schemas.openxmlformats.org/officeDocument/2006/relationships/slide" Target="slides/slide19.xml"/><Relationship Id="rId36" Type="http://schemas.openxmlformats.org/officeDocument/2006/relationships/slide" Target="slides/slide20.xml"/><Relationship Id="rId3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9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9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8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B23DD8C-38B7-483E-9A3E-0A3AB4FB609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30C50B7-18B4-45DA-B9B5-3440FB9D683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3B529F1-481B-40F4-960A-CD28E53D1FF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502B23F-265D-4D3A-947E-DF01BB7610F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1F28589-EDF2-4EDA-97A2-55A656FA883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0A2DA0C-0C23-4225-99D6-8A5885EDFC1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00087DC-882E-4752-9BA7-ADCB0C5F822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F43503C-8CFE-46B4-BBAF-0B0846CE19E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9E985B1-DF26-45E2-833B-4B8B51F6EE1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FAA053C-068A-4CB5-8566-E582011752A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FB8E2A5-0837-44DF-B97D-E289C0FC8BC1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35C4734-CA5A-482B-81F9-83DC31EDB212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02A49F46-8236-44B2-ADA3-78FAC6487E2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C676AD9-01EE-4AA0-973E-A60C75C5BF8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BF7319B-80FD-4CF3-9FA8-79EE0039B78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26FBB3E-D288-44E3-A85E-59B81FD642D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CABD238-2BDE-40AD-A882-7D2352FB29B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3AD6F18-3D98-4836-AC4C-0F2101757A8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BCC86C03-3FB0-4513-B955-F49635D3A7D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F53CB856-F7ED-4458-BC5B-20B9D4A94C9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F71C5B6B-9737-41EB-BC0A-307E25DA126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15C9AD1-4164-4D78-86BB-CB1F64D98CF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CFDE778-2637-456D-AB16-7B26A833D7E0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CAA201D9-DD7F-452B-A79A-3D458CCA5D7C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83FC9EA9-F099-45A1-BB12-573242A383D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83A68469-72C3-43CD-B98A-E3C749C261B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B202B726-E6BE-4913-A09C-E66F831F85F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20E8C059-179D-40C1-B758-F9626CC9ABF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75D17768-98E9-4DA9-8E75-C5B9174EB06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A01EC231-3FA7-4CA7-8367-AA20E71E28C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13CC00E7-9C46-4473-B11E-C4188D3FF17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B9B10CA5-3167-47C7-A530-5866D4EDC0E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1C4591C2-4E06-439B-B066-7CE5277A63B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872ADD12-0B67-492F-BCD7-ECEDF4D968C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860C1903-E596-4D38-A203-7B820052FC99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55A38F43-F1DD-48EF-97B8-F4B16DA8416F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F7A3EC5A-77CD-4627-9D9A-5FDB168AB59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D27B6BE7-C0E2-40C9-825C-E70A91508D1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CF5CBEA6-D615-497A-ABAA-3D5D463C82B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D917514A-4913-4A22-AB9F-6099B2D25AA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51E192F1-E48E-4CE9-B15A-22508CD34FF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412005A0-271B-49E3-A2BB-20DE2BF669E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26DCC029-9D56-4B78-BA9A-302CF7265A8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327D300B-902D-4B7F-A024-3BCBFF8551A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4B9B3104-3862-4E6F-AA8D-5E38522673B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FD6A556D-C954-4E85-AE2E-DBFEB3F23E3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2A3A5319-9B6C-4664-BE87-2C1AA4C08974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E25A5449-F4A9-4759-92F1-A623D299E34A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59C91D62-B2F4-447A-BD2D-00CF6E4B132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C9A0B872-83B9-43B6-A235-83055E79EB4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4FEF8563-6BA8-48E0-A1A3-F2A21310311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F0138438-4C55-4FE0-A77B-102B976009E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36ED2A07-1975-4024-B0EA-4026EEB867D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11D3DE47-B504-4BD9-BB05-670927A731D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CB4F2139-B4A9-4B0A-A836-EC5A5F1AA58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34BDB632-8ADF-40A3-8C23-77530F62B40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BA38EE5E-D09E-40A1-897F-C5E4F508CF4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F61DC5A8-0FAC-4C8E-BB88-DC5908AA5A1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D358E415-E224-4A2B-A00A-6C30E3D59EBF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504660F0-98AB-443A-969D-CFCA823B5E54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9D0E542C-9985-48F3-A5D2-676E19886BE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64AAA82A-82F5-4154-8108-55FAF8CD4FD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47A98FFC-7B91-4D8C-B8DA-12B17676275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48BCF862-3312-4C50-8E62-57183E36E28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2DBF57F4-4383-4586-8DB9-65E728DBEED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694B1B96-D7AA-4B2C-A20A-787056EDA4D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169062CB-5090-48B2-A756-FE1FC4811B7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4AD33418-C462-43C1-A266-A85148C985E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F7165229-F152-42AF-85CF-9AF6BCFEBAA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BE4D7DE0-0AAE-4D88-9014-B72C77C9DEA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D2672D63-EABD-47D7-9664-0F9A67BE1623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F48C967F-511C-48CB-91A5-B2FB7864FF1D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0D8EF3CC-F29E-4C6E-B68A-F98F7ACA89B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4A361179-5A79-447B-8028-98D9A0BC2DF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08D67073-91ED-4120-92A3-71E5BAAB8A8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2968BC16-6BE4-4C3A-8991-003E6E42AA3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9EFBCD80-E4E5-4CA0-A5F0-66A98F8D6E0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F2A9E4FB-2395-434A-A0C0-F35F5CA8142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671C74A6-9AFA-48EF-A50A-518E591FB29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ACEC4595-5311-42D7-AC7D-DA5ADB10276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19FAE8E2-7B2A-4B8D-A835-72E5382BE43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315D0984-7E77-440B-9374-46ADA50BEFC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CEE0B823-424D-4E96-9421-4156B3E87328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24458B1C-743C-4EC0-B3E2-9C122EF491C5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8FCD2B13-8C29-498E-9625-7197CBA06A8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A8254899-9F18-4EDA-B3DC-A4A0B3CB09E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4EFA5447-7D0F-4E98-B4A4-20361F47B9A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5748395A-B31C-4B77-A42A-77E80D448B4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A89F04BA-61E6-447D-A3C9-E29590E4129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A2BC4C87-034A-44AB-8218-2D645BEACE9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4BE72147-F0C9-47C3-A674-2573D06CD67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07B215CC-6E11-4B72-8DA1-977E135E629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1BB9F45D-502B-4802-BB4C-B092F240D7C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EC558CB1-1384-429B-8C8D-7E67E98865D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4EF6669B-7085-4859-BDC3-DC4C08B0C28E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5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124D300E-B9AF-4F31-8687-748D396CC23D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63E8A8B4-E4F2-430A-8E30-134D8E870C4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12AB0FBC-20CC-4704-9839-F62CDF124B4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451CC955-EC62-41AF-A8F5-695475F98C6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3480929B-78D3-427D-BF65-F356266D8F6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26392F2B-A367-44CF-90D7-DEF08AC8DCD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6EA4821A-5290-439A-BA48-671428FA168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EBA6D817-46B9-4347-B966-2EF9D4FB8D0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7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E22315A2-4A06-48AA-A560-BC42204FB7B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D555F403-6DDA-4E57-8C19-B7BB13EB09B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4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569D4CE5-4A3B-4326-8E09-D7B09B2F71D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AEDE7DF5-32C4-4F3D-AAD0-A47F83C44327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2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3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1A1EB1F4-E99A-4E08-AB1B-70B4F91429D7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AD690AC7-5183-4581-B11C-42A838A11E3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3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4050AF9A-3C6D-424C-8234-55CAA041047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C4CF01F1-8F89-460C-B56F-AA6666C8364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5C16CDB9-62EF-48F5-9F7E-E601C98123C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BDCD56F6-1A79-4B50-A353-F810703F0E9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762A4556-3005-4DB6-8E18-7EAAD7A692E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19B2934C-5EF6-4AFE-B4A5-5B186BF83C0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8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904E859C-251B-4C12-8CF6-D2C52BFE1DD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D4E96F6B-3596-4B96-82CA-883D4CBA1B9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7FABA029-68F0-4133-8451-BAEF4DFB5A2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0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A9F4637C-6F4C-408D-8EC8-A6FE918E27D1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3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4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5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6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7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8A050599-088C-4D51-8543-6BB4D4DC52AD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FF6E6674-9408-4BFF-89F1-742D026F3F7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4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E20AA06F-6984-48E2-8D5C-862181E8608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5B9BA1A3-9CC4-4467-90D6-3AEF584AA2D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6D3A3FD5-4DE5-4BD5-B93F-55BC97FE03EA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F146A380-7545-4B2F-B792-7C821BA986D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BED85B68-1349-42D3-9F75-C919815BCE4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82D15D12-DC9B-4194-BDA2-DC8B2F119FE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9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4FEBD98C-8338-4BBD-8579-C7EF45C6FDC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C1E78F93-01AD-4D90-B164-94A90B7E729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6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C3FCE39D-022A-401B-AB96-4C5AC3F6CAE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1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00B1FD8B-C4C5-4051-8952-8BF848EC0253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4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5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6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7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8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08A6024C-8010-4817-87FA-CC1B5AFBF741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3AC7355A-C3C6-48AE-AF7D-4CCECF583A4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5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0B2FFF64-1289-4D83-A1D5-59BAFDBF791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570FD5F1-E3B8-49BE-9A40-D08FF5B9757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9C507796-1921-45D5-BD79-460BFB176CB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578170AC-3BF7-4483-9FA0-60860242DC8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87511A7E-02CB-4830-B121-1403D9EDAB7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3C9E5EA6-DB9E-4656-87DB-6F0DBB2E349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0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86FDDF35-9DB8-49B1-AF33-299AC560E6B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D6C1C4AD-23C4-4C2C-8A47-5A2821EFD62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7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A9219D97-70C2-4035-B544-A89FD9D9E68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2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A76E7D54-99CC-4050-986E-50CCE651FAB6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5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6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7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8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9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8D6690A9-8F93-4807-895D-979B544763AF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594660B1-3514-4D7B-A963-2F5DE5F815E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0180E5E7-F254-4FBF-AA54-18FAD9B515A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8D9AED09-45F1-400D-9CEA-C31CA4073FD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CCB01D1E-C3CD-47A4-8409-85FA2A4F678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BFDB7F69-1614-443F-9CF3-EB6D4955465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E1634323-739D-4EDE-A15F-AAB79E0BAB6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C77EFD8C-FA36-4335-A0BA-19EE5092B9F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969A77B0-3F91-4FDB-891F-86F1F403F86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71E52077-65D1-44EE-978E-DEB4452C98C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5515A145-6B68-4B50-8DB9-48DBFC3588F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6F3184F8-0792-4F5A-9A6A-CDB4D4B63717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72484102-1445-455D-A1AB-19D7FD630366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96D4B6A9-A722-4795-AB08-1BAF0CC4EA5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CCF8B498-42D7-4116-86A0-BFB20409189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52EE2805-7BA3-46B7-9683-D7571E1E204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72971D88-7B10-4588-9D9D-CEA818FB0CE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B38B6A8C-9DE3-47A6-9C7A-997CF06D9EC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6E3D1552-7205-424F-BB63-858B4AD70D1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086D700A-54E7-47E9-9EEF-7C0CDB101AC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AF7B905F-B3D1-46F2-873E-92E502FEED9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EC7FFB89-836E-4427-BD48-E1C1E08FDE1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BFCA2240-91CB-489B-9544-940B59EC257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9BDAA5B9-B51A-44A1-8EDA-393825A0408C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A3F41516-91F2-45CC-9B61-617484F18486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49.xml"/><Relationship Id="rId3" Type="http://schemas.openxmlformats.org/officeDocument/2006/relationships/slideLayout" Target="../slideLayouts/slideLayout50.xml"/><Relationship Id="rId4" Type="http://schemas.openxmlformats.org/officeDocument/2006/relationships/slideLayout" Target="../slideLayouts/slideLayout51.xml"/><Relationship Id="rId5" Type="http://schemas.openxmlformats.org/officeDocument/2006/relationships/slideLayout" Target="../slideLayouts/slideLayout52.xml"/><Relationship Id="rId6" Type="http://schemas.openxmlformats.org/officeDocument/2006/relationships/slideLayout" Target="../slideLayouts/slideLayout53.xml"/><Relationship Id="rId7" Type="http://schemas.openxmlformats.org/officeDocument/2006/relationships/slideLayout" Target="../slideLayouts/slideLayout54.xml"/><Relationship Id="rId8" Type="http://schemas.openxmlformats.org/officeDocument/2006/relationships/slideLayout" Target="../slideLayouts/slideLayout55.xml"/><Relationship Id="rId9" Type="http://schemas.openxmlformats.org/officeDocument/2006/relationships/slideLayout" Target="../slideLayouts/slideLayout56.xml"/><Relationship Id="rId10" Type="http://schemas.openxmlformats.org/officeDocument/2006/relationships/slideLayout" Target="../slideLayouts/slideLayout57.xml"/><Relationship Id="rId11" Type="http://schemas.openxmlformats.org/officeDocument/2006/relationships/slideLayout" Target="../slideLayouts/slideLayout58.xml"/><Relationship Id="rId12" Type="http://schemas.openxmlformats.org/officeDocument/2006/relationships/slideLayout" Target="../slideLayouts/slideLayout59.xml"/><Relationship Id="rId13" Type="http://schemas.openxmlformats.org/officeDocument/2006/relationships/slideLayout" Target="../slideLayouts/slideLayout60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1.xml"/><Relationship Id="rId3" Type="http://schemas.openxmlformats.org/officeDocument/2006/relationships/slideLayout" Target="../slideLayouts/slideLayout62.xml"/><Relationship Id="rId4" Type="http://schemas.openxmlformats.org/officeDocument/2006/relationships/slideLayout" Target="../slideLayouts/slideLayout63.xml"/><Relationship Id="rId5" Type="http://schemas.openxmlformats.org/officeDocument/2006/relationships/slideLayout" Target="../slideLayouts/slideLayout64.xml"/><Relationship Id="rId6" Type="http://schemas.openxmlformats.org/officeDocument/2006/relationships/slideLayout" Target="../slideLayouts/slideLayout65.xml"/><Relationship Id="rId7" Type="http://schemas.openxmlformats.org/officeDocument/2006/relationships/slideLayout" Target="../slideLayouts/slideLayout66.xml"/><Relationship Id="rId8" Type="http://schemas.openxmlformats.org/officeDocument/2006/relationships/slideLayout" Target="../slideLayouts/slideLayout67.xml"/><Relationship Id="rId9" Type="http://schemas.openxmlformats.org/officeDocument/2006/relationships/slideLayout" Target="../slideLayouts/slideLayout68.xml"/><Relationship Id="rId10" Type="http://schemas.openxmlformats.org/officeDocument/2006/relationships/slideLayout" Target="../slideLayouts/slideLayout69.xml"/><Relationship Id="rId11" Type="http://schemas.openxmlformats.org/officeDocument/2006/relationships/slideLayout" Target="../slideLayouts/slideLayout70.xml"/><Relationship Id="rId12" Type="http://schemas.openxmlformats.org/officeDocument/2006/relationships/slideLayout" Target="../slideLayouts/slideLayout71.xml"/><Relationship Id="rId13" Type="http://schemas.openxmlformats.org/officeDocument/2006/relationships/slideLayout" Target="../slideLayouts/slideLayout72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3.xml"/><Relationship Id="rId3" Type="http://schemas.openxmlformats.org/officeDocument/2006/relationships/slideLayout" Target="../slideLayouts/slideLayout74.xml"/><Relationship Id="rId4" Type="http://schemas.openxmlformats.org/officeDocument/2006/relationships/slideLayout" Target="../slideLayouts/slideLayout75.xml"/><Relationship Id="rId5" Type="http://schemas.openxmlformats.org/officeDocument/2006/relationships/slideLayout" Target="../slideLayouts/slideLayout76.xml"/><Relationship Id="rId6" Type="http://schemas.openxmlformats.org/officeDocument/2006/relationships/slideLayout" Target="../slideLayouts/slideLayout77.xml"/><Relationship Id="rId7" Type="http://schemas.openxmlformats.org/officeDocument/2006/relationships/slideLayout" Target="../slideLayouts/slideLayout78.xml"/><Relationship Id="rId8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0.xml"/><Relationship Id="rId10" Type="http://schemas.openxmlformats.org/officeDocument/2006/relationships/slideLayout" Target="../slideLayouts/slideLayout81.xml"/><Relationship Id="rId11" Type="http://schemas.openxmlformats.org/officeDocument/2006/relationships/slideLayout" Target="../slideLayouts/slideLayout82.xml"/><Relationship Id="rId12" Type="http://schemas.openxmlformats.org/officeDocument/2006/relationships/slideLayout" Target="../slideLayouts/slideLayout83.xml"/><Relationship Id="rId13" Type="http://schemas.openxmlformats.org/officeDocument/2006/relationships/slideLayout" Target="../slideLayouts/slideLayout84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5.xml"/><Relationship Id="rId3" Type="http://schemas.openxmlformats.org/officeDocument/2006/relationships/slideLayout" Target="../slideLayouts/slideLayout86.xml"/><Relationship Id="rId4" Type="http://schemas.openxmlformats.org/officeDocument/2006/relationships/slideLayout" Target="../slideLayouts/slideLayout87.xml"/><Relationship Id="rId5" Type="http://schemas.openxmlformats.org/officeDocument/2006/relationships/slideLayout" Target="../slideLayouts/slideLayout88.xml"/><Relationship Id="rId6" Type="http://schemas.openxmlformats.org/officeDocument/2006/relationships/slideLayout" Target="../slideLayouts/slideLayout89.xml"/><Relationship Id="rId7" Type="http://schemas.openxmlformats.org/officeDocument/2006/relationships/slideLayout" Target="../slideLayouts/slideLayout90.xml"/><Relationship Id="rId8" Type="http://schemas.openxmlformats.org/officeDocument/2006/relationships/slideLayout" Target="../slideLayouts/slideLayout91.xml"/><Relationship Id="rId9" Type="http://schemas.openxmlformats.org/officeDocument/2006/relationships/slideLayout" Target="../slideLayouts/slideLayout92.xml"/><Relationship Id="rId10" Type="http://schemas.openxmlformats.org/officeDocument/2006/relationships/slideLayout" Target="../slideLayouts/slideLayout93.xml"/><Relationship Id="rId11" Type="http://schemas.openxmlformats.org/officeDocument/2006/relationships/slideLayout" Target="../slideLayouts/slideLayout94.xml"/><Relationship Id="rId12" Type="http://schemas.openxmlformats.org/officeDocument/2006/relationships/slideLayout" Target="../slideLayouts/slideLayout95.xml"/><Relationship Id="rId13" Type="http://schemas.openxmlformats.org/officeDocument/2006/relationships/slideLayout" Target="../slideLayouts/slideLayout96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7.xml"/><Relationship Id="rId3" Type="http://schemas.openxmlformats.org/officeDocument/2006/relationships/slideLayout" Target="../slideLayouts/slideLayout98.xml"/><Relationship Id="rId4" Type="http://schemas.openxmlformats.org/officeDocument/2006/relationships/slideLayout" Target="../slideLayouts/slideLayout99.xml"/><Relationship Id="rId5" Type="http://schemas.openxmlformats.org/officeDocument/2006/relationships/slideLayout" Target="../slideLayouts/slideLayout100.xml"/><Relationship Id="rId6" Type="http://schemas.openxmlformats.org/officeDocument/2006/relationships/slideLayout" Target="../slideLayouts/slideLayout101.xml"/><Relationship Id="rId7" Type="http://schemas.openxmlformats.org/officeDocument/2006/relationships/slideLayout" Target="../slideLayouts/slideLayout102.xml"/><Relationship Id="rId8" Type="http://schemas.openxmlformats.org/officeDocument/2006/relationships/slideLayout" Target="../slideLayouts/slideLayout103.xml"/><Relationship Id="rId9" Type="http://schemas.openxmlformats.org/officeDocument/2006/relationships/slideLayout" Target="../slideLayouts/slideLayout104.xml"/><Relationship Id="rId10" Type="http://schemas.openxmlformats.org/officeDocument/2006/relationships/slideLayout" Target="../slideLayouts/slideLayout105.xml"/><Relationship Id="rId11" Type="http://schemas.openxmlformats.org/officeDocument/2006/relationships/slideLayout" Target="../slideLayouts/slideLayout106.xml"/><Relationship Id="rId12" Type="http://schemas.openxmlformats.org/officeDocument/2006/relationships/slideLayout" Target="../slideLayouts/slideLayout107.xml"/><Relationship Id="rId13" Type="http://schemas.openxmlformats.org/officeDocument/2006/relationships/slideLayout" Target="../slideLayouts/slideLayout108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9.xml"/><Relationship Id="rId3" Type="http://schemas.openxmlformats.org/officeDocument/2006/relationships/slideLayout" Target="../slideLayouts/slideLayout110.xml"/><Relationship Id="rId4" Type="http://schemas.openxmlformats.org/officeDocument/2006/relationships/slideLayout" Target="../slideLayouts/slideLayout111.xml"/><Relationship Id="rId5" Type="http://schemas.openxmlformats.org/officeDocument/2006/relationships/slideLayout" Target="../slideLayouts/slideLayout112.xml"/><Relationship Id="rId6" Type="http://schemas.openxmlformats.org/officeDocument/2006/relationships/slideLayout" Target="../slideLayouts/slideLayout113.xml"/><Relationship Id="rId7" Type="http://schemas.openxmlformats.org/officeDocument/2006/relationships/slideLayout" Target="../slideLayouts/slideLayout114.xml"/><Relationship Id="rId8" Type="http://schemas.openxmlformats.org/officeDocument/2006/relationships/slideLayout" Target="../slideLayouts/slideLayout115.xml"/><Relationship Id="rId9" Type="http://schemas.openxmlformats.org/officeDocument/2006/relationships/slideLayout" Target="../slideLayouts/slideLayout116.xml"/><Relationship Id="rId10" Type="http://schemas.openxmlformats.org/officeDocument/2006/relationships/slideLayout" Target="../slideLayouts/slideLayout117.xml"/><Relationship Id="rId11" Type="http://schemas.openxmlformats.org/officeDocument/2006/relationships/slideLayout" Target="../slideLayouts/slideLayout118.xml"/><Relationship Id="rId12" Type="http://schemas.openxmlformats.org/officeDocument/2006/relationships/slideLayout" Target="../slideLayouts/slideLayout119.xml"/><Relationship Id="rId13" Type="http://schemas.openxmlformats.org/officeDocument/2006/relationships/slideLayout" Target="../slideLayouts/slideLayout12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21.xml"/><Relationship Id="rId3" Type="http://schemas.openxmlformats.org/officeDocument/2006/relationships/slideLayout" Target="../slideLayouts/slideLayout122.xml"/><Relationship Id="rId4" Type="http://schemas.openxmlformats.org/officeDocument/2006/relationships/slideLayout" Target="../slideLayouts/slideLayout123.xml"/><Relationship Id="rId5" Type="http://schemas.openxmlformats.org/officeDocument/2006/relationships/slideLayout" Target="../slideLayouts/slideLayout124.xml"/><Relationship Id="rId6" Type="http://schemas.openxmlformats.org/officeDocument/2006/relationships/slideLayout" Target="../slideLayouts/slideLayout125.xml"/><Relationship Id="rId7" Type="http://schemas.openxmlformats.org/officeDocument/2006/relationships/slideLayout" Target="../slideLayouts/slideLayout126.xml"/><Relationship Id="rId8" Type="http://schemas.openxmlformats.org/officeDocument/2006/relationships/slideLayout" Target="../slideLayouts/slideLayout127.xml"/><Relationship Id="rId9" Type="http://schemas.openxmlformats.org/officeDocument/2006/relationships/slideLayout" Target="../slideLayouts/slideLayout128.xml"/><Relationship Id="rId10" Type="http://schemas.openxmlformats.org/officeDocument/2006/relationships/slideLayout" Target="../slideLayouts/slideLayout129.xml"/><Relationship Id="rId11" Type="http://schemas.openxmlformats.org/officeDocument/2006/relationships/slideLayout" Target="../slideLayouts/slideLayout130.xml"/><Relationship Id="rId12" Type="http://schemas.openxmlformats.org/officeDocument/2006/relationships/slideLayout" Target="../slideLayouts/slideLayout131.xml"/><Relationship Id="rId13" Type="http://schemas.openxmlformats.org/officeDocument/2006/relationships/slideLayout" Target="../slideLayouts/slideLayout132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slideLayout" Target="../slideLayouts/slideLayout133.xml"/><Relationship Id="rId3" Type="http://schemas.openxmlformats.org/officeDocument/2006/relationships/slideLayout" Target="../slideLayouts/slideLayout134.xml"/><Relationship Id="rId4" Type="http://schemas.openxmlformats.org/officeDocument/2006/relationships/slideLayout" Target="../slideLayouts/slideLayout135.xml"/><Relationship Id="rId5" Type="http://schemas.openxmlformats.org/officeDocument/2006/relationships/slideLayout" Target="../slideLayouts/slideLayout136.xml"/><Relationship Id="rId6" Type="http://schemas.openxmlformats.org/officeDocument/2006/relationships/slideLayout" Target="../slideLayouts/slideLayout137.xml"/><Relationship Id="rId7" Type="http://schemas.openxmlformats.org/officeDocument/2006/relationships/slideLayout" Target="../slideLayouts/slideLayout138.xml"/><Relationship Id="rId8" Type="http://schemas.openxmlformats.org/officeDocument/2006/relationships/slideLayout" Target="../slideLayouts/slideLayout139.xml"/><Relationship Id="rId9" Type="http://schemas.openxmlformats.org/officeDocument/2006/relationships/slideLayout" Target="../slideLayouts/slideLayout140.xml"/><Relationship Id="rId10" Type="http://schemas.openxmlformats.org/officeDocument/2006/relationships/slideLayout" Target="../slideLayouts/slideLayout141.xml"/><Relationship Id="rId11" Type="http://schemas.openxmlformats.org/officeDocument/2006/relationships/slideLayout" Target="../slideLayouts/slideLayout142.xml"/><Relationship Id="rId12" Type="http://schemas.openxmlformats.org/officeDocument/2006/relationships/slideLayout" Target="../slideLayouts/slideLayout143.xml"/><Relationship Id="rId13" Type="http://schemas.openxmlformats.org/officeDocument/2006/relationships/slideLayout" Target="../slideLayouts/slideLayout144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slideLayout" Target="../slideLayouts/slideLayout145.xml"/><Relationship Id="rId3" Type="http://schemas.openxmlformats.org/officeDocument/2006/relationships/slideLayout" Target="../slideLayouts/slideLayout146.xml"/><Relationship Id="rId4" Type="http://schemas.openxmlformats.org/officeDocument/2006/relationships/slideLayout" Target="../slideLayouts/slideLayout147.xml"/><Relationship Id="rId5" Type="http://schemas.openxmlformats.org/officeDocument/2006/relationships/slideLayout" Target="../slideLayouts/slideLayout148.xml"/><Relationship Id="rId6" Type="http://schemas.openxmlformats.org/officeDocument/2006/relationships/slideLayout" Target="../slideLayouts/slideLayout149.xml"/><Relationship Id="rId7" Type="http://schemas.openxmlformats.org/officeDocument/2006/relationships/slideLayout" Target="../slideLayouts/slideLayout150.xml"/><Relationship Id="rId8" Type="http://schemas.openxmlformats.org/officeDocument/2006/relationships/slideLayout" Target="../slideLayouts/slideLayout151.xml"/><Relationship Id="rId9" Type="http://schemas.openxmlformats.org/officeDocument/2006/relationships/slideLayout" Target="../slideLayouts/slideLayout152.xml"/><Relationship Id="rId10" Type="http://schemas.openxmlformats.org/officeDocument/2006/relationships/slideLayout" Target="../slideLayouts/slideLayout153.xml"/><Relationship Id="rId11" Type="http://schemas.openxmlformats.org/officeDocument/2006/relationships/slideLayout" Target="../slideLayouts/slideLayout154.xml"/><Relationship Id="rId12" Type="http://schemas.openxmlformats.org/officeDocument/2006/relationships/slideLayout" Target="../slideLayouts/slideLayout155.xml"/><Relationship Id="rId13" Type="http://schemas.openxmlformats.org/officeDocument/2006/relationships/slideLayout" Target="../slideLayouts/slideLayout156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slideLayout" Target="../slideLayouts/slideLayout157.xml"/><Relationship Id="rId3" Type="http://schemas.openxmlformats.org/officeDocument/2006/relationships/slideLayout" Target="../slideLayouts/slideLayout158.xml"/><Relationship Id="rId4" Type="http://schemas.openxmlformats.org/officeDocument/2006/relationships/slideLayout" Target="../slideLayouts/slideLayout159.xml"/><Relationship Id="rId5" Type="http://schemas.openxmlformats.org/officeDocument/2006/relationships/slideLayout" Target="../slideLayouts/slideLayout160.xml"/><Relationship Id="rId6" Type="http://schemas.openxmlformats.org/officeDocument/2006/relationships/slideLayout" Target="../slideLayouts/slideLayout161.xml"/><Relationship Id="rId7" Type="http://schemas.openxmlformats.org/officeDocument/2006/relationships/slideLayout" Target="../slideLayouts/slideLayout162.xml"/><Relationship Id="rId8" Type="http://schemas.openxmlformats.org/officeDocument/2006/relationships/slideLayout" Target="../slideLayouts/slideLayout163.xml"/><Relationship Id="rId9" Type="http://schemas.openxmlformats.org/officeDocument/2006/relationships/slideLayout" Target="../slideLayouts/slideLayout164.xml"/><Relationship Id="rId10" Type="http://schemas.openxmlformats.org/officeDocument/2006/relationships/slideLayout" Target="../slideLayouts/slideLayout165.xml"/><Relationship Id="rId11" Type="http://schemas.openxmlformats.org/officeDocument/2006/relationships/slideLayout" Target="../slideLayouts/slideLayout166.xml"/><Relationship Id="rId12" Type="http://schemas.openxmlformats.org/officeDocument/2006/relationships/slideLayout" Target="../slideLayouts/slideLayout167.xml"/><Relationship Id="rId13" Type="http://schemas.openxmlformats.org/officeDocument/2006/relationships/slideLayout" Target="../slideLayouts/slideLayout168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15.xml"/><Relationship Id="rId2" Type="http://schemas.openxmlformats.org/officeDocument/2006/relationships/slideLayout" Target="../slideLayouts/slideLayout169.xml"/><Relationship Id="rId3" Type="http://schemas.openxmlformats.org/officeDocument/2006/relationships/slideLayout" Target="../slideLayouts/slideLayout170.xml"/><Relationship Id="rId4" Type="http://schemas.openxmlformats.org/officeDocument/2006/relationships/slideLayout" Target="../slideLayouts/slideLayout171.xml"/><Relationship Id="rId5" Type="http://schemas.openxmlformats.org/officeDocument/2006/relationships/slideLayout" Target="../slideLayouts/slideLayout172.xml"/><Relationship Id="rId6" Type="http://schemas.openxmlformats.org/officeDocument/2006/relationships/slideLayout" Target="../slideLayouts/slideLayout173.xml"/><Relationship Id="rId7" Type="http://schemas.openxmlformats.org/officeDocument/2006/relationships/slideLayout" Target="../slideLayouts/slideLayout174.xml"/><Relationship Id="rId8" Type="http://schemas.openxmlformats.org/officeDocument/2006/relationships/slideLayout" Target="../slideLayouts/slideLayout175.xml"/><Relationship Id="rId9" Type="http://schemas.openxmlformats.org/officeDocument/2006/relationships/slideLayout" Target="../slideLayouts/slideLayout176.xml"/><Relationship Id="rId10" Type="http://schemas.openxmlformats.org/officeDocument/2006/relationships/slideLayout" Target="../slideLayouts/slideLayout177.xml"/><Relationship Id="rId11" Type="http://schemas.openxmlformats.org/officeDocument/2006/relationships/slideLayout" Target="../slideLayouts/slideLayout178.xml"/><Relationship Id="rId12" Type="http://schemas.openxmlformats.org/officeDocument/2006/relationships/slideLayout" Target="../slideLayouts/slideLayout179.xml"/><Relationship Id="rId13" Type="http://schemas.openxmlformats.org/officeDocument/2006/relationships/slideLayout" Target="../slideLayouts/slideLayout180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87920" cy="357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45EB3F3-D12B-4288-ADDE-A2D60AC394E4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26160" cy="3574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90800" cy="360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1D3F24E-24C0-4FBE-8145-5BFCD7902243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29040" cy="360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ftr" idx="7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sldNum" idx="8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47A1B80-1EA8-4EA3-8B8F-6A333CA1150A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dt" idx="9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laceHolder 1"/>
          <p:cNvSpPr>
            <a:spLocks noGrp="1"/>
          </p:cNvSpPr>
          <p:nvPr>
            <p:ph type="ftr" idx="10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" name="PlaceHolder 2"/>
          <p:cNvSpPr>
            <a:spLocks noGrp="1"/>
          </p:cNvSpPr>
          <p:nvPr>
            <p:ph type="sldNum" idx="11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F362C05-81AE-47F2-B17D-AEE1F777B2AC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" name="PlaceHolder 3"/>
          <p:cNvSpPr>
            <a:spLocks noGrp="1"/>
          </p:cNvSpPr>
          <p:nvPr>
            <p:ph type="dt" idx="12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PlaceHolder 1"/>
          <p:cNvSpPr>
            <a:spLocks noGrp="1"/>
          </p:cNvSpPr>
          <p:nvPr>
            <p:ph type="ftr" idx="13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3" name="PlaceHolder 2"/>
          <p:cNvSpPr>
            <a:spLocks noGrp="1"/>
          </p:cNvSpPr>
          <p:nvPr>
            <p:ph type="sldNum" idx="14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0C386B9-4C07-4CF9-B2E8-7B9F70D0AE07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" name="PlaceHolder 3"/>
          <p:cNvSpPr>
            <a:spLocks noGrp="1"/>
          </p:cNvSpPr>
          <p:nvPr>
            <p:ph type="dt" idx="15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4" r:id="rId2"/>
    <p:sldLayoutId id="2147483715" r:id="rId3"/>
    <p:sldLayoutId id="2147483716" r:id="rId4"/>
    <p:sldLayoutId id="2147483717" r:id="rId5"/>
    <p:sldLayoutId id="2147483718" r:id="rId6"/>
    <p:sldLayoutId id="2147483719" r:id="rId7"/>
    <p:sldLayoutId id="2147483720" r:id="rId8"/>
    <p:sldLayoutId id="2147483721" r:id="rId9"/>
    <p:sldLayoutId id="2147483722" r:id="rId10"/>
    <p:sldLayoutId id="2147483723" r:id="rId11"/>
    <p:sldLayoutId id="2147483724" r:id="rId12"/>
    <p:sldLayoutId id="2147483725" r:id="rId13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PlaceHolder 1"/>
          <p:cNvSpPr>
            <a:spLocks noGrp="1"/>
          </p:cNvSpPr>
          <p:nvPr>
            <p:ph type="ftr" idx="16"/>
          </p:nvPr>
        </p:nvSpPr>
        <p:spPr>
          <a:xfrm>
            <a:off x="3124080" y="6356520"/>
            <a:ext cx="2889720" cy="359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4" name="PlaceHolder 2"/>
          <p:cNvSpPr>
            <a:spLocks noGrp="1"/>
          </p:cNvSpPr>
          <p:nvPr>
            <p:ph type="sldNum" idx="17"/>
          </p:nvPr>
        </p:nvSpPr>
        <p:spPr>
          <a:xfrm>
            <a:off x="655308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2DD753E-CEF6-4332-A187-162FE8CE56F1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5" name="PlaceHolder 3"/>
          <p:cNvSpPr>
            <a:spLocks noGrp="1"/>
          </p:cNvSpPr>
          <p:nvPr>
            <p:ph type="dt" idx="18"/>
          </p:nvPr>
        </p:nvSpPr>
        <p:spPr>
          <a:xfrm>
            <a:off x="45720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6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7" r:id="rId2"/>
    <p:sldLayoutId id="2147483728" r:id="rId3"/>
    <p:sldLayoutId id="2147483729" r:id="rId4"/>
    <p:sldLayoutId id="2147483730" r:id="rId5"/>
    <p:sldLayoutId id="2147483731" r:id="rId6"/>
    <p:sldLayoutId id="2147483732" r:id="rId7"/>
    <p:sldLayoutId id="2147483733" r:id="rId8"/>
    <p:sldLayoutId id="2147483734" r:id="rId9"/>
    <p:sldLayoutId id="2147483735" r:id="rId10"/>
    <p:sldLayoutId id="2147483736" r:id="rId11"/>
    <p:sldLayoutId id="2147483737" r:id="rId12"/>
    <p:sldLayoutId id="2147483738" r:id="rId13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PlaceHolder 1"/>
          <p:cNvSpPr>
            <a:spLocks noGrp="1"/>
          </p:cNvSpPr>
          <p:nvPr>
            <p:ph type="ftr" idx="19"/>
          </p:nvPr>
        </p:nvSpPr>
        <p:spPr>
          <a:xfrm>
            <a:off x="3124080" y="6356520"/>
            <a:ext cx="289152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5" name="PlaceHolder 2"/>
          <p:cNvSpPr>
            <a:spLocks noGrp="1"/>
          </p:cNvSpPr>
          <p:nvPr>
            <p:ph type="sldNum" idx="20"/>
          </p:nvPr>
        </p:nvSpPr>
        <p:spPr>
          <a:xfrm>
            <a:off x="655308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05CBAE7-C21D-4A9A-96E9-3B361F844481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6" name="PlaceHolder 3"/>
          <p:cNvSpPr>
            <a:spLocks noGrp="1"/>
          </p:cNvSpPr>
          <p:nvPr>
            <p:ph type="dt" idx="21"/>
          </p:nvPr>
        </p:nvSpPr>
        <p:spPr>
          <a:xfrm>
            <a:off x="45720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7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40" r:id="rId2"/>
    <p:sldLayoutId id="2147483741" r:id="rId3"/>
    <p:sldLayoutId id="2147483742" r:id="rId4"/>
    <p:sldLayoutId id="2147483743" r:id="rId5"/>
    <p:sldLayoutId id="2147483744" r:id="rId6"/>
    <p:sldLayoutId id="2147483745" r:id="rId7"/>
    <p:sldLayoutId id="2147483746" r:id="rId8"/>
    <p:sldLayoutId id="2147483747" r:id="rId9"/>
    <p:sldLayoutId id="2147483748" r:id="rId10"/>
    <p:sldLayoutId id="2147483749" r:id="rId11"/>
    <p:sldLayoutId id="2147483750" r:id="rId12"/>
    <p:sldLayoutId id="2147483751" r:id="rId13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PlaceHolder 1"/>
          <p:cNvSpPr>
            <a:spLocks noGrp="1"/>
          </p:cNvSpPr>
          <p:nvPr>
            <p:ph type="ftr" idx="22"/>
          </p:nvPr>
        </p:nvSpPr>
        <p:spPr>
          <a:xfrm>
            <a:off x="3124080" y="6356520"/>
            <a:ext cx="289188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6" name="PlaceHolder 2"/>
          <p:cNvSpPr>
            <a:spLocks noGrp="1"/>
          </p:cNvSpPr>
          <p:nvPr>
            <p:ph type="sldNum" idx="23"/>
          </p:nvPr>
        </p:nvSpPr>
        <p:spPr>
          <a:xfrm>
            <a:off x="6553080" y="6356520"/>
            <a:ext cx="213012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57200ED-5C5D-4BD0-8634-B7EE41F685F1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7" name="PlaceHolder 3"/>
          <p:cNvSpPr>
            <a:spLocks noGrp="1"/>
          </p:cNvSpPr>
          <p:nvPr>
            <p:ph type="dt" idx="24"/>
          </p:nvPr>
        </p:nvSpPr>
        <p:spPr>
          <a:xfrm>
            <a:off x="457200" y="6356520"/>
            <a:ext cx="213012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8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53" r:id="rId2"/>
    <p:sldLayoutId id="2147483754" r:id="rId3"/>
    <p:sldLayoutId id="2147483755" r:id="rId4"/>
    <p:sldLayoutId id="2147483756" r:id="rId5"/>
    <p:sldLayoutId id="2147483757" r:id="rId6"/>
    <p:sldLayoutId id="2147483758" r:id="rId7"/>
    <p:sldLayoutId id="2147483759" r:id="rId8"/>
    <p:sldLayoutId id="2147483760" r:id="rId9"/>
    <p:sldLayoutId id="2147483761" r:id="rId10"/>
    <p:sldLayoutId id="2147483762" r:id="rId11"/>
    <p:sldLayoutId id="2147483763" r:id="rId12"/>
    <p:sldLayoutId id="2147483764" r:id="rId13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PlaceHolder 1"/>
          <p:cNvSpPr>
            <a:spLocks noGrp="1"/>
          </p:cNvSpPr>
          <p:nvPr>
            <p:ph type="ftr" idx="25"/>
          </p:nvPr>
        </p:nvSpPr>
        <p:spPr>
          <a:xfrm>
            <a:off x="3124080" y="6356520"/>
            <a:ext cx="289224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7" name="PlaceHolder 2"/>
          <p:cNvSpPr>
            <a:spLocks noGrp="1"/>
          </p:cNvSpPr>
          <p:nvPr>
            <p:ph type="sldNum" idx="26"/>
          </p:nvPr>
        </p:nvSpPr>
        <p:spPr>
          <a:xfrm>
            <a:off x="6553080" y="6356520"/>
            <a:ext cx="213048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F872A7A-3A1E-4662-842E-57D8C07E8D70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8" name="PlaceHolder 3"/>
          <p:cNvSpPr>
            <a:spLocks noGrp="1"/>
          </p:cNvSpPr>
          <p:nvPr>
            <p:ph type="dt" idx="27"/>
          </p:nvPr>
        </p:nvSpPr>
        <p:spPr>
          <a:xfrm>
            <a:off x="457200" y="6356520"/>
            <a:ext cx="213048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9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0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66" r:id="rId2"/>
    <p:sldLayoutId id="2147483767" r:id="rId3"/>
    <p:sldLayoutId id="2147483768" r:id="rId4"/>
    <p:sldLayoutId id="2147483769" r:id="rId5"/>
    <p:sldLayoutId id="2147483770" r:id="rId6"/>
    <p:sldLayoutId id="2147483771" r:id="rId7"/>
    <p:sldLayoutId id="2147483772" r:id="rId8"/>
    <p:sldLayoutId id="2147483773" r:id="rId9"/>
    <p:sldLayoutId id="2147483774" r:id="rId10"/>
    <p:sldLayoutId id="2147483775" r:id="rId11"/>
    <p:sldLayoutId id="2147483776" r:id="rId12"/>
    <p:sldLayoutId id="2147483777" r:id="rId13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PlaceHolder 1"/>
          <p:cNvSpPr>
            <a:spLocks noGrp="1"/>
          </p:cNvSpPr>
          <p:nvPr>
            <p:ph type="ftr" idx="28"/>
          </p:nvPr>
        </p:nvSpPr>
        <p:spPr>
          <a:xfrm>
            <a:off x="3124080" y="6356520"/>
            <a:ext cx="289260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8" name="PlaceHolder 2"/>
          <p:cNvSpPr>
            <a:spLocks noGrp="1"/>
          </p:cNvSpPr>
          <p:nvPr>
            <p:ph type="sldNum" idx="29"/>
          </p:nvPr>
        </p:nvSpPr>
        <p:spPr>
          <a:xfrm>
            <a:off x="655308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A98CFDC-3560-4DE7-A8E7-C483CF84CFB1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9" name="PlaceHolder 3"/>
          <p:cNvSpPr>
            <a:spLocks noGrp="1"/>
          </p:cNvSpPr>
          <p:nvPr>
            <p:ph type="dt" idx="30"/>
          </p:nvPr>
        </p:nvSpPr>
        <p:spPr>
          <a:xfrm>
            <a:off x="45720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0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1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79" r:id="rId2"/>
    <p:sldLayoutId id="2147483780" r:id="rId3"/>
    <p:sldLayoutId id="2147483781" r:id="rId4"/>
    <p:sldLayoutId id="2147483782" r:id="rId5"/>
    <p:sldLayoutId id="2147483783" r:id="rId6"/>
    <p:sldLayoutId id="2147483784" r:id="rId7"/>
    <p:sldLayoutId id="2147483785" r:id="rId8"/>
    <p:sldLayoutId id="2147483786" r:id="rId9"/>
    <p:sldLayoutId id="2147483787" r:id="rId10"/>
    <p:sldLayoutId id="2147483788" r:id="rId11"/>
    <p:sldLayoutId id="2147483789" r:id="rId12"/>
    <p:sldLayoutId id="2147483790" r:id="rId13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PlaceHolder 1"/>
          <p:cNvSpPr>
            <a:spLocks noGrp="1"/>
          </p:cNvSpPr>
          <p:nvPr>
            <p:ph type="ftr" idx="31"/>
          </p:nvPr>
        </p:nvSpPr>
        <p:spPr>
          <a:xfrm>
            <a:off x="3124080" y="6356520"/>
            <a:ext cx="289260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9" name="PlaceHolder 2"/>
          <p:cNvSpPr>
            <a:spLocks noGrp="1"/>
          </p:cNvSpPr>
          <p:nvPr>
            <p:ph type="sldNum" idx="32"/>
          </p:nvPr>
        </p:nvSpPr>
        <p:spPr>
          <a:xfrm>
            <a:off x="655308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613DA0F-93B3-4A1E-801A-B68756D570DE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0" name="PlaceHolder 3"/>
          <p:cNvSpPr>
            <a:spLocks noGrp="1"/>
          </p:cNvSpPr>
          <p:nvPr>
            <p:ph type="dt" idx="33"/>
          </p:nvPr>
        </p:nvSpPr>
        <p:spPr>
          <a:xfrm>
            <a:off x="45720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1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2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92" r:id="rId2"/>
    <p:sldLayoutId id="2147483793" r:id="rId3"/>
    <p:sldLayoutId id="2147483794" r:id="rId4"/>
    <p:sldLayoutId id="2147483795" r:id="rId5"/>
    <p:sldLayoutId id="2147483796" r:id="rId6"/>
    <p:sldLayoutId id="2147483797" r:id="rId7"/>
    <p:sldLayoutId id="2147483798" r:id="rId8"/>
    <p:sldLayoutId id="2147483799" r:id="rId9"/>
    <p:sldLayoutId id="2147483800" r:id="rId10"/>
    <p:sldLayoutId id="2147483801" r:id="rId11"/>
    <p:sldLayoutId id="2147483802" r:id="rId12"/>
    <p:sldLayoutId id="2147483803" r:id="rId1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PlaceHolder 1"/>
          <p:cNvSpPr>
            <a:spLocks noGrp="1"/>
          </p:cNvSpPr>
          <p:nvPr>
            <p:ph type="ftr" idx="34"/>
          </p:nvPr>
        </p:nvSpPr>
        <p:spPr>
          <a:xfrm>
            <a:off x="3124080" y="6356520"/>
            <a:ext cx="289332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0" name="PlaceHolder 2"/>
          <p:cNvSpPr>
            <a:spLocks noGrp="1"/>
          </p:cNvSpPr>
          <p:nvPr>
            <p:ph type="sldNum" idx="35"/>
          </p:nvPr>
        </p:nvSpPr>
        <p:spPr>
          <a:xfrm>
            <a:off x="655308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26E5AEB-EA6B-4EB6-AA9C-CCA29993C090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1" name="PlaceHolder 3"/>
          <p:cNvSpPr>
            <a:spLocks noGrp="1"/>
          </p:cNvSpPr>
          <p:nvPr>
            <p:ph type="dt" idx="36"/>
          </p:nvPr>
        </p:nvSpPr>
        <p:spPr>
          <a:xfrm>
            <a:off x="45720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2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3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805" r:id="rId2"/>
    <p:sldLayoutId id="2147483806" r:id="rId3"/>
    <p:sldLayoutId id="2147483807" r:id="rId4"/>
    <p:sldLayoutId id="2147483808" r:id="rId5"/>
    <p:sldLayoutId id="2147483809" r:id="rId6"/>
    <p:sldLayoutId id="2147483810" r:id="rId7"/>
    <p:sldLayoutId id="2147483811" r:id="rId8"/>
    <p:sldLayoutId id="2147483812" r:id="rId9"/>
    <p:sldLayoutId id="2147483813" r:id="rId10"/>
    <p:sldLayoutId id="2147483814" r:id="rId11"/>
    <p:sldLayoutId id="2147483815" r:id="rId12"/>
    <p:sldLayoutId id="2147483816" r:id="rId13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PlaceHolder 1"/>
          <p:cNvSpPr>
            <a:spLocks noGrp="1"/>
          </p:cNvSpPr>
          <p:nvPr>
            <p:ph type="ftr" idx="37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1" name="PlaceHolder 2"/>
          <p:cNvSpPr>
            <a:spLocks noGrp="1"/>
          </p:cNvSpPr>
          <p:nvPr>
            <p:ph type="sldNum" idx="38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31A0D1A-D09B-434D-97AC-290C43387EDA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2" name="PlaceHolder 3"/>
          <p:cNvSpPr>
            <a:spLocks noGrp="1"/>
          </p:cNvSpPr>
          <p:nvPr>
            <p:ph type="dt" idx="39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818" r:id="rId2"/>
    <p:sldLayoutId id="2147483819" r:id="rId3"/>
    <p:sldLayoutId id="2147483820" r:id="rId4"/>
    <p:sldLayoutId id="2147483821" r:id="rId5"/>
    <p:sldLayoutId id="2147483822" r:id="rId6"/>
    <p:sldLayoutId id="2147483823" r:id="rId7"/>
    <p:sldLayoutId id="2147483824" r:id="rId8"/>
    <p:sldLayoutId id="2147483825" r:id="rId9"/>
    <p:sldLayoutId id="2147483826" r:id="rId10"/>
    <p:sldLayoutId id="2147483827" r:id="rId11"/>
    <p:sldLayoutId id="2147483828" r:id="rId12"/>
    <p:sldLayoutId id="2147483829" r:id="rId13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PlaceHolder 1"/>
          <p:cNvSpPr>
            <a:spLocks noGrp="1"/>
          </p:cNvSpPr>
          <p:nvPr>
            <p:ph type="ftr" idx="40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2" name="PlaceHolder 2"/>
          <p:cNvSpPr>
            <a:spLocks noGrp="1"/>
          </p:cNvSpPr>
          <p:nvPr>
            <p:ph type="sldNum" idx="41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16A8DCE-3046-426B-984F-B9D84C15676E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3" name="PlaceHolder 3"/>
          <p:cNvSpPr>
            <a:spLocks noGrp="1"/>
          </p:cNvSpPr>
          <p:nvPr>
            <p:ph type="dt" idx="42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831" r:id="rId2"/>
    <p:sldLayoutId id="2147483832" r:id="rId3"/>
    <p:sldLayoutId id="2147483833" r:id="rId4"/>
    <p:sldLayoutId id="2147483834" r:id="rId5"/>
    <p:sldLayoutId id="2147483835" r:id="rId6"/>
    <p:sldLayoutId id="2147483836" r:id="rId7"/>
    <p:sldLayoutId id="2147483837" r:id="rId8"/>
    <p:sldLayoutId id="2147483838" r:id="rId9"/>
    <p:sldLayoutId id="2147483839" r:id="rId10"/>
    <p:sldLayoutId id="2147483840" r:id="rId11"/>
    <p:sldLayoutId id="2147483841" r:id="rId12"/>
    <p:sldLayoutId id="2147483842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5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7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9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3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45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7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57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6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Rectangle 32"/>
          <p:cNvSpPr/>
          <p:nvPr/>
        </p:nvSpPr>
        <p:spPr>
          <a:xfrm>
            <a:off x="0" y="0"/>
            <a:ext cx="12181320" cy="68504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3" name="Rectangle 33"/>
          <p:cNvSpPr/>
          <p:nvPr/>
        </p:nvSpPr>
        <p:spPr>
          <a:xfrm>
            <a:off x="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4" name="Rectangle 34"/>
          <p:cNvSpPr/>
          <p:nvPr/>
        </p:nvSpPr>
        <p:spPr>
          <a:xfrm>
            <a:off x="914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5" name="Rectangle 35"/>
          <p:cNvSpPr/>
          <p:nvPr/>
        </p:nvSpPr>
        <p:spPr>
          <a:xfrm>
            <a:off x="1828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6" name="Rectangle 36"/>
          <p:cNvSpPr/>
          <p:nvPr/>
        </p:nvSpPr>
        <p:spPr>
          <a:xfrm>
            <a:off x="2743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7" name="Rectangle 37"/>
          <p:cNvSpPr/>
          <p:nvPr/>
        </p:nvSpPr>
        <p:spPr>
          <a:xfrm>
            <a:off x="36576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8" name="Rectangle 38"/>
          <p:cNvSpPr/>
          <p:nvPr/>
        </p:nvSpPr>
        <p:spPr>
          <a:xfrm>
            <a:off x="45720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9" name="Rectangle 39"/>
          <p:cNvSpPr/>
          <p:nvPr/>
        </p:nvSpPr>
        <p:spPr>
          <a:xfrm>
            <a:off x="5486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0" name="Rectangle 40"/>
          <p:cNvSpPr/>
          <p:nvPr/>
        </p:nvSpPr>
        <p:spPr>
          <a:xfrm>
            <a:off x="6400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1" name="Rectangle 41"/>
          <p:cNvSpPr/>
          <p:nvPr/>
        </p:nvSpPr>
        <p:spPr>
          <a:xfrm>
            <a:off x="7315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2" name="Rectangle 42"/>
          <p:cNvSpPr/>
          <p:nvPr/>
        </p:nvSpPr>
        <p:spPr>
          <a:xfrm>
            <a:off x="82296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3" name="Rectangle 43"/>
          <p:cNvSpPr/>
          <p:nvPr/>
        </p:nvSpPr>
        <p:spPr>
          <a:xfrm>
            <a:off x="91440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4" name="Rectangle 44"/>
          <p:cNvSpPr/>
          <p:nvPr/>
        </p:nvSpPr>
        <p:spPr>
          <a:xfrm>
            <a:off x="10058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5" name="Rectangle 45"/>
          <p:cNvSpPr/>
          <p:nvPr/>
        </p:nvSpPr>
        <p:spPr>
          <a:xfrm>
            <a:off x="10972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6" name="Rectangle 46"/>
          <p:cNvSpPr/>
          <p:nvPr/>
        </p:nvSpPr>
        <p:spPr>
          <a:xfrm>
            <a:off x="11887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7" name="Rectangle 47"/>
          <p:cNvSpPr/>
          <p:nvPr/>
        </p:nvSpPr>
        <p:spPr>
          <a:xfrm>
            <a:off x="0" y="0"/>
            <a:ext cx="312480" cy="68504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8" name="Rounded Rectangle 8"/>
          <p:cNvSpPr/>
          <p:nvPr/>
        </p:nvSpPr>
        <p:spPr>
          <a:xfrm>
            <a:off x="9875520" y="365760"/>
            <a:ext cx="2004120" cy="4953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9" name="TextBox 4"/>
          <p:cNvSpPr/>
          <p:nvPr/>
        </p:nvSpPr>
        <p:spPr>
          <a:xfrm>
            <a:off x="2913480" y="1005840"/>
            <a:ext cx="51447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DEĞİŞKENLERİ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0" name="TextBox 5"/>
          <p:cNvSpPr/>
          <p:nvPr/>
        </p:nvSpPr>
        <p:spPr>
          <a:xfrm>
            <a:off x="1237680" y="2057400"/>
            <a:ext cx="99684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Değişkenler, bir programda verileri saklamak için kullanılan isimlendirilmiş bellek konumlarıdır.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her değişken, hangi tür veriyi saklayabileceğini belirleyen belirli bir veri tipine sahip olmalıdır.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1" name="Rounded Rectangle 9"/>
          <p:cNvSpPr/>
          <p:nvPr/>
        </p:nvSpPr>
        <p:spPr>
          <a:xfrm>
            <a:off x="98748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2" name="Rounded Rectangle 10"/>
          <p:cNvSpPr/>
          <p:nvPr/>
        </p:nvSpPr>
        <p:spPr>
          <a:xfrm>
            <a:off x="914400" y="3108960"/>
            <a:ext cx="3284280" cy="328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Tanımı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Bir değişken, veriyi saklamak için kullanılan isimlendirilmiş bir bellek konumudur.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 Gerekliliği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Java'da her değişken belirli bir veri tipi ile tanımlanmalıdır.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Bellek Tahsisi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tipi, değişkenin hangi tür değeri tutacağını ve bellekte ne kadar yer kaplayacağını belirler.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 Örnekleri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Örneğin, int tam sayıları saklar, double ondalık sayıları saklar ve String metin verilerini saklar.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Program Esnekliği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Değişkenler, programların çalışma sırasında veri saklamasına ve değiştirmesine olanak tanır.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3" name="Rounded Rectangle 11"/>
          <p:cNvSpPr/>
          <p:nvPr/>
        </p:nvSpPr>
        <p:spPr>
          <a:xfrm>
            <a:off x="450792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4" name="Rounded Rectangle 12"/>
          <p:cNvSpPr/>
          <p:nvPr/>
        </p:nvSpPr>
        <p:spPr>
          <a:xfrm>
            <a:off x="4434840" y="310896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Tanımla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(veri tipi + isim)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Değer Ata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Değişkeni Kullan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(yazdır / hesapla)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5" name="Rounded Rectangle 13"/>
          <p:cNvSpPr/>
          <p:nvPr/>
        </p:nvSpPr>
        <p:spPr>
          <a:xfrm>
            <a:off x="802836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6" name="Rounded Rectangle 14"/>
          <p:cNvSpPr/>
          <p:nvPr/>
        </p:nvSpPr>
        <p:spPr>
          <a:xfrm>
            <a:off x="7955280" y="3108960"/>
            <a:ext cx="3468240" cy="3285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DegiskenOrnegi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 = 21;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49.99;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isim = "Java";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       System.out.println(fiyat);        System.out.println(isim);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7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Rectangle 16"/>
          <p:cNvSpPr/>
          <p:nvPr/>
        </p:nvSpPr>
        <p:spPr>
          <a:xfrm>
            <a:off x="0" y="0"/>
            <a:ext cx="12181320" cy="68504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9" name="Rectangle 17"/>
          <p:cNvSpPr/>
          <p:nvPr/>
        </p:nvSpPr>
        <p:spPr>
          <a:xfrm>
            <a:off x="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0" name="Rectangle 18"/>
          <p:cNvSpPr/>
          <p:nvPr/>
        </p:nvSpPr>
        <p:spPr>
          <a:xfrm>
            <a:off x="914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1" name="Rectangle 19"/>
          <p:cNvSpPr/>
          <p:nvPr/>
        </p:nvSpPr>
        <p:spPr>
          <a:xfrm>
            <a:off x="1828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2" name="Rectangle 20"/>
          <p:cNvSpPr/>
          <p:nvPr/>
        </p:nvSpPr>
        <p:spPr>
          <a:xfrm>
            <a:off x="2743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3" name="Rectangle 21"/>
          <p:cNvSpPr/>
          <p:nvPr/>
        </p:nvSpPr>
        <p:spPr>
          <a:xfrm>
            <a:off x="36576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4" name="Rectangle 22"/>
          <p:cNvSpPr/>
          <p:nvPr/>
        </p:nvSpPr>
        <p:spPr>
          <a:xfrm>
            <a:off x="45720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5" name="Rectangle 23"/>
          <p:cNvSpPr/>
          <p:nvPr/>
        </p:nvSpPr>
        <p:spPr>
          <a:xfrm>
            <a:off x="5486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6" name="Rectangle 24"/>
          <p:cNvSpPr/>
          <p:nvPr/>
        </p:nvSpPr>
        <p:spPr>
          <a:xfrm>
            <a:off x="6400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7" name="Rectangle 25"/>
          <p:cNvSpPr/>
          <p:nvPr/>
        </p:nvSpPr>
        <p:spPr>
          <a:xfrm>
            <a:off x="7315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8" name="Rectangle 26"/>
          <p:cNvSpPr/>
          <p:nvPr/>
        </p:nvSpPr>
        <p:spPr>
          <a:xfrm>
            <a:off x="82296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9" name="Rectangle 27"/>
          <p:cNvSpPr/>
          <p:nvPr/>
        </p:nvSpPr>
        <p:spPr>
          <a:xfrm>
            <a:off x="91440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0" name="Rectangle 28"/>
          <p:cNvSpPr/>
          <p:nvPr/>
        </p:nvSpPr>
        <p:spPr>
          <a:xfrm>
            <a:off x="10058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1" name="Rectangle 29"/>
          <p:cNvSpPr/>
          <p:nvPr/>
        </p:nvSpPr>
        <p:spPr>
          <a:xfrm>
            <a:off x="10972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2" name="Rectangle 30"/>
          <p:cNvSpPr/>
          <p:nvPr/>
        </p:nvSpPr>
        <p:spPr>
          <a:xfrm>
            <a:off x="11887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3" name="Rectangle 31"/>
          <p:cNvSpPr/>
          <p:nvPr/>
        </p:nvSpPr>
        <p:spPr>
          <a:xfrm>
            <a:off x="0" y="0"/>
            <a:ext cx="312480" cy="68504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4" name="Rounded Rectangle 15"/>
          <p:cNvSpPr/>
          <p:nvPr/>
        </p:nvSpPr>
        <p:spPr>
          <a:xfrm>
            <a:off x="9875520" y="365760"/>
            <a:ext cx="2004120" cy="4953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5" name="TextBox 7"/>
          <p:cNvSpPr/>
          <p:nvPr/>
        </p:nvSpPr>
        <p:spPr>
          <a:xfrm>
            <a:off x="2323800" y="1005840"/>
            <a:ext cx="63244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DEĞİŞKEN TÜRLERİ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6" name="TextBox 8"/>
          <p:cNvSpPr/>
          <p:nvPr/>
        </p:nvSpPr>
        <p:spPr>
          <a:xfrm>
            <a:off x="655560" y="2057400"/>
            <a:ext cx="111326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değişkenleri, nerede tanımlandıklarına ve bir sınıf veya metot içinde nasıl kullanıldıklarına göre sınıflandırılır.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7" name="Rounded Rectangle 16"/>
          <p:cNvSpPr/>
          <p:nvPr/>
        </p:nvSpPr>
        <p:spPr>
          <a:xfrm>
            <a:off x="98748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8" name="Rounded Rectangle 17"/>
          <p:cNvSpPr/>
          <p:nvPr/>
        </p:nvSpPr>
        <p:spPr>
          <a:xfrm>
            <a:off x="931680" y="2925720"/>
            <a:ext cx="3177000" cy="3697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Değişkenler (Local Variables)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değişkenler bir metot, yapıcı metot (constructor) veya kod bloğu içinde tanımlanır.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Sadece oluşturuldukları metot veya blok içerisinde erişilebilirler.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Nesne Değişkenleri (Instance Variables)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Nesne değişkenleri bir sınıf içinde fakat metotların dışında tanımlanır.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Sınıfın oluşturulan her nesnesi bu değişkenlerin kendi kopyasına sahip olur.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Statik Değişkenler (Static Variables)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Statik değişkenler static anahtar kelimesi kullanılarak tanımlanır.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Bu değişkenler sınıfa aittir ve o sınıftan oluşturulan tüm nesneler tarafından ortak olarak kullanılır.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9" name="Rounded Rectangle 18"/>
          <p:cNvSpPr/>
          <p:nvPr/>
        </p:nvSpPr>
        <p:spPr>
          <a:xfrm>
            <a:off x="450792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0" name="Rounded Rectangle 19"/>
          <p:cNvSpPr/>
          <p:nvPr/>
        </p:nvSpPr>
        <p:spPr>
          <a:xfrm>
            <a:off x="4434840" y="3108960"/>
            <a:ext cx="3284280" cy="3056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Sınıf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Statik Değişken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 Değişkeni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Metot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1" name="Rounded Rectangle 20"/>
          <p:cNvSpPr/>
          <p:nvPr/>
        </p:nvSpPr>
        <p:spPr>
          <a:xfrm>
            <a:off x="802836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2" name="Rounded Rectangle 21"/>
          <p:cNvSpPr/>
          <p:nvPr/>
        </p:nvSpPr>
        <p:spPr>
          <a:xfrm>
            <a:off x="7955280" y="2971800"/>
            <a:ext cx="3697200" cy="3422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DegiskenTurleri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nesneDegiskeni = 10;        // nesne değişkeni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static int statikDegisken = 20; // statik değişken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void degiskenleriGoster()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yerelDegisken = 30;     // yerel değişken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System.out.println(yerelDegisken);        System.out.println(nesneDegiskeni);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System.out.println(statikDegisken);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3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" name="Rectangle 160"/>
          <p:cNvSpPr/>
          <p:nvPr/>
        </p:nvSpPr>
        <p:spPr>
          <a:xfrm>
            <a:off x="0" y="0"/>
            <a:ext cx="12184200" cy="6853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5" name="Rectangle 161"/>
          <p:cNvSpPr/>
          <p:nvPr/>
        </p:nvSpPr>
        <p:spPr>
          <a:xfrm>
            <a:off x="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6" name="Rectangle 162"/>
          <p:cNvSpPr/>
          <p:nvPr/>
        </p:nvSpPr>
        <p:spPr>
          <a:xfrm>
            <a:off x="914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7" name="Rectangle 163"/>
          <p:cNvSpPr/>
          <p:nvPr/>
        </p:nvSpPr>
        <p:spPr>
          <a:xfrm>
            <a:off x="1828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8" name="Rectangle 164"/>
          <p:cNvSpPr/>
          <p:nvPr/>
        </p:nvSpPr>
        <p:spPr>
          <a:xfrm>
            <a:off x="2743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9" name="Rectangle 165"/>
          <p:cNvSpPr/>
          <p:nvPr/>
        </p:nvSpPr>
        <p:spPr>
          <a:xfrm>
            <a:off x="3657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0" name="Rectangle 166"/>
          <p:cNvSpPr/>
          <p:nvPr/>
        </p:nvSpPr>
        <p:spPr>
          <a:xfrm>
            <a:off x="4572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1" name="Rectangle 167"/>
          <p:cNvSpPr/>
          <p:nvPr/>
        </p:nvSpPr>
        <p:spPr>
          <a:xfrm>
            <a:off x="5486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2" name="Rectangle 168"/>
          <p:cNvSpPr/>
          <p:nvPr/>
        </p:nvSpPr>
        <p:spPr>
          <a:xfrm>
            <a:off x="6400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3" name="Rectangle 169"/>
          <p:cNvSpPr/>
          <p:nvPr/>
        </p:nvSpPr>
        <p:spPr>
          <a:xfrm>
            <a:off x="7315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4" name="Rectangle 170"/>
          <p:cNvSpPr/>
          <p:nvPr/>
        </p:nvSpPr>
        <p:spPr>
          <a:xfrm>
            <a:off x="8229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5" name="Rectangle 171"/>
          <p:cNvSpPr/>
          <p:nvPr/>
        </p:nvSpPr>
        <p:spPr>
          <a:xfrm>
            <a:off x="9144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6" name="Rectangle 172"/>
          <p:cNvSpPr/>
          <p:nvPr/>
        </p:nvSpPr>
        <p:spPr>
          <a:xfrm>
            <a:off x="10058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7" name="Rectangle 173"/>
          <p:cNvSpPr/>
          <p:nvPr/>
        </p:nvSpPr>
        <p:spPr>
          <a:xfrm>
            <a:off x="10972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8" name="Rectangle 174"/>
          <p:cNvSpPr/>
          <p:nvPr/>
        </p:nvSpPr>
        <p:spPr>
          <a:xfrm>
            <a:off x="11887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9" name="Rectangle 175"/>
          <p:cNvSpPr/>
          <p:nvPr/>
        </p:nvSpPr>
        <p:spPr>
          <a:xfrm>
            <a:off x="0" y="0"/>
            <a:ext cx="315360" cy="6853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0" name="Rounded Rectangle 71"/>
          <p:cNvSpPr/>
          <p:nvPr/>
        </p:nvSpPr>
        <p:spPr>
          <a:xfrm>
            <a:off x="9875520" y="365760"/>
            <a:ext cx="2007000" cy="498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1" name="TextBox 31"/>
          <p:cNvSpPr/>
          <p:nvPr/>
        </p:nvSpPr>
        <p:spPr>
          <a:xfrm>
            <a:off x="1937160" y="685800"/>
            <a:ext cx="71154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DEĞİŞKENLER ÖRNEĞİ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2" name="TextBox 32"/>
          <p:cNvSpPr/>
          <p:nvPr/>
        </p:nvSpPr>
        <p:spPr>
          <a:xfrm>
            <a:off x="2130120" y="1600200"/>
            <a:ext cx="6738840" cy="130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 programları farklı değişken türlerini birlikte kullanabilir.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Her değişken türünün farklı bir kapsamı (scope) ve yaşam süresi (lifetime) vardır.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Yerel değişkenler metodların içinde bulunur,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instance değişkenler nesnelere aittir ve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static değişkenler sınıfa aittir.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3" name="Rounded Rectangle 72"/>
          <p:cNvSpPr/>
          <p:nvPr/>
        </p:nvSpPr>
        <p:spPr>
          <a:xfrm>
            <a:off x="98748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4" name="Rounded Rectangle 73"/>
          <p:cNvSpPr/>
          <p:nvPr/>
        </p:nvSpPr>
        <p:spPr>
          <a:xfrm>
            <a:off x="685800" y="3108960"/>
            <a:ext cx="3515760" cy="3059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Scope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Exists only inside a method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Created when method starts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Destroyed when method ends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Variable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Belongs to an object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Each object has its own copy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Static Variable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Shared by all objects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Belongs to the class itself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5" name="Rounded Rectangle 74"/>
          <p:cNvSpPr/>
          <p:nvPr/>
        </p:nvSpPr>
        <p:spPr>
          <a:xfrm>
            <a:off x="450792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6" name="Rounded Rectangle 75"/>
          <p:cNvSpPr/>
          <p:nvPr/>
        </p:nvSpPr>
        <p:spPr>
          <a:xfrm>
            <a:off x="4434840" y="3108960"/>
            <a:ext cx="3287160" cy="3059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Sınıf Oluştur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Static Değişken (paylaşılan)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Nesne Oluştur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Değişken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Metod Çağrılır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7" name="Rounded Rectangle 76"/>
          <p:cNvSpPr/>
          <p:nvPr/>
        </p:nvSpPr>
        <p:spPr>
          <a:xfrm>
            <a:off x="802836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8" name="Rounded Rectangle 77"/>
          <p:cNvSpPr/>
          <p:nvPr/>
        </p:nvSpPr>
        <p:spPr>
          <a:xfrm>
            <a:off x="7955280" y="2971800"/>
            <a:ext cx="3699720" cy="3425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DegiskenOrnegi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static String universite = "Tech University"; // static değişken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ogrenciAdi; // instance değişken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void bilgileriGoster()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 sinif = 2; // yerel değişken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System.out.println(ogrenciAdi);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System.out.println(universite);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System.out.println(sinif);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DegiskenOrnegi s1 = new DegiskenOrnegi();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s1.ogrenciAdi = "Tuna";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s1.bilgileriGoster();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9" name="TextBox 3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Rectangle 144"/>
          <p:cNvSpPr/>
          <p:nvPr/>
        </p:nvSpPr>
        <p:spPr>
          <a:xfrm>
            <a:off x="0" y="0"/>
            <a:ext cx="12183480" cy="68526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1" name="Rectangle 145"/>
          <p:cNvSpPr/>
          <p:nvPr/>
        </p:nvSpPr>
        <p:spPr>
          <a:xfrm>
            <a:off x="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2" name="Rectangle 146"/>
          <p:cNvSpPr/>
          <p:nvPr/>
        </p:nvSpPr>
        <p:spPr>
          <a:xfrm>
            <a:off x="914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3" name="Rectangle 147"/>
          <p:cNvSpPr/>
          <p:nvPr/>
        </p:nvSpPr>
        <p:spPr>
          <a:xfrm>
            <a:off x="1828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4" name="Rectangle 148"/>
          <p:cNvSpPr/>
          <p:nvPr/>
        </p:nvSpPr>
        <p:spPr>
          <a:xfrm>
            <a:off x="2743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5" name="Rectangle 149"/>
          <p:cNvSpPr/>
          <p:nvPr/>
        </p:nvSpPr>
        <p:spPr>
          <a:xfrm>
            <a:off x="3657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6" name="Rectangle 150"/>
          <p:cNvSpPr/>
          <p:nvPr/>
        </p:nvSpPr>
        <p:spPr>
          <a:xfrm>
            <a:off x="4572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7" name="Rectangle 151"/>
          <p:cNvSpPr/>
          <p:nvPr/>
        </p:nvSpPr>
        <p:spPr>
          <a:xfrm>
            <a:off x="5486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8" name="Rectangle 152"/>
          <p:cNvSpPr/>
          <p:nvPr/>
        </p:nvSpPr>
        <p:spPr>
          <a:xfrm>
            <a:off x="6400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9" name="Rectangle 153"/>
          <p:cNvSpPr/>
          <p:nvPr/>
        </p:nvSpPr>
        <p:spPr>
          <a:xfrm>
            <a:off x="7315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0" name="Rectangle 154"/>
          <p:cNvSpPr/>
          <p:nvPr/>
        </p:nvSpPr>
        <p:spPr>
          <a:xfrm>
            <a:off x="8229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1" name="Rectangle 155"/>
          <p:cNvSpPr/>
          <p:nvPr/>
        </p:nvSpPr>
        <p:spPr>
          <a:xfrm>
            <a:off x="9144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2" name="Rectangle 156"/>
          <p:cNvSpPr/>
          <p:nvPr/>
        </p:nvSpPr>
        <p:spPr>
          <a:xfrm>
            <a:off x="10058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3" name="Rectangle 157"/>
          <p:cNvSpPr/>
          <p:nvPr/>
        </p:nvSpPr>
        <p:spPr>
          <a:xfrm>
            <a:off x="10972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4" name="Rectangle 158"/>
          <p:cNvSpPr/>
          <p:nvPr/>
        </p:nvSpPr>
        <p:spPr>
          <a:xfrm>
            <a:off x="11887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5" name="Rectangle 159"/>
          <p:cNvSpPr/>
          <p:nvPr/>
        </p:nvSpPr>
        <p:spPr>
          <a:xfrm>
            <a:off x="0" y="0"/>
            <a:ext cx="314640" cy="68526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6" name="Rounded Rectangle 64"/>
          <p:cNvSpPr/>
          <p:nvPr/>
        </p:nvSpPr>
        <p:spPr>
          <a:xfrm>
            <a:off x="9875520" y="365760"/>
            <a:ext cx="2006280" cy="4975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7" name="TextBox 28"/>
          <p:cNvSpPr/>
          <p:nvPr/>
        </p:nvSpPr>
        <p:spPr>
          <a:xfrm>
            <a:off x="3013200" y="1005840"/>
            <a:ext cx="49453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VERİ TÜRLERİ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8" name="TextBox 29"/>
          <p:cNvSpPr/>
          <p:nvPr/>
        </p:nvSpPr>
        <p:spPr>
          <a:xfrm>
            <a:off x="1657080" y="2194560"/>
            <a:ext cx="76579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Veri türleri, bir değişkenin Java’da hangi tür değeri saklayabileceğini tanımlar.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Her değişkenin belirli bir veri türü olmalıdır.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9" name="Rounded Rectangle 65"/>
          <p:cNvSpPr/>
          <p:nvPr/>
        </p:nvSpPr>
        <p:spPr>
          <a:xfrm>
            <a:off x="98748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0" name="Rounded Rectangle 66"/>
          <p:cNvSpPr/>
          <p:nvPr/>
        </p:nvSpPr>
        <p:spPr>
          <a:xfrm>
            <a:off x="685800" y="3108960"/>
            <a:ext cx="3515040" cy="328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Veri Türleri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, bir değişkende saklanan verinin türünü belirtir.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Java’da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iki ana veri türü kategorisi vardır.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Türleri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Basit değerleri doğrudan bellekte saklar.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int, double, char, boolean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Veri Türleri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Nesnelere ait referansları saklar.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Örnekler: String, Diziler (Arrays), Sınıflar (Classes)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1" name="Rounded Rectangle 67"/>
          <p:cNvSpPr/>
          <p:nvPr/>
        </p:nvSpPr>
        <p:spPr>
          <a:xfrm>
            <a:off x="450792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2" name="Rounded Rectangle 68"/>
          <p:cNvSpPr/>
          <p:nvPr/>
        </p:nvSpPr>
        <p:spPr>
          <a:xfrm>
            <a:off x="4434840" y="3108960"/>
            <a:ext cx="3286440" cy="3058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Veri Türleri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Türleri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Veri Türleri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Array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Class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3" name="Rounded Rectangle 69"/>
          <p:cNvSpPr/>
          <p:nvPr/>
        </p:nvSpPr>
        <p:spPr>
          <a:xfrm>
            <a:off x="802836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4" name="Rounded Rectangle 70"/>
          <p:cNvSpPr/>
          <p:nvPr/>
        </p:nvSpPr>
        <p:spPr>
          <a:xfrm>
            <a:off x="7955280" y="3108960"/>
            <a:ext cx="3699000" cy="3058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VeriTurleriOrnek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 = 25;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maas = 5500.5;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char not = 'A';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ogrenciMi = true;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isim = "Tuna";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System.out.println(isim);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5" name="TextBox 3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" name="Rectangle 48"/>
          <p:cNvSpPr/>
          <p:nvPr/>
        </p:nvSpPr>
        <p:spPr>
          <a:xfrm>
            <a:off x="0" y="0"/>
            <a:ext cx="12181320" cy="68504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7" name="Rectangle 49"/>
          <p:cNvSpPr/>
          <p:nvPr/>
        </p:nvSpPr>
        <p:spPr>
          <a:xfrm>
            <a:off x="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8" name="Rectangle 50"/>
          <p:cNvSpPr/>
          <p:nvPr/>
        </p:nvSpPr>
        <p:spPr>
          <a:xfrm>
            <a:off x="914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9" name="Rectangle 51"/>
          <p:cNvSpPr/>
          <p:nvPr/>
        </p:nvSpPr>
        <p:spPr>
          <a:xfrm>
            <a:off x="1828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0" name="Rectangle 52"/>
          <p:cNvSpPr/>
          <p:nvPr/>
        </p:nvSpPr>
        <p:spPr>
          <a:xfrm>
            <a:off x="2743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1" name="Rectangle 53"/>
          <p:cNvSpPr/>
          <p:nvPr/>
        </p:nvSpPr>
        <p:spPr>
          <a:xfrm>
            <a:off x="36576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2" name="Rectangle 54"/>
          <p:cNvSpPr/>
          <p:nvPr/>
        </p:nvSpPr>
        <p:spPr>
          <a:xfrm>
            <a:off x="45720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3" name="Rectangle 55"/>
          <p:cNvSpPr/>
          <p:nvPr/>
        </p:nvSpPr>
        <p:spPr>
          <a:xfrm>
            <a:off x="5486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4" name="Rectangle 56"/>
          <p:cNvSpPr/>
          <p:nvPr/>
        </p:nvSpPr>
        <p:spPr>
          <a:xfrm>
            <a:off x="6400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5" name="Rectangle 57"/>
          <p:cNvSpPr/>
          <p:nvPr/>
        </p:nvSpPr>
        <p:spPr>
          <a:xfrm>
            <a:off x="7315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6" name="Rectangle 58"/>
          <p:cNvSpPr/>
          <p:nvPr/>
        </p:nvSpPr>
        <p:spPr>
          <a:xfrm>
            <a:off x="82296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7" name="Rectangle 59"/>
          <p:cNvSpPr/>
          <p:nvPr/>
        </p:nvSpPr>
        <p:spPr>
          <a:xfrm>
            <a:off x="91440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8" name="Rectangle 60"/>
          <p:cNvSpPr/>
          <p:nvPr/>
        </p:nvSpPr>
        <p:spPr>
          <a:xfrm>
            <a:off x="100584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9" name="Rectangle 61"/>
          <p:cNvSpPr/>
          <p:nvPr/>
        </p:nvSpPr>
        <p:spPr>
          <a:xfrm>
            <a:off x="109728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0" name="Rectangle 62"/>
          <p:cNvSpPr/>
          <p:nvPr/>
        </p:nvSpPr>
        <p:spPr>
          <a:xfrm>
            <a:off x="11887200" y="0"/>
            <a:ext cx="10800" cy="68504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1" name="Rectangle 63"/>
          <p:cNvSpPr/>
          <p:nvPr/>
        </p:nvSpPr>
        <p:spPr>
          <a:xfrm>
            <a:off x="0" y="0"/>
            <a:ext cx="312480" cy="68504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2" name="Rounded Rectangle 22"/>
          <p:cNvSpPr/>
          <p:nvPr/>
        </p:nvSpPr>
        <p:spPr>
          <a:xfrm>
            <a:off x="9875520" y="365760"/>
            <a:ext cx="2004120" cy="4953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3" name="TextBox 10"/>
          <p:cNvSpPr/>
          <p:nvPr/>
        </p:nvSpPr>
        <p:spPr>
          <a:xfrm>
            <a:off x="1357920" y="1005840"/>
            <a:ext cx="825516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JAVA İLKESEL (PRIMITIVE) VERİ TİPLERİ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4" name="TextBox 11"/>
          <p:cNvSpPr/>
          <p:nvPr/>
        </p:nvSpPr>
        <p:spPr>
          <a:xfrm>
            <a:off x="1810800" y="1846080"/>
            <a:ext cx="740808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İlkel veri tipleri, Java’da sayılar, karakterler ve mantıksal değerler gibi basit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verileri saklamak için kullanılan temel veri tipleridir.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5" name="Rounded Rectangle 23"/>
          <p:cNvSpPr/>
          <p:nvPr/>
        </p:nvSpPr>
        <p:spPr>
          <a:xfrm>
            <a:off x="98748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6" name="Rounded Rectangle 24"/>
          <p:cNvSpPr/>
          <p:nvPr/>
        </p:nvSpPr>
        <p:spPr>
          <a:xfrm>
            <a:off x="685800" y="2743200"/>
            <a:ext cx="3512880" cy="3651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Sayısal Veri Tipleri (Numeric Types)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Java, farklı türde sayıları saklamak için byte, short, int, long, float ve double gibi sayısal veri tipleri sağlar.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Karakter Veri Tipi (Character Type)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char veri tipi, Unicode sistemine göre tek bir karakter saklamak için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Mantıksal Veri Tipi (Boolean Type)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boolean veri tipi mantıksal değerleri temsil eder ve yalnızca true veya false değerlerini alabilir.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Bellek Verimliliği (Memory Efficiency)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tipleri doğrudan bellekte saklanır ve referans veri tiplerine göre daha hızlı ve daha verimli çalışırlar.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7" name="Rounded Rectangle 25"/>
          <p:cNvSpPr/>
          <p:nvPr/>
        </p:nvSpPr>
        <p:spPr>
          <a:xfrm>
            <a:off x="450792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8" name="Rounded Rectangle 26"/>
          <p:cNvSpPr/>
          <p:nvPr/>
        </p:nvSpPr>
        <p:spPr>
          <a:xfrm>
            <a:off x="4343400" y="2743200"/>
            <a:ext cx="3375720" cy="3651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Tipleri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├──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Sayısal Tipler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short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float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├──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Karakter Tipi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Mantıksal Tip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9" name="Rounded Rectangle 27"/>
          <p:cNvSpPr/>
          <p:nvPr/>
        </p:nvSpPr>
        <p:spPr>
          <a:xfrm>
            <a:off x="8028360" y="3182040"/>
            <a:ext cx="3284280" cy="27356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0" name="Rounded Rectangle 28"/>
          <p:cNvSpPr/>
          <p:nvPr/>
        </p:nvSpPr>
        <p:spPr>
          <a:xfrm>
            <a:off x="7955280" y="2971800"/>
            <a:ext cx="3696840" cy="3193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IlkelVeriOrnegi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19.99;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char not = 'A';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ogrenciMi = true;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System.out.println(fiyat);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System.out.println(not);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System.out.println(ogrenciMi);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1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2" name="Rectangle 80"/>
          <p:cNvSpPr/>
          <p:nvPr/>
        </p:nvSpPr>
        <p:spPr>
          <a:xfrm>
            <a:off x="0" y="0"/>
            <a:ext cx="12182040" cy="68511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3" name="Rectangle 64"/>
          <p:cNvSpPr/>
          <p:nvPr/>
        </p:nvSpPr>
        <p:spPr>
          <a:xfrm>
            <a:off x="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4" name="Rectangle 65"/>
          <p:cNvSpPr/>
          <p:nvPr/>
        </p:nvSpPr>
        <p:spPr>
          <a:xfrm>
            <a:off x="914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5" name="Rectangle 66"/>
          <p:cNvSpPr/>
          <p:nvPr/>
        </p:nvSpPr>
        <p:spPr>
          <a:xfrm>
            <a:off x="1828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6" name="Rectangle 67"/>
          <p:cNvSpPr/>
          <p:nvPr/>
        </p:nvSpPr>
        <p:spPr>
          <a:xfrm>
            <a:off x="2743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7" name="Rectangle 68"/>
          <p:cNvSpPr/>
          <p:nvPr/>
        </p:nvSpPr>
        <p:spPr>
          <a:xfrm>
            <a:off x="3657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8" name="Rectangle 69"/>
          <p:cNvSpPr/>
          <p:nvPr/>
        </p:nvSpPr>
        <p:spPr>
          <a:xfrm>
            <a:off x="4572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9" name="Rectangle 70"/>
          <p:cNvSpPr/>
          <p:nvPr/>
        </p:nvSpPr>
        <p:spPr>
          <a:xfrm>
            <a:off x="5486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0" name="Rectangle 71"/>
          <p:cNvSpPr/>
          <p:nvPr/>
        </p:nvSpPr>
        <p:spPr>
          <a:xfrm>
            <a:off x="6400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1" name="Rectangle 72"/>
          <p:cNvSpPr/>
          <p:nvPr/>
        </p:nvSpPr>
        <p:spPr>
          <a:xfrm>
            <a:off x="7315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2" name="Rectangle 73"/>
          <p:cNvSpPr/>
          <p:nvPr/>
        </p:nvSpPr>
        <p:spPr>
          <a:xfrm>
            <a:off x="8229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3" name="Rectangle 74"/>
          <p:cNvSpPr/>
          <p:nvPr/>
        </p:nvSpPr>
        <p:spPr>
          <a:xfrm>
            <a:off x="9144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4" name="Rectangle 75"/>
          <p:cNvSpPr/>
          <p:nvPr/>
        </p:nvSpPr>
        <p:spPr>
          <a:xfrm>
            <a:off x="10058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5" name="Rectangle 76"/>
          <p:cNvSpPr/>
          <p:nvPr/>
        </p:nvSpPr>
        <p:spPr>
          <a:xfrm>
            <a:off x="10972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6" name="Rectangle 77"/>
          <p:cNvSpPr/>
          <p:nvPr/>
        </p:nvSpPr>
        <p:spPr>
          <a:xfrm>
            <a:off x="11887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7" name="Rectangle 78"/>
          <p:cNvSpPr/>
          <p:nvPr/>
        </p:nvSpPr>
        <p:spPr>
          <a:xfrm>
            <a:off x="0" y="0"/>
            <a:ext cx="313200" cy="68511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8" name="Rounded Rectangle 29"/>
          <p:cNvSpPr/>
          <p:nvPr/>
        </p:nvSpPr>
        <p:spPr>
          <a:xfrm>
            <a:off x="9875520" y="365760"/>
            <a:ext cx="2004840" cy="4960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9" name="TextBox 13"/>
          <p:cNvSpPr/>
          <p:nvPr/>
        </p:nvSpPr>
        <p:spPr>
          <a:xfrm>
            <a:off x="2441520" y="1005840"/>
            <a:ext cx="60865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REFERANS VERİ TİPLERİ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0" name="TextBox 14"/>
          <p:cNvSpPr/>
          <p:nvPr/>
        </p:nvSpPr>
        <p:spPr>
          <a:xfrm>
            <a:off x="2802600" y="2074680"/>
            <a:ext cx="53658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Referans veri tipleri, gerçek değerleri değil nesnelere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ait referansları (bellek adreslerini) saklar.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1" name="Rounded Rectangle 30"/>
          <p:cNvSpPr/>
          <p:nvPr/>
        </p:nvSpPr>
        <p:spPr>
          <a:xfrm>
            <a:off x="98748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2" name="Rounded Rectangle 31"/>
          <p:cNvSpPr/>
          <p:nvPr/>
        </p:nvSpPr>
        <p:spPr>
          <a:xfrm>
            <a:off x="685800" y="2971800"/>
            <a:ext cx="3513600" cy="3651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Nesne Tabanlı Tipler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tipleri, sınıflardan oluşturulan nesneleri temsil eder.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Bellek Referansı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Gerçek verinin kendisi yerine nesnenin bellekteki adresi saklanır.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Yaygın Örnekler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 arasında String, diziler (arrays), sınıflar (classes) ve nesneler (objects) bulunur.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Esnek Yapı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tipleri, karmaşık veri yapılarının ve birden fazla değerin saklanmasına olanak tanır.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3" name="Rounded Rectangle 32"/>
          <p:cNvSpPr/>
          <p:nvPr/>
        </p:nvSpPr>
        <p:spPr>
          <a:xfrm>
            <a:off x="450792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4" name="Rounded Rectangle 33"/>
          <p:cNvSpPr/>
          <p:nvPr/>
        </p:nvSpPr>
        <p:spPr>
          <a:xfrm>
            <a:off x="4434840" y="310896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Diziler (Arrays)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Sınıflar (Classes)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Nesneler (Objects)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5" name="Rounded Rectangle 34"/>
          <p:cNvSpPr/>
          <p:nvPr/>
        </p:nvSpPr>
        <p:spPr>
          <a:xfrm>
            <a:off x="802836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6" name="Rounded Rectangle 35"/>
          <p:cNvSpPr/>
          <p:nvPr/>
        </p:nvSpPr>
        <p:spPr>
          <a:xfrm>
            <a:off x="7955280" y="3108960"/>
            <a:ext cx="3697560" cy="3057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ReferansOrnegi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isim = "Java";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int[] sayilar = {10, 20, 30};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System.out.println(isim);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System.out.println(sayilar[0]);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7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8" name="Rectangle 79"/>
          <p:cNvSpPr/>
          <p:nvPr/>
        </p:nvSpPr>
        <p:spPr>
          <a:xfrm>
            <a:off x="0" y="0"/>
            <a:ext cx="12182040" cy="68511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9" name="Rectangle 81"/>
          <p:cNvSpPr/>
          <p:nvPr/>
        </p:nvSpPr>
        <p:spPr>
          <a:xfrm>
            <a:off x="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0" name="Rectangle 82"/>
          <p:cNvSpPr/>
          <p:nvPr/>
        </p:nvSpPr>
        <p:spPr>
          <a:xfrm>
            <a:off x="914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1" name="Rectangle 83"/>
          <p:cNvSpPr/>
          <p:nvPr/>
        </p:nvSpPr>
        <p:spPr>
          <a:xfrm>
            <a:off x="1828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2" name="Rectangle 84"/>
          <p:cNvSpPr/>
          <p:nvPr/>
        </p:nvSpPr>
        <p:spPr>
          <a:xfrm>
            <a:off x="2743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3" name="Rectangle 85"/>
          <p:cNvSpPr/>
          <p:nvPr/>
        </p:nvSpPr>
        <p:spPr>
          <a:xfrm>
            <a:off x="3657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4" name="Rectangle 86"/>
          <p:cNvSpPr/>
          <p:nvPr/>
        </p:nvSpPr>
        <p:spPr>
          <a:xfrm>
            <a:off x="4572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5" name="Rectangle 87"/>
          <p:cNvSpPr/>
          <p:nvPr/>
        </p:nvSpPr>
        <p:spPr>
          <a:xfrm>
            <a:off x="5486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6" name="Rectangle 88"/>
          <p:cNvSpPr/>
          <p:nvPr/>
        </p:nvSpPr>
        <p:spPr>
          <a:xfrm>
            <a:off x="6400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7" name="Rectangle 89"/>
          <p:cNvSpPr/>
          <p:nvPr/>
        </p:nvSpPr>
        <p:spPr>
          <a:xfrm>
            <a:off x="7315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8" name="Rectangle 90"/>
          <p:cNvSpPr/>
          <p:nvPr/>
        </p:nvSpPr>
        <p:spPr>
          <a:xfrm>
            <a:off x="8229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9" name="Rectangle 91"/>
          <p:cNvSpPr/>
          <p:nvPr/>
        </p:nvSpPr>
        <p:spPr>
          <a:xfrm>
            <a:off x="9144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0" name="Rectangle 92"/>
          <p:cNvSpPr/>
          <p:nvPr/>
        </p:nvSpPr>
        <p:spPr>
          <a:xfrm>
            <a:off x="10058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1" name="Rectangle 93"/>
          <p:cNvSpPr/>
          <p:nvPr/>
        </p:nvSpPr>
        <p:spPr>
          <a:xfrm>
            <a:off x="10972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2" name="Rectangle 94"/>
          <p:cNvSpPr/>
          <p:nvPr/>
        </p:nvSpPr>
        <p:spPr>
          <a:xfrm>
            <a:off x="11887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3" name="Rectangle 95"/>
          <p:cNvSpPr/>
          <p:nvPr/>
        </p:nvSpPr>
        <p:spPr>
          <a:xfrm>
            <a:off x="0" y="0"/>
            <a:ext cx="313200" cy="68511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4" name="Rounded Rectangle 36"/>
          <p:cNvSpPr/>
          <p:nvPr/>
        </p:nvSpPr>
        <p:spPr>
          <a:xfrm>
            <a:off x="9875520" y="365760"/>
            <a:ext cx="2004840" cy="4960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5" name="TextBox 16"/>
          <p:cNvSpPr/>
          <p:nvPr/>
        </p:nvSpPr>
        <p:spPr>
          <a:xfrm>
            <a:off x="1422000" y="1005840"/>
            <a:ext cx="81259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İLKESEL (PRIMITIVE) VE REFERANS TİPLERİ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6" name="TextBox 17"/>
          <p:cNvSpPr/>
          <p:nvPr/>
        </p:nvSpPr>
        <p:spPr>
          <a:xfrm>
            <a:off x="1388160" y="2057400"/>
            <a:ext cx="87811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veri tipleri iki ana kategoriye ayrılır: ilkel (primitive) tipler ve referans tipleri.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İlkel tipler gerçek değerleri saklarken, referans tipleri nesnelerin bellek adreslerini saklar.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7" name="Rounded Rectangle 37"/>
          <p:cNvSpPr/>
          <p:nvPr/>
        </p:nvSpPr>
        <p:spPr>
          <a:xfrm>
            <a:off x="98748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8" name="Rounded Rectangle 38"/>
          <p:cNvSpPr/>
          <p:nvPr/>
        </p:nvSpPr>
        <p:spPr>
          <a:xfrm>
            <a:off x="457200" y="2971800"/>
            <a:ext cx="3742200" cy="3423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Tipler (Primitive Types)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tipleri gerçek değeri doğrudan bellekte saklar.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Örnekler: int, double, char, boolean.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 (Reference Types)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 nesnenin kendisini değil, bellekteki adresini saklar.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Örnekler: String, diziler (arrays) ve sınıf nesneleri.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Bellek Saklama (Memory Storage)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İlkel değerler doğrudan bellekte tutulur, referans tipleri ise bellekteki nesnelere işaret eder.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Kullanım Farkı (Usage Difference)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tipler basit değerler için kullanılırken, referans tipleri daha karmaşık veri yapıları ve nesneler için kullanılır.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9" name="Rounded Rectangle 39"/>
          <p:cNvSpPr/>
          <p:nvPr/>
        </p:nvSpPr>
        <p:spPr>
          <a:xfrm>
            <a:off x="450792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0" name="Rounded Rectangle 40"/>
          <p:cNvSpPr/>
          <p:nvPr/>
        </p:nvSpPr>
        <p:spPr>
          <a:xfrm>
            <a:off x="4343400" y="2971800"/>
            <a:ext cx="3423240" cy="3286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Veri Tipleri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└─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Diziler (Arrays)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└─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Nesneler (Objects)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1" name="Rounded Rectangle 41"/>
          <p:cNvSpPr/>
          <p:nvPr/>
        </p:nvSpPr>
        <p:spPr>
          <a:xfrm>
            <a:off x="802836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2" name="Rounded Rectangle 42"/>
          <p:cNvSpPr/>
          <p:nvPr/>
        </p:nvSpPr>
        <p:spPr>
          <a:xfrm>
            <a:off x="7955280" y="3108960"/>
            <a:ext cx="3697560" cy="3057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PrimitiveVsReference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 sayi = 10;           // ilkel tip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19.99;    // ilkel tip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metin = "Java";   // referans tip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int[] sayilar = {1, 2, 3}; // referans tip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System.out.println(sayi);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System.out.println(fiyat);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System.out.println(metin);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System.out.println(sayilar[0]);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3" name="TextBox 1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4" name="Rectangle 96"/>
          <p:cNvSpPr/>
          <p:nvPr/>
        </p:nvSpPr>
        <p:spPr>
          <a:xfrm>
            <a:off x="0" y="0"/>
            <a:ext cx="12182040" cy="68511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5" name="Rectangle 97"/>
          <p:cNvSpPr/>
          <p:nvPr/>
        </p:nvSpPr>
        <p:spPr>
          <a:xfrm>
            <a:off x="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6" name="Rectangle 98"/>
          <p:cNvSpPr/>
          <p:nvPr/>
        </p:nvSpPr>
        <p:spPr>
          <a:xfrm>
            <a:off x="914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7" name="Rectangle 99"/>
          <p:cNvSpPr/>
          <p:nvPr/>
        </p:nvSpPr>
        <p:spPr>
          <a:xfrm>
            <a:off x="1828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8" name="Rectangle 100"/>
          <p:cNvSpPr/>
          <p:nvPr/>
        </p:nvSpPr>
        <p:spPr>
          <a:xfrm>
            <a:off x="2743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9" name="Rectangle 101"/>
          <p:cNvSpPr/>
          <p:nvPr/>
        </p:nvSpPr>
        <p:spPr>
          <a:xfrm>
            <a:off x="3657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0" name="Rectangle 102"/>
          <p:cNvSpPr/>
          <p:nvPr/>
        </p:nvSpPr>
        <p:spPr>
          <a:xfrm>
            <a:off x="4572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1" name="Rectangle 103"/>
          <p:cNvSpPr/>
          <p:nvPr/>
        </p:nvSpPr>
        <p:spPr>
          <a:xfrm>
            <a:off x="5486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2" name="Rectangle 104"/>
          <p:cNvSpPr/>
          <p:nvPr/>
        </p:nvSpPr>
        <p:spPr>
          <a:xfrm>
            <a:off x="6400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3" name="Rectangle 105"/>
          <p:cNvSpPr/>
          <p:nvPr/>
        </p:nvSpPr>
        <p:spPr>
          <a:xfrm>
            <a:off x="7315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4" name="Rectangle 106"/>
          <p:cNvSpPr/>
          <p:nvPr/>
        </p:nvSpPr>
        <p:spPr>
          <a:xfrm>
            <a:off x="8229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5" name="Rectangle 107"/>
          <p:cNvSpPr/>
          <p:nvPr/>
        </p:nvSpPr>
        <p:spPr>
          <a:xfrm>
            <a:off x="9144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6" name="Rectangle 108"/>
          <p:cNvSpPr/>
          <p:nvPr/>
        </p:nvSpPr>
        <p:spPr>
          <a:xfrm>
            <a:off x="10058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7" name="Rectangle 109"/>
          <p:cNvSpPr/>
          <p:nvPr/>
        </p:nvSpPr>
        <p:spPr>
          <a:xfrm>
            <a:off x="10972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8" name="Rectangle 110"/>
          <p:cNvSpPr/>
          <p:nvPr/>
        </p:nvSpPr>
        <p:spPr>
          <a:xfrm>
            <a:off x="11887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9" name="Rectangle 111"/>
          <p:cNvSpPr/>
          <p:nvPr/>
        </p:nvSpPr>
        <p:spPr>
          <a:xfrm>
            <a:off x="0" y="0"/>
            <a:ext cx="313200" cy="68511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0" name="Rounded Rectangle 43"/>
          <p:cNvSpPr/>
          <p:nvPr/>
        </p:nvSpPr>
        <p:spPr>
          <a:xfrm>
            <a:off x="9875520" y="365760"/>
            <a:ext cx="2004840" cy="4960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1" name="TextBox 19"/>
          <p:cNvSpPr/>
          <p:nvPr/>
        </p:nvSpPr>
        <p:spPr>
          <a:xfrm>
            <a:off x="1252800" y="1005840"/>
            <a:ext cx="846396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DEĞİŞKEN İSİMLENDİRME KURALLARI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2" name="TextBox 20"/>
          <p:cNvSpPr/>
          <p:nvPr/>
        </p:nvSpPr>
        <p:spPr>
          <a:xfrm>
            <a:off x="1866960" y="1828800"/>
            <a:ext cx="72356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Değişken isimlendirme kuralları, Java’da değişkenlerin doğru, anlaşılır ve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okunabilir şekilde yazılmasını sağlayan kurallardır.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3" name="Rounded Rectangle 44"/>
          <p:cNvSpPr/>
          <p:nvPr/>
        </p:nvSpPr>
        <p:spPr>
          <a:xfrm>
            <a:off x="98748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4" name="Rounded Rectangle 45"/>
          <p:cNvSpPr/>
          <p:nvPr/>
        </p:nvSpPr>
        <p:spPr>
          <a:xfrm>
            <a:off x="475560" y="2514600"/>
            <a:ext cx="3723840" cy="3880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Harf, _ veya $ ile Başlamalı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Bir değişken adı bir harf, alt çizgi (_) veya dolar işareti ($) ile başlamalıdır.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Boşluk Kullanılamaz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isimleri boşluk içeremez.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Büyük/Küçük Harf Duyarlılığı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Java'da değişken isimleri büyük-küçük harfe duyarlıdır.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Örneğin age ve Age farklı değişkenlerdir.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Anahtar Kelimeler Kullanılamaz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Java'nın rezerv anahtar kelimeleri (örneğin int, class, public) değişken adı olarak kullanılamaz.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Anlamlı İsimler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isimleri anlamlı ve açıklayıcı olmalıdır.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Bu, kodun okunabilirliğini artırır.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5" name="Rounded Rectangle 46"/>
          <p:cNvSpPr/>
          <p:nvPr/>
        </p:nvSpPr>
        <p:spPr>
          <a:xfrm>
            <a:off x="450792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6" name="Rounded Rectangle 47"/>
          <p:cNvSpPr/>
          <p:nvPr/>
        </p:nvSpPr>
        <p:spPr>
          <a:xfrm>
            <a:off x="4434840" y="310896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İsim Kuralları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Harf / _ / $ ile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Boşluk içermez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Büyük-küçük harf duyarlıdır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Anahtar kelime olamaz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Anlamlı isimler kullanılmalıdır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7" name="Rounded Rectangle 48"/>
          <p:cNvSpPr/>
          <p:nvPr/>
        </p:nvSpPr>
        <p:spPr>
          <a:xfrm>
            <a:off x="802836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8" name="Rounded Rectangle 49"/>
          <p:cNvSpPr/>
          <p:nvPr/>
        </p:nvSpPr>
        <p:spPr>
          <a:xfrm>
            <a:off x="7955280" y="2304000"/>
            <a:ext cx="3926520" cy="3614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DegiskenIsimlendirme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 = 25;                 // geçerli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ogrenciSayisi = 30;       // geçerli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2yas = 20;             // geçersiz (sayı ile başlayamaz)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ogrenci sayisi = 5;    // geçersiz (boşluk kullanılamaz)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class = 10;            // geçersiz (anahtar kelime)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System.out.println(ogrenciSayisi);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9" name="TextBox 2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0" name="Rectangle 112"/>
          <p:cNvSpPr/>
          <p:nvPr/>
        </p:nvSpPr>
        <p:spPr>
          <a:xfrm>
            <a:off x="0" y="0"/>
            <a:ext cx="12182040" cy="68511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1" name="Rectangle 113"/>
          <p:cNvSpPr/>
          <p:nvPr/>
        </p:nvSpPr>
        <p:spPr>
          <a:xfrm>
            <a:off x="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2" name="Rectangle 114"/>
          <p:cNvSpPr/>
          <p:nvPr/>
        </p:nvSpPr>
        <p:spPr>
          <a:xfrm>
            <a:off x="914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3" name="Rectangle 115"/>
          <p:cNvSpPr/>
          <p:nvPr/>
        </p:nvSpPr>
        <p:spPr>
          <a:xfrm>
            <a:off x="1828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4" name="Rectangle 116"/>
          <p:cNvSpPr/>
          <p:nvPr/>
        </p:nvSpPr>
        <p:spPr>
          <a:xfrm>
            <a:off x="2743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5" name="Rectangle 117"/>
          <p:cNvSpPr/>
          <p:nvPr/>
        </p:nvSpPr>
        <p:spPr>
          <a:xfrm>
            <a:off x="3657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6" name="Rectangle 118"/>
          <p:cNvSpPr/>
          <p:nvPr/>
        </p:nvSpPr>
        <p:spPr>
          <a:xfrm>
            <a:off x="4572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7" name="Rectangle 119"/>
          <p:cNvSpPr/>
          <p:nvPr/>
        </p:nvSpPr>
        <p:spPr>
          <a:xfrm>
            <a:off x="5486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8" name="Rectangle 120"/>
          <p:cNvSpPr/>
          <p:nvPr/>
        </p:nvSpPr>
        <p:spPr>
          <a:xfrm>
            <a:off x="6400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9" name="Rectangle 121"/>
          <p:cNvSpPr/>
          <p:nvPr/>
        </p:nvSpPr>
        <p:spPr>
          <a:xfrm>
            <a:off x="7315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0" name="Rectangle 122"/>
          <p:cNvSpPr/>
          <p:nvPr/>
        </p:nvSpPr>
        <p:spPr>
          <a:xfrm>
            <a:off x="8229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1" name="Rectangle 123"/>
          <p:cNvSpPr/>
          <p:nvPr/>
        </p:nvSpPr>
        <p:spPr>
          <a:xfrm>
            <a:off x="9144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2" name="Rectangle 124"/>
          <p:cNvSpPr/>
          <p:nvPr/>
        </p:nvSpPr>
        <p:spPr>
          <a:xfrm>
            <a:off x="10058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3" name="Rectangle 125"/>
          <p:cNvSpPr/>
          <p:nvPr/>
        </p:nvSpPr>
        <p:spPr>
          <a:xfrm>
            <a:off x="10972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4" name="Rectangle 126"/>
          <p:cNvSpPr/>
          <p:nvPr/>
        </p:nvSpPr>
        <p:spPr>
          <a:xfrm>
            <a:off x="11887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5" name="Rectangle 127"/>
          <p:cNvSpPr/>
          <p:nvPr/>
        </p:nvSpPr>
        <p:spPr>
          <a:xfrm>
            <a:off x="0" y="0"/>
            <a:ext cx="313200" cy="68511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6" name="Rounded Rectangle 50"/>
          <p:cNvSpPr/>
          <p:nvPr/>
        </p:nvSpPr>
        <p:spPr>
          <a:xfrm>
            <a:off x="9875520" y="365760"/>
            <a:ext cx="2004840" cy="4960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7" name="TextBox 22"/>
          <p:cNvSpPr/>
          <p:nvPr/>
        </p:nvSpPr>
        <p:spPr>
          <a:xfrm>
            <a:off x="2667240" y="1005840"/>
            <a:ext cx="56354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DEĞİŞKEN BAŞLATMA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8" name="TextBox 23"/>
          <p:cNvSpPr/>
          <p:nvPr/>
        </p:nvSpPr>
        <p:spPr>
          <a:xfrm>
            <a:off x="2033640" y="2074680"/>
            <a:ext cx="69188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Değişken başlatma, bir değişken tanımlandığında veya kullanılmadan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önce ona bir değer atanması işlemidir.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9" name="Rounded Rectangle 51"/>
          <p:cNvSpPr/>
          <p:nvPr/>
        </p:nvSpPr>
        <p:spPr>
          <a:xfrm>
            <a:off x="98748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0" name="Rounded Rectangle 52"/>
          <p:cNvSpPr/>
          <p:nvPr/>
        </p:nvSpPr>
        <p:spPr>
          <a:xfrm>
            <a:off x="685800" y="2971800"/>
            <a:ext cx="3513600" cy="3423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Tanımlama (Declaration)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 değişken önce veri tipi ve adı ile tanımlanmalıdır.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Başlatma (Initialization)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Başlatma, değişkene ilk değerin atanması anlamına gelir.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Varsayılan Değerler (Default Values)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Bazı değişkenler, veri tiplerine bağlı olarak otomatik olarak varsayılan değerler alabilir.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Kullanımdan Önce (Before Usage)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değişkenler, program içinde kullanılmadan önce başlatılmış olmalıdır.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1" name="Rounded Rectangle 53"/>
          <p:cNvSpPr/>
          <p:nvPr/>
        </p:nvSpPr>
        <p:spPr>
          <a:xfrm>
            <a:off x="450792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2" name="Rounded Rectangle 54"/>
          <p:cNvSpPr/>
          <p:nvPr/>
        </p:nvSpPr>
        <p:spPr>
          <a:xfrm>
            <a:off x="4434840" y="310896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Başlatma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Tanımla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 yas;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Değer Ata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yas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Değişkeni Kullan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System.out.println(yas);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3" name="Rounded Rectangle 55"/>
          <p:cNvSpPr/>
          <p:nvPr/>
        </p:nvSpPr>
        <p:spPr>
          <a:xfrm>
            <a:off x="802836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4" name="Rounded Rectangle 56"/>
          <p:cNvSpPr/>
          <p:nvPr/>
        </p:nvSpPr>
        <p:spPr>
          <a:xfrm>
            <a:off x="7955280" y="2971800"/>
            <a:ext cx="3468960" cy="2966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DegiskenBaslatma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yas;        // tanımlama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yas = 20;       // başlatma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19.99;   // tanımlama + başlatma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System.out.println(fiyat);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5" name="TextBox 24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6" name="Rectangle 128"/>
          <p:cNvSpPr/>
          <p:nvPr/>
        </p:nvSpPr>
        <p:spPr>
          <a:xfrm>
            <a:off x="0" y="0"/>
            <a:ext cx="12183120" cy="68522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7" name="Rectangle 129"/>
          <p:cNvSpPr/>
          <p:nvPr/>
        </p:nvSpPr>
        <p:spPr>
          <a:xfrm>
            <a:off x="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8" name="Rectangle 130"/>
          <p:cNvSpPr/>
          <p:nvPr/>
        </p:nvSpPr>
        <p:spPr>
          <a:xfrm>
            <a:off x="914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9" name="Rectangle 131"/>
          <p:cNvSpPr/>
          <p:nvPr/>
        </p:nvSpPr>
        <p:spPr>
          <a:xfrm>
            <a:off x="1828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0" name="Rectangle 132"/>
          <p:cNvSpPr/>
          <p:nvPr/>
        </p:nvSpPr>
        <p:spPr>
          <a:xfrm>
            <a:off x="2743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1" name="Rectangle 133"/>
          <p:cNvSpPr/>
          <p:nvPr/>
        </p:nvSpPr>
        <p:spPr>
          <a:xfrm>
            <a:off x="3657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2" name="Rectangle 134"/>
          <p:cNvSpPr/>
          <p:nvPr/>
        </p:nvSpPr>
        <p:spPr>
          <a:xfrm>
            <a:off x="4572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3" name="Rectangle 135"/>
          <p:cNvSpPr/>
          <p:nvPr/>
        </p:nvSpPr>
        <p:spPr>
          <a:xfrm>
            <a:off x="5486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4" name="Rectangle 136"/>
          <p:cNvSpPr/>
          <p:nvPr/>
        </p:nvSpPr>
        <p:spPr>
          <a:xfrm>
            <a:off x="6400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5" name="Rectangle 137"/>
          <p:cNvSpPr/>
          <p:nvPr/>
        </p:nvSpPr>
        <p:spPr>
          <a:xfrm>
            <a:off x="7315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6" name="Rectangle 138"/>
          <p:cNvSpPr/>
          <p:nvPr/>
        </p:nvSpPr>
        <p:spPr>
          <a:xfrm>
            <a:off x="8229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7" name="Rectangle 139"/>
          <p:cNvSpPr/>
          <p:nvPr/>
        </p:nvSpPr>
        <p:spPr>
          <a:xfrm>
            <a:off x="9144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8" name="Rectangle 140"/>
          <p:cNvSpPr/>
          <p:nvPr/>
        </p:nvSpPr>
        <p:spPr>
          <a:xfrm>
            <a:off x="10058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9" name="Rectangle 141"/>
          <p:cNvSpPr/>
          <p:nvPr/>
        </p:nvSpPr>
        <p:spPr>
          <a:xfrm>
            <a:off x="10972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0" name="Rectangle 142"/>
          <p:cNvSpPr/>
          <p:nvPr/>
        </p:nvSpPr>
        <p:spPr>
          <a:xfrm>
            <a:off x="11887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1" name="Rectangle 143"/>
          <p:cNvSpPr/>
          <p:nvPr/>
        </p:nvSpPr>
        <p:spPr>
          <a:xfrm>
            <a:off x="0" y="0"/>
            <a:ext cx="314280" cy="68522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2" name="Rounded Rectangle 57"/>
          <p:cNvSpPr/>
          <p:nvPr/>
        </p:nvSpPr>
        <p:spPr>
          <a:xfrm>
            <a:off x="9875520" y="365760"/>
            <a:ext cx="2005920" cy="4971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3" name="TextBox 25"/>
          <p:cNvSpPr/>
          <p:nvPr/>
        </p:nvSpPr>
        <p:spPr>
          <a:xfrm>
            <a:off x="2837520" y="1005840"/>
            <a:ext cx="5298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WRAPPER SINIFLARI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4" name="TextBox 26"/>
          <p:cNvSpPr/>
          <p:nvPr/>
        </p:nvSpPr>
        <p:spPr>
          <a:xfrm>
            <a:off x="3007440" y="2194560"/>
            <a:ext cx="495576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Wrapper sınıfları, Java’da primitive veri tiplerinin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nesne (object) olarak kullanılmasını sağlar.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5" name="Rounded Rectangle 58"/>
          <p:cNvSpPr/>
          <p:nvPr/>
        </p:nvSpPr>
        <p:spPr>
          <a:xfrm>
            <a:off x="98748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6" name="Rounded Rectangle 59"/>
          <p:cNvSpPr/>
          <p:nvPr/>
        </p:nvSpPr>
        <p:spPr>
          <a:xfrm>
            <a:off x="685800" y="3108960"/>
            <a:ext cx="3514680" cy="328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Wrapper sınıfları primitive değerleri nesnelere dönüştürür.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Genellikle koleksiyonlarda ve nesne tabanlı işlemlerde kullanılır.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Wrapper örnekleri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Integer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Character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Boolean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Wrapper sınıfları dönüşüm ve veri işleme için kullanışlı metodlar sağlar.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7" name="Rounded Rectangle 60"/>
          <p:cNvSpPr/>
          <p:nvPr/>
        </p:nvSpPr>
        <p:spPr>
          <a:xfrm>
            <a:off x="450792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8" name="Rounded Rectangle 61"/>
          <p:cNvSpPr/>
          <p:nvPr/>
        </p:nvSpPr>
        <p:spPr>
          <a:xfrm>
            <a:off x="4434840" y="310896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Değer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Wrapper Sınıfına Dönüştürme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Nesne Temsili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Koleksiyonlarda / Metotlarda Kullanım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 → Integer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boolean → Boolean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9" name="Rounded Rectangle 62"/>
          <p:cNvSpPr/>
          <p:nvPr/>
        </p:nvSpPr>
        <p:spPr>
          <a:xfrm>
            <a:off x="802836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0" name="Rounded Rectangle 63"/>
          <p:cNvSpPr/>
          <p:nvPr/>
        </p:nvSpPr>
        <p:spPr>
          <a:xfrm>
            <a:off x="7955280" y="2743200"/>
            <a:ext cx="3470040" cy="3652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WrapperOrnek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wrapperNumber = number;   // otomatik kutulama (autoboxing)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19.99;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wrapperPrice = price;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System.out.println(wrapperNumber);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System.out.println(wrapperPrice);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1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2" name="Rectangle 176"/>
          <p:cNvSpPr/>
          <p:nvPr/>
        </p:nvSpPr>
        <p:spPr>
          <a:xfrm>
            <a:off x="0" y="0"/>
            <a:ext cx="12184200" cy="68533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3" name="Rectangle 177"/>
          <p:cNvSpPr/>
          <p:nvPr/>
        </p:nvSpPr>
        <p:spPr>
          <a:xfrm>
            <a:off x="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4" name="Rectangle 178"/>
          <p:cNvSpPr/>
          <p:nvPr/>
        </p:nvSpPr>
        <p:spPr>
          <a:xfrm>
            <a:off x="914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5" name="Rectangle 179"/>
          <p:cNvSpPr/>
          <p:nvPr/>
        </p:nvSpPr>
        <p:spPr>
          <a:xfrm>
            <a:off x="1828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6" name="Rectangle 180"/>
          <p:cNvSpPr/>
          <p:nvPr/>
        </p:nvSpPr>
        <p:spPr>
          <a:xfrm>
            <a:off x="2743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7" name="Rectangle 181"/>
          <p:cNvSpPr/>
          <p:nvPr/>
        </p:nvSpPr>
        <p:spPr>
          <a:xfrm>
            <a:off x="3657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8" name="Rectangle 182"/>
          <p:cNvSpPr/>
          <p:nvPr/>
        </p:nvSpPr>
        <p:spPr>
          <a:xfrm>
            <a:off x="4572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9" name="Rectangle 183"/>
          <p:cNvSpPr/>
          <p:nvPr/>
        </p:nvSpPr>
        <p:spPr>
          <a:xfrm>
            <a:off x="5486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0" name="Rectangle 184"/>
          <p:cNvSpPr/>
          <p:nvPr/>
        </p:nvSpPr>
        <p:spPr>
          <a:xfrm>
            <a:off x="6400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1" name="Rectangle 185"/>
          <p:cNvSpPr/>
          <p:nvPr/>
        </p:nvSpPr>
        <p:spPr>
          <a:xfrm>
            <a:off x="7315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2" name="Rectangle 186"/>
          <p:cNvSpPr/>
          <p:nvPr/>
        </p:nvSpPr>
        <p:spPr>
          <a:xfrm>
            <a:off x="82296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3" name="Rectangle 187"/>
          <p:cNvSpPr/>
          <p:nvPr/>
        </p:nvSpPr>
        <p:spPr>
          <a:xfrm>
            <a:off x="91440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4" name="Rectangle 188"/>
          <p:cNvSpPr/>
          <p:nvPr/>
        </p:nvSpPr>
        <p:spPr>
          <a:xfrm>
            <a:off x="100584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5" name="Rectangle 189"/>
          <p:cNvSpPr/>
          <p:nvPr/>
        </p:nvSpPr>
        <p:spPr>
          <a:xfrm>
            <a:off x="109728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6" name="Rectangle 190"/>
          <p:cNvSpPr/>
          <p:nvPr/>
        </p:nvSpPr>
        <p:spPr>
          <a:xfrm>
            <a:off x="11887200" y="0"/>
            <a:ext cx="13680" cy="68533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7" name="Rectangle 191"/>
          <p:cNvSpPr/>
          <p:nvPr/>
        </p:nvSpPr>
        <p:spPr>
          <a:xfrm>
            <a:off x="0" y="0"/>
            <a:ext cx="315360" cy="68533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8" name="Rounded Rectangle 78"/>
          <p:cNvSpPr/>
          <p:nvPr/>
        </p:nvSpPr>
        <p:spPr>
          <a:xfrm>
            <a:off x="9875520" y="365760"/>
            <a:ext cx="2007000" cy="4982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9" name="TextBox 34"/>
          <p:cNvSpPr/>
          <p:nvPr/>
        </p:nvSpPr>
        <p:spPr>
          <a:xfrm>
            <a:off x="1285920" y="1005840"/>
            <a:ext cx="839844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JAVA TÜR DÖNÜŞÜMÜ (TYPE CASTING)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0" name="TextBox 35"/>
          <p:cNvSpPr/>
          <p:nvPr/>
        </p:nvSpPr>
        <p:spPr>
          <a:xfrm>
            <a:off x="1716840" y="2057400"/>
            <a:ext cx="76093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type casting, bir veri tipini başka bir veri tipine dönüştürme işlemidir.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İki türü vardır: örtük (otomatik) ve açık (manuel) dönüşüm.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1" name="Rounded Rectangle 79"/>
          <p:cNvSpPr/>
          <p:nvPr/>
        </p:nvSpPr>
        <p:spPr>
          <a:xfrm>
            <a:off x="98748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2" name="Rounded Rectangle 80"/>
          <p:cNvSpPr/>
          <p:nvPr/>
        </p:nvSpPr>
        <p:spPr>
          <a:xfrm>
            <a:off x="685800" y="2971800"/>
            <a:ext cx="3515760" cy="3654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Örtük Dönüşüm (Implicit Casting – Widening)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tarafından otomatik olarak yapılır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Daha küçük veri tiplerini daha büyük veri tiplerine dönüştürür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Örnek: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 → long → float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Açık Dönüşüm (Explicit Casting – Narrowing)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Programcı tarafından manuel olarak yapılır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Daha büyük veri tiplerini daha küçük veri tiplerine dönüştürür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Örnek: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int → 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3" name="Rounded Rectangle 81"/>
          <p:cNvSpPr/>
          <p:nvPr/>
        </p:nvSpPr>
        <p:spPr>
          <a:xfrm>
            <a:off x="450792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4" name="Rounded Rectangle 82"/>
          <p:cNvSpPr/>
          <p:nvPr/>
        </p:nvSpPr>
        <p:spPr>
          <a:xfrm>
            <a:off x="4434840" y="310896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Tür Dönüşümü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Örtük Dönüşüm (Otomatik)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 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byte → short → int → long → float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└─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Açık Dönüşüm (Manuel)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long → int → short → 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5" name="Rounded Rectangle 83"/>
          <p:cNvSpPr/>
          <p:nvPr/>
        </p:nvSpPr>
        <p:spPr>
          <a:xfrm>
            <a:off x="8028360" y="3182040"/>
            <a:ext cx="3287160" cy="27385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6" name="Rounded Rectangle 84"/>
          <p:cNvSpPr/>
          <p:nvPr/>
        </p:nvSpPr>
        <p:spPr>
          <a:xfrm>
            <a:off x="7955280" y="2971800"/>
            <a:ext cx="3699720" cy="319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TurDonusumuOrnek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Örtük Tür Dönüşümü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sayi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sonuc = sayi;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System.out.println(sonuc);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Açık Tür Dönüşümü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49.99;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yeniFiyat = (int) fiyat;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System.out.println(yeniFiyat);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7" name="TextBox 3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Rectangle 192"/>
          <p:cNvSpPr/>
          <p:nvPr/>
        </p:nvSpPr>
        <p:spPr>
          <a:xfrm>
            <a:off x="0" y="0"/>
            <a:ext cx="12184920" cy="6854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9" name="Rectangle 193"/>
          <p:cNvSpPr/>
          <p:nvPr/>
        </p:nvSpPr>
        <p:spPr>
          <a:xfrm>
            <a:off x="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0" name="Rectangle 194"/>
          <p:cNvSpPr/>
          <p:nvPr/>
        </p:nvSpPr>
        <p:spPr>
          <a:xfrm>
            <a:off x="914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1" name="Rectangle 195"/>
          <p:cNvSpPr/>
          <p:nvPr/>
        </p:nvSpPr>
        <p:spPr>
          <a:xfrm>
            <a:off x="1828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2" name="Rectangle 196"/>
          <p:cNvSpPr/>
          <p:nvPr/>
        </p:nvSpPr>
        <p:spPr>
          <a:xfrm>
            <a:off x="2743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3" name="Rectangle 197"/>
          <p:cNvSpPr/>
          <p:nvPr/>
        </p:nvSpPr>
        <p:spPr>
          <a:xfrm>
            <a:off x="3657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4" name="Rectangle 198"/>
          <p:cNvSpPr/>
          <p:nvPr/>
        </p:nvSpPr>
        <p:spPr>
          <a:xfrm>
            <a:off x="4572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5" name="Rectangle 199"/>
          <p:cNvSpPr/>
          <p:nvPr/>
        </p:nvSpPr>
        <p:spPr>
          <a:xfrm>
            <a:off x="5486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6" name="Rectangle 200"/>
          <p:cNvSpPr/>
          <p:nvPr/>
        </p:nvSpPr>
        <p:spPr>
          <a:xfrm>
            <a:off x="6400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7" name="Rectangle 201"/>
          <p:cNvSpPr/>
          <p:nvPr/>
        </p:nvSpPr>
        <p:spPr>
          <a:xfrm>
            <a:off x="7315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8" name="Rectangle 202"/>
          <p:cNvSpPr/>
          <p:nvPr/>
        </p:nvSpPr>
        <p:spPr>
          <a:xfrm>
            <a:off x="8229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9" name="Rectangle 203"/>
          <p:cNvSpPr/>
          <p:nvPr/>
        </p:nvSpPr>
        <p:spPr>
          <a:xfrm>
            <a:off x="9144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0" name="Rectangle 204"/>
          <p:cNvSpPr/>
          <p:nvPr/>
        </p:nvSpPr>
        <p:spPr>
          <a:xfrm>
            <a:off x="10058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1" name="Rectangle 205"/>
          <p:cNvSpPr/>
          <p:nvPr/>
        </p:nvSpPr>
        <p:spPr>
          <a:xfrm>
            <a:off x="10972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2" name="Rectangle 206"/>
          <p:cNvSpPr/>
          <p:nvPr/>
        </p:nvSpPr>
        <p:spPr>
          <a:xfrm>
            <a:off x="11887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3" name="Rectangle 207"/>
          <p:cNvSpPr/>
          <p:nvPr/>
        </p:nvSpPr>
        <p:spPr>
          <a:xfrm>
            <a:off x="0" y="0"/>
            <a:ext cx="316080" cy="6854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4" name="Rounded Rectangle 85"/>
          <p:cNvSpPr/>
          <p:nvPr/>
        </p:nvSpPr>
        <p:spPr>
          <a:xfrm>
            <a:off x="9875520" y="365760"/>
            <a:ext cx="2007720" cy="498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5" name="TextBox 37"/>
          <p:cNvSpPr/>
          <p:nvPr/>
        </p:nvSpPr>
        <p:spPr>
          <a:xfrm>
            <a:off x="1504080" y="900360"/>
            <a:ext cx="796104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Implicit Casting (Otomatik Dönüşüm)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6" name="TextBox 38"/>
          <p:cNvSpPr/>
          <p:nvPr/>
        </p:nvSpPr>
        <p:spPr>
          <a:xfrm>
            <a:off x="2681280" y="1600200"/>
            <a:ext cx="5653800" cy="100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Implicit casting, Java’nın daha küçük bir veri tipini otomatik 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olarak daha büyük bir veri tipine dönüştürmesi durumunda gerçekleşir.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Bu dönüşüm güvenlidir çünkü daha büyük veri tipi, daha küçük veri 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tipinin tüm değerlerini veri kaybı olmadan saklayabilir.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7" name="Rounded Rectangle 86"/>
          <p:cNvSpPr/>
          <p:nvPr/>
        </p:nvSpPr>
        <p:spPr>
          <a:xfrm>
            <a:off x="98748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8" name="Rounded Rectangle 87"/>
          <p:cNvSpPr/>
          <p:nvPr/>
        </p:nvSpPr>
        <p:spPr>
          <a:xfrm>
            <a:off x="595440" y="2743200"/>
            <a:ext cx="3516480" cy="3654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Implicit Casting, Java’da daha küçük bir veri tipinin daha büyük bir veri tipine otomatik olarak dönüştürülmesidir.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bu dönüşümü veri kaybı riski olmadığında otomatik olarak gerçekleştirir.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Ayrıca Genişletme Dönüşümü (Widening Casting) olarak da adlandırılır.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Temel noktalar: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Derleyici tarafından otomatik yapılır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Küçük veri tiplerini daha büyük veri tiplerine dönüştürür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Manuel dönüşüm gerekmez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Örnek: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 → long → float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9" name="Rounded Rectangle 88"/>
          <p:cNvSpPr/>
          <p:nvPr/>
        </p:nvSpPr>
        <p:spPr>
          <a:xfrm>
            <a:off x="450792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0" name="Rounded Rectangle 89"/>
          <p:cNvSpPr/>
          <p:nvPr/>
        </p:nvSpPr>
        <p:spPr>
          <a:xfrm>
            <a:off x="4343400" y="2880360"/>
            <a:ext cx="3654720" cy="3426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Implicit Casting Akışı (Genişletme Dönüşümü)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short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float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Her adım, önceki veri tipini güvenli şekilde saklayabilen bir veri tipini temsil eder.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1" name="Rounded Rectangle 90"/>
          <p:cNvSpPr/>
          <p:nvPr/>
        </p:nvSpPr>
        <p:spPr>
          <a:xfrm>
            <a:off x="802836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2" name="Rounded Rectangle 91"/>
          <p:cNvSpPr/>
          <p:nvPr/>
        </p:nvSpPr>
        <p:spPr>
          <a:xfrm>
            <a:off x="8229600" y="2972880"/>
            <a:ext cx="3654720" cy="3196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ImplicitCastingExample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sayi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int'ten double'a otomatik dönüşüm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sonuc = sayi;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System.out.println("Sayı: " + sayi);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System.out.println("Dönüştürülen değer: " + sonuc);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3" name="TextBox 3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4" name="Rectangle 208"/>
          <p:cNvSpPr/>
          <p:nvPr/>
        </p:nvSpPr>
        <p:spPr>
          <a:xfrm>
            <a:off x="0" y="0"/>
            <a:ext cx="12185280" cy="6854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5" name="Rectangle 209"/>
          <p:cNvSpPr/>
          <p:nvPr/>
        </p:nvSpPr>
        <p:spPr>
          <a:xfrm>
            <a:off x="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6" name="Rectangle 210"/>
          <p:cNvSpPr/>
          <p:nvPr/>
        </p:nvSpPr>
        <p:spPr>
          <a:xfrm>
            <a:off x="914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7" name="Rectangle 211"/>
          <p:cNvSpPr/>
          <p:nvPr/>
        </p:nvSpPr>
        <p:spPr>
          <a:xfrm>
            <a:off x="1828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8" name="Rectangle 212"/>
          <p:cNvSpPr/>
          <p:nvPr/>
        </p:nvSpPr>
        <p:spPr>
          <a:xfrm>
            <a:off x="2743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9" name="Rectangle 213"/>
          <p:cNvSpPr/>
          <p:nvPr/>
        </p:nvSpPr>
        <p:spPr>
          <a:xfrm>
            <a:off x="3657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0" name="Rectangle 214"/>
          <p:cNvSpPr/>
          <p:nvPr/>
        </p:nvSpPr>
        <p:spPr>
          <a:xfrm>
            <a:off x="4572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1" name="Rectangle 215"/>
          <p:cNvSpPr/>
          <p:nvPr/>
        </p:nvSpPr>
        <p:spPr>
          <a:xfrm>
            <a:off x="5486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2" name="Rectangle 216"/>
          <p:cNvSpPr/>
          <p:nvPr/>
        </p:nvSpPr>
        <p:spPr>
          <a:xfrm>
            <a:off x="6400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3" name="Rectangle 217"/>
          <p:cNvSpPr/>
          <p:nvPr/>
        </p:nvSpPr>
        <p:spPr>
          <a:xfrm>
            <a:off x="7315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4" name="Rectangle 218"/>
          <p:cNvSpPr/>
          <p:nvPr/>
        </p:nvSpPr>
        <p:spPr>
          <a:xfrm>
            <a:off x="8229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5" name="Rectangle 219"/>
          <p:cNvSpPr/>
          <p:nvPr/>
        </p:nvSpPr>
        <p:spPr>
          <a:xfrm>
            <a:off x="9144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6" name="Rectangle 220"/>
          <p:cNvSpPr/>
          <p:nvPr/>
        </p:nvSpPr>
        <p:spPr>
          <a:xfrm>
            <a:off x="10058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7" name="Rectangle 221"/>
          <p:cNvSpPr/>
          <p:nvPr/>
        </p:nvSpPr>
        <p:spPr>
          <a:xfrm>
            <a:off x="10972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8" name="Rectangle 222"/>
          <p:cNvSpPr/>
          <p:nvPr/>
        </p:nvSpPr>
        <p:spPr>
          <a:xfrm>
            <a:off x="11887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9" name="Rectangle 223"/>
          <p:cNvSpPr/>
          <p:nvPr/>
        </p:nvSpPr>
        <p:spPr>
          <a:xfrm>
            <a:off x="0" y="0"/>
            <a:ext cx="316440" cy="6854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0" name="Rounded Rectangle 92"/>
          <p:cNvSpPr/>
          <p:nvPr/>
        </p:nvSpPr>
        <p:spPr>
          <a:xfrm>
            <a:off x="9875520" y="365760"/>
            <a:ext cx="2008080" cy="499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1" name="TextBox 40"/>
          <p:cNvSpPr/>
          <p:nvPr/>
        </p:nvSpPr>
        <p:spPr>
          <a:xfrm>
            <a:off x="1417320" y="685800"/>
            <a:ext cx="8264520" cy="5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200" spc="-1" strike="noStrike">
                <a:solidFill>
                  <a:srgbClr val="f5f5f5"/>
                </a:solidFill>
                <a:latin typeface="Calibri"/>
                <a:ea typeface="DejaVu Sans"/>
              </a:rPr>
              <a:t>JAVA AÇIK TÜR DÖNÜŞÜMÜ (EXPLICIT CASTING)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2" name="TextBox 41"/>
          <p:cNvSpPr/>
          <p:nvPr/>
        </p:nvSpPr>
        <p:spPr>
          <a:xfrm>
            <a:off x="2008800" y="1371600"/>
            <a:ext cx="713376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Explicit casting, Java’da daha büyük bir veri tipinin daha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küçük bir veri tipine manuel olarak dönüştürülmesidir.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Bu dönüşüm, veri kaybı veya hassasiyet kaybı riski olduğunda gereklidir.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3" name="Rounded Rectangle 93"/>
          <p:cNvSpPr/>
          <p:nvPr/>
        </p:nvSpPr>
        <p:spPr>
          <a:xfrm>
            <a:off x="98748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4" name="Rounded Rectangle 94"/>
          <p:cNvSpPr/>
          <p:nvPr/>
        </p:nvSpPr>
        <p:spPr>
          <a:xfrm>
            <a:off x="457200" y="2743200"/>
            <a:ext cx="3745440" cy="3883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Casting, daha büyük bir veri tipinin daha küçük bir veri tipine manuel dönüştürülmesidir.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bu dönüşümü otomatik olarak yapmaz, çünkü küçük veri tipi tüm değerleri saklayamayabilir.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Buna ayrıca Narrowing Casting (Daraltma Dönüşümü) denir.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Temel noktalar: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Programcı tarafından manuel yapılır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Büyük sayısal veri tiplerini daha küçük olanlara dönüştürür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Requires casting syntax (type)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May cause data or precision loss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Örnek: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long → int → short → 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5" name="Rounded Rectangle 95"/>
          <p:cNvSpPr/>
          <p:nvPr/>
        </p:nvSpPr>
        <p:spPr>
          <a:xfrm>
            <a:off x="450792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6" name="Rounded Rectangle 96"/>
          <p:cNvSpPr/>
          <p:nvPr/>
        </p:nvSpPr>
        <p:spPr>
          <a:xfrm>
            <a:off x="4434840" y="2971800"/>
            <a:ext cx="3288240" cy="3426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Casting Akışı (Daraltma)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float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short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Her adımda değer daha küçük bir veri tipine dönüştürülür, bu da ondalık kısmın kaybolmasına veya taşmaya neden olabilir.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7" name="Rounded Rectangle 97"/>
          <p:cNvSpPr/>
          <p:nvPr/>
        </p:nvSpPr>
        <p:spPr>
          <a:xfrm>
            <a:off x="802836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8" name="Rounded Rectangle 98"/>
          <p:cNvSpPr/>
          <p:nvPr/>
        </p:nvSpPr>
        <p:spPr>
          <a:xfrm>
            <a:off x="7955280" y="2514600"/>
            <a:ext cx="3929400" cy="4112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ExplicitCastingExample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49.99;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// double'dan int'e açık dönüşüm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int newPrice = (int) price;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System.out.println("Orijinal değer: " + price);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System.out.println("Dönüştürülmüş değer: " + newPrice);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9" name="TextBox 4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0" name="Rectangle 224"/>
          <p:cNvSpPr/>
          <p:nvPr/>
        </p:nvSpPr>
        <p:spPr>
          <a:xfrm>
            <a:off x="0" y="0"/>
            <a:ext cx="12185640" cy="6854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1" name="Rectangle 225"/>
          <p:cNvSpPr/>
          <p:nvPr/>
        </p:nvSpPr>
        <p:spPr>
          <a:xfrm>
            <a:off x="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2" name="Rectangle 226"/>
          <p:cNvSpPr/>
          <p:nvPr/>
        </p:nvSpPr>
        <p:spPr>
          <a:xfrm>
            <a:off x="914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3" name="Rectangle 227"/>
          <p:cNvSpPr/>
          <p:nvPr/>
        </p:nvSpPr>
        <p:spPr>
          <a:xfrm>
            <a:off x="1828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4" name="Rectangle 228"/>
          <p:cNvSpPr/>
          <p:nvPr/>
        </p:nvSpPr>
        <p:spPr>
          <a:xfrm>
            <a:off x="2743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5" name="Rectangle 229"/>
          <p:cNvSpPr/>
          <p:nvPr/>
        </p:nvSpPr>
        <p:spPr>
          <a:xfrm>
            <a:off x="3657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6" name="Rectangle 230"/>
          <p:cNvSpPr/>
          <p:nvPr/>
        </p:nvSpPr>
        <p:spPr>
          <a:xfrm>
            <a:off x="4572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7" name="Rectangle 231"/>
          <p:cNvSpPr/>
          <p:nvPr/>
        </p:nvSpPr>
        <p:spPr>
          <a:xfrm>
            <a:off x="5486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8" name="Rectangle 232"/>
          <p:cNvSpPr/>
          <p:nvPr/>
        </p:nvSpPr>
        <p:spPr>
          <a:xfrm>
            <a:off x="6400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9" name="Rectangle 233"/>
          <p:cNvSpPr/>
          <p:nvPr/>
        </p:nvSpPr>
        <p:spPr>
          <a:xfrm>
            <a:off x="7315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0" name="Rectangle 234"/>
          <p:cNvSpPr/>
          <p:nvPr/>
        </p:nvSpPr>
        <p:spPr>
          <a:xfrm>
            <a:off x="8229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1" name="Rectangle 235"/>
          <p:cNvSpPr/>
          <p:nvPr/>
        </p:nvSpPr>
        <p:spPr>
          <a:xfrm>
            <a:off x="9144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2" name="Rectangle 236"/>
          <p:cNvSpPr/>
          <p:nvPr/>
        </p:nvSpPr>
        <p:spPr>
          <a:xfrm>
            <a:off x="10058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3" name="Rectangle 237"/>
          <p:cNvSpPr/>
          <p:nvPr/>
        </p:nvSpPr>
        <p:spPr>
          <a:xfrm>
            <a:off x="10972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4" name="Rectangle 238"/>
          <p:cNvSpPr/>
          <p:nvPr/>
        </p:nvSpPr>
        <p:spPr>
          <a:xfrm>
            <a:off x="11887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5" name="Rectangle 239"/>
          <p:cNvSpPr/>
          <p:nvPr/>
        </p:nvSpPr>
        <p:spPr>
          <a:xfrm>
            <a:off x="0" y="0"/>
            <a:ext cx="316800" cy="6854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6" name="Rounded Rectangle 99"/>
          <p:cNvSpPr/>
          <p:nvPr/>
        </p:nvSpPr>
        <p:spPr>
          <a:xfrm>
            <a:off x="9875520" y="365760"/>
            <a:ext cx="2008440" cy="499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7" name="TextBox 43"/>
          <p:cNvSpPr/>
          <p:nvPr/>
        </p:nvSpPr>
        <p:spPr>
          <a:xfrm>
            <a:off x="915480" y="1005840"/>
            <a:ext cx="9139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Örtük (Implicit) vs Açık (Explicit) Tür Dönüşümü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8" name="TextBox 44"/>
          <p:cNvSpPr/>
          <p:nvPr/>
        </p:nvSpPr>
        <p:spPr>
          <a:xfrm>
            <a:off x="2181960" y="2057400"/>
            <a:ext cx="660636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Örtük ve açık tür dönüşümü arasındaki farkı anlamak, veri kaybını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önlemeye ve Java’da doğru tür dönüşümü yapmaya yardımcı olur.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9" name="Rounded Rectangle 100"/>
          <p:cNvSpPr/>
          <p:nvPr/>
        </p:nvSpPr>
        <p:spPr>
          <a:xfrm>
            <a:off x="98748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0" name="Rounded Rectangle 101"/>
          <p:cNvSpPr/>
          <p:nvPr/>
        </p:nvSpPr>
        <p:spPr>
          <a:xfrm>
            <a:off x="914400" y="3108960"/>
            <a:ext cx="3288600" cy="3061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Örtük Dönüşüm (Implicit Casting / Widening)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Küçük → Büyük veri tipi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Otomatik olarak yapılır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Veri kaybı yoktur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Ekstra yazım (syntax) gerekmez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Açık Dönüşüm (Explicit Casting / Narrowing)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Büyük → Küçük veri tipi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Manuel olarak yapılır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Veri kaybı olabilir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(type) kullanımı gerekir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1" name="Rounded Rectangle 102"/>
          <p:cNvSpPr/>
          <p:nvPr/>
        </p:nvSpPr>
        <p:spPr>
          <a:xfrm>
            <a:off x="450792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2" name="Rounded Rectangle 103"/>
          <p:cNvSpPr/>
          <p:nvPr/>
        </p:nvSpPr>
        <p:spPr>
          <a:xfrm>
            <a:off x="4434840" y="310896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Örtük Dönüşüm Akışı: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byte → short → int → long → float → 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Açık Dönüşüm Akışı: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long → int → short → byte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3" name="Rounded Rectangle 104"/>
          <p:cNvSpPr/>
          <p:nvPr/>
        </p:nvSpPr>
        <p:spPr>
          <a:xfrm>
            <a:off x="802836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4" name="Rounded Rectangle 105"/>
          <p:cNvSpPr/>
          <p:nvPr/>
        </p:nvSpPr>
        <p:spPr>
          <a:xfrm>
            <a:off x="7955280" y="3108960"/>
            <a:ext cx="3701160" cy="3061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CastingComparison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Örtük Dönüşüm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result = num;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Açık Dönüşüm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49.99;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newPrice = (int) price;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System.out.println(result);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System.out.println(newPrice);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5" name="TextBox 4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6" name="Rectangle 240"/>
          <p:cNvSpPr/>
          <p:nvPr/>
        </p:nvSpPr>
        <p:spPr>
          <a:xfrm>
            <a:off x="0" y="0"/>
            <a:ext cx="12186000" cy="6855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7" name="Rectangle 241"/>
          <p:cNvSpPr/>
          <p:nvPr/>
        </p:nvSpPr>
        <p:spPr>
          <a:xfrm>
            <a:off x="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8" name="Rectangle 242"/>
          <p:cNvSpPr/>
          <p:nvPr/>
        </p:nvSpPr>
        <p:spPr>
          <a:xfrm>
            <a:off x="914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9" name="Rectangle 243"/>
          <p:cNvSpPr/>
          <p:nvPr/>
        </p:nvSpPr>
        <p:spPr>
          <a:xfrm>
            <a:off x="1828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0" name="Rectangle 244"/>
          <p:cNvSpPr/>
          <p:nvPr/>
        </p:nvSpPr>
        <p:spPr>
          <a:xfrm>
            <a:off x="2743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1" name="Rectangle 245"/>
          <p:cNvSpPr/>
          <p:nvPr/>
        </p:nvSpPr>
        <p:spPr>
          <a:xfrm>
            <a:off x="3657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2" name="Rectangle 246"/>
          <p:cNvSpPr/>
          <p:nvPr/>
        </p:nvSpPr>
        <p:spPr>
          <a:xfrm>
            <a:off x="4572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3" name="Rectangle 247"/>
          <p:cNvSpPr/>
          <p:nvPr/>
        </p:nvSpPr>
        <p:spPr>
          <a:xfrm>
            <a:off x="5486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4" name="Rectangle 248"/>
          <p:cNvSpPr/>
          <p:nvPr/>
        </p:nvSpPr>
        <p:spPr>
          <a:xfrm>
            <a:off x="6400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5" name="Rectangle 249"/>
          <p:cNvSpPr/>
          <p:nvPr/>
        </p:nvSpPr>
        <p:spPr>
          <a:xfrm>
            <a:off x="7315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6" name="Rectangle 250"/>
          <p:cNvSpPr/>
          <p:nvPr/>
        </p:nvSpPr>
        <p:spPr>
          <a:xfrm>
            <a:off x="8229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7" name="Rectangle 251"/>
          <p:cNvSpPr/>
          <p:nvPr/>
        </p:nvSpPr>
        <p:spPr>
          <a:xfrm>
            <a:off x="9144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8" name="Rectangle 252"/>
          <p:cNvSpPr/>
          <p:nvPr/>
        </p:nvSpPr>
        <p:spPr>
          <a:xfrm>
            <a:off x="10058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9" name="Rectangle 253"/>
          <p:cNvSpPr/>
          <p:nvPr/>
        </p:nvSpPr>
        <p:spPr>
          <a:xfrm>
            <a:off x="10972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0" name="Rectangle 254"/>
          <p:cNvSpPr/>
          <p:nvPr/>
        </p:nvSpPr>
        <p:spPr>
          <a:xfrm>
            <a:off x="11887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1" name="Rectangle 255"/>
          <p:cNvSpPr/>
          <p:nvPr/>
        </p:nvSpPr>
        <p:spPr>
          <a:xfrm>
            <a:off x="0" y="0"/>
            <a:ext cx="317160" cy="6855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2" name="Rounded Rectangle 106"/>
          <p:cNvSpPr/>
          <p:nvPr/>
        </p:nvSpPr>
        <p:spPr>
          <a:xfrm>
            <a:off x="9875520" y="365760"/>
            <a:ext cx="2008800" cy="500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3" name="TextBox 46"/>
          <p:cNvSpPr/>
          <p:nvPr/>
        </p:nvSpPr>
        <p:spPr>
          <a:xfrm>
            <a:off x="1320840" y="1005840"/>
            <a:ext cx="83300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VERİ KAYBI &amp; HASSASİYET KAYBI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4" name="TextBox 47"/>
          <p:cNvSpPr/>
          <p:nvPr/>
        </p:nvSpPr>
        <p:spPr>
          <a:xfrm>
            <a:off x="957240" y="1826640"/>
            <a:ext cx="909036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Tür dönüşümü sırasında, büyük veri tipinden küçük veri tipine geçerken veri kaybı oluşabilir.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Ondalık kısımlar silinebilir ve büyük değerlerde taşma meydana gelebilir.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5" name="Rounded Rectangle 107"/>
          <p:cNvSpPr/>
          <p:nvPr/>
        </p:nvSpPr>
        <p:spPr>
          <a:xfrm>
            <a:off x="98748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6" name="Rounded Rectangle 108"/>
          <p:cNvSpPr/>
          <p:nvPr/>
        </p:nvSpPr>
        <p:spPr>
          <a:xfrm>
            <a:off x="91440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(daraltma) casting sırasında oluşur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Ondalık kısım kesilir (yuvarlanmaz)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Küçük veri tipleri tüm değeri saklayamaz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Yanlış sonuçlara yol açabilir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Özellikle float → int dönüşümünde hassasiyet kaybı olur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7" name="Rounded Rectangle 109"/>
          <p:cNvSpPr/>
          <p:nvPr/>
        </p:nvSpPr>
        <p:spPr>
          <a:xfrm>
            <a:off x="450792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8" name="Rounded Rectangle 110"/>
          <p:cNvSpPr/>
          <p:nvPr/>
        </p:nvSpPr>
        <p:spPr>
          <a:xfrm>
            <a:off x="4343400" y="3108960"/>
            <a:ext cx="3380400" cy="3290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double (9.78)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(casting)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 (9)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float (123456.789)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 (123456)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Ondalık kısım tamamen silinir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Yuvarlama yapılmaz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9" name="Rounded Rectangle 111"/>
          <p:cNvSpPr/>
          <p:nvPr/>
        </p:nvSpPr>
        <p:spPr>
          <a:xfrm>
            <a:off x="802836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0" name="Rounded Rectangle 112"/>
          <p:cNvSpPr/>
          <p:nvPr/>
        </p:nvSpPr>
        <p:spPr>
          <a:xfrm>
            <a:off x="7955280" y="2971800"/>
            <a:ext cx="3930120" cy="3427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VeriKaybiOrnegi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deger = 9.78;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Açık (explicit) dönüşüm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sonuc = (int) deger;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System.out.println("Orijinal değer: " + deger);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System.out.println("Dönüşüm sonrası: " + sonuc);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float buyukDeger = 123456.789f;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donusturulen = (int) buyukDeger;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System.out.println("Float değer: " + buyukDeger);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System.out.println("Int değer: " + donusturulen);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1" name="TextBox 4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Rectangle 256"/>
          <p:cNvSpPr/>
          <p:nvPr/>
        </p:nvSpPr>
        <p:spPr>
          <a:xfrm>
            <a:off x="0" y="0"/>
            <a:ext cx="12186000" cy="6855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3" name="Rectangle 257"/>
          <p:cNvSpPr/>
          <p:nvPr/>
        </p:nvSpPr>
        <p:spPr>
          <a:xfrm>
            <a:off x="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4" name="Rectangle 258"/>
          <p:cNvSpPr/>
          <p:nvPr/>
        </p:nvSpPr>
        <p:spPr>
          <a:xfrm>
            <a:off x="914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5" name="Rectangle 259"/>
          <p:cNvSpPr/>
          <p:nvPr/>
        </p:nvSpPr>
        <p:spPr>
          <a:xfrm>
            <a:off x="1828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6" name="Rectangle 260"/>
          <p:cNvSpPr/>
          <p:nvPr/>
        </p:nvSpPr>
        <p:spPr>
          <a:xfrm>
            <a:off x="2743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7" name="Rectangle 261"/>
          <p:cNvSpPr/>
          <p:nvPr/>
        </p:nvSpPr>
        <p:spPr>
          <a:xfrm>
            <a:off x="3657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8" name="Rectangle 262"/>
          <p:cNvSpPr/>
          <p:nvPr/>
        </p:nvSpPr>
        <p:spPr>
          <a:xfrm>
            <a:off x="4572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9" name="Rectangle 263"/>
          <p:cNvSpPr/>
          <p:nvPr/>
        </p:nvSpPr>
        <p:spPr>
          <a:xfrm>
            <a:off x="5486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0" name="Rectangle 264"/>
          <p:cNvSpPr/>
          <p:nvPr/>
        </p:nvSpPr>
        <p:spPr>
          <a:xfrm>
            <a:off x="6400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1" name="Rectangle 265"/>
          <p:cNvSpPr/>
          <p:nvPr/>
        </p:nvSpPr>
        <p:spPr>
          <a:xfrm>
            <a:off x="7315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2" name="Rectangle 266"/>
          <p:cNvSpPr/>
          <p:nvPr/>
        </p:nvSpPr>
        <p:spPr>
          <a:xfrm>
            <a:off x="8229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3" name="Rectangle 267"/>
          <p:cNvSpPr/>
          <p:nvPr/>
        </p:nvSpPr>
        <p:spPr>
          <a:xfrm>
            <a:off x="9144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4" name="Rectangle 268"/>
          <p:cNvSpPr/>
          <p:nvPr/>
        </p:nvSpPr>
        <p:spPr>
          <a:xfrm>
            <a:off x="10058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5" name="Rectangle 269"/>
          <p:cNvSpPr/>
          <p:nvPr/>
        </p:nvSpPr>
        <p:spPr>
          <a:xfrm>
            <a:off x="10972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6" name="Rectangle 270"/>
          <p:cNvSpPr/>
          <p:nvPr/>
        </p:nvSpPr>
        <p:spPr>
          <a:xfrm>
            <a:off x="11887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7" name="Rectangle 271"/>
          <p:cNvSpPr/>
          <p:nvPr/>
        </p:nvSpPr>
        <p:spPr>
          <a:xfrm>
            <a:off x="0" y="0"/>
            <a:ext cx="317160" cy="6855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8" name="Rounded Rectangle 113"/>
          <p:cNvSpPr/>
          <p:nvPr/>
        </p:nvSpPr>
        <p:spPr>
          <a:xfrm>
            <a:off x="9875520" y="365760"/>
            <a:ext cx="2008800" cy="500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9" name="TextBox 49"/>
          <p:cNvSpPr/>
          <p:nvPr/>
        </p:nvSpPr>
        <p:spPr>
          <a:xfrm>
            <a:off x="1611720" y="1005840"/>
            <a:ext cx="77464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İFADELERDE TÜR DÖNÜŞÜMÜ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0" name="TextBox 50"/>
          <p:cNvSpPr/>
          <p:nvPr/>
        </p:nvSpPr>
        <p:spPr>
          <a:xfrm>
            <a:off x="2283480" y="2194560"/>
            <a:ext cx="640512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Automatic type conversion during arithmetic operations in Java.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1" name="Rounded Rectangle 114"/>
          <p:cNvSpPr/>
          <p:nvPr/>
        </p:nvSpPr>
        <p:spPr>
          <a:xfrm>
            <a:off x="98748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2" name="Rounded Rectangle 115"/>
          <p:cNvSpPr/>
          <p:nvPr/>
        </p:nvSpPr>
        <p:spPr>
          <a:xfrm>
            <a:off x="91440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Java, ifadelerde küçük veri tiplerini yükseltir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İşlemler en büyük veri tipine göre yapılır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Çoğu durumda manuel dönüşüm gerekmez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byte, short → otomatik olarak int’e çevrilir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3" name="Rounded Rectangle 116"/>
          <p:cNvSpPr/>
          <p:nvPr/>
        </p:nvSpPr>
        <p:spPr>
          <a:xfrm>
            <a:off x="450792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4" name="Rounded Rectangle 117"/>
          <p:cNvSpPr/>
          <p:nvPr/>
        </p:nvSpPr>
        <p:spPr>
          <a:xfrm>
            <a:off x="4434840" y="310896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byte → short → int → long → float → 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 + double → 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float + long → float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short + short → int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= en büyük veri tipi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5" name="Rounded Rectangle 118"/>
          <p:cNvSpPr/>
          <p:nvPr/>
        </p:nvSpPr>
        <p:spPr>
          <a:xfrm>
            <a:off x="802836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6" name="Rounded Rectangle 119"/>
          <p:cNvSpPr/>
          <p:nvPr/>
        </p:nvSpPr>
        <p:spPr>
          <a:xfrm>
            <a:off x="7955280" y="2971800"/>
            <a:ext cx="3930480" cy="3198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10;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b = 5.5;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result = a + b; // int → double (a otomatik olarak double’a çevrilir)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System.out.println(result);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byte x = 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byte y = 10;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sum = x + y; // byte → int (byte'lar otomatik int'e yükseltilir)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System.out.println(sum);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7" name="TextBox 5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Rectangle 272"/>
          <p:cNvSpPr/>
          <p:nvPr/>
        </p:nvSpPr>
        <p:spPr>
          <a:xfrm>
            <a:off x="0" y="0"/>
            <a:ext cx="12186720" cy="6855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9" name="Rectangle 273"/>
          <p:cNvSpPr/>
          <p:nvPr/>
        </p:nvSpPr>
        <p:spPr>
          <a:xfrm>
            <a:off x="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0" name="Rectangle 274"/>
          <p:cNvSpPr/>
          <p:nvPr/>
        </p:nvSpPr>
        <p:spPr>
          <a:xfrm>
            <a:off x="914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1" name="Rectangle 275"/>
          <p:cNvSpPr/>
          <p:nvPr/>
        </p:nvSpPr>
        <p:spPr>
          <a:xfrm>
            <a:off x="1828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2" name="Rectangle 276"/>
          <p:cNvSpPr/>
          <p:nvPr/>
        </p:nvSpPr>
        <p:spPr>
          <a:xfrm>
            <a:off x="2743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3" name="Rectangle 277"/>
          <p:cNvSpPr/>
          <p:nvPr/>
        </p:nvSpPr>
        <p:spPr>
          <a:xfrm>
            <a:off x="3657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4" name="Rectangle 278"/>
          <p:cNvSpPr/>
          <p:nvPr/>
        </p:nvSpPr>
        <p:spPr>
          <a:xfrm>
            <a:off x="4572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5" name="Rectangle 279"/>
          <p:cNvSpPr/>
          <p:nvPr/>
        </p:nvSpPr>
        <p:spPr>
          <a:xfrm>
            <a:off x="5486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6" name="Rectangle 280"/>
          <p:cNvSpPr/>
          <p:nvPr/>
        </p:nvSpPr>
        <p:spPr>
          <a:xfrm>
            <a:off x="6400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7" name="Rectangle 281"/>
          <p:cNvSpPr/>
          <p:nvPr/>
        </p:nvSpPr>
        <p:spPr>
          <a:xfrm>
            <a:off x="7315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8" name="Rectangle 282"/>
          <p:cNvSpPr/>
          <p:nvPr/>
        </p:nvSpPr>
        <p:spPr>
          <a:xfrm>
            <a:off x="8229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9" name="Rectangle 283"/>
          <p:cNvSpPr/>
          <p:nvPr/>
        </p:nvSpPr>
        <p:spPr>
          <a:xfrm>
            <a:off x="9144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0" name="Rectangle 284"/>
          <p:cNvSpPr/>
          <p:nvPr/>
        </p:nvSpPr>
        <p:spPr>
          <a:xfrm>
            <a:off x="10058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1" name="Rectangle 285"/>
          <p:cNvSpPr/>
          <p:nvPr/>
        </p:nvSpPr>
        <p:spPr>
          <a:xfrm>
            <a:off x="10972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2" name="Rectangle 286"/>
          <p:cNvSpPr/>
          <p:nvPr/>
        </p:nvSpPr>
        <p:spPr>
          <a:xfrm>
            <a:off x="11887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3" name="Rectangle 287"/>
          <p:cNvSpPr/>
          <p:nvPr/>
        </p:nvSpPr>
        <p:spPr>
          <a:xfrm>
            <a:off x="0" y="0"/>
            <a:ext cx="317880" cy="6855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4" name="Rounded Rectangle 120"/>
          <p:cNvSpPr/>
          <p:nvPr/>
        </p:nvSpPr>
        <p:spPr>
          <a:xfrm>
            <a:off x="9875520" y="365760"/>
            <a:ext cx="2009520" cy="500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5" name="TextBox 52"/>
          <p:cNvSpPr/>
          <p:nvPr/>
        </p:nvSpPr>
        <p:spPr>
          <a:xfrm>
            <a:off x="2517120" y="1005840"/>
            <a:ext cx="59360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Unicode System – Giriş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6" name="TextBox 53"/>
          <p:cNvSpPr/>
          <p:nvPr/>
        </p:nvSpPr>
        <p:spPr>
          <a:xfrm>
            <a:off x="848160" y="2074680"/>
            <a:ext cx="94626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Unicode, Java’nın farklı dillerdeki metinleri tüm platformlarda tutarlı bir şekilde temsil etmesini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sağlayan evrensel bir karakter kodlama standardıdır.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7" name="Rounded Rectangle 121"/>
          <p:cNvSpPr/>
          <p:nvPr/>
        </p:nvSpPr>
        <p:spPr>
          <a:xfrm>
            <a:off x="98748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8" name="Rounded Rectangle 122"/>
          <p:cNvSpPr/>
          <p:nvPr/>
        </p:nvSpPr>
        <p:spPr>
          <a:xfrm>
            <a:off x="914400" y="3108960"/>
            <a:ext cx="3289680" cy="3290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Unicode, küresel bir karakter kümesidir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Her karakterin benzersiz bir kod noktası vardır (örn. \u0041)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ASCII ve ISO gibi eski kodlamaların yerini almıştır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Neredeyse tüm dünya dillerini destekler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Java, Unicode’u dahili olarak kullanır (UTF-16)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9" name="Rounded Rectangle 123"/>
          <p:cNvSpPr/>
          <p:nvPr/>
        </p:nvSpPr>
        <p:spPr>
          <a:xfrm>
            <a:off x="450792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0" name="Rounded Rectangle 124"/>
          <p:cNvSpPr/>
          <p:nvPr/>
        </p:nvSpPr>
        <p:spPr>
          <a:xfrm>
            <a:off x="4343400" y="3108960"/>
            <a:ext cx="3427920" cy="2833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Karakter → Unicode Kod Noktası → Kodlama (UTF-16) → Java’da Saklanır → Ekrana Yazdırılır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1" name="Rounded Rectangle 125"/>
          <p:cNvSpPr/>
          <p:nvPr/>
        </p:nvSpPr>
        <p:spPr>
          <a:xfrm>
            <a:off x="802836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2" name="Rounded Rectangle 126"/>
          <p:cNvSpPr/>
          <p:nvPr/>
        </p:nvSpPr>
        <p:spPr>
          <a:xfrm>
            <a:off x="7955280" y="3108960"/>
            <a:ext cx="3702240" cy="3290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UnicodeExample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char ch = '\u0041'; // 'A' için Unicode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System.out.println(ch);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char symbol = '\u00AB'; // «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System.out.println(symbol);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3" name="TextBox 54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54" name="" descr=""/>
          <p:cNvPicPr/>
          <p:nvPr/>
        </p:nvPicPr>
        <p:blipFill>
          <a:blip r:embed="rId1"/>
          <a:stretch/>
        </p:blipFill>
        <p:spPr>
          <a:xfrm>
            <a:off x="4434840" y="5029200"/>
            <a:ext cx="3264480" cy="6847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5" name="Rectangle 288"/>
          <p:cNvSpPr/>
          <p:nvPr/>
        </p:nvSpPr>
        <p:spPr>
          <a:xfrm>
            <a:off x="0" y="0"/>
            <a:ext cx="12187080" cy="6856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6" name="Rectangle 289"/>
          <p:cNvSpPr/>
          <p:nvPr/>
        </p:nvSpPr>
        <p:spPr>
          <a:xfrm>
            <a:off x="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7" name="Rectangle 290"/>
          <p:cNvSpPr/>
          <p:nvPr/>
        </p:nvSpPr>
        <p:spPr>
          <a:xfrm>
            <a:off x="914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8" name="Rectangle 291"/>
          <p:cNvSpPr/>
          <p:nvPr/>
        </p:nvSpPr>
        <p:spPr>
          <a:xfrm>
            <a:off x="1828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9" name="Rectangle 292"/>
          <p:cNvSpPr/>
          <p:nvPr/>
        </p:nvSpPr>
        <p:spPr>
          <a:xfrm>
            <a:off x="2743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0" name="Rectangle 293"/>
          <p:cNvSpPr/>
          <p:nvPr/>
        </p:nvSpPr>
        <p:spPr>
          <a:xfrm>
            <a:off x="3657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1" name="Rectangle 294"/>
          <p:cNvSpPr/>
          <p:nvPr/>
        </p:nvSpPr>
        <p:spPr>
          <a:xfrm>
            <a:off x="4572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2" name="Rectangle 295"/>
          <p:cNvSpPr/>
          <p:nvPr/>
        </p:nvSpPr>
        <p:spPr>
          <a:xfrm>
            <a:off x="5486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3" name="Rectangle 296"/>
          <p:cNvSpPr/>
          <p:nvPr/>
        </p:nvSpPr>
        <p:spPr>
          <a:xfrm>
            <a:off x="6400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4" name="Rectangle 297"/>
          <p:cNvSpPr/>
          <p:nvPr/>
        </p:nvSpPr>
        <p:spPr>
          <a:xfrm>
            <a:off x="7315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5" name="Rectangle 298"/>
          <p:cNvSpPr/>
          <p:nvPr/>
        </p:nvSpPr>
        <p:spPr>
          <a:xfrm>
            <a:off x="8229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6" name="Rectangle 299"/>
          <p:cNvSpPr/>
          <p:nvPr/>
        </p:nvSpPr>
        <p:spPr>
          <a:xfrm>
            <a:off x="9144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7" name="Rectangle 300"/>
          <p:cNvSpPr/>
          <p:nvPr/>
        </p:nvSpPr>
        <p:spPr>
          <a:xfrm>
            <a:off x="10058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8" name="Rectangle 301"/>
          <p:cNvSpPr/>
          <p:nvPr/>
        </p:nvSpPr>
        <p:spPr>
          <a:xfrm>
            <a:off x="10972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9" name="Rectangle 302"/>
          <p:cNvSpPr/>
          <p:nvPr/>
        </p:nvSpPr>
        <p:spPr>
          <a:xfrm>
            <a:off x="11887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0" name="Rectangle 303"/>
          <p:cNvSpPr/>
          <p:nvPr/>
        </p:nvSpPr>
        <p:spPr>
          <a:xfrm>
            <a:off x="0" y="0"/>
            <a:ext cx="318240" cy="6856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1" name="Rounded Rectangle 127"/>
          <p:cNvSpPr/>
          <p:nvPr/>
        </p:nvSpPr>
        <p:spPr>
          <a:xfrm>
            <a:off x="9875520" y="365760"/>
            <a:ext cx="2009880" cy="501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2" name="TextBox 55"/>
          <p:cNvSpPr/>
          <p:nvPr/>
        </p:nvSpPr>
        <p:spPr>
          <a:xfrm>
            <a:off x="2827440" y="1005840"/>
            <a:ext cx="53172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Unicode Nasıl Çalışır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3" name="TextBox 56"/>
          <p:cNvSpPr/>
          <p:nvPr/>
        </p:nvSpPr>
        <p:spPr>
          <a:xfrm>
            <a:off x="2654280" y="1846080"/>
            <a:ext cx="566208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Unicode, platform, dil veya programdan bağımsız olarak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her karaktere benzersiz bir sayı (kod noktası) atar.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4" name="Rounded Rectangle 128"/>
          <p:cNvSpPr/>
          <p:nvPr/>
        </p:nvSpPr>
        <p:spPr>
          <a:xfrm>
            <a:off x="98748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5" name="Rounded Rectangle 129"/>
          <p:cNvSpPr/>
          <p:nvPr/>
        </p:nvSpPr>
        <p:spPr>
          <a:xfrm>
            <a:off x="685800" y="3108960"/>
            <a:ext cx="3518640" cy="3062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Her karakter → Kod Noktası (U+XXXX formatı)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Örnek: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→ U+0041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ç → U+00E7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😀 →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U+1F600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Unicode evrenseldir → her yerde aynı anlam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Kodlama sistemleri (UTF-8, UTF-16, UTF-32) verinin nasıl saklanacağını belirler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6" name="Rounded Rectangle 130"/>
          <p:cNvSpPr/>
          <p:nvPr/>
        </p:nvSpPr>
        <p:spPr>
          <a:xfrm>
            <a:off x="450792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7" name="Rounded Rectangle 131"/>
          <p:cNvSpPr/>
          <p:nvPr/>
        </p:nvSpPr>
        <p:spPr>
          <a:xfrm>
            <a:off x="443484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Karakter → Unicode Kod Noktası → Kodlama → Binary → Ekran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'A' → U+0041 → UTF-8 → 01000001 → Ekran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8" name="Rounded Rectangle 132"/>
          <p:cNvSpPr/>
          <p:nvPr/>
        </p:nvSpPr>
        <p:spPr>
          <a:xfrm>
            <a:off x="802836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9" name="Rounded Rectangle 133"/>
          <p:cNvSpPr/>
          <p:nvPr/>
        </p:nvSpPr>
        <p:spPr>
          <a:xfrm>
            <a:off x="7955280" y="2514600"/>
            <a:ext cx="3931200" cy="3656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UnicodeExample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char letter = 'A';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codePoint = letter;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System.out.println("Karakter: " + letter);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System.out.println("Unicode Kod Noktası: U+" + Integer.toHexString(codePoint).toUpperCase());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Unicode escape kullanımı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char unicodeChar = '\u0041';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System.out.println("Unicode Escape: " + unicodeChar);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0" name="TextBox 5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1" name="Rectangle 304"/>
          <p:cNvSpPr/>
          <p:nvPr/>
        </p:nvSpPr>
        <p:spPr>
          <a:xfrm>
            <a:off x="0" y="0"/>
            <a:ext cx="12187080" cy="6856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2" name="Rectangle 305"/>
          <p:cNvSpPr/>
          <p:nvPr/>
        </p:nvSpPr>
        <p:spPr>
          <a:xfrm>
            <a:off x="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3" name="Rectangle 306"/>
          <p:cNvSpPr/>
          <p:nvPr/>
        </p:nvSpPr>
        <p:spPr>
          <a:xfrm>
            <a:off x="914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4" name="Rectangle 307"/>
          <p:cNvSpPr/>
          <p:nvPr/>
        </p:nvSpPr>
        <p:spPr>
          <a:xfrm>
            <a:off x="1828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5" name="Rectangle 308"/>
          <p:cNvSpPr/>
          <p:nvPr/>
        </p:nvSpPr>
        <p:spPr>
          <a:xfrm>
            <a:off x="2743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6" name="Rectangle 309"/>
          <p:cNvSpPr/>
          <p:nvPr/>
        </p:nvSpPr>
        <p:spPr>
          <a:xfrm>
            <a:off x="3657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7" name="Rectangle 310"/>
          <p:cNvSpPr/>
          <p:nvPr/>
        </p:nvSpPr>
        <p:spPr>
          <a:xfrm>
            <a:off x="4572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8" name="Rectangle 311"/>
          <p:cNvSpPr/>
          <p:nvPr/>
        </p:nvSpPr>
        <p:spPr>
          <a:xfrm>
            <a:off x="5486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9" name="Rectangle 312"/>
          <p:cNvSpPr/>
          <p:nvPr/>
        </p:nvSpPr>
        <p:spPr>
          <a:xfrm>
            <a:off x="6400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0" name="Rectangle 313"/>
          <p:cNvSpPr/>
          <p:nvPr/>
        </p:nvSpPr>
        <p:spPr>
          <a:xfrm>
            <a:off x="7315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1" name="Rectangle 314"/>
          <p:cNvSpPr/>
          <p:nvPr/>
        </p:nvSpPr>
        <p:spPr>
          <a:xfrm>
            <a:off x="8229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2" name="Rectangle 315"/>
          <p:cNvSpPr/>
          <p:nvPr/>
        </p:nvSpPr>
        <p:spPr>
          <a:xfrm>
            <a:off x="9144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3" name="Rectangle 316"/>
          <p:cNvSpPr/>
          <p:nvPr/>
        </p:nvSpPr>
        <p:spPr>
          <a:xfrm>
            <a:off x="10058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4" name="Rectangle 317"/>
          <p:cNvSpPr/>
          <p:nvPr/>
        </p:nvSpPr>
        <p:spPr>
          <a:xfrm>
            <a:off x="10972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5" name="Rectangle 318"/>
          <p:cNvSpPr/>
          <p:nvPr/>
        </p:nvSpPr>
        <p:spPr>
          <a:xfrm>
            <a:off x="11887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6" name="Rectangle 319"/>
          <p:cNvSpPr/>
          <p:nvPr/>
        </p:nvSpPr>
        <p:spPr>
          <a:xfrm>
            <a:off x="0" y="0"/>
            <a:ext cx="318240" cy="6856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7" name="Rounded Rectangle 134"/>
          <p:cNvSpPr/>
          <p:nvPr/>
        </p:nvSpPr>
        <p:spPr>
          <a:xfrm>
            <a:off x="9875520" y="365760"/>
            <a:ext cx="2009880" cy="501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8" name="TextBox 58"/>
          <p:cNvSpPr/>
          <p:nvPr/>
        </p:nvSpPr>
        <p:spPr>
          <a:xfrm>
            <a:off x="1562760" y="1005840"/>
            <a:ext cx="784692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Unicode Kodlama (UTF-8 / UTF-16)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9" name="TextBox 59"/>
          <p:cNvSpPr/>
          <p:nvPr/>
        </p:nvSpPr>
        <p:spPr>
          <a:xfrm>
            <a:off x="1442520" y="1846080"/>
            <a:ext cx="808632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Unicode karakterleri saklamak için farklı encoding (kodlama) yöntemleri kullanılır.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0" name="Rounded Rectangle 135"/>
          <p:cNvSpPr/>
          <p:nvPr/>
        </p:nvSpPr>
        <p:spPr>
          <a:xfrm>
            <a:off x="98748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1" name="Rounded Rectangle 136"/>
          <p:cNvSpPr/>
          <p:nvPr/>
        </p:nvSpPr>
        <p:spPr>
          <a:xfrm>
            <a:off x="685800" y="3108960"/>
            <a:ext cx="3518640" cy="3062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102" name="Rounded Rectangle 137"/>
          <p:cNvSpPr/>
          <p:nvPr/>
        </p:nvSpPr>
        <p:spPr>
          <a:xfrm>
            <a:off x="450792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3" name="Rounded Rectangle 138"/>
          <p:cNvSpPr/>
          <p:nvPr/>
        </p:nvSpPr>
        <p:spPr>
          <a:xfrm>
            <a:off x="4343400" y="2836080"/>
            <a:ext cx="3381480" cy="3107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Karakter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Unicode Kod Noktası (U+XXXX)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Encoding seçilir (UTF-8 / UTF-16)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Binary veriye çevrilir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Bellekte saklanır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Ekrana yazdırılır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Örnek: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'A' → U+0041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UTF-8 → 01000001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UTF-16 → 00000000 01000001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4" name="Rounded Rectangle 139"/>
          <p:cNvSpPr/>
          <p:nvPr/>
        </p:nvSpPr>
        <p:spPr>
          <a:xfrm>
            <a:off x="802836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5" name="Rounded Rectangle 140"/>
          <p:cNvSpPr/>
          <p:nvPr/>
        </p:nvSpPr>
        <p:spPr>
          <a:xfrm>
            <a:off x="7955280" y="2514600"/>
            <a:ext cx="3931200" cy="3885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EncodingExample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text = "A";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UTF-8 byte dizisi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byte[] utf8Bytes = text.getBytes(java.nio.charset.StandardCharsets.UTF_8);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UTF-16 byte dizisi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byte[] utf16Bytes = text.getBytes(java.nio.charset.StandardCharsets.UTF_16);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System.out.println("UTF-8:");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for (byte b : utf8Bytes)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System.out.print(Integer.toBinaryString(b &amp; 0xFF) + " ");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System.out.println("\nUTF-16:");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for (byte b : utf16Bytes)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System.out.print(Integer.toBinaryString(b &amp; 0xFF) + " ");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6" name="TextBox 6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07" name="" descr=""/>
          <p:cNvPicPr/>
          <p:nvPr/>
        </p:nvPicPr>
        <p:blipFill>
          <a:blip r:embed="rId1"/>
          <a:stretch/>
        </p:blipFill>
        <p:spPr>
          <a:xfrm>
            <a:off x="757440" y="3356280"/>
            <a:ext cx="3357000" cy="23583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8" name="Rectangle 1"/>
          <p:cNvSpPr/>
          <p:nvPr/>
        </p:nvSpPr>
        <p:spPr>
          <a:xfrm>
            <a:off x="0" y="0"/>
            <a:ext cx="12187800" cy="6856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9" name="Rectangle 2"/>
          <p:cNvSpPr/>
          <p:nvPr/>
        </p:nvSpPr>
        <p:spPr>
          <a:xfrm>
            <a:off x="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0" name="Rectangle 3"/>
          <p:cNvSpPr/>
          <p:nvPr/>
        </p:nvSpPr>
        <p:spPr>
          <a:xfrm>
            <a:off x="914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1" name="Rectangle 4"/>
          <p:cNvSpPr/>
          <p:nvPr/>
        </p:nvSpPr>
        <p:spPr>
          <a:xfrm>
            <a:off x="1828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2" name="Rectangle 5"/>
          <p:cNvSpPr/>
          <p:nvPr/>
        </p:nvSpPr>
        <p:spPr>
          <a:xfrm>
            <a:off x="2743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3" name="Rectangle 6"/>
          <p:cNvSpPr/>
          <p:nvPr/>
        </p:nvSpPr>
        <p:spPr>
          <a:xfrm>
            <a:off x="3657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4" name="Rectangle 7"/>
          <p:cNvSpPr/>
          <p:nvPr/>
        </p:nvSpPr>
        <p:spPr>
          <a:xfrm>
            <a:off x="4572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5" name="Rectangle 8"/>
          <p:cNvSpPr/>
          <p:nvPr/>
        </p:nvSpPr>
        <p:spPr>
          <a:xfrm>
            <a:off x="5486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6" name="Rectangle 9"/>
          <p:cNvSpPr/>
          <p:nvPr/>
        </p:nvSpPr>
        <p:spPr>
          <a:xfrm>
            <a:off x="6400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7" name="Rectangle 10"/>
          <p:cNvSpPr/>
          <p:nvPr/>
        </p:nvSpPr>
        <p:spPr>
          <a:xfrm>
            <a:off x="7315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8" name="Rectangle 11"/>
          <p:cNvSpPr/>
          <p:nvPr/>
        </p:nvSpPr>
        <p:spPr>
          <a:xfrm>
            <a:off x="8229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9" name="Rectangle 12"/>
          <p:cNvSpPr/>
          <p:nvPr/>
        </p:nvSpPr>
        <p:spPr>
          <a:xfrm>
            <a:off x="9144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0" name="Rectangle 13"/>
          <p:cNvSpPr/>
          <p:nvPr/>
        </p:nvSpPr>
        <p:spPr>
          <a:xfrm>
            <a:off x="10058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1" name="Rectangle 14"/>
          <p:cNvSpPr/>
          <p:nvPr/>
        </p:nvSpPr>
        <p:spPr>
          <a:xfrm>
            <a:off x="10972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2" name="Rectangle 15"/>
          <p:cNvSpPr/>
          <p:nvPr/>
        </p:nvSpPr>
        <p:spPr>
          <a:xfrm>
            <a:off x="11887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3" name="Rectangle 320"/>
          <p:cNvSpPr/>
          <p:nvPr/>
        </p:nvSpPr>
        <p:spPr>
          <a:xfrm>
            <a:off x="0" y="0"/>
            <a:ext cx="318960" cy="6856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4" name="Rounded Rectangle 141"/>
          <p:cNvSpPr/>
          <p:nvPr/>
        </p:nvSpPr>
        <p:spPr>
          <a:xfrm>
            <a:off x="9875520" y="365760"/>
            <a:ext cx="2010600" cy="501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5" name="TextBox 61"/>
          <p:cNvSpPr/>
          <p:nvPr/>
        </p:nvSpPr>
        <p:spPr>
          <a:xfrm>
            <a:off x="1040400" y="1005840"/>
            <a:ext cx="8890920" cy="69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Unicode Kaçış Dizileri (Escape Sequences)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6" name="TextBox 62"/>
          <p:cNvSpPr/>
          <p:nvPr/>
        </p:nvSpPr>
        <p:spPr>
          <a:xfrm>
            <a:off x="874440" y="2057400"/>
            <a:ext cx="92228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Unicode karakterler, doğrudan klavyede olmasa bile kaçış dizileri (escape sequences)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ile yazılabilir. Bu sayede tüm karakterler kod içinde güvenli şekilde temsil edilir.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7" name="Rounded Rectangle 142"/>
          <p:cNvSpPr/>
          <p:nvPr/>
        </p:nvSpPr>
        <p:spPr>
          <a:xfrm>
            <a:off x="98748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8" name="Rounded Rectangle 143"/>
          <p:cNvSpPr/>
          <p:nvPr/>
        </p:nvSpPr>
        <p:spPr>
          <a:xfrm>
            <a:off x="685800" y="2971800"/>
            <a:ext cx="3519360" cy="3429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Java’da Unicode karakterler \uXXXX formatında yazılır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XXXX → hexadecimal (0–9, A–F) değerlerdir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Her Unicode karakterin benzersiz bir kod noktası vardır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\u0041 → 'A'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\u00E7 → 'ç'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\u0131 → 'ı'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\u2665 → ♥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char tipi Unicode (UTF-16) kullanır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Bu sayede Türkçe ve tüm dünya karakterleri desteklenir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9" name="Rounded Rectangle 144"/>
          <p:cNvSpPr/>
          <p:nvPr/>
        </p:nvSpPr>
        <p:spPr>
          <a:xfrm>
            <a:off x="450792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0" name="Rounded Rectangle 145"/>
          <p:cNvSpPr/>
          <p:nvPr/>
        </p:nvSpPr>
        <p:spPr>
          <a:xfrm>
            <a:off x="4434840" y="310896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Karakter → Unicode Kod Noktası (U+XXXX)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Escape Sequence (\uXXXX)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içinde char olarak saklanır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Ekrana yazdırılır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Örnek akış: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'ç' → U+00E7 → \u00E7 → char → çıktı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1" name="Rounded Rectangle 146"/>
          <p:cNvSpPr/>
          <p:nvPr/>
        </p:nvSpPr>
        <p:spPr>
          <a:xfrm>
            <a:off x="802836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2" name="Rounded Rectangle 147"/>
          <p:cNvSpPr/>
          <p:nvPr/>
        </p:nvSpPr>
        <p:spPr>
          <a:xfrm>
            <a:off x="7955280" y="3108960"/>
            <a:ext cx="3474720" cy="283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UnicodeEscapeExample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char a = '\u0041';   // A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char c = '\u00E7';   // ç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char dotlessI = '\u0131'; // ı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char heart = '\u2665'; // ♥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System.out.println(a);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System.out.println(c);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System.out.println(dotlessI);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System.out.println(heart);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3" name="TextBox 63"/>
          <p:cNvSpPr/>
          <p:nvPr/>
        </p:nvSpPr>
        <p:spPr>
          <a:xfrm>
            <a:off x="4600080" y="6446520"/>
            <a:ext cx="3051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6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7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8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9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0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352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2026-04-06T22:30:37Z</dcterms:modified>
  <cp:revision>33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