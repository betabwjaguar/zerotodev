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1A186E-4390-4FE4-8802-B290B805D6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FF5E16-1F91-4088-A5BE-471B5501D5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A1ABC5-9A53-40E3-8EA6-C06E5C9A9D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8AFBE1-4732-4CFC-A99E-B63C3F07E5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2EA4E7-8DE6-4A04-9F78-F14C132448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C5F0E9-BB51-4A1C-B6DB-2E35C68CC0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4BD4FF-1269-4F35-BA5F-4AFF1CE0DC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202A86-BABC-4FE6-A58C-223BD03737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15A557-BB51-4A8E-8DAD-6EA3AE82DB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10AC3C-1EE3-47D7-8D30-2F690B397E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6E297C-4E7D-41F0-9BFE-803817413E2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F4863A-BA8C-4B46-9723-37B1306EDA6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EBFD26-9E67-4454-AE17-0B1E9AF425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06D4DD-511A-4F92-A99D-4FA0BA357E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A9CDB6-43EA-4A4D-9A21-FB131811B4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1995CC-6783-46E2-AE91-0226B7F2A7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F396EA-2576-4FA6-9BD9-8C97FD09B6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8B9D59-83BB-435C-B6C1-BBEF5AE584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E93BB7-B699-4CB1-9221-87541A2808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6A6D78-4BFC-4D93-B7F6-AE0D53F369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B97E39-1EE7-4109-8D57-9203DAB306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F5657A-0DE3-4B4F-A53B-15958A5F55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613C4A-C5E3-445E-BBE1-C0FFF6B09F9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F210AE-7AE2-4DD8-B3BF-BDE86E4D1A1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05F8BA-1D73-4B12-AB33-35F5E010A9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BCE699-E743-4AC5-BA9A-7363FFF06D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3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3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3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3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3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3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4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4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4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4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4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4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4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4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ounded Rectangle 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ounded Rectangle 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ounded Rectangle 10"/>
          <p:cNvSpPr/>
          <p:nvPr/>
        </p:nvSpPr>
        <p:spPr>
          <a:xfrm>
            <a:off x="914400" y="3108960"/>
            <a:ext cx="32904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Rounded Rectangle 1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ounded Rectangle 12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Rounded Rectangle 1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ounded Rectangle 14"/>
          <p:cNvSpPr/>
          <p:nvPr/>
        </p:nvSpPr>
        <p:spPr>
          <a:xfrm>
            <a:off x="7955280" y="3108960"/>
            <a:ext cx="34743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1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1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2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2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2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2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2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2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2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2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2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2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3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3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ounded Rectangle 17"/>
          <p:cNvSpPr/>
          <p:nvPr/>
        </p:nvSpPr>
        <p:spPr>
          <a:xfrm>
            <a:off x="931680" y="2925720"/>
            <a:ext cx="3183120" cy="370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Rounded Rectangle 18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ounded Rectangle 19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Rounded Rectangle 20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ounded Rectangle 21"/>
          <p:cNvSpPr/>
          <p:nvPr/>
        </p:nvSpPr>
        <p:spPr>
          <a:xfrm>
            <a:off x="7955280" y="2971800"/>
            <a:ext cx="370332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4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4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5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5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5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5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5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5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5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5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5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5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6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6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10"/>
          <p:cNvSpPr/>
          <p:nvPr/>
        </p:nvSpPr>
        <p:spPr>
          <a:xfrm>
            <a:off x="1357920" y="1005840"/>
            <a:ext cx="825660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1"/>
          <p:cNvSpPr/>
          <p:nvPr/>
        </p:nvSpPr>
        <p:spPr>
          <a:xfrm>
            <a:off x="1810800" y="1846080"/>
            <a:ext cx="7409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2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ounded Rectangle 24"/>
          <p:cNvSpPr/>
          <p:nvPr/>
        </p:nvSpPr>
        <p:spPr>
          <a:xfrm>
            <a:off x="685800" y="2743200"/>
            <a:ext cx="35190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Rounded Rectangle 2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ounded Rectangle 26"/>
          <p:cNvSpPr/>
          <p:nvPr/>
        </p:nvSpPr>
        <p:spPr>
          <a:xfrm>
            <a:off x="4343400" y="2743200"/>
            <a:ext cx="33818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28"/>
          <p:cNvSpPr/>
          <p:nvPr/>
        </p:nvSpPr>
        <p:spPr>
          <a:xfrm>
            <a:off x="7955280" y="2971800"/>
            <a:ext cx="37029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1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2026-03-08T16:09:32Z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