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FC1563-D03D-4696-961F-1FAF0F0999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88EFE7-EC40-4024-A09F-F3AE80F830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5919D2-A773-4C5A-9AAA-1FE718C0A0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D402A8-56E6-463F-AC90-FA8ED4EFAE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373E3-9A1D-4B5A-B891-15FD0F3D45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CB5EC0-49F0-4602-808F-C96EBA6314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EA1588-55B9-44D7-B9E8-728D581878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BA5355-DFD3-4A63-8170-8774FEA46D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079294-434E-440C-8466-B9A30623C2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BAD71B-D271-4DCF-96D7-6DDAF22F56E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EF894E7-C32F-4463-806E-E0D6266104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323534-EB14-4EDD-91EF-7323ABA3B50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957070-3BBF-4CF4-BE4B-5C104DECFD6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328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248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248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5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3968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24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752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3968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48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752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79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25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12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248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480" cy="328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072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072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0984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0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32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4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4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644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44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3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64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24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580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1989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6400" cy="297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47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2431080" y="732600"/>
            <a:ext cx="6100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1833840" y="1371600"/>
            <a:ext cx="7895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5800" y="2743200"/>
            <a:ext cx="31989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267800" y="2971800"/>
            <a:ext cx="3056400" cy="297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772400" y="2286000"/>
            <a:ext cx="31993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5800" y="2743200"/>
            <a:ext cx="319896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267800" y="2971800"/>
            <a:ext cx="3056400" cy="297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772400" y="2286000"/>
            <a:ext cx="31993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2426760" y="1222920"/>
            <a:ext cx="672624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5800" y="2514600"/>
            <a:ext cx="319896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267800" y="2971800"/>
            <a:ext cx="3056400" cy="297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772400" y="2286000"/>
            <a:ext cx="31993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1324800" y="626040"/>
            <a:ext cx="8314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891160" y="1222920"/>
            <a:ext cx="57970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7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1"/>
          <p:cNvSpPr/>
          <p:nvPr/>
        </p:nvSpPr>
        <p:spPr>
          <a:xfrm>
            <a:off x="685800" y="2514600"/>
            <a:ext cx="319896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3"/>
          <p:cNvSpPr/>
          <p:nvPr/>
        </p:nvSpPr>
        <p:spPr>
          <a:xfrm>
            <a:off x="4267800" y="3200400"/>
            <a:ext cx="3056400" cy="251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17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175"/>
          <p:cNvSpPr/>
          <p:nvPr/>
        </p:nvSpPr>
        <p:spPr>
          <a:xfrm>
            <a:off x="7772400" y="2743200"/>
            <a:ext cx="320040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2026-05-30T01:58:34Z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