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F13BDF-A501-40A3-9C73-4D79C0255A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02CE75-7261-4948-816F-80F2A8EAE9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C78EA3-548D-4CFC-BDAB-C3B6DD9B28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50D8DA-80AE-4732-8BDA-DC688BCE3C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99788A-1208-4DB9-A5F4-92E291DE88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BE7D08-C22E-49A5-90D4-3049293263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8B10E6-B24E-4CC2-BE9E-68B7ABC3FE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70E47E-D70E-4490-8A8B-FE8C2BFABA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7B61A1-82A1-4F29-8E1D-59DE53C3E5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FF2BF2-61B6-4B65-93CF-1022F2A2AD6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F6D821-C676-47DA-9EDE-71CC78B4558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B6694F-D842-4528-BF0D-B46D1950B12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E02ACF-356C-4E4C-B440-341E2091D0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CA4EB8-6870-4C63-B05C-CED2FE19DD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F17AD0-CF1F-4556-AF66-E5093DB62F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FA44F7-3D69-4B3B-80FE-E7A1B9644D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DB93D80-641F-479F-B694-F45850A1F7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6EBAC9-ABB9-41C3-A2BA-1115B9CD92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82CA37-B20C-4A43-A72C-067E4C91F89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4CC1AA-BAE8-48E1-ABDB-E0279366AE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7D1A31-D23F-43A4-8217-F44F96DF63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92FC342-800C-42EC-A6A5-E034F31D8D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5720219-FD73-43FB-8AD2-0A912EF51F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5EB93C-9A11-4007-BACB-54266A7B52E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6FDB207-8D1D-4A84-B5A4-8A56A902B5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483D7A5-5328-4F41-AB60-D6FBA7E90D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79268CA-96A7-4B1A-BB09-BCC38E276C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5D3F03-66C9-4B28-BB06-94BED8A3EC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A23B208-673B-4A90-84A0-6D022902E23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3B8C7E-5716-4090-8032-B62771C1CA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CF7A166-3ADC-4B46-B1E1-854BB5F19A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D83474D-6BEA-42C1-A2F7-F99AD6FF76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2677D89-5471-4301-A2C5-86100ECF87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3D338A-5AAB-4D73-8FDB-412579CE5C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74E03A6-7445-476E-88B1-911D76E756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CBD91F5-6D3A-427D-84AD-93DC95AC384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FCB074A-D173-469B-A445-C6C6BCB6A9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F227B34-5ED1-478A-8792-550E87951D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3226043-D8A2-4DC6-8439-7F676F986F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70B226B-279B-4852-B8FB-96758827AB5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A43B8D2-154A-407D-A549-52F29A1AA1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A56C9A4-1D71-4415-860C-079768678A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870345-AD61-47B8-92A6-7E47A38868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020140-18C5-4E2A-B9D8-F38AB58985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F07D3A2-44E0-4869-9243-2744F206D1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992808B-8CE8-427A-9FCC-604927C4FE6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C962717-2333-44E9-A3A5-7AA3E9D4A35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D890A3-7C5F-4F29-9979-4B1813AA2D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82A2DAF-0918-4FC3-8BA4-97DBE26054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7B04334-050B-497F-B8A4-A262CA7ED2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D93F25-FA1E-44A6-8ADD-BFB685B060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622E05B-F127-46E3-890D-E1AD2CBAF0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0903766-5351-4201-956F-AFD724BFE6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FDBE4A5-71AD-43C3-A7E8-05F82EB82C7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0AD031A-D6A7-4199-ADCC-FE2675AEFF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BE47166-0244-41AD-9295-0FC441086B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C8FD53-A74D-48C0-BCAA-A8A4F92117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029EA62-85EA-4096-80B3-919BB1CA04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8A13779-EFC1-4441-8357-65AEA0525DF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0B2786-84A5-4950-B9AB-F1B6FF3281A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DBF747-20E3-491E-8000-E3A42B8443D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AF28CE-852E-4205-BA3E-A17B81378C3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D5402B-F454-477A-8EE7-EDCBA4896A2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65F4E0-1282-4315-B47F-7F973A01661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896D17-42CA-4871-8C19-231FEA6EA5D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685800" y="2521440"/>
            <a:ext cx="3426480" cy="332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2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2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2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2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2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2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2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2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2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2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3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3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475560" y="2743200"/>
            <a:ext cx="3727800" cy="310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918520"/>
            <a:ext cx="3517560" cy="293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023680" y="2743200"/>
            <a:ext cx="383904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6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5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5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5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5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5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5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5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5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5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6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6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6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6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685800" y="2971800"/>
            <a:ext cx="351792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8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5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6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7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8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69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70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71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72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73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74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75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76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77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78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79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2175120" y="1005840"/>
            <a:ext cx="662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2093040" y="2194560"/>
            <a:ext cx="6784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8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8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8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8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8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8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8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8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8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9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9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9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9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9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9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1023840" y="1005840"/>
            <a:ext cx="8923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1706400" y="1005840"/>
            <a:ext cx="7558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983320" y="1005840"/>
            <a:ext cx="5004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2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30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31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32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33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34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35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36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37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38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39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40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41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42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43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4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64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28"/>
          <p:cNvSpPr/>
          <p:nvPr/>
        </p:nvSpPr>
        <p:spPr>
          <a:xfrm>
            <a:off x="3053160" y="1005840"/>
            <a:ext cx="486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9"/>
          <p:cNvSpPr/>
          <p:nvPr/>
        </p:nvSpPr>
        <p:spPr>
          <a:xfrm>
            <a:off x="1154520" y="2194560"/>
            <a:ext cx="86756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ounded Rectangle 65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66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ounded Rectangle 67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68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ounded Rectangle 69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70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ectangle 14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4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4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4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15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15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5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5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5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5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5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6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71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2"/>
          <p:cNvSpPr/>
          <p:nvPr/>
        </p:nvSpPr>
        <p:spPr>
          <a:xfrm>
            <a:off x="2109960" y="2194560"/>
            <a:ext cx="6764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72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73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Rounded Rectangle 74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75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ounded Rectangle 76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77"/>
          <p:cNvSpPr/>
          <p:nvPr/>
        </p:nvSpPr>
        <p:spPr>
          <a:xfrm>
            <a:off x="7955280" y="3108960"/>
            <a:ext cx="328968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6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6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6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6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6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6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6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6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7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7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7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7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7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7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7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7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34"/>
          <p:cNvSpPr/>
          <p:nvPr/>
        </p:nvSpPr>
        <p:spPr>
          <a:xfrm>
            <a:off x="3134520" y="1005840"/>
            <a:ext cx="4701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Rounded Rectangle 7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80"/>
          <p:cNvSpPr/>
          <p:nvPr/>
        </p:nvSpPr>
        <p:spPr>
          <a:xfrm>
            <a:off x="457200" y="2971800"/>
            <a:ext cx="378468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Rounded Rectangle 8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ounded Rectangle 82"/>
          <p:cNvSpPr/>
          <p:nvPr/>
        </p:nvSpPr>
        <p:spPr>
          <a:xfrm>
            <a:off x="4434840" y="3108960"/>
            <a:ext cx="3289680" cy="283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Rounded Rectangle 8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84"/>
          <p:cNvSpPr/>
          <p:nvPr/>
        </p:nvSpPr>
        <p:spPr>
          <a:xfrm>
            <a:off x="8001000" y="2743200"/>
            <a:ext cx="342900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2026-02-13T21:46:04Z</dcterms:modified>
  <cp:revision>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