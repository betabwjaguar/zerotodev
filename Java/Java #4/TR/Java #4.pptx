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CA44A1-314A-40B3-A672-24CCAB97BF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3ABC4A-7D35-4E33-9093-9D3BD315D5D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5D1120-BD16-4343-97BF-FF8EC9EF36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0AB9FE-A55D-4B23-9B82-AD5052FA83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490EBD-3238-4211-83EA-3A64D9BF9E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2A5516-1556-460F-B62F-0193D988B69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F8BF1D-7337-4CA2-A582-DC47D04C45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7EBEFD-A888-4326-8BAD-992B934B91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13669A-FA5D-4B93-98AC-19547919E9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3AC267-244E-40D2-9281-5B2D390F7A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7472ED-6233-4B44-A600-511729FED47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3484BA-4E5C-4FE6-A6B7-BCFCCE86DC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233886-89FB-47E6-BFD8-43CD08992A0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820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120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4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5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908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9040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2026-04-30T22:52:49Z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