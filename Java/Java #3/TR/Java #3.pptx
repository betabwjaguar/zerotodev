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202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205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206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07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208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210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211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212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213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214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215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216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217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218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220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221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222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223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224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225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226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227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228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230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231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232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233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234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235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236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237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238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199.xml.rels" ContentType="application/vnd.openxmlformats-package.relationships+xml"/>
  <Override PartName="/ppt/slideLayouts/_rels/slideLayout209.xml.rels" ContentType="application/vnd.openxmlformats-package.relationships+xml"/>
  <Override PartName="/ppt/slideLayouts/_rels/slideLayout219.xml.rels" ContentType="application/vnd.openxmlformats-package.relationships+xml"/>
  <Override PartName="/ppt/slideLayouts/_rels/slideLayout229.xml.rels" ContentType="application/vnd.openxmlformats-package.relationships+xml"/>
  <Override PartName="/ppt/slideLayouts/_rels/slideLayout239.xml.rels" ContentType="application/vnd.openxmlformats-package.relationships+xml"/>
  <Override PartName="/ppt/slideLayouts/_rels/slideLayout240.xml.rels" ContentType="application/vnd.openxmlformats-package.relationships+xml"/>
  <Override PartName="/ppt/slideLayouts/_rels/slideLayout241.xml.rels" ContentType="application/vnd.openxmlformats-package.relationships+xml"/>
  <Override PartName="/ppt/slideLayouts/_rels/slideLayout242.xml.rels" ContentType="application/vnd.openxmlformats-package.relationships+xml"/>
  <Override PartName="/ppt/slideLayouts/_rels/slideLayout243.xml.rels" ContentType="application/vnd.openxmlformats-package.relationships+xml"/>
  <Override PartName="/ppt/slideLayouts/_rels/slideLayout244.xml.rels" ContentType="application/vnd.openxmlformats-package.relationships+xml"/>
  <Override PartName="/ppt/slideLayouts/_rels/slideLayout245.xml.rels" ContentType="application/vnd.openxmlformats-package.relationships+xml"/>
  <Override PartName="/ppt/slideLayouts/_rels/slideLayout246.xml.rels" ContentType="application/vnd.openxmlformats-package.relationships+xml"/>
  <Override PartName="/ppt/slideLayouts/_rels/slideLayout247.xml.rels" ContentType="application/vnd.openxmlformats-package.relationships+xml"/>
  <Override PartName="/ppt/slideLayouts/_rels/slideLayout248.xml.rels" ContentType="application/vnd.openxmlformats-package.relationships+xml"/>
  <Override PartName="/ppt/slideLayouts/_rels/slideLayout249.xml.rels" ContentType="application/vnd.openxmlformats-package.relationships+xml"/>
  <Override PartName="/ppt/slideLayouts/_rels/slideLayout250.xml.rels" ContentType="application/vnd.openxmlformats-package.relationships+xml"/>
  <Override PartName="/ppt/slideLayouts/_rels/slideLayout251.xml.rels" ContentType="application/vnd.openxmlformats-package.relationships+xml"/>
  <Override PartName="/ppt/slideLayouts/_rels/slideLayout25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  <p:sldMasterId id="2147483856" r:id="rId18"/>
    <p:sldMasterId id="2147483869" r:id="rId19"/>
    <p:sldMasterId id="2147483882" r:id="rId20"/>
    <p:sldMasterId id="2147483895" r:id="rId21"/>
    <p:sldMasterId id="2147483908" r:id="rId22"/>
  </p:sldMasterIdLst>
  <p:sldIdLst>
    <p:sldId id="25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  <p:sldId id="265" r:id="rId32"/>
    <p:sldId id="266" r:id="rId33"/>
    <p:sldId id="267" r:id="rId34"/>
    <p:sldId id="268" r:id="rId35"/>
    <p:sldId id="269" r:id="rId36"/>
    <p:sldId id="270" r:id="rId37"/>
    <p:sldId id="271" r:id="rId38"/>
    <p:sldId id="272" r:id="rId39"/>
    <p:sldId id="273" r:id="rId40"/>
    <p:sldId id="274" r:id="rId41"/>
    <p:sldId id="275" r:id="rId42"/>
    <p:sldId id="276" r:id="rId43"/>
    <p:sldId id="277" r:id="rId44"/>
    <p:sldId id="278" r:id="rId45"/>
    <p:sldId id="279" r:id="rId46"/>
    <p:sldId id="280" r:id="rId47"/>
    <p:sldId id="281" r:id="rId48"/>
    <p:sldId id="282" r:id="rId4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" Target="slides/slide1.xml"/><Relationship Id="rId24" Type="http://schemas.openxmlformats.org/officeDocument/2006/relationships/slide" Target="slides/slide2.xml"/><Relationship Id="rId25" Type="http://schemas.openxmlformats.org/officeDocument/2006/relationships/slide" Target="slides/slide3.xml"/><Relationship Id="rId26" Type="http://schemas.openxmlformats.org/officeDocument/2006/relationships/slide" Target="slides/slide4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37" Type="http://schemas.openxmlformats.org/officeDocument/2006/relationships/slide" Target="slides/slide15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19.xml"/><Relationship Id="rId42" Type="http://schemas.openxmlformats.org/officeDocument/2006/relationships/slide" Target="slides/slide20.xml"/><Relationship Id="rId43" Type="http://schemas.openxmlformats.org/officeDocument/2006/relationships/slide" Target="slides/slide21.xml"/><Relationship Id="rId44" Type="http://schemas.openxmlformats.org/officeDocument/2006/relationships/slide" Target="slides/slide22.xml"/><Relationship Id="rId45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49" Type="http://schemas.openxmlformats.org/officeDocument/2006/relationships/slide" Target="slides/slide27.xml"/><Relationship Id="rId5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996FF2-FCF6-4E72-9CAD-0DC183A1F6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902851-7EA0-47A6-BC75-A35B195506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9678B2-48B2-4762-83B7-CAF4DC49E6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2ED84F-EA43-40B8-A583-00D43A8666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DA484A-8321-4775-95BE-37C665195F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206CDB-9263-4B8B-8F0C-10C6F0B606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2062E4-47BD-48FF-A0EB-873D301299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825E629-2A5D-4454-9587-19ACFA1DA5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00BAC1-368D-4401-A8EC-AC10980E1C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B9C150-08E0-47A4-A770-D7077080FA7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0572EA-39C8-46B7-A345-362A438F1B6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735041-8A18-49EB-81C4-A7F2BBAC052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122EF1-EB0C-4971-8202-66BCC2E86E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4236A5A-60F2-431C-9E34-8294C40F62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D7049C-6953-405D-AF86-B49AA35672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A10B5D3-2858-4A5B-8F70-1C061D5F7F5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F038CF-A782-4FC2-9ACE-FB3F82D3D15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FDD1A27-6CF4-4844-A9EF-E7BC2BDD16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D4D99F5-CD75-4E88-AB7A-D8CC670D81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927C6B7-AC11-4B46-921B-70106933C9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BFE94F-E375-4240-A9E9-06F95FD6CF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F5CB96-A487-4B4D-B365-F486FC8899D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7525C3-F8B8-49C3-AAF7-0EFFE778089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662E72-AC5D-4432-922D-7A1995CCC9D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5AE3AA-4173-494B-837C-9449DCBB77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18BFCE7-5FE8-4608-AEE4-3993A42A5E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82F879-DA0D-4040-9186-62FC99947F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6C0F7B2-FC9C-47AD-BF08-0A40A23831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B0F9604-83AC-4D47-ADCA-4ACAF8CACE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C9821C-69B2-4E8D-8E71-51D8FB60B4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5A4B231-220B-428F-A05E-316B4FF75E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14E4DF3-47BD-44B9-975D-F6320582AC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1525954-0363-46BA-8F25-707F492CBF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38E6EE8-7C2D-40A0-911A-3675C2B5256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1D73487-12BF-4B84-8ED3-A9622CD2FD2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3B8CCE4-D941-455F-9602-D1958F017E0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04266F-DC9F-4FF3-8A36-C8BB1A23659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D75BFA5-CF7C-4C11-9C1E-BDA1CB144F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C7821DA-5A3A-44A0-B62B-42618E2457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10BCE6-9FBB-42F8-8584-DE86B8716AE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9B9364A-CBAC-4782-AAE6-DE7CFEA993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781403F-697C-40FD-B29D-B02606F9621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9607980-BBA2-4358-B214-E7A5425247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8C9982D-9A8F-41DE-A24E-5D3D9B8B67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8CB9489-B100-4F86-92F0-6ABA04DA43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107CDDA-B620-4FB0-830C-904F836660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C465F0F-E5C9-4DD0-ADD6-24C5C74FF89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43118A1-0C11-432E-B1C5-393950C4003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F579515-C31B-46C9-ABC0-CA51A59ED3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218867D-8A0A-41DB-ABEF-69502FADE2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672F77-B895-4EED-9BF1-A3D4F14C13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E52C927-31F6-436D-B336-BA517AEFE3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9ED8883-880D-4BB0-BB65-FE32406683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8FAFF32-C117-499E-A242-FFC41C44CE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CC65D6A-C40A-48A7-A26D-18B61ECD81F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55D00C4-6DAF-4D66-9E10-60CE2F8D5D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B219DA1-AC8B-4B40-B7E5-1E058834C8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4419B3E-138B-4C6B-A8A4-C3833EE6C6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AD1DA48-0D1D-4E64-A5F5-74390D3F9A7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DD38D80-6DAB-42CE-A6EC-ABA9513DFFB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021F271-103D-42B8-A6B1-3CF0B7F8C0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552B8B7-1C79-4E92-AE56-E31A460A53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C26566F-7051-448C-B19B-7C9BE756F4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40220DF-616F-4B87-BEF9-1D4C95C6FC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69674FC-7395-4774-B924-6975C326C4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0F0AC01-2D2F-4829-9AEE-E358390DA8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55B9E5D-749F-40C2-9C0F-82EBFE8F21D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5D6C54F-A1E2-4FF3-BD1D-D834A294B7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F3B4FC0-0FF5-4C72-B56E-F67C5B18C0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0A1BAE2-6918-406B-872D-B5D328A75FA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583C5D7-79DA-4729-A56D-C4C9A0DD829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EC93265-C6FE-49A9-8CC9-385AF430C3F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3B05175-B86D-4779-8FC6-FCE5F7678C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6F99F8A-A037-4C9B-8216-796622EBC7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09D1C98-54AB-454B-8788-EEB4DE416E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7003863-75DE-4C4E-982D-464CC0E55A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5C725A6-07D3-4E92-A573-2EADBD69E45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732E145-66CC-4B80-8F38-CE1A03CF8FC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344A0E6-36E3-49DD-A1DE-1D33C537AB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95F63D2-7527-442A-AE23-ECA667FAA4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9A6D48B-3456-4534-B9EA-584B0C932D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F4F8F93-DCA8-42A3-99C8-0087234155B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1ABDD9C-152B-4860-BE09-518F0032217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3EBE44C-F526-4EEF-A612-E4B873956B6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B78CC6C-3534-490B-9A03-B3DE840CFBE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2AB46C0-CABF-4C99-8E55-D44062C280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E4EF934-E95A-467F-8B4B-18AA729F48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59E60CD-B8CB-4A6C-80E5-315DAFDD55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D53FF3E-7A7E-4F31-BD4C-9FA3434B4B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2E0E588-1608-4BC9-BF7D-284B9FBAC3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EDBBB8E-1D98-42BF-BEDE-CF1335971A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FB4C54D-7C8B-44B1-88D3-DD895276A5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ECBCCFA-029C-4ED4-91B8-07C2569BBD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147B8D6-6AB9-4E4E-89C2-F30BDCD5208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26CF10A-3B79-4E60-B27B-1EAE04D2F50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B3E7783-EBDD-4936-B127-DC4827BE389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36126A5-0B19-435B-A6E5-F6BF6B5902F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57B5036-E246-4BFC-9CFD-C70BC8A0733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2FBD4B2-AE11-43E2-8821-90BACEAAE0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92178FF-55CB-496F-B0BF-BCF637DE80B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3F403B6-2786-494A-A61B-18136AD9CD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D64D5D5-F66D-428E-8AD8-A05AC0D7E2A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5A05258-421E-4796-A2BC-4B9429E824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A9B22EF-3B6E-408B-B40C-BDD459579E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38D9E90-3759-4574-8137-AE265BBE4F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FB0423C-6928-4A74-9CD9-144DA83F31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5EDF976-509E-4528-B6A9-E3F84C14E88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7206106-552D-49C8-9044-C702F28062D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5E5F883-F878-4557-A0E6-D20B449DA37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44B74AF-E30A-4848-B658-69FB927D54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820323D-9808-4431-BCA8-CE9AB0AA42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110BA51-6A5E-4CBE-8E19-A333759CD8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58F0384-FD00-4D32-B408-B6C397A6D6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0941530-0C2F-4FEB-B255-228D771E06C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7F2D7D5-D66B-4BD1-9748-19ED65774F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338F5F5-7230-4961-93C1-F81F9F72CC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7C40A20-8A8A-4341-825E-03B00CE93B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B018F11-89B4-4109-8E4D-514C473490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4F413F9-56EF-4220-B08A-78267F89404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30A6679-BD30-4E76-A274-8012ECF93A1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66CFBEE-91A7-4364-8175-1B9E6623D6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C44D564-C1DB-4343-995B-6FD29C46365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AAB3977-DD8F-43EF-A42A-7FBBCC020C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86371BA-8E3C-4ACA-9D17-AC85A3310D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5B6966A-F3A1-44A3-AD14-A840810995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7F8459B-8A56-433C-A97F-8595D7C06C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2B20ED6-2A74-459A-AE3D-602D287785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216B598-532C-41BE-B038-D12662815B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87562B9-8412-4180-A572-C914BDCBA6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B74985F-EAE1-4DC2-8D7F-58B1A3BF71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8AF6586-6E3D-4823-B26A-71A63F8DBFF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31848E1-5F7F-4B1F-B16B-E0805B050CE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4DE5FE2-0122-4185-B9B7-58911027B9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9E4995D-A5AD-48CD-B7C5-78F3080572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DE48339-CB4A-49D2-A633-04D5BEA30B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6A7D254-E8A7-49BE-8A26-399A2CEB85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6001637-4066-466C-BC26-540CAE4C19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EE1E9B4-E82E-4352-A0B5-46EC5E1CFE4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C4CBE2D-0338-483E-BA28-105A45B40D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DACA1A9-FFE2-4B71-9486-359740132F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E0266AF-C08B-4C7F-AE7E-1DDA9D3B39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D14FB74-3CDE-4170-8551-0C8ACD55FD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FF9C811-382F-4BBB-B953-708EE63EA44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791F3C3-8FC3-402C-BC37-7850861586D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E2D649E-CC9E-4DC9-9912-BA2A02FD538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C2D8522-3077-4AC0-9BB6-93849DFC42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962323C-204D-4D50-8951-628276F99F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783C5A9-DCBD-47BB-AEA7-96F6625E13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2D35B1C-4881-444E-983F-D2C03E15F21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55954F8-98B2-42ED-BDFF-70E505F2B7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860B125-1F14-4015-9EBD-BA1A838316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FD20E3A-66C2-47F2-8A13-873A5EDC9C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7246B83-B770-48EB-927C-9CF2627E54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083672E-187A-42B1-B8AD-C3ADB385DF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75ED747-5A8F-4A91-90D5-E0FF027F90F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EB7ECC5-FFA8-410D-9ED2-7E165731D81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FA04AC92-2F7F-4CB8-9713-7393E5DF35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0DA2E56-22C3-4D86-8A8E-25091752885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8C9AF80-987D-4590-A132-A9405D52E4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6B1A93D-C370-44DC-9746-FAF790FF0C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5191CA0-C346-4032-A28D-20020293A0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57AC1B1-A1BA-4D71-A620-AECED07CFA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4651EED-182A-48C2-9553-C959E14459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408924C-4FD0-4CD1-9D3F-D3AB1DB4EC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D179F14-0EEE-4893-891E-D7EF1B3D83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E9921FB-2F36-4710-B172-D69C8554C2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9F4EC26-0290-42C3-A49C-ACC49D91B73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5648E71-66C4-4CE2-B2DD-FB5F14412A9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8EF2899-B0FE-4101-8E42-D4EF6275DA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E91E8B7-E533-4EAC-BAC1-442F6D1940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E81CD63-7A9F-4BF0-84EC-7FD6FC7891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CDA1143B-F183-46F8-A42B-469CED1B76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8E0986AA-E6C9-4423-99EC-59F98B8BAF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65F42FB-7A66-4E55-B7FD-4AC536ABB9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806CDB37-38C7-48EB-B0AC-68B9D83311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6E0AC5A2-48CA-4AE8-9254-D3D4FA97F9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F4CF1A8-F433-418B-92FC-A225D9AF93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2009625-85F8-49F4-B5B9-44902BE002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8AEBBF0-6A64-4028-A79E-F73659291E6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2C7FF8A-3E03-49B2-B5A0-C019C0518DB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9271548-4372-48E1-ACAB-D1696B2160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44294AA2-83CA-4863-8217-D2D4757FB9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CD8086E-5E87-4511-B404-185ED9C6D2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432AFF3E-E18F-4A03-A79A-379C4D2AB6F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80F45D23-D2F6-4D9A-BFB8-1B8ABEE854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B2ED0382-C635-4AF0-897C-419B6B5A76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9E33406C-AA14-4C60-872E-1DCA2ABA81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8CE8DB42-E74C-469F-881E-BCE241A7580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EAE3D94-F838-4E97-9667-A2095BCCEE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8E1FA082-CE12-46AD-B105-78971B77076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CBE43CB-F1F4-451C-8F09-A28779222DB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ED50A7A-904F-439D-837C-2BF86F055DC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76B28EC-D1D5-401A-8BE7-681D4980D9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AD0DE43-027F-443E-8BB5-D2CE23A8D0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87298215-84DE-437A-938A-F10AE049B8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DE8532A-2E81-4FC4-AFFC-5E49EAB1A1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96C18FE3-08A0-40D4-AC3C-89CD24C9920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63B7807A-819A-410D-9B79-C4DA086854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0C6E54C-DA07-478D-9049-C6E3BFB40C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B468269A-7CEF-47D5-BEAF-2F65488999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1EDE2012-764C-4C29-A619-81DCF2D090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2DB12770-5D72-4900-9AA2-743C79408E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2B9F20D1-FE6D-4631-8D0F-22B241E8129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4A88880-9905-4089-A34B-7C970348D17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EEEF8325-B0E4-436E-9A13-168D44C0A5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DA95530-CA92-4362-BE66-D47F68821E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4E3D1ED0-4683-4CF1-A6B0-C7ABBE9EA4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30548FB6-06B0-440E-83BA-25890099094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3E652F7-E883-4E39-905F-A6D9F2B164C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F912680-A8A7-416B-AD20-1E7AAFA17AB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4619149-D488-47F0-8282-43DFC3A24D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5A9455B-83AE-4986-9C55-40A8228C0C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B56643C5-453E-4E1C-97C5-C04439778A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B2D65E4-5F5A-475E-876C-5CFB23A0BF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ED2960C-AAAD-41D1-9AC3-2F1D7CC7EA0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73196D6-452C-46E0-BE13-3F2AB757BF7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76998204-1706-4DBB-9568-73DD67DF9B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0D56BAC0-A5A0-4F06-8AB7-B01CB4AC2E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7D5EA50-88EE-4F4C-8B52-DA1037FECF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4C122CCE-5B94-4960-8291-5216F30800B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34D7A688-7788-4FD8-82C7-21C2CADD19D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3A877915-D3E9-4C4A-9F82-89C2504D1D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C931984-EC11-4D1D-9B85-7A3043D7BF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8A015B21-7815-4AF3-A82C-4BC8C7F217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26074959-CE2F-4A55-B45B-EF856AACD8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299A934-E28D-43A8-8D3E-64AFA75A1E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CDC396B-3925-497B-8F92-859482FB9A6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AA30054B-1AFD-4FE2-9223-D1F3DF6652B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4FBCB221-A18E-4B2B-A6C5-661AB6D68A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65B2B027-FFB4-4F5A-938A-517E88C8F9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F0A8D135-97B5-48B8-BAB5-145AB4F7CB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23A1E35C-2BA2-4106-91EA-B4846A9491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9BC18FE0-66F5-43E3-B344-69C34F0ECC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B704214C-7BFF-492E-BC25-F64F261031D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172B4FB5-A47B-4FB2-A951-8BCF0343D7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2F0C4FE7-601F-4E55-A2D5-0F44964B05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794E6ED8-5DB8-4392-AE6D-6C967C00FD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59F86C6-A757-45B6-83B5-C0FF21CB54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1DABF1A7-2E52-4EFD-B385-D94C159D71A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55640580-53F8-443C-9FE3-4FA2B0EACEB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93.xml"/><Relationship Id="rId3" Type="http://schemas.openxmlformats.org/officeDocument/2006/relationships/slideLayout" Target="../slideLayouts/slideLayout194.xml"/><Relationship Id="rId4" Type="http://schemas.openxmlformats.org/officeDocument/2006/relationships/slideLayout" Target="../slideLayouts/slideLayout195.xml"/><Relationship Id="rId5" Type="http://schemas.openxmlformats.org/officeDocument/2006/relationships/slideLayout" Target="../slideLayouts/slideLayout196.xml"/><Relationship Id="rId6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198.xml"/><Relationship Id="rId8" Type="http://schemas.openxmlformats.org/officeDocument/2006/relationships/slideLayout" Target="../slideLayouts/slideLayout199.xml"/><Relationship Id="rId9" Type="http://schemas.openxmlformats.org/officeDocument/2006/relationships/slideLayout" Target="../slideLayouts/slideLayout200.xml"/><Relationship Id="rId10" Type="http://schemas.openxmlformats.org/officeDocument/2006/relationships/slideLayout" Target="../slideLayouts/slideLayout201.xml"/><Relationship Id="rId11" Type="http://schemas.openxmlformats.org/officeDocument/2006/relationships/slideLayout" Target="../slideLayouts/slideLayout202.xml"/><Relationship Id="rId12" Type="http://schemas.openxmlformats.org/officeDocument/2006/relationships/slideLayout" Target="../slideLayouts/slideLayout203.xml"/><Relationship Id="rId13" Type="http://schemas.openxmlformats.org/officeDocument/2006/relationships/slideLayout" Target="../slideLayouts/slideLayout204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205.xml"/><Relationship Id="rId3" Type="http://schemas.openxmlformats.org/officeDocument/2006/relationships/slideLayout" Target="../slideLayouts/slideLayout206.xml"/><Relationship Id="rId4" Type="http://schemas.openxmlformats.org/officeDocument/2006/relationships/slideLayout" Target="../slideLayouts/slideLayout207.xml"/><Relationship Id="rId5" Type="http://schemas.openxmlformats.org/officeDocument/2006/relationships/slideLayout" Target="../slideLayouts/slideLayout208.xml"/><Relationship Id="rId6" Type="http://schemas.openxmlformats.org/officeDocument/2006/relationships/slideLayout" Target="../slideLayouts/slideLayout209.xml"/><Relationship Id="rId7" Type="http://schemas.openxmlformats.org/officeDocument/2006/relationships/slideLayout" Target="../slideLayouts/slideLayout210.xml"/><Relationship Id="rId8" Type="http://schemas.openxmlformats.org/officeDocument/2006/relationships/slideLayout" Target="../slideLayouts/slideLayout211.xml"/><Relationship Id="rId9" Type="http://schemas.openxmlformats.org/officeDocument/2006/relationships/slideLayout" Target="../slideLayouts/slideLayout212.xml"/><Relationship Id="rId10" Type="http://schemas.openxmlformats.org/officeDocument/2006/relationships/slideLayout" Target="../slideLayouts/slideLayout213.xml"/><Relationship Id="rId11" Type="http://schemas.openxmlformats.org/officeDocument/2006/relationships/slideLayout" Target="../slideLayouts/slideLayout214.xml"/><Relationship Id="rId12" Type="http://schemas.openxmlformats.org/officeDocument/2006/relationships/slideLayout" Target="../slideLayouts/slideLayout215.xml"/><Relationship Id="rId13" Type="http://schemas.openxmlformats.org/officeDocument/2006/relationships/slideLayout" Target="../slideLayouts/slideLayout216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218.xml"/><Relationship Id="rId4" Type="http://schemas.openxmlformats.org/officeDocument/2006/relationships/slideLayout" Target="../slideLayouts/slideLayout219.xml"/><Relationship Id="rId5" Type="http://schemas.openxmlformats.org/officeDocument/2006/relationships/slideLayout" Target="../slideLayouts/slideLayout220.xml"/><Relationship Id="rId6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2.xml"/><Relationship Id="rId8" Type="http://schemas.openxmlformats.org/officeDocument/2006/relationships/slideLayout" Target="../slideLayouts/slideLayout223.xml"/><Relationship Id="rId9" Type="http://schemas.openxmlformats.org/officeDocument/2006/relationships/slideLayout" Target="../slideLayouts/slideLayout224.xml"/><Relationship Id="rId10" Type="http://schemas.openxmlformats.org/officeDocument/2006/relationships/slideLayout" Target="../slideLayouts/slideLayout225.xml"/><Relationship Id="rId11" Type="http://schemas.openxmlformats.org/officeDocument/2006/relationships/slideLayout" Target="../slideLayouts/slideLayout226.xml"/><Relationship Id="rId12" Type="http://schemas.openxmlformats.org/officeDocument/2006/relationships/slideLayout" Target="../slideLayouts/slideLayout227.xml"/><Relationship Id="rId13" Type="http://schemas.openxmlformats.org/officeDocument/2006/relationships/slideLayout" Target="../slideLayouts/slideLayout228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29.xml"/><Relationship Id="rId3" Type="http://schemas.openxmlformats.org/officeDocument/2006/relationships/slideLayout" Target="../slideLayouts/slideLayout230.xml"/><Relationship Id="rId4" Type="http://schemas.openxmlformats.org/officeDocument/2006/relationships/slideLayout" Target="../slideLayouts/slideLayout231.xml"/><Relationship Id="rId5" Type="http://schemas.openxmlformats.org/officeDocument/2006/relationships/slideLayout" Target="../slideLayouts/slideLayout232.xml"/><Relationship Id="rId6" Type="http://schemas.openxmlformats.org/officeDocument/2006/relationships/slideLayout" Target="../slideLayouts/slideLayout233.xml"/><Relationship Id="rId7" Type="http://schemas.openxmlformats.org/officeDocument/2006/relationships/slideLayout" Target="../slideLayouts/slideLayout234.xml"/><Relationship Id="rId8" Type="http://schemas.openxmlformats.org/officeDocument/2006/relationships/slideLayout" Target="../slideLayouts/slideLayout235.xml"/><Relationship Id="rId9" Type="http://schemas.openxmlformats.org/officeDocument/2006/relationships/slideLayout" Target="../slideLayouts/slideLayout236.xml"/><Relationship Id="rId10" Type="http://schemas.openxmlformats.org/officeDocument/2006/relationships/slideLayout" Target="../slideLayouts/slideLayout237.xml"/><Relationship Id="rId11" Type="http://schemas.openxmlformats.org/officeDocument/2006/relationships/slideLayout" Target="../slideLayouts/slideLayout238.xml"/><Relationship Id="rId12" Type="http://schemas.openxmlformats.org/officeDocument/2006/relationships/slideLayout" Target="../slideLayouts/slideLayout239.xml"/><Relationship Id="rId13" Type="http://schemas.openxmlformats.org/officeDocument/2006/relationships/slideLayout" Target="../slideLayouts/slideLayout24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41.xml"/><Relationship Id="rId3" Type="http://schemas.openxmlformats.org/officeDocument/2006/relationships/slideLayout" Target="../slideLayouts/slideLayout242.xml"/><Relationship Id="rId4" Type="http://schemas.openxmlformats.org/officeDocument/2006/relationships/slideLayout" Target="../slideLayouts/slideLayout243.xml"/><Relationship Id="rId5" Type="http://schemas.openxmlformats.org/officeDocument/2006/relationships/slideLayout" Target="../slideLayouts/slideLayout244.xml"/><Relationship Id="rId6" Type="http://schemas.openxmlformats.org/officeDocument/2006/relationships/slideLayout" Target="../slideLayouts/slideLayout245.xml"/><Relationship Id="rId7" Type="http://schemas.openxmlformats.org/officeDocument/2006/relationships/slideLayout" Target="../slideLayouts/slideLayout246.xml"/><Relationship Id="rId8" Type="http://schemas.openxmlformats.org/officeDocument/2006/relationships/slideLayout" Target="../slideLayouts/slideLayout247.xml"/><Relationship Id="rId9" Type="http://schemas.openxmlformats.org/officeDocument/2006/relationships/slideLayout" Target="../slideLayouts/slideLayout248.xml"/><Relationship Id="rId10" Type="http://schemas.openxmlformats.org/officeDocument/2006/relationships/slideLayout" Target="../slideLayouts/slideLayout249.xml"/><Relationship Id="rId11" Type="http://schemas.openxmlformats.org/officeDocument/2006/relationships/slideLayout" Target="../slideLayouts/slideLayout250.xml"/><Relationship Id="rId12" Type="http://schemas.openxmlformats.org/officeDocument/2006/relationships/slideLayout" Target="../slideLayouts/slideLayout251.xml"/><Relationship Id="rId13" Type="http://schemas.openxmlformats.org/officeDocument/2006/relationships/slideLayout" Target="../slideLayouts/slideLayout25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B36915-D146-49CD-B725-E666F4C5054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27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691B59-4CEE-44D9-9546-0D7B8E32946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E4A8BE-7C83-45E7-9DBA-68D92D3FB4C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6A6FD3-D18E-45C2-8F35-BDB5D62B592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893A4B-6346-4818-A484-153FA69F15D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58C450-252E-43B5-8BD1-5DE7F384FD9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7B5B90-9367-4A6D-94F0-BAA089832CE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10640F-A18D-4A0C-A3F5-13978BA243E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0A908A-9183-40DC-A8DC-5BA80E548C1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41FE46-B484-42C5-8EAB-3659C6B5444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D38FCC-D462-48B3-8CCE-38F06506209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524BE6-9B93-45DD-98F9-9E3E0DF24C3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521AB3-DCBE-4500-BA14-D5FD9CB2714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C382E9-5D78-45AD-B477-B938602E7FE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2382D4-32F2-4D3C-842F-BCCB515ACBF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ftr" idx="46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 type="sldNum" idx="47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58134D-99A0-4F12-8E96-ADCDCE3B4A2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dt" idx="48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ftr" idx="4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 type="sldNum" idx="5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F455BB-F33F-4A54-8B12-F90FD99CAA7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dt" idx="5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70" r:id="rId2"/>
    <p:sldLayoutId id="2147483871" r:id="rId3"/>
    <p:sldLayoutId id="2147483872" r:id="rId4"/>
    <p:sldLayoutId id="2147483873" r:id="rId5"/>
    <p:sldLayoutId id="2147483874" r:id="rId6"/>
    <p:sldLayoutId id="2147483875" r:id="rId7"/>
    <p:sldLayoutId id="2147483876" r:id="rId8"/>
    <p:sldLayoutId id="2147483877" r:id="rId9"/>
    <p:sldLayoutId id="2147483878" r:id="rId10"/>
    <p:sldLayoutId id="2147483879" r:id="rId11"/>
    <p:sldLayoutId id="2147483880" r:id="rId12"/>
    <p:sldLayoutId id="2147483881" r:id="rId1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ftr" idx="5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 type="sldNum" idx="5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2821B1-67D1-4C6A-89CE-67D95A2CF6B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dt" idx="54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83" r:id="rId2"/>
    <p:sldLayoutId id="2147483884" r:id="rId3"/>
    <p:sldLayoutId id="2147483885" r:id="rId4"/>
    <p:sldLayoutId id="2147483886" r:id="rId5"/>
    <p:sldLayoutId id="2147483887" r:id="rId6"/>
    <p:sldLayoutId id="2147483888" r:id="rId7"/>
    <p:sldLayoutId id="2147483889" r:id="rId8"/>
    <p:sldLayoutId id="2147483890" r:id="rId9"/>
    <p:sldLayoutId id="2147483891" r:id="rId10"/>
    <p:sldLayoutId id="2147483892" r:id="rId11"/>
    <p:sldLayoutId id="2147483893" r:id="rId12"/>
    <p:sldLayoutId id="2147483894" r:id="rId1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ftr" idx="55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PlaceHolder 2"/>
          <p:cNvSpPr>
            <a:spLocks noGrp="1"/>
          </p:cNvSpPr>
          <p:nvPr>
            <p:ph type="sldNum" idx="56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B32A35-94A3-45C9-8C46-A1EBCC3CA07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dt" idx="57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96" r:id="rId2"/>
    <p:sldLayoutId id="2147483897" r:id="rId3"/>
    <p:sldLayoutId id="2147483898" r:id="rId4"/>
    <p:sldLayoutId id="2147483899" r:id="rId5"/>
    <p:sldLayoutId id="2147483900" r:id="rId6"/>
    <p:sldLayoutId id="2147483901" r:id="rId7"/>
    <p:sldLayoutId id="2147483902" r:id="rId8"/>
    <p:sldLayoutId id="2147483903" r:id="rId9"/>
    <p:sldLayoutId id="2147483904" r:id="rId10"/>
    <p:sldLayoutId id="2147483905" r:id="rId11"/>
    <p:sldLayoutId id="2147483906" r:id="rId12"/>
    <p:sldLayoutId id="2147483907" r:id="rId1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ftr" idx="5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PlaceHolder 2"/>
          <p:cNvSpPr>
            <a:spLocks noGrp="1"/>
          </p:cNvSpPr>
          <p:nvPr>
            <p:ph type="sldNum" idx="5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804C2B-9451-4F3C-9B17-ACD566AE694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PlaceHolder 3"/>
          <p:cNvSpPr>
            <a:spLocks noGrp="1"/>
          </p:cNvSpPr>
          <p:nvPr>
            <p:ph type="dt" idx="6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  <p:sldLayoutId id="2147483919" r:id="rId12"/>
    <p:sldLayoutId id="214748392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Rectangle 32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33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34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35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36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37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38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39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40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41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42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43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44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45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46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47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ounded Rectangle 8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Rounded Rectangle 9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ounded Rectangle 10"/>
          <p:cNvSpPr/>
          <p:nvPr/>
        </p:nvSpPr>
        <p:spPr>
          <a:xfrm>
            <a:off x="914400" y="3108960"/>
            <a:ext cx="3281400" cy="328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7" name="Rounded Rectangle 11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ounded Rectangle 12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Rounded Rectangle 13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ounded Rectangle 14"/>
          <p:cNvSpPr/>
          <p:nvPr/>
        </p:nvSpPr>
        <p:spPr>
          <a:xfrm>
            <a:off x="7955280" y="3108960"/>
            <a:ext cx="3465360" cy="328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Rectangle 16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17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18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19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20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21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22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23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24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25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26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27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8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9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30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31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ounded Rectangle 15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Rounded Rectangle 16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ounded Rectangle 17"/>
          <p:cNvSpPr/>
          <p:nvPr/>
        </p:nvSpPr>
        <p:spPr>
          <a:xfrm>
            <a:off x="931680" y="2925720"/>
            <a:ext cx="3174120" cy="369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Rounded Rectangle 18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ounded Rectangle 19"/>
          <p:cNvSpPr/>
          <p:nvPr/>
        </p:nvSpPr>
        <p:spPr>
          <a:xfrm>
            <a:off x="4434840" y="3108960"/>
            <a:ext cx="328140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5" name="Rounded Rectangle 20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ounded Rectangle 21"/>
          <p:cNvSpPr/>
          <p:nvPr/>
        </p:nvSpPr>
        <p:spPr>
          <a:xfrm>
            <a:off x="7955280" y="2971800"/>
            <a:ext cx="369432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Rectangle 160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161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162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163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164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165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166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167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168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169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170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171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172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173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174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175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ounded Rectangle 71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Rounded Rectangle 72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ounded Rectangle 73"/>
          <p:cNvSpPr/>
          <p:nvPr/>
        </p:nvSpPr>
        <p:spPr>
          <a:xfrm>
            <a:off x="685800" y="3108960"/>
            <a:ext cx="351288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9" name="Rounded Rectangle 74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ounded Rectangle 75"/>
          <p:cNvSpPr/>
          <p:nvPr/>
        </p:nvSpPr>
        <p:spPr>
          <a:xfrm>
            <a:off x="4434840" y="3108960"/>
            <a:ext cx="328428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" name="Rounded Rectangle 76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ounded Rectangle 77"/>
          <p:cNvSpPr/>
          <p:nvPr/>
        </p:nvSpPr>
        <p:spPr>
          <a:xfrm>
            <a:off x="7955280" y="2971800"/>
            <a:ext cx="369684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Rectangle 144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145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146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147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148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149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150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151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152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153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154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155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156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157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158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159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ounded Rectangle 64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Rounded Rectangle 65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ounded Rectangle 66"/>
          <p:cNvSpPr/>
          <p:nvPr/>
        </p:nvSpPr>
        <p:spPr>
          <a:xfrm>
            <a:off x="685800" y="3108960"/>
            <a:ext cx="3512160" cy="328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Rounded Rectangle 67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ounded Rectangle 68"/>
          <p:cNvSpPr/>
          <p:nvPr/>
        </p:nvSpPr>
        <p:spPr>
          <a:xfrm>
            <a:off x="4434840" y="3108960"/>
            <a:ext cx="328356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7" name="Rounded Rectangle 69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ounded Rectangle 70"/>
          <p:cNvSpPr/>
          <p:nvPr/>
        </p:nvSpPr>
        <p:spPr>
          <a:xfrm>
            <a:off x="7955280" y="3108960"/>
            <a:ext cx="369612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9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Rectangle 48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49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50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51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52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53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54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55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56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57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58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59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60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61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62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63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ounded Rectangle 22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7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Rounded Rectangle 23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ounded Rectangle 24"/>
          <p:cNvSpPr/>
          <p:nvPr/>
        </p:nvSpPr>
        <p:spPr>
          <a:xfrm>
            <a:off x="685800" y="2743200"/>
            <a:ext cx="35100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Rounded Rectangle 25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ounded Rectangle 26"/>
          <p:cNvSpPr/>
          <p:nvPr/>
        </p:nvSpPr>
        <p:spPr>
          <a:xfrm>
            <a:off x="4343400" y="2743200"/>
            <a:ext cx="33728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Rounded Rectangle 27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ounded Rectangle 28"/>
          <p:cNvSpPr/>
          <p:nvPr/>
        </p:nvSpPr>
        <p:spPr>
          <a:xfrm>
            <a:off x="7955280" y="2971800"/>
            <a:ext cx="3693960" cy="319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Rectangle 80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6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6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6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6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6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6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7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7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7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7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7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7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7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7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7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ounded Rectangle 29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Rounded Rectangle 3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ounded Rectangle 31"/>
          <p:cNvSpPr/>
          <p:nvPr/>
        </p:nvSpPr>
        <p:spPr>
          <a:xfrm>
            <a:off x="685800" y="2971800"/>
            <a:ext cx="351072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Rounded Rectangle 3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ounded Rectangle 33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Rounded Rectangle 3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ounded Rectangle 35"/>
          <p:cNvSpPr/>
          <p:nvPr/>
        </p:nvSpPr>
        <p:spPr>
          <a:xfrm>
            <a:off x="7955280" y="3108960"/>
            <a:ext cx="369468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Rectangle 7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81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82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83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84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85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86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87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88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89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90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91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92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93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94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95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ounded Rectangle 36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Rounded Rectangle 37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ounded Rectangle 38"/>
          <p:cNvSpPr/>
          <p:nvPr/>
        </p:nvSpPr>
        <p:spPr>
          <a:xfrm>
            <a:off x="457200" y="2971800"/>
            <a:ext cx="373932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Rounded Rectangle 3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ounded Rectangle 40"/>
          <p:cNvSpPr/>
          <p:nvPr/>
        </p:nvSpPr>
        <p:spPr>
          <a:xfrm>
            <a:off x="4343400" y="2971800"/>
            <a:ext cx="3420360" cy="328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5" name="Rounded Rectangle 41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ounded Rectangle 42"/>
          <p:cNvSpPr/>
          <p:nvPr/>
        </p:nvSpPr>
        <p:spPr>
          <a:xfrm>
            <a:off x="7955280" y="3108960"/>
            <a:ext cx="369468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96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97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98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99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100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ectangle 101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102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ectangle 103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ectangle 104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ectangle 105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8" name="Rectangle 106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ectangle 107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ectangle 108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ectangle 109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110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111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ounded Rectangle 43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Rounded Rectangle 44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ounded Rectangle 45"/>
          <p:cNvSpPr/>
          <p:nvPr/>
        </p:nvSpPr>
        <p:spPr>
          <a:xfrm>
            <a:off x="475560" y="2514600"/>
            <a:ext cx="372096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9" name="Rounded Rectangle 46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ounded Rectangle 47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Rounded Rectangle 48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ounded Rectangle 49"/>
          <p:cNvSpPr/>
          <p:nvPr/>
        </p:nvSpPr>
        <p:spPr>
          <a:xfrm>
            <a:off x="7955280" y="2304000"/>
            <a:ext cx="3923640" cy="361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Rectangle 112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113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114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ectangle 115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ectangle 116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ectangle 117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ectangle 118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ectangle 119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ectangle 120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ectangle 121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4" name="Rectangle 122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ectangle 123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ectangle 124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ectangle 125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ectangle 126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ectangle 127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ounded Rectangle 50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1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Rounded Rectangle 51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ounded Rectangle 52"/>
          <p:cNvSpPr/>
          <p:nvPr/>
        </p:nvSpPr>
        <p:spPr>
          <a:xfrm>
            <a:off x="685800" y="2971800"/>
            <a:ext cx="35107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Rounded Rectangle 53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ounded Rectangle 54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7" name="Rounded Rectangle 55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ounded Rectangle 56"/>
          <p:cNvSpPr/>
          <p:nvPr/>
        </p:nvSpPr>
        <p:spPr>
          <a:xfrm>
            <a:off x="7955280" y="2971800"/>
            <a:ext cx="3466080" cy="296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Rectangle 128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129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130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ectangle 131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4" name="Rectangle 132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ectangle 133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6" name="Rectangle 134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ectangle 135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8" name="Rectangle 136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9" name="Rectangle 137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0" name="Rectangle 138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ectangle 139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2" name="Rectangle 140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ectangle 141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ectangle 142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ectangle 143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ounded Rectangle 57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Rounded Rectangle 58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ounded Rectangle 59"/>
          <p:cNvSpPr/>
          <p:nvPr/>
        </p:nvSpPr>
        <p:spPr>
          <a:xfrm>
            <a:off x="685800" y="3108960"/>
            <a:ext cx="3511800" cy="328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1" name="Rounded Rectangle 60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ounded Rectangle 61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3" name="Rounded Rectangle 62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ounded Rectangle 63"/>
          <p:cNvSpPr/>
          <p:nvPr/>
        </p:nvSpPr>
        <p:spPr>
          <a:xfrm>
            <a:off x="7955280" y="2743200"/>
            <a:ext cx="346716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5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Rectangle 176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177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178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ectangle 179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0" name="Rectangle 180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ectangle 181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2" name="Rectangle 182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ectangle 183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ectangle 184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5" name="Rectangle 185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6" name="Rectangle 186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ectangle 187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ectangle 188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9" name="Rectangle 189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ectangle 190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ectangle 191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ounded Rectangle 78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Rounded Rectangle 79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ounded Rectangle 80"/>
          <p:cNvSpPr/>
          <p:nvPr/>
        </p:nvSpPr>
        <p:spPr>
          <a:xfrm>
            <a:off x="685800" y="2971800"/>
            <a:ext cx="351288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7" name="Rounded Rectangle 81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ounded Rectangle 82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Rounded Rectangle 83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ounded Rectangle 84"/>
          <p:cNvSpPr/>
          <p:nvPr/>
        </p:nvSpPr>
        <p:spPr>
          <a:xfrm>
            <a:off x="7955280" y="2971800"/>
            <a:ext cx="369684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1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Rectangle 192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ectangle 193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4" name="Rectangle 194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5" name="Rectangle 195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6" name="Rectangle 196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ectangle 197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8" name="Rectangle 198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ectangle 199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0" name="Rectangle 200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1" name="Rectangle 201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2" name="Rectangle 202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3" name="Rectangle 203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4" name="Rectangle 204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5" name="Rectangle 205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6" name="Rectangle 206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ectangle 207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ounded Rectangle 85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Rounded Rectangle 86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ounded Rectangle 87"/>
          <p:cNvSpPr/>
          <p:nvPr/>
        </p:nvSpPr>
        <p:spPr>
          <a:xfrm>
            <a:off x="595440" y="2743200"/>
            <a:ext cx="351360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Rounded Rectangle 88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ounded Rectangle 89"/>
          <p:cNvSpPr/>
          <p:nvPr/>
        </p:nvSpPr>
        <p:spPr>
          <a:xfrm>
            <a:off x="4343400" y="2880360"/>
            <a:ext cx="3651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5" name="Rounded Rectangle 90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ounded Rectangle 91"/>
          <p:cNvSpPr/>
          <p:nvPr/>
        </p:nvSpPr>
        <p:spPr>
          <a:xfrm>
            <a:off x="8229600" y="2972880"/>
            <a:ext cx="365184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Rectangle 208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ectangle 209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0" name="Rectangle 210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1" name="Rectangle 211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2" name="Rectangle 212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3" name="Rectangle 213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4" name="Rectangle 214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5" name="Rectangle 215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6" name="Rectangle 216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7" name="Rectangle 217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8" name="Rectangle 218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9" name="Rectangle 219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0" name="Rectangle 220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1" name="Rectangle 221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2" name="Rectangle 222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ectangle 223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ounded Rectangle 92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5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Rounded Rectangle 93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ounded Rectangle 94"/>
          <p:cNvSpPr/>
          <p:nvPr/>
        </p:nvSpPr>
        <p:spPr>
          <a:xfrm>
            <a:off x="457200" y="2743200"/>
            <a:ext cx="374256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9" name="Rounded Rectangle 95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ounded Rectangle 96"/>
          <p:cNvSpPr/>
          <p:nvPr/>
        </p:nvSpPr>
        <p:spPr>
          <a:xfrm>
            <a:off x="4434840" y="2971800"/>
            <a:ext cx="32853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1" name="Rounded Rectangle 97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ounded Rectangle 98"/>
          <p:cNvSpPr/>
          <p:nvPr/>
        </p:nvSpPr>
        <p:spPr>
          <a:xfrm>
            <a:off x="7955280" y="2514600"/>
            <a:ext cx="392652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Rectangle 224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225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ectangle 226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7" name="Rectangle 227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8" name="Rectangle 228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9" name="Rectangle 229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0" name="Rectangle 230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1" name="Rectangle 231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2" name="Rectangle 232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3" name="Rectangle 233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4" name="Rectangle 234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5" name="Rectangle 235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6" name="Rectangle 236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7" name="Rectangle 237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8" name="Rectangle 238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9" name="Rectangle 239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0" name="Rounded Rectangle 99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Rounded Rectangle 10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4" name="Rounded Rectangle 101"/>
          <p:cNvSpPr/>
          <p:nvPr/>
        </p:nvSpPr>
        <p:spPr>
          <a:xfrm>
            <a:off x="914400" y="3108960"/>
            <a:ext cx="328572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Rounded Rectangle 10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6" name="Rounded Rectangle 103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" name="Rounded Rectangle 10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8" name="Rounded Rectangle 105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Rectangle 240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1" name="Rectangle 241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2" name="Rectangle 242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3" name="Rectangle 243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4" name="Rectangle 244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5" name="Rectangle 245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6" name="Rectangle 246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7" name="Rectangle 247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8" name="Rectangle 248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9" name="Rectangle 249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0" name="Rectangle 250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1" name="Rectangle 251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2" name="Rectangle 252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3" name="Rectangle 253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4" name="Rectangle 254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5" name="Rectangle 255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6" name="Rounded Rectangle 106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7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Rounded Rectangle 107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0" name="Rounded Rectangle 108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1" name="Rounded Rectangle 10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2" name="Rounded Rectangle 110"/>
          <p:cNvSpPr/>
          <p:nvPr/>
        </p:nvSpPr>
        <p:spPr>
          <a:xfrm>
            <a:off x="4343400" y="3108960"/>
            <a:ext cx="337752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3" name="Rounded Rectangle 111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4" name="Rounded Rectangle 112"/>
          <p:cNvSpPr/>
          <p:nvPr/>
        </p:nvSpPr>
        <p:spPr>
          <a:xfrm>
            <a:off x="7955280" y="2971800"/>
            <a:ext cx="392724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5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Rectangle 256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7" name="Rectangle 257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8" name="Rectangle 258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9" name="Rectangle 259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0" name="Rectangle 260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1" name="Rectangle 261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2" name="Rectangle 262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3" name="Rectangle 263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4" name="Rectangle 264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5" name="Rectangle 265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6" name="Rectangle 266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7" name="Rectangle 267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8" name="Rectangle 268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9" name="Rectangle 269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0" name="Rectangle 270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1" name="Rectangle 271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2" name="Rounded Rectangle 113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3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TextBox 50"/>
          <p:cNvSpPr/>
          <p:nvPr/>
        </p:nvSpPr>
        <p:spPr>
          <a:xfrm>
            <a:off x="3744720" y="2194560"/>
            <a:ext cx="3481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otomatik tür dönüştürme.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Rounded Rectangle 114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6" name="Rounded Rectangle 115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7" name="Rounded Rectangle 116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8" name="Rounded Rectangle 117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9" name="Rounded Rectangle 118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0" name="Rounded Rectangle 119"/>
          <p:cNvSpPr/>
          <p:nvPr/>
        </p:nvSpPr>
        <p:spPr>
          <a:xfrm>
            <a:off x="7955280" y="2971800"/>
            <a:ext cx="392760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1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Rectangle 27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3" name="Rectangle 27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4" name="Rectangle 27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5" name="Rectangle 27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6" name="Rectangle 27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7" name="Rectangle 27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8" name="Rectangle 27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9" name="Rectangle 27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0" name="Rectangle 28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1" name="Rectangle 28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2" name="Rectangle 28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3" name="Rectangle 28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4" name="Rectangle 28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5" name="Rectangle 28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6" name="Rectangle 28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7" name="Rectangle 28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8" name="Rounded Rectangle 120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" name="TextBox 52"/>
          <p:cNvSpPr/>
          <p:nvPr/>
        </p:nvSpPr>
        <p:spPr>
          <a:xfrm>
            <a:off x="2517120" y="1005840"/>
            <a:ext cx="5935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TextBox 53"/>
          <p:cNvSpPr/>
          <p:nvPr/>
        </p:nvSpPr>
        <p:spPr>
          <a:xfrm>
            <a:off x="848160" y="2074680"/>
            <a:ext cx="9462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Rounded Rectangle 121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2" name="Rounded Rectangle 122"/>
          <p:cNvSpPr/>
          <p:nvPr/>
        </p:nvSpPr>
        <p:spPr>
          <a:xfrm>
            <a:off x="914400" y="3108960"/>
            <a:ext cx="328680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Rounded Rectangle 123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4" name="Rounded Rectangle 124"/>
          <p:cNvSpPr/>
          <p:nvPr/>
        </p:nvSpPr>
        <p:spPr>
          <a:xfrm>
            <a:off x="4343400" y="3108960"/>
            <a:ext cx="3425040" cy="283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5" name="Rounded Rectangle 125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6" name="Rounded Rectangle 126"/>
          <p:cNvSpPr/>
          <p:nvPr/>
        </p:nvSpPr>
        <p:spPr>
          <a:xfrm>
            <a:off x="7955280" y="3108960"/>
            <a:ext cx="369936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8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1600" cy="68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Rectangle 28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0" name="Rectangle 28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1" name="Rectangle 29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2" name="Rectangle 29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3" name="Rectangle 29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4" name="Rectangle 29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5" name="Rectangle 29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6" name="Rectangle 29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7" name="Rectangle 29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8" name="Rectangle 29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9" name="Rectangle 29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0" name="Rectangle 29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1" name="Rectangle 30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2" name="Rectangle 30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3" name="Rectangle 30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4" name="Rectangle 30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5" name="Rounded Rectangle 12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6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56"/>
          <p:cNvSpPr/>
          <p:nvPr/>
        </p:nvSpPr>
        <p:spPr>
          <a:xfrm>
            <a:off x="2654280" y="1846080"/>
            <a:ext cx="5661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Rounded Rectangle 128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9" name="Rounded Rectangle 129"/>
          <p:cNvSpPr/>
          <p:nvPr/>
        </p:nvSpPr>
        <p:spPr>
          <a:xfrm>
            <a:off x="685800" y="3108960"/>
            <a:ext cx="35157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0" name="Rounded Rectangle 130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1" name="Rounded Rectangle 131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2" name="Rounded Rectangle 132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3" name="Rounded Rectangle 133"/>
          <p:cNvSpPr/>
          <p:nvPr/>
        </p:nvSpPr>
        <p:spPr>
          <a:xfrm>
            <a:off x="7955280" y="2514600"/>
            <a:ext cx="392832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4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Rectangle 304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6" name="Rectangle 305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7" name="Rectangle 306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8" name="Rectangle 307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9" name="Rectangle 308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0" name="Rectangle 309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1" name="Rectangle 310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2" name="Rectangle 311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3" name="Rectangle 312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4" name="Rectangle 313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5" name="Rectangle 314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6" name="Rectangle 315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7" name="Rectangle 316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8" name="Rectangle 317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9" name="Rectangle 318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0" name="Rectangle 319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1" name="Rounded Rectangle 134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2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Rounded Rectangle 135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5" name="Rounded Rectangle 136"/>
          <p:cNvSpPr/>
          <p:nvPr/>
        </p:nvSpPr>
        <p:spPr>
          <a:xfrm>
            <a:off x="685800" y="3108960"/>
            <a:ext cx="35157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46" name="Rounded Rectangle 137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7" name="Rounded Rectangle 138"/>
          <p:cNvSpPr/>
          <p:nvPr/>
        </p:nvSpPr>
        <p:spPr>
          <a:xfrm>
            <a:off x="4343400" y="2836080"/>
            <a:ext cx="3378600" cy="310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8" name="Rounded Rectangle 139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9" name="Rounded Rectangle 140"/>
          <p:cNvSpPr/>
          <p:nvPr/>
        </p:nvSpPr>
        <p:spPr>
          <a:xfrm>
            <a:off x="7955280" y="2514600"/>
            <a:ext cx="392832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0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1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4120" cy="2355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Rectangle 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3" name="Rectangle 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4" name="Rectangle 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5" name="Rectangle 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6" name="Rectangle 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7" name="Rectangle 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8" name="Rectangle 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9" name="Rectangle 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0" name="Rectangle 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1" name="Rectangle 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2" name="Rectangle 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3" name="Rectangle 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4" name="Rectangle 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5" name="Rectangle 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6" name="Rectangle 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7" name="Rectangle 320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8" name="Rounded Rectangle 141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" name="TextBox 61"/>
          <p:cNvSpPr/>
          <p:nvPr/>
        </p:nvSpPr>
        <p:spPr>
          <a:xfrm>
            <a:off x="1040400" y="1005840"/>
            <a:ext cx="8889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TextBox 62"/>
          <p:cNvSpPr/>
          <p:nvPr/>
        </p:nvSpPr>
        <p:spPr>
          <a:xfrm>
            <a:off x="874440" y="2057400"/>
            <a:ext cx="9221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Rounded Rectangle 142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2" name="Rounded Rectangle 143"/>
          <p:cNvSpPr/>
          <p:nvPr/>
        </p:nvSpPr>
        <p:spPr>
          <a:xfrm>
            <a:off x="685800" y="2971800"/>
            <a:ext cx="35164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3" name="Rounded Rectangle 144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4" name="Rounded Rectangle 145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5" name="Rounded Rectangle 146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6" name="Rounded Rectangle 147"/>
          <p:cNvSpPr/>
          <p:nvPr/>
        </p:nvSpPr>
        <p:spPr>
          <a:xfrm>
            <a:off x="7955280" y="3108960"/>
            <a:ext cx="3471840" cy="283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7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Rectangle 32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9" name="Rectangle 32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0" name="Rectangle 32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1" name="Rectangle 32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2" name="Rectangle 32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3" name="Rectangle 32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4" name="Rectangle 32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5" name="Rectangle 32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6" name="Rectangle 32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7" name="Rectangle 33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8" name="Rectangle 33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9" name="Rectangle 33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0" name="Rectangle 33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1" name="Rectangle 33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2" name="Rectangle 33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3" name="Rectangle 33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4" name="Rounded Rectangle 14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5" name="TextBox 64"/>
          <p:cNvSpPr/>
          <p:nvPr/>
        </p:nvSpPr>
        <p:spPr>
          <a:xfrm>
            <a:off x="1591920" y="1005840"/>
            <a:ext cx="7787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ve String Yapısı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TextBox 65"/>
          <p:cNvSpPr/>
          <p:nvPr/>
        </p:nvSpPr>
        <p:spPr>
          <a:xfrm>
            <a:off x="2683440" y="2194560"/>
            <a:ext cx="5603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metinler (String) aslında Unicode karakter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dizileridir ve her karakter UTF-16 tabanlı olarak saklanır.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Rounded Rectangle 14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8" name="Rounded Rectangle 150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Temel Bilgiler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birden fazla char’ın birleşimidir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String iç yapısı Unicode (UTF-16) kullanır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= Unicode kod noktası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karakter sayısı değil, char sayısını verir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Emoji gibi karakterler 2 char olabilir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9" name="Rounded Rectangle 15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0" name="Rounded Rectangle 152"/>
          <p:cNvSpPr/>
          <p:nvPr/>
        </p:nvSpPr>
        <p:spPr>
          <a:xfrm>
            <a:off x="4434840" y="2971800"/>
            <a:ext cx="328824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Akış 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karakterler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kodlama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dizisi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 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1" name="Rounded Rectangle 15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2" name="Rounded Rectangle 154"/>
          <p:cNvSpPr/>
          <p:nvPr/>
        </p:nvSpPr>
        <p:spPr>
          <a:xfrm>
            <a:off x="7955280" y="2743200"/>
            <a:ext cx="370080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3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Rectangle 33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5" name="Rectangle 33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6" name="Rectangle 33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7" name="Rectangle 34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8" name="Rectangle 34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9" name="Rectangle 34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0" name="Rectangle 34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1" name="Rectangle 34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2" name="Rectangle 34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3" name="Rectangle 34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4" name="Rectangle 34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5" name="Rectangle 34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6" name="Rectangle 34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7" name="Rectangle 35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8" name="Rectangle 35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9" name="Rectangle 35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0" name="Rounded Rectangle 15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1" name="TextBox 67"/>
          <p:cNvSpPr/>
          <p:nvPr/>
        </p:nvSpPr>
        <p:spPr>
          <a:xfrm>
            <a:off x="1061640" y="1005840"/>
            <a:ext cx="8848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Unicode – Son Genel Bakış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TextBox 68"/>
          <p:cNvSpPr/>
          <p:nvPr/>
        </p:nvSpPr>
        <p:spPr>
          <a:xfrm>
            <a:off x="1433160" y="2057400"/>
            <a:ext cx="8104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Java’da metinleri evrensel ve standart bir biçimde temsil etmeyi sağlar.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Böylece farklı dillerdeki karakterler tek bir sistem içinde güvenli şekilde işlenebilir.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Rounded Rectangle 15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4" name="Rounded Rectangle 157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karakterleri işlerken Unicode standardını temel alır. char veri tipi 16 bitlik yapısıyla UTF-16 mantığında çalışır ve birçok karakteri doğrudan temsil eder. Bu yapı sayesinde Java, yalnızca İngilizce karakterlerle değil; Türkçe, Arapça, Çince ve daha birçok dildeki sembollerle de uyumlu çalışabilir. Unicode desteği, çok dilli yazılım geliştirmede büyük önem taşır.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5" name="Rounded Rectangle 158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6" name="Rounded Rectangle 159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 Kodlaması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Java'da Saklanır ve İşlenir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7" name="Rounded Rectangle 160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8" name="Rounded Rectangle 161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UnicodeSummary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'Ç';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Degeri: " + (int)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9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35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1" name="Rectangle 35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2" name="Rectangle 35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3" name="Rectangle 35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4" name="Rectangle 35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5" name="Rectangle 35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6" name="Rectangle 35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7" name="Rectangle 36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8" name="Rectangle 36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9" name="Rectangle 36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0" name="Rectangle 363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1" name="Rectangle 36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2" name="Rectangle 36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3" name="Rectangle 36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4" name="Rectangle 36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5" name="Rectangle 36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6" name="Rounded Rectangle 162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7" name="TextBox 70"/>
          <p:cNvSpPr/>
          <p:nvPr/>
        </p:nvSpPr>
        <p:spPr>
          <a:xfrm>
            <a:off x="968040" y="1005840"/>
            <a:ext cx="9035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User Input (Kullanıcıdan Veri Alma)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71"/>
          <p:cNvSpPr/>
          <p:nvPr/>
        </p:nvSpPr>
        <p:spPr>
          <a:xfrm>
            <a:off x="1554840" y="2057400"/>
            <a:ext cx="7860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kullanıcıdan veri almak için genellikle Scanner sınıfı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sınıf, klavyeden girilen verileri okuyarak program içinde kullanmamızı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Rounded Rectangle 163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0" name="Rounded Rectangle 164"/>
          <p:cNvSpPr/>
          <p:nvPr/>
        </p:nvSpPr>
        <p:spPr>
          <a:xfrm>
            <a:off x="685800" y="3108960"/>
            <a:ext cx="35179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kullanmak için import gerekir: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import java.util.Scanner;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input = new Scanner(System.in);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kullanıcıdan veri almak için: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System.in → klavye girişini temsil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→ bu girişi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veri tipleri için farklı metodlar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1" name="Rounded Rectangle 165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2" name="Rounded Rectangle 166"/>
          <p:cNvSpPr/>
          <p:nvPr/>
        </p:nvSpPr>
        <p:spPr>
          <a:xfrm>
            <a:off x="4434840" y="2971800"/>
            <a:ext cx="33361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veriyi okur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 değişkene atanır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3" name="Rounded Rectangle 16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4" name="Rounded Rectangle 168"/>
          <p:cNvSpPr/>
          <p:nvPr/>
        </p:nvSpPr>
        <p:spPr>
          <a:xfrm>
            <a:off x="7955280" y="3108960"/>
            <a:ext cx="370188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UserInputExample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input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input.nextLine();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input.nextInt();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name + ", yaşınız: " + age);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input.close();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5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Rectangle 369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7" name="Rectangle 370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8" name="Rectangle 371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9" name="Rectangle 372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0" name="Rectangle 373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1" name="Rectangle 374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2" name="Rectangle 375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3" name="Rectangle 376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4" name="Rectangle 377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5" name="Rectangle 378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6" name="Rectangle 379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7" name="Rectangle 380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8" name="Rectangle 381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9" name="Rectangle 382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0" name="Rectangle 383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1" name="Rectangle 384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2" name="Rounded Rectangle 16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3" name="TextBox 73"/>
          <p:cNvSpPr/>
          <p:nvPr/>
        </p:nvSpPr>
        <p:spPr>
          <a:xfrm>
            <a:off x="1784160" y="1005840"/>
            <a:ext cx="7403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Girdi Türleri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TextBox 74"/>
          <p:cNvSpPr/>
          <p:nvPr/>
        </p:nvSpPr>
        <p:spPr>
          <a:xfrm>
            <a:off x="1576080" y="1932480"/>
            <a:ext cx="79038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sınıfı, kullanıcıdan farklı veri türlerini okumak için farklı metotlar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Örneğin; tam sayılar, ondalıklı sayılar ve metinler.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metot belirli bir veri türü için tasarlanmıştır.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Rounded Rectangle 17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6" name="Rounded Rectangle 171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reads an integer value.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nextFloat() reads a floating-point value.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reads an entire line of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These methods help Java programs accept user data in the correct format.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7" name="Rounded Rectangle 17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8" name="Rounded Rectangle 173"/>
          <p:cNvSpPr/>
          <p:nvPr/>
        </p:nvSpPr>
        <p:spPr>
          <a:xfrm>
            <a:off x="4434840" y="3108960"/>
            <a:ext cx="32896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belirli bir türde veri ister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Uygun Scanner metodu değeri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Değer bir değişkene atanır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bu veriyle çalışmaya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9" name="Rounded Rectangle 17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0" name="Rounded Rectangle 175"/>
          <p:cNvSpPr/>
          <p:nvPr/>
        </p:nvSpPr>
        <p:spPr>
          <a:xfrm>
            <a:off x="7955280" y="2971800"/>
            <a:ext cx="370224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InputTypesExample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tam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sc.nextInt();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ondalıklı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float decimal = sc.nextFloat();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metin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sc.nextLine();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System.out.println("Tam sayı: " + number);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System.out.println("Ondalıklı sayı: " + decimal);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1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Rectangle 385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3" name="Rectangle 386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4" name="Rectangle 387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5" name="Rectangle 388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6" name="Rectangle 389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7" name="Rectangle 390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8" name="Rectangle 391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9" name="Rectangle 392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0" name="Rectangle 393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1" name="Rectangle 394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2" name="Rectangle 395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3" name="Rectangle 396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4" name="Rectangle 397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5" name="Rectangle 398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6" name="Rectangle 399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7" name="Rectangle 400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8" name="Rounded Rectangle 17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9" name="TextBox 76"/>
          <p:cNvSpPr/>
          <p:nvPr/>
        </p:nvSpPr>
        <p:spPr>
          <a:xfrm>
            <a:off x="1631520" y="914400"/>
            <a:ext cx="7542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Girişi Örneği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TextBox 77"/>
          <p:cNvSpPr/>
          <p:nvPr/>
        </p:nvSpPr>
        <p:spPr>
          <a:xfrm>
            <a:off x="2122560" y="1735200"/>
            <a:ext cx="70866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 girdisine yaygın bir örnek, klavyeden sayıları okumak,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verileri işlemek ve sonucu ekrana yazdırmaktır.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 ile bu işlem basit ve düzenli bir şekilde gerçekleştirilebilir.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Rounded Rectangle 17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2" name="Rounded Rectangle 178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java.util.Scanner import edilir.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System.in ile bir Scanner nesnesi oluşturulur.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gibi metotlarla veriler okunur.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Okunan veriler işlenir (örneğin toplama işlemi yapılır).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3" name="Rounded Rectangle 17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4" name="Rounded Rectangle 180"/>
          <p:cNvSpPr/>
          <p:nvPr/>
        </p:nvSpPr>
        <p:spPr>
          <a:xfrm>
            <a:off x="4434840" y="2971800"/>
            <a:ext cx="3289680" cy="347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import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sc = new Scanner(System.in);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Toplama işlemi yapılır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5" name="Rounded Rectangle 18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6" name="Rounded Rectangle 182"/>
          <p:cNvSpPr/>
          <p:nvPr/>
        </p:nvSpPr>
        <p:spPr>
          <a:xfrm>
            <a:off x="7955280" y="2786760"/>
            <a:ext cx="3702240" cy="361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AddTwoNumbers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System.out.print("İkinci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num1 + num2;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System.out.println("İki sayının toplamı: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7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Rectangle 40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9" name="Rectangle 40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0" name="Rectangle 40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1" name="Rectangle 40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2" name="Rectangle 40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3" name="Rectangle 40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4" name="Rectangle 40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5" name="Rectangle 40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6" name="Rectangle 40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7" name="Rectangle 4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8" name="Rectangle 4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9" name="Rectangle 4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0" name="Rectangle 4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1" name="Rectangle 4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2" name="Rectangle 4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3" name="Rectangle 41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4" name="Rounded Rectangle 18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5" name="TextBox 79"/>
          <p:cNvSpPr/>
          <p:nvPr/>
        </p:nvSpPr>
        <p:spPr>
          <a:xfrm>
            <a:off x="2133000" y="1005840"/>
            <a:ext cx="6705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Scanner’da Yaygın Hatalar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TextBox 80"/>
          <p:cNvSpPr/>
          <p:nvPr/>
        </p:nvSpPr>
        <p:spPr>
          <a:xfrm>
            <a:off x="2514240" y="2033640"/>
            <a:ext cx="5942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Scanner kullanırken özellikle nextInt() ve nextLine()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kullanıldığında beklenmeyen hatalar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Rounded Rectangle 18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8" name="Rounded Rectangle 185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sadece sayıyı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Enter (newline) karakteri buffer’da kalır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Sonraki nextLine() bu boşluğu direkt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alınmadan boş string dönebilir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 durum çok sık yapılan bir hatadır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nextLine() öncesinde buffer temizlenmelidir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9" name="Rounded Rectangle 18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0" name="Rounded Rectangle 187"/>
          <p:cNvSpPr/>
          <p:nvPr/>
        </p:nvSpPr>
        <p:spPr>
          <a:xfrm>
            <a:off x="4434840" y="3108960"/>
            <a:ext cx="32900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sayı alınır (nextInt())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Enter karakteri buffer’da kalır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Boş veri okunur (hata oluşur)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Buffer temizlenirse problem çözülür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doğru şekilde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1" name="Rounded Rectangle 18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2" name="Rounded Rectangle 189"/>
          <p:cNvSpPr/>
          <p:nvPr/>
        </p:nvSpPr>
        <p:spPr>
          <a:xfrm>
            <a:off x="8001000" y="2971800"/>
            <a:ext cx="36568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ScannerHataOrnegi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sc.nextInt();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ad = sc.nextLine();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ad + ", yaşınız: " + 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3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Rectangle 41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5" name="Rectangle 418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6" name="Rectangle 419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7" name="Rectangle 420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8" name="Rectangle 421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9" name="Rectangle 422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0" name="Rectangle 423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1" name="Rectangle 424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2" name="Rectangle 425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3" name="Rectangle 426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4" name="Rectangle 427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5" name="Rectangle 428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6" name="Rectangle 429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7" name="Rectangle 430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8" name="Rectangle 431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9" name="Rectangle 432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0" name="Rounded Rectangle 190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1" name="TextBox 82"/>
          <p:cNvSpPr/>
          <p:nvPr/>
        </p:nvSpPr>
        <p:spPr>
          <a:xfrm>
            <a:off x="1239840" y="1005840"/>
            <a:ext cx="8491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Kullanıcı Girişi Doğrulama (Input Validation)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TextBox 83"/>
          <p:cNvSpPr/>
          <p:nvPr/>
        </p:nvSpPr>
        <p:spPr>
          <a:xfrm>
            <a:off x="1846080" y="1846080"/>
            <a:ext cx="7344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Kullanıcıdan alınan verilerin doğru formatta olup olmadığını kontrol etme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işlemine input validation denir. Bu sayede hatalı girişler engellenir.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Rounded Rectangle 191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4" name="Rounded Rectangle 192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her zaman doğru veri girmez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çökmesini önlemek gerekir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hasNextInt() gibi metotlarla kontrol yapılır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Geçersiz veri girilirse tekrar istenir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yöntem kullanıcı deneyimini artırır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5" name="Rounded Rectangle 193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6" name="Rounded Rectangle 194"/>
          <p:cNvSpPr/>
          <p:nvPr/>
        </p:nvSpPr>
        <p:spPr>
          <a:xfrm>
            <a:off x="4434840" y="2743200"/>
            <a:ext cx="329076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 kontrol edilir (hasNextInt)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Doğruysa → veri alınır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❌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Yanlışsa → hata mesajı gösterilir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tekrar giriş yapar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veri alınana kadar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7" name="Rounded Rectangle 195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8" name="Rounded Rectangle 196"/>
          <p:cNvSpPr/>
          <p:nvPr/>
        </p:nvSpPr>
        <p:spPr>
          <a:xfrm>
            <a:off x="7955280" y="2514600"/>
            <a:ext cx="393192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InputValidationOrnek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while (true)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(sc.hasNextInt())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yas = sc.nextInt();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break; // doğru giriş → çık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System.out.println("Hatalı giriş! Lütfen sayı girin.");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sc.next(); // yanlış veriyi temizle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System.out.println("Girilen yaş: " + yas);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9" name="TextBox 84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2026-04-19T00:16:30Z</dcterms:modified>
  <cp:revision>46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