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230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231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32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233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234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235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236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237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238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219.xml.rels" ContentType="application/vnd.openxmlformats-package.relationships+xml"/>
  <Override PartName="/ppt/slideLayouts/_rels/slideLayout229.xml.rels" ContentType="application/vnd.openxmlformats-package.relationships+xml"/>
  <Override PartName="/ppt/slideLayouts/_rels/slideLayout239.xml.rels" ContentType="application/vnd.openxmlformats-package.relationships+xml"/>
  <Override PartName="/ppt/slideLayouts/_rels/slideLayout24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  <p:sldMasterId id="2147483869" r:id="rId19"/>
    <p:sldMasterId id="2147483882" r:id="rId20"/>
    <p:sldMasterId id="2147483895" r:id="rId21"/>
  </p:sld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D444B9-B02B-4632-97AE-9FBDD997C5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CEC7F0-BE67-424F-9415-1B9EAF6F6B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D91350-B23E-48DF-90F2-2A9F2CC819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71A12D-2FD6-4165-91A1-BA578A8268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AD909F-129B-4C18-9339-CF78FB1E73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C3360D-B058-4865-BD69-6006F5EDD3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B0CF5C-DBCF-45C3-B39E-6D2D8A6554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11A1B6-A1F0-4B20-9300-4268EEFF1D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CEED0F-0C5E-4231-A1B0-CCF4471CBD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FDA577-C9C7-46B2-8687-B939049A038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DE87CF-7318-4B8E-9B20-BDEB4B7DF0A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A5A997-BF95-4836-B29D-77070FB29F6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B70403-C50F-487F-9786-B9EEF13B47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6E18C2-F104-4FB3-B27D-81D7E03798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147104-B791-406D-88B9-8CCEA40CE4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C665153-933B-488E-843D-59708A63B6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99CFB8E-455C-4B6B-B851-64D71DAB3E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78F635C-8E73-4349-82F2-72B46570BF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8AE7575-7968-4925-ADBD-61BF7AE026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BA87FA-631E-471F-B30A-C90EC32B51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8D4FAF2-C61D-49FB-B8E9-BB11EC0DBC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7F861D1-1D96-4995-BDD0-57B1575C51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1DF80E8-27BC-4D40-837C-DCDB98FFB1B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EDC459-3E15-4B8D-B737-B87162101AD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1E300E-C162-4976-9508-08784425F4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09BA652-E96A-443C-A104-40CD91D315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DBF0E95-1E82-4E9A-B427-1779F69586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C8AEF0-6579-41AA-A0CB-299E0B59CD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AFD769B-F64B-49CE-8342-9AEB06BBFD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2C3090E-6026-4572-B9A5-97518E4068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96B3A9E-6099-45B9-8CFF-720B0EFDAD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D7CF8A0-1609-4DFA-9883-97E2DE88A3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64AC902-78DA-4C69-B75F-81F2B3E881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729A000-93D7-4153-B21E-22E8D24141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3AED7A-5037-474A-BD01-171D0B4EF3E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016B64C-378F-4670-A598-EDAFB3B7790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5059A9-11C6-431C-8ABC-151732EF56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EC1E9E-443B-4A8F-B7E1-FBE8C50242C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3038895-99E9-4356-A81C-EA874C56DD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76FAD07-608A-42D6-BD9F-987831CDAA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4A9975F-7DAD-45B0-99C6-C59FDC99FF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59EF85A-8312-4639-89F4-9E92394202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F56EE8D-183B-410E-9FD8-A148CF5409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17C9603-D057-48A9-B133-8511C0EFE5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C8F669-26D4-427F-B1C8-837137CDE3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3B9A720-19AD-4090-B2B3-A8D76EB297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7D6E729-1C41-44E0-A263-7DDD5F13D2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F61202-E88B-4D60-A968-241C29EFF56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41ABD74-9D5A-492A-9B06-83AEF8FC14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A7CCF4-C1B3-43E8-A93E-BEB5D4858C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B853774-1EDD-4E1D-93D7-4B9D4E4055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C05F78B-0DC2-487A-B80F-699C25209A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F249BD-5608-498D-BCA1-147F4CC7D03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FDEF9F-BED5-4179-8CC4-22B7DC7017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760ED40-DA26-4357-85DA-6A860966F7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E74843-9567-4A00-BCF0-12BDDCE919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A7F4516-FF49-4082-AAA4-DF7835D2D4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83EFE58-9CAE-43F7-905D-FCD0FFECE74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F73EF17-7943-49B3-B256-50533F8AFF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C045AE-A509-44EB-88CD-049686FC68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645A9CF-3742-4A37-B7BD-C18A261250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F25BF1B-73DB-4F5C-9CEE-7B4AAF313F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4BDF56D-1AD3-4B62-AED6-2A0D4E38A2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20B861C-5484-4CCB-ADD8-81113D26E4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4BFD226-9F89-4ED4-850B-7976DA0643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8BB6182-2D93-4AFF-8243-2918D6EE0A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6BEEF5-D76A-45AA-A1BF-D7E3B8ECC4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22ED5B7-8861-4883-AEE7-85841DD467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BA165E8-C663-4C56-AA55-83AA410DE1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4270481-9581-4883-B7A2-3A2F2CFF3D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8885B9A-5EE5-4199-A1B5-BC580E6D59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DD3292A-3402-4096-9215-450236626EF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783E102-BC1C-4AEB-A7CB-7353D8E318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35DDC46-628B-4800-9707-E6355B5267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9E0099A-AE46-4668-9B40-0E4D5E041D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49F8B1A-4235-48F1-AE12-2F70F1EFA7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38EE6BA-BD0A-46E9-8B2F-82613C38ED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0F6F8CE-A9B4-4D7D-9525-B89111A05E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AC41C98-6D11-4AFE-B77A-8C688D13D7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9234F9B-2DCF-4F38-A0C8-2BF561A192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4B801A4-C11C-4278-96C6-24D0C6DC54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F19D13B-A29F-4290-87D1-0955544361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0A22333-44C9-47A9-A080-2C197EFEB1F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E0EF613-42E8-4F53-A5C7-AE994CB6BC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A57254-8021-4BA0-BA52-7EBC5AF014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C86E289-9838-46AD-AF51-C6338B0EA5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6C7BA7C-A04A-40E8-A45A-887D68A52B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6F0282F-AE9E-4483-BA70-65CD180340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5EC05D2-EB82-4809-B5D4-5382ED6D37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D281319-3B90-4A37-A35A-9FD83A7F01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03DDDD2-7BBD-4ACC-88D7-D8BA2BAA88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46DF2FD-86E8-41E1-82E0-B09F482AE9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A158582-6941-4225-B4C2-2C45C0BBEA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F75F93F-0A66-4733-987B-B96C590D17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A543574-8FDD-48A2-8E7E-9044C47ED11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ECA527E-F5BF-4EBE-B645-D7AC5112248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62CBC73-553F-40EB-A3D8-E22A5E43B7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E5115FD-B5BF-4B12-88A8-55A19E0A45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924F8C1-E456-46BF-8593-59F4E9E826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10A7385-3002-4611-AC96-23FE27691E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B0EE051-9AC5-41EB-98E3-2BA937C449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E5AFF41-C716-4060-B8AA-9EBFFD6697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AD0918A-BE2B-4827-80E4-457AF29BB9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A4653B8-F1B6-43BF-89F6-4DC4AC1D82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18B751A-7C83-484B-8A7B-865CBA89CA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97DC9D9-E0F6-4458-9E91-0E651BDFD8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FAF14A7-0DDF-43DE-B75A-3B63B68818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B7F4418-3182-46B4-BEFD-F380E8249F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253696A-FB58-47C0-9892-BD8FC76F09F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CC09BDF-88F5-4B89-ABDF-10868277D7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A8B620E-1DA9-4208-9EAB-B6DF7A9E5D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E171248-B69F-4E86-A33D-7E2472A6AE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C9A1969-B85F-4178-AE27-374C0736CC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9A42F01-746B-4BD2-B3DD-4891E4D435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E526A87-F6B8-4405-A6C5-19C50A0F4D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E7AE46C-8499-4E45-A18B-31EFA05309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1AE5914-5031-4E67-94C5-96C82EF42B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191A220-D36B-49E7-8EB3-52141B9EFF7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8427B75-36BD-4A66-9D34-EE64F00DEB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64D4FD0-A03E-40E1-AACA-C963782E4C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ACC8DC9-7C3B-4276-B0DA-C09AC9C0C7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2C0BE5B-7BA4-401A-97EB-1828C7358F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575607B-9CFC-49CB-B1F4-BD86309B44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D8FD3C3-E229-4955-87EA-68E9D4245E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00853DB-4469-499C-BB29-7ED77FD6723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D66E627-1558-4709-8BB6-4EB8A2F0CD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61A73FE-1F90-4571-9CA8-BA073F0E2B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47068E5-2B6A-47BE-B34F-5D530CF124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782F441-4132-47AF-8759-43BFA58D2E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CB64A4-5BE5-43C4-80A8-470680EA09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A73DBB3-1AC2-42FE-B46F-A2AF8923A17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37E347D-D935-4852-B5E8-DA640A32A87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B59EDDC-9B4F-4761-88BE-8E56BBC431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2598070-8920-40C9-A2A8-11F1579E94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FC84826-FD51-45B2-8091-C4178392EAC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A7EEACD-C06B-484C-9EC1-3A88A39A4D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BF5FE52-E1D0-477D-81E3-D5587707DC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6697E23-A941-403C-B331-027CEFA75D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C4A5E95-2D07-47EF-91A8-6D8ABC5ED3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E57ED2D-3DBB-4AB4-B918-79FC12CE0E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AAC19D9-06AC-41A5-9831-9A9301541A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26A930C-1B43-4B15-99AD-DACF9DB0EC9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C6A72D0-851C-4F2F-839E-AD4022DE6AB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09B54CD-68A0-47CB-9741-67362D3585F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55AD4D7-18B2-49B5-9DBC-5DF10EFF76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7F7D96B-62E5-4BAF-BFFF-7A1850352F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0F4BF19-1A61-4BC9-B35D-11480F3A45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99778CB-72D5-44E2-9135-5CB7AA7E99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4D03B54-864C-402B-A22A-7900B7AD83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169023D-9F7F-4E37-8F59-07CFCD4F3B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3102590-9122-452E-B587-1483BB7633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88D9512-16E6-4D7D-B365-B4FB26EE82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661B152-6455-4A91-94D7-4EDCCA6D0A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A1D1B45-D382-40B0-B08C-5B984F9CDB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8F353AD-E468-4AE5-8DB7-13A4150384F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62E6981-F4F2-4A66-9166-05BEA417AA2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94235FB-EACF-49A1-983B-59DED53D66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6FE7038-2996-41C0-B335-84B577E4FE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7EA0444-9D2E-4EA0-A8FD-7929F83028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4F502C0-EA8B-4727-9F5B-8791FC9E12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89A49B4-8970-451B-9CE6-E9052FF5A16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2982CB5-FEBF-4678-99B1-0582D3DFF5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700A63D-71EE-4D9B-B138-D7651910B0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E187BD4-6378-4D11-AC73-0F85A65598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591C0F6-2515-4186-A908-97DDEA285A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29E7510-CA51-4815-9AFD-775C24BDDC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C26F369-D0AD-405D-81FD-7330739AC79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CFB1CEE-17D5-4698-828C-907D5846A7B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32D83C0-935F-4767-9859-9CBF3DD058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1C8C679-EC20-4602-8B20-28CF8D22C6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B2F64A6-09A4-4E04-B59B-4D51FB7156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25203D3-D3D3-4DBE-AD0F-646AD8963D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2E9F791-261D-40AB-B30F-68055F870B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9B624FE-4FDA-4E9F-8B28-096D894165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13D6B89-1420-406A-B4BF-71A3AA49C1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8931C7B-AF27-4935-B998-52EE41D509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CC9F4A6-7E64-4805-A47E-9890E97E36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2449BBE-FAE9-4059-B721-6C526125B0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CF91FCA5-B7AF-4ABB-961E-78153B06F27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5CAD823-41F4-47AE-B8E8-E5362684F9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3F29329-B4F7-4122-8382-DC4D6811AA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1185C6D-CE1A-4A76-B660-360BEA08CA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1EB34B2-A1CC-4434-888F-D26311007C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2C096A1-F89B-4470-BFDF-0EB5B2A0E7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9419BF5-2C58-458E-9348-1FC85FB0D0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655F599-4329-4811-A2CD-B970C86545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B87FF52-A67F-4F7F-9B61-B1AD5C9953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90B3184-CD04-4F93-8552-B7698D6D29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FEDB275-909B-4E4B-A911-48353529E6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CF175B8-94FF-4AD6-AB9D-516BF586F4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1251F6A-EBAB-433F-8522-8BBF6C17AB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C0F9E55-BB0B-4BDA-B415-213D781A013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F2B4D2CF-C4B3-45B3-AE2A-026F3B492D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AF1AFA7-D17A-4393-86DB-8B89C9C31A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819F1B68-9C09-4837-902A-272FD1AC63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378C9C6-4188-46B2-9329-3294956638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FCB7236-1839-4613-A8DB-CB2D7E6AFC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3986464-6191-4040-B681-D01355C586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DEAB2A8-AB37-4FD2-AEFA-964987335D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19F2C31-E885-49D7-BE36-27A677A3C5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F9CFD9F-E5FD-4C33-BA4C-472A59DBBC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4EF968D8-53F8-4064-AC3C-1B570E9248E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473A9E8-465A-49A9-AB8D-29F80204255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2026331-32E7-4266-8C02-D71541FD145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0369F85-9145-4889-8B7C-AB5148BE4B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17FA620-CA37-4707-A328-F0467042B1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F4678CC-F01A-42E2-B305-404152F39C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6B64C6A-837B-4120-BD11-FE4F0FBAC9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8800CDE-A39C-4527-9F6B-A7A58A8F98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16A4FDC-55A4-45F5-921D-BD3B586E89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7AD971D-EA32-44D0-A148-F33691D2AB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D6B6A52-FD03-452E-A767-BFFA51A299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021EF65-166B-49FF-A15E-B1D66F1FFC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2C60F78-A81D-4418-88A0-6DF5338909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BCF5CF60-112B-49C8-A982-2E17846A0BF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302B8464-880E-457B-B11E-88CB5CCC1F7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2C7E8E42-F46F-4846-A463-5DBAE667B4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A6984F8A-2B56-4CB2-9C91-315F124339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B567DED-17E0-473C-8A29-DE371FA777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7B7E688C-FCFD-4EA2-87D5-30DDF27838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C39D15D-1DAC-4994-8713-C1202ACE62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CF0CC971-F417-4005-A657-E95F5C3B00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B324E91-6760-4EC9-81AE-3B08CD31D2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80CDE09-E1B1-4AD5-91E5-286C5319E3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948D2A0-CE8B-4533-BEA3-3A4850816F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AE59A0E-0C03-4112-9A6B-91ABC78513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F651706C-7FEC-419C-AECA-0F637D4DA81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4F340B34-FBD2-43CF-8E2C-263F7500E8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05.xml"/><Relationship Id="rId3" Type="http://schemas.openxmlformats.org/officeDocument/2006/relationships/slideLayout" Target="../slideLayouts/slideLayout206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8.xml"/><Relationship Id="rId6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0.xml"/><Relationship Id="rId8" Type="http://schemas.openxmlformats.org/officeDocument/2006/relationships/slideLayout" Target="../slideLayouts/slideLayout211.xml"/><Relationship Id="rId9" Type="http://schemas.openxmlformats.org/officeDocument/2006/relationships/slideLayout" Target="../slideLayouts/slideLayout212.xml"/><Relationship Id="rId10" Type="http://schemas.openxmlformats.org/officeDocument/2006/relationships/slideLayout" Target="../slideLayouts/slideLayout213.xml"/><Relationship Id="rId11" Type="http://schemas.openxmlformats.org/officeDocument/2006/relationships/slideLayout" Target="../slideLayouts/slideLayout214.xml"/><Relationship Id="rId12" Type="http://schemas.openxmlformats.org/officeDocument/2006/relationships/slideLayout" Target="../slideLayouts/slideLayout215.xml"/><Relationship Id="rId13" Type="http://schemas.openxmlformats.org/officeDocument/2006/relationships/slideLayout" Target="../slideLayouts/slideLayout216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slideLayout" Target="../slideLayouts/slideLayout227.xml"/><Relationship Id="rId13" Type="http://schemas.openxmlformats.org/officeDocument/2006/relationships/slideLayout" Target="../slideLayouts/slideLayout228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29.xml"/><Relationship Id="rId3" Type="http://schemas.openxmlformats.org/officeDocument/2006/relationships/slideLayout" Target="../slideLayouts/slideLayout230.xml"/><Relationship Id="rId4" Type="http://schemas.openxmlformats.org/officeDocument/2006/relationships/slideLayout" Target="../slideLayouts/slideLayout231.xml"/><Relationship Id="rId5" Type="http://schemas.openxmlformats.org/officeDocument/2006/relationships/slideLayout" Target="../slideLayouts/slideLayout232.xml"/><Relationship Id="rId6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4.xml"/><Relationship Id="rId8" Type="http://schemas.openxmlformats.org/officeDocument/2006/relationships/slideLayout" Target="../slideLayouts/slideLayout235.xml"/><Relationship Id="rId9" Type="http://schemas.openxmlformats.org/officeDocument/2006/relationships/slideLayout" Target="../slideLayouts/slideLayout236.xml"/><Relationship Id="rId10" Type="http://schemas.openxmlformats.org/officeDocument/2006/relationships/slideLayout" Target="../slideLayouts/slideLayout237.xml"/><Relationship Id="rId11" Type="http://schemas.openxmlformats.org/officeDocument/2006/relationships/slideLayout" Target="../slideLayouts/slideLayout238.xml"/><Relationship Id="rId12" Type="http://schemas.openxmlformats.org/officeDocument/2006/relationships/slideLayout" Target="../slideLayouts/slideLayout239.xml"/><Relationship Id="rId13" Type="http://schemas.openxmlformats.org/officeDocument/2006/relationships/slideLayout" Target="../slideLayouts/slideLayout24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FBBDE1-5F9B-4901-BE92-A96BF018831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55365B-A1B9-4381-ADF7-AEBF66A6628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0C7B6D-7A84-458C-97FD-A54F73AA1D0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087495-DCDF-49A8-A84B-D62F0D178CD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2165E1-C500-4F07-B3F5-D1A2F56AAD7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3D7A27-5C80-4D5A-906E-C2876846644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877795-3A02-409F-B71A-D7D77E351E3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626FE4-C432-4667-872C-942FA2FEE0D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CBE173-239C-4635-AA6E-711ED4E4742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EDF785-87A9-4DFD-BB39-BD90010BD95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298E04-34FA-4FEA-9017-F05CA6F125B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9D709C-C322-4CE5-9FAB-9965DDBD96E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00B48A-37D4-416B-9B3D-54454D4467D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CC1A9B-C3BB-4F04-9388-9E89A5C6BC2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9B44B6-FD52-4E17-BCAC-72583214334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1E3012-5D88-42F4-B8D5-C0F5FE5C908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ftr" idx="4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Num" idx="5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B8DC2F-BED5-4991-8604-2262ECD3BF1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dt" idx="5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70" r:id="rId2"/>
    <p:sldLayoutId id="2147483871" r:id="rId3"/>
    <p:sldLayoutId id="2147483872" r:id="rId4"/>
    <p:sldLayoutId id="2147483873" r:id="rId5"/>
    <p:sldLayoutId id="2147483874" r:id="rId6"/>
    <p:sldLayoutId id="2147483875" r:id="rId7"/>
    <p:sldLayoutId id="2147483876" r:id="rId8"/>
    <p:sldLayoutId id="2147483877" r:id="rId9"/>
    <p:sldLayoutId id="2147483878" r:id="rId10"/>
    <p:sldLayoutId id="2147483879" r:id="rId11"/>
    <p:sldLayoutId id="2147483880" r:id="rId12"/>
    <p:sldLayoutId id="2147483881" r:id="rId1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ftr" idx="5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 type="sldNum" idx="5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C46FD6-58A5-4867-9210-7B6C2C06EF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dt" idx="5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ftr" idx="5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PlaceHolder 2"/>
          <p:cNvSpPr>
            <a:spLocks noGrp="1"/>
          </p:cNvSpPr>
          <p:nvPr>
            <p:ph type="sldNum" idx="5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8E0DE2-640C-489B-A5A5-0320BDF662C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dt" idx="5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96" r:id="rId2"/>
    <p:sldLayoutId id="2147483897" r:id="rId3"/>
    <p:sldLayoutId id="2147483898" r:id="rId4"/>
    <p:sldLayoutId id="2147483899" r:id="rId5"/>
    <p:sldLayoutId id="2147483900" r:id="rId6"/>
    <p:sldLayoutId id="2147483901" r:id="rId7"/>
    <p:sldLayoutId id="2147483902" r:id="rId8"/>
    <p:sldLayoutId id="2147483903" r:id="rId9"/>
    <p:sldLayoutId id="2147483904" r:id="rId10"/>
    <p:sldLayoutId id="2147483905" r:id="rId11"/>
    <p:sldLayoutId id="2147483906" r:id="rId12"/>
    <p:sldLayoutId id="214748390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ectangle 32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33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34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35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36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37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38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39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0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41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42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43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44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45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46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47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0"/>
          <p:cNvSpPr/>
          <p:nvPr/>
        </p:nvSpPr>
        <p:spPr>
          <a:xfrm>
            <a:off x="914400" y="3108960"/>
            <a:ext cx="3282120" cy="328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Rounded Rectangle 1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ounded Rectangle 12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Rounded Rectangle 1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ounded Rectangle 14"/>
          <p:cNvSpPr/>
          <p:nvPr/>
        </p:nvSpPr>
        <p:spPr>
          <a:xfrm>
            <a:off x="7955280" y="3108960"/>
            <a:ext cx="3466080" cy="328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Rectangle 16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7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8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9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0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1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2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3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4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5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6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7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8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9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30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31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1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Rounded Rectangle 1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ounded Rectangle 17"/>
          <p:cNvSpPr/>
          <p:nvPr/>
        </p:nvSpPr>
        <p:spPr>
          <a:xfrm>
            <a:off x="931680" y="2925720"/>
            <a:ext cx="3174840" cy="369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Rounded Rectangle 18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ounded Rectangle 19"/>
          <p:cNvSpPr/>
          <p:nvPr/>
        </p:nvSpPr>
        <p:spPr>
          <a:xfrm>
            <a:off x="4434840" y="3108960"/>
            <a:ext cx="328212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Rounded Rectangle 20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ounded Rectangle 21"/>
          <p:cNvSpPr/>
          <p:nvPr/>
        </p:nvSpPr>
        <p:spPr>
          <a:xfrm>
            <a:off x="7955280" y="2971800"/>
            <a:ext cx="369504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Rectangle 160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161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162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163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164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165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166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167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168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169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170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171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172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173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174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175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71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ounded Rectangle 72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ounded Rectangle 73"/>
          <p:cNvSpPr/>
          <p:nvPr/>
        </p:nvSpPr>
        <p:spPr>
          <a:xfrm>
            <a:off x="685800" y="3108960"/>
            <a:ext cx="351360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Rounded Rectangle 74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ounded Rectangle 75"/>
          <p:cNvSpPr/>
          <p:nvPr/>
        </p:nvSpPr>
        <p:spPr>
          <a:xfrm>
            <a:off x="4434840" y="3108960"/>
            <a:ext cx="328500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Rounded Rectangle 76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ounded Rectangle 77"/>
          <p:cNvSpPr/>
          <p:nvPr/>
        </p:nvSpPr>
        <p:spPr>
          <a:xfrm>
            <a:off x="7955280" y="2971800"/>
            <a:ext cx="369756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Rectangle 144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145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146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147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148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149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150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51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152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153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154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155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156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157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158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159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64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ounded Rectangle 65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66"/>
          <p:cNvSpPr/>
          <p:nvPr/>
        </p:nvSpPr>
        <p:spPr>
          <a:xfrm>
            <a:off x="685800" y="3108960"/>
            <a:ext cx="351288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Rounded Rectangle 67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ounded Rectangle 68"/>
          <p:cNvSpPr/>
          <p:nvPr/>
        </p:nvSpPr>
        <p:spPr>
          <a:xfrm>
            <a:off x="4434840" y="3108960"/>
            <a:ext cx="328428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Rounded Rectangle 69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ounded Rectangle 70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Rectangle 48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49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50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51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52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53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54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55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56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57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58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59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60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61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62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63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ounded Rectangle 22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23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24"/>
          <p:cNvSpPr/>
          <p:nvPr/>
        </p:nvSpPr>
        <p:spPr>
          <a:xfrm>
            <a:off x="685800" y="2743200"/>
            <a:ext cx="35107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Rounded Rectangle 25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ounded Rectangle 26"/>
          <p:cNvSpPr/>
          <p:nvPr/>
        </p:nvSpPr>
        <p:spPr>
          <a:xfrm>
            <a:off x="4343400" y="2743200"/>
            <a:ext cx="3373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Rounded Rectangle 2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ounded Rectangle 28"/>
          <p:cNvSpPr/>
          <p:nvPr/>
        </p:nvSpPr>
        <p:spPr>
          <a:xfrm>
            <a:off x="7955280" y="2971800"/>
            <a:ext cx="369468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Rectangle 80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6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6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6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6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6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6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7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7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7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7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7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7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7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7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7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ounded Rectangle 29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Rounded Rectangle 3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31"/>
          <p:cNvSpPr/>
          <p:nvPr/>
        </p:nvSpPr>
        <p:spPr>
          <a:xfrm>
            <a:off x="685800" y="2971800"/>
            <a:ext cx="351144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Rounded Rectangle 3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ounded Rectangle 33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ounded Rectangle 3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ounded Rectangle 35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Rectangle 7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81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82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83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84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85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86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87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88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89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90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91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92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93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94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95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ounded Rectangle 36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Rounded Rectangle 37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ounded Rectangle 38"/>
          <p:cNvSpPr/>
          <p:nvPr/>
        </p:nvSpPr>
        <p:spPr>
          <a:xfrm>
            <a:off x="457200" y="2971800"/>
            <a:ext cx="374004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Rounded Rectangle 3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ounded Rectangle 40"/>
          <p:cNvSpPr/>
          <p:nvPr/>
        </p:nvSpPr>
        <p:spPr>
          <a:xfrm>
            <a:off x="4343400" y="2971800"/>
            <a:ext cx="3421080" cy="328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Rounded Rectangle 41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ounded Rectangle 42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Rectangle 96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97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98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99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100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101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102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103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104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105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106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107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108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109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110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111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ounded Rectangle 43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Rounded Rectangle 44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ounded Rectangle 45"/>
          <p:cNvSpPr/>
          <p:nvPr/>
        </p:nvSpPr>
        <p:spPr>
          <a:xfrm>
            <a:off x="475560" y="2514600"/>
            <a:ext cx="372168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Rounded Rectangle 46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ounded Rectangle 47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Rounded Rectangle 48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ounded Rectangle 49"/>
          <p:cNvSpPr/>
          <p:nvPr/>
        </p:nvSpPr>
        <p:spPr>
          <a:xfrm>
            <a:off x="7955280" y="2304000"/>
            <a:ext cx="3924360" cy="361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12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113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114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115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116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117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118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119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120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121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122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123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124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125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126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127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ounded Rectangle 50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Rounded Rectangle 51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ounded Rectangle 52"/>
          <p:cNvSpPr/>
          <p:nvPr/>
        </p:nvSpPr>
        <p:spPr>
          <a:xfrm>
            <a:off x="685800" y="2971800"/>
            <a:ext cx="35114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Rounded Rectangle 53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ounded Rectangle 54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Rounded Rectangle 55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ounded Rectangle 56"/>
          <p:cNvSpPr/>
          <p:nvPr/>
        </p:nvSpPr>
        <p:spPr>
          <a:xfrm>
            <a:off x="7955280" y="2971800"/>
            <a:ext cx="3466800" cy="296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Rectangle 128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129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130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131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132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133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134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135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136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137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138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139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140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141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142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143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ounded Rectangle 5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Rounded Rectangle 58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59"/>
          <p:cNvSpPr/>
          <p:nvPr/>
        </p:nvSpPr>
        <p:spPr>
          <a:xfrm>
            <a:off x="685800" y="3108960"/>
            <a:ext cx="3512520" cy="328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Rounded Rectangle 60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ounded Rectangle 61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Rounded Rectangle 62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ounded Rectangle 63"/>
          <p:cNvSpPr/>
          <p:nvPr/>
        </p:nvSpPr>
        <p:spPr>
          <a:xfrm>
            <a:off x="7955280" y="2743200"/>
            <a:ext cx="346788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Rectangle 176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177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178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179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180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181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182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183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184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185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186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187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188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189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190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191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ounded Rectangle 7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Rounded Rectangle 7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80"/>
          <p:cNvSpPr/>
          <p:nvPr/>
        </p:nvSpPr>
        <p:spPr>
          <a:xfrm>
            <a:off x="685800" y="2971800"/>
            <a:ext cx="351360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Rounded Rectangle 8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ounded Rectangle 82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Rounded Rectangle 8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ounded Rectangle 84"/>
          <p:cNvSpPr/>
          <p:nvPr/>
        </p:nvSpPr>
        <p:spPr>
          <a:xfrm>
            <a:off x="7955280" y="2971800"/>
            <a:ext cx="369756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Rectangle 19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19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19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19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19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19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19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19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20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20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20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20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20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20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20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20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ounded Rectangle 8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0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Rounded Rectangle 8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87"/>
          <p:cNvSpPr/>
          <p:nvPr/>
        </p:nvSpPr>
        <p:spPr>
          <a:xfrm>
            <a:off x="595440" y="2743200"/>
            <a:ext cx="351432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Rounded Rectangle 88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ounded Rectangle 89"/>
          <p:cNvSpPr/>
          <p:nvPr/>
        </p:nvSpPr>
        <p:spPr>
          <a:xfrm>
            <a:off x="4343400" y="2880360"/>
            <a:ext cx="3652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Rounded Rectangle 90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ounded Rectangle 91"/>
          <p:cNvSpPr/>
          <p:nvPr/>
        </p:nvSpPr>
        <p:spPr>
          <a:xfrm>
            <a:off x="8229600" y="2972880"/>
            <a:ext cx="365256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Rectangle 208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209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210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211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212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213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214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215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216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217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218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219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220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221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222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223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ounded Rectangle 92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6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Rounded Rectangle 93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94"/>
          <p:cNvSpPr/>
          <p:nvPr/>
        </p:nvSpPr>
        <p:spPr>
          <a:xfrm>
            <a:off x="457200" y="2743200"/>
            <a:ext cx="374328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Rounded Rectangle 95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ounded Rectangle 96"/>
          <p:cNvSpPr/>
          <p:nvPr/>
        </p:nvSpPr>
        <p:spPr>
          <a:xfrm>
            <a:off x="4434840" y="2971800"/>
            <a:ext cx="32860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Rounded Rectangle 9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ounded Rectangle 98"/>
          <p:cNvSpPr/>
          <p:nvPr/>
        </p:nvSpPr>
        <p:spPr>
          <a:xfrm>
            <a:off x="7955280" y="2514600"/>
            <a:ext cx="392724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Rectangle 224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225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226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227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228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229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230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231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232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233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234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235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236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237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238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239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ounded Rectangle 99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Rounded Rectangle 10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ounded Rectangle 101"/>
          <p:cNvSpPr/>
          <p:nvPr/>
        </p:nvSpPr>
        <p:spPr>
          <a:xfrm>
            <a:off x="91440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Rounded Rectangle 10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ounded Rectangle 10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Rounded Rectangle 10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ounded Rectangle 105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Rectangle 240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241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242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243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244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245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246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247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248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249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250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251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252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253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254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255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ounded Rectangle 106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Rounded Rectangle 107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1" name="Rounded Rectangle 108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Rounded Rectangle 10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ounded Rectangle 110"/>
          <p:cNvSpPr/>
          <p:nvPr/>
        </p:nvSpPr>
        <p:spPr>
          <a:xfrm>
            <a:off x="4343400" y="3108960"/>
            <a:ext cx="337824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Rounded Rectangle 111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5" name="Rounded Rectangle 112"/>
          <p:cNvSpPr/>
          <p:nvPr/>
        </p:nvSpPr>
        <p:spPr>
          <a:xfrm>
            <a:off x="7955280" y="2971800"/>
            <a:ext cx="392796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Rectangle 256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8" name="Rectangle 25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9" name="Rectangle 25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0" name="Rectangle 25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1" name="Rectangle 26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2" name="Rectangle 26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3" name="Rectangle 26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4" name="Rectangle 26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5" name="Rectangle 26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6" name="Rectangle 26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7" name="Rectangle 26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ectangle 26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9" name="Rectangle 26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0" name="Rectangle 26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27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27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ounded Rectangle 11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Rounded Rectangle 11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7" name="Rounded Rectangle 115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Rounded Rectangle 11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9" name="Rounded Rectangle 117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Rounded Rectangle 11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1" name="Rounded Rectangle 119"/>
          <p:cNvSpPr/>
          <p:nvPr/>
        </p:nvSpPr>
        <p:spPr>
          <a:xfrm>
            <a:off x="7955280" y="2971800"/>
            <a:ext cx="392832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Rectangle 27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4" name="Rectangle 27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5" name="Rectangle 27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6" name="Rectangle 27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7" name="Rectangle 27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8" name="Rectangle 27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9" name="Rectangle 27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0" name="Rectangle 27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1" name="Rectangle 28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2" name="Rectangle 28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3" name="Rectangle 28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ectangle 28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5" name="Rectangle 28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6" name="Rectangle 28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28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28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ounded Rectangle 12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Rounded Rectangle 12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3" name="Rounded Rectangle 122"/>
          <p:cNvSpPr/>
          <p:nvPr/>
        </p:nvSpPr>
        <p:spPr>
          <a:xfrm>
            <a:off x="914400" y="3108960"/>
            <a:ext cx="32875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Rounded Rectangle 12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5" name="Rounded Rectangle 124"/>
          <p:cNvSpPr/>
          <p:nvPr/>
        </p:nvSpPr>
        <p:spPr>
          <a:xfrm>
            <a:off x="4343400" y="3108960"/>
            <a:ext cx="3425760" cy="283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Rounded Rectangle 12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7" name="Rounded Rectangle 126"/>
          <p:cNvSpPr/>
          <p:nvPr/>
        </p:nvSpPr>
        <p:spPr>
          <a:xfrm>
            <a:off x="7955280" y="3108960"/>
            <a:ext cx="370008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9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2320" cy="682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Rectangle 288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1" name="Rectangle 289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2" name="Rectangle 290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3" name="Rectangle 291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4" name="Rectangle 292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5" name="Rectangle 293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6" name="Rectangle 294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7" name="Rectangle 295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8" name="Rectangle 296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9" name="Rectangle 297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0" name="Rectangle 298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1" name="Rectangle 299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2" name="Rectangle 300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3" name="Rectangle 301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4" name="Rectangle 302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5" name="Rectangle 303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6" name="Rounded Rectangle 12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Rounded Rectangle 12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0" name="Rounded Rectangle 129"/>
          <p:cNvSpPr/>
          <p:nvPr/>
        </p:nvSpPr>
        <p:spPr>
          <a:xfrm>
            <a:off x="685800" y="3108960"/>
            <a:ext cx="35164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Rounded Rectangle 13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2" name="Rounded Rectangle 131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Rounded Rectangle 13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4" name="Rounded Rectangle 133"/>
          <p:cNvSpPr/>
          <p:nvPr/>
        </p:nvSpPr>
        <p:spPr>
          <a:xfrm>
            <a:off x="7955280" y="2514600"/>
            <a:ext cx="39290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5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Rectangle 30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7" name="Rectangle 30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8" name="Rectangle 30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9" name="Rectangle 30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0" name="Rectangle 30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1" name="Rectangle 30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2" name="Rectangle 31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3" name="Rectangle 31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4" name="Rectangle 31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5" name="Rectangle 31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6" name="Rectangle 31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7" name="Rectangle 31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8" name="Rectangle 31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9" name="Rectangle 31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0" name="Rectangle 31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1" name="Rectangle 31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2" name="Rounded Rectangle 13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Rounded Rectangle 13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6" name="Rounded Rectangle 136"/>
          <p:cNvSpPr/>
          <p:nvPr/>
        </p:nvSpPr>
        <p:spPr>
          <a:xfrm>
            <a:off x="685800" y="3108960"/>
            <a:ext cx="35164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07" name="Rounded Rectangle 13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8" name="Rounded Rectangle 138"/>
          <p:cNvSpPr/>
          <p:nvPr/>
        </p:nvSpPr>
        <p:spPr>
          <a:xfrm>
            <a:off x="4343400" y="2836080"/>
            <a:ext cx="3379320" cy="310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Rounded Rectangle 13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0" name="Rounded Rectangle 140"/>
          <p:cNvSpPr/>
          <p:nvPr/>
        </p:nvSpPr>
        <p:spPr>
          <a:xfrm>
            <a:off x="7955280" y="2514600"/>
            <a:ext cx="39290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2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4840" cy="235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4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5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6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7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8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9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0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1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2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3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4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5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6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7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8" name="Rectangle 320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9" name="Rounded Rectangle 141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TextBox 61"/>
          <p:cNvSpPr/>
          <p:nvPr/>
        </p:nvSpPr>
        <p:spPr>
          <a:xfrm>
            <a:off x="1040400" y="1005840"/>
            <a:ext cx="888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TextBox 62"/>
          <p:cNvSpPr/>
          <p:nvPr/>
        </p:nvSpPr>
        <p:spPr>
          <a:xfrm>
            <a:off x="874440" y="2057400"/>
            <a:ext cx="9221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Rounded Rectangle 142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3" name="Rounded Rectangle 143"/>
          <p:cNvSpPr/>
          <p:nvPr/>
        </p:nvSpPr>
        <p:spPr>
          <a:xfrm>
            <a:off x="685800" y="2971800"/>
            <a:ext cx="35172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Rounded Rectangle 144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5" name="Rounded Rectangle 145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Rounded Rectangle 146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7" name="Rounded Rectangle 147"/>
          <p:cNvSpPr/>
          <p:nvPr/>
        </p:nvSpPr>
        <p:spPr>
          <a:xfrm>
            <a:off x="7955280" y="3108960"/>
            <a:ext cx="3472560" cy="283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Rectangle 32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0" name="Rectangle 32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1" name="Rectangle 32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2" name="Rectangle 32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3" name="Rectangle 32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4" name="Rectangle 32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5" name="Rectangle 32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6" name="Rectangle 32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7" name="Rectangle 32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8" name="Rectangle 33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9" name="Rectangle 33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0" name="Rectangle 33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1" name="Rectangle 33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2" name="Rectangle 33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3" name="Rectangle 33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4" name="Rectangle 33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5" name="Rounded Rectangle 14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6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TextBox 65"/>
          <p:cNvSpPr/>
          <p:nvPr/>
        </p:nvSpPr>
        <p:spPr>
          <a:xfrm>
            <a:off x="2683440" y="2194560"/>
            <a:ext cx="560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Rounded Rectangle 14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9" name="Rounded Rectangle 150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0" name="Rounded Rectangle 15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1" name="Rounded Rectangle 152"/>
          <p:cNvSpPr/>
          <p:nvPr/>
        </p:nvSpPr>
        <p:spPr>
          <a:xfrm>
            <a:off x="4434840" y="2971800"/>
            <a:ext cx="328896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" name="Rounded Rectangle 15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3" name="Rounded Rectangle 154"/>
          <p:cNvSpPr/>
          <p:nvPr/>
        </p:nvSpPr>
        <p:spPr>
          <a:xfrm>
            <a:off x="7955280" y="2743200"/>
            <a:ext cx="370152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Rectangle 33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6" name="Rectangle 33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7" name="Rectangle 33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8" name="Rectangle 34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9" name="Rectangle 34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0" name="Rectangle 34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1" name="Rectangle 34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2" name="Rectangle 34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3" name="Rectangle 34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4" name="Rectangle 34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5" name="Rectangle 34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6" name="Rectangle 34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7" name="Rectangle 34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8" name="Rectangle 35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9" name="Rectangle 35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0" name="Rectangle 35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1" name="Rounded Rectangle 15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2" name="TextBox 67"/>
          <p:cNvSpPr/>
          <p:nvPr/>
        </p:nvSpPr>
        <p:spPr>
          <a:xfrm>
            <a:off x="1061640" y="1005840"/>
            <a:ext cx="884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Box 68"/>
          <p:cNvSpPr/>
          <p:nvPr/>
        </p:nvSpPr>
        <p:spPr>
          <a:xfrm>
            <a:off x="1433160" y="2057400"/>
            <a:ext cx="8104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Rounded Rectangle 15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5" name="Rounded Rectangle 157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6" name="Rounded Rectangle 158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7" name="Rounded Rectangle 159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8" name="Rounded Rectangle 160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9" name="Rounded Rectangle 161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Rectangle 35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2" name="Rectangle 35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3" name="Rectangle 35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4" name="Rectangle 35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5" name="Rectangle 35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6" name="Rectangle 35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7" name="Rectangle 35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8" name="Rectangle 36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9" name="Rectangle 36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0" name="Rectangle 36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1" name="Rectangle 36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2" name="Rectangle 36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3" name="Rectangle 36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4" name="Rectangle 36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5" name="Rectangle 36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6" name="Rectangle 36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7" name="Rounded Rectangle 162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8" name="TextBox 70"/>
          <p:cNvSpPr/>
          <p:nvPr/>
        </p:nvSpPr>
        <p:spPr>
          <a:xfrm>
            <a:off x="968040" y="1005840"/>
            <a:ext cx="9035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User Input (Kullanıcıdan Veri Alma)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TextBox 71"/>
          <p:cNvSpPr/>
          <p:nvPr/>
        </p:nvSpPr>
        <p:spPr>
          <a:xfrm>
            <a:off x="1554840" y="2057400"/>
            <a:ext cx="7861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kullanıcıdan veri almak için genellikle Scanner sınıfı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sınıf, klavyeden girilen verileri okuyarak program içinde kullanmamızı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Rounded Rectangle 163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1" name="Rounded Rectangle 164"/>
          <p:cNvSpPr/>
          <p:nvPr/>
        </p:nvSpPr>
        <p:spPr>
          <a:xfrm>
            <a:off x="685800" y="3108960"/>
            <a:ext cx="35186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kullanmak için import gerekir: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import java.util.Scanner;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input = new Scanner(System.in);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kullanıcıdan veri almak için: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System.in → klavye girişini temsil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bu girişi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veri tipleri için farklı metodlar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Rounded Rectangle 165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3" name="Rounded Rectangle 166"/>
          <p:cNvSpPr/>
          <p:nvPr/>
        </p:nvSpPr>
        <p:spPr>
          <a:xfrm>
            <a:off x="4434840" y="2971800"/>
            <a:ext cx="33368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veriyi okur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değişkene atanır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4" name="Rounded Rectangle 16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5" name="Rounded Rectangle 168"/>
          <p:cNvSpPr/>
          <p:nvPr/>
        </p:nvSpPr>
        <p:spPr>
          <a:xfrm>
            <a:off x="7955280" y="3108960"/>
            <a:ext cx="37026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UserInputExample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input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input.nextLine();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input.nextInt();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name + ", yaşınız: " + age);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input.close();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Rectangle 369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8" name="Rectangle 370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9" name="Rectangle 371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0" name="Rectangle 372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1" name="Rectangle 373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2" name="Rectangle 374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3" name="Rectangle 375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4" name="Rectangle 376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5" name="Rectangle 377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6" name="Rectangle 378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7" name="Rectangle 379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8" name="Rectangle 380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9" name="Rectangle 381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0" name="Rectangle 382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1" name="Rectangle 383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2" name="Rectangle 384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3" name="Rounded Rectangle 16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4" name="TextBox 73"/>
          <p:cNvSpPr/>
          <p:nvPr/>
        </p:nvSpPr>
        <p:spPr>
          <a:xfrm>
            <a:off x="1784160" y="1005840"/>
            <a:ext cx="7403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Girdi Türleri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74"/>
          <p:cNvSpPr/>
          <p:nvPr/>
        </p:nvSpPr>
        <p:spPr>
          <a:xfrm>
            <a:off x="1576080" y="1932480"/>
            <a:ext cx="79045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sınıfı, kullanıcıdan farklı veri türlerini okumak için farklı metotlar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Örneğin; tam sayılar, ondalıklı sayılar ve metinler.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metot belirli bir veri türü için tasarlanmıştır.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Rounded Rectangle 17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7" name="Rounded Rectangle 171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reads an integer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nextFloat() reads a floating-point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reads an entire line of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These methods help Java programs accept user data in the correct format.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" name="Rounded Rectangle 17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9" name="Rounded Rectangle 173"/>
          <p:cNvSpPr/>
          <p:nvPr/>
        </p:nvSpPr>
        <p:spPr>
          <a:xfrm>
            <a:off x="4434840" y="3108960"/>
            <a:ext cx="32904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belirli bir türde veri ister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Uygun Scanner metodu değeri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Değer bir değişkene atanır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bu veriyle çalışmaya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0" name="Rounded Rectangle 17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1" name="Rounded Rectangle 175"/>
          <p:cNvSpPr/>
          <p:nvPr/>
        </p:nvSpPr>
        <p:spPr>
          <a:xfrm>
            <a:off x="7955280" y="2971800"/>
            <a:ext cx="37029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InputTypesExample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tam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sc.nextInt();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ondalıklı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float decimal = sc.nextFloat();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metin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sc.nextLine();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System.out.println("Tam sayı: " + number);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System.out.println("Ondalıklı sayı: " + decimal);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2" name="TextBox 7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Rectangle 385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4" name="Rectangle 386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5" name="Rectangle 387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6" name="Rectangle 388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7" name="Rectangle 389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8" name="Rectangle 390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9" name="Rectangle 391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0" name="Rectangle 392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1" name="Rectangle 393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2" name="Rectangle 394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3" name="Rectangle 395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4" name="Rectangle 396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5" name="Rectangle 397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6" name="Rectangle 398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7" name="Rectangle 399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8" name="Rectangle 400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9" name="Rounded Rectangle 17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TextBox 76"/>
          <p:cNvSpPr/>
          <p:nvPr/>
        </p:nvSpPr>
        <p:spPr>
          <a:xfrm>
            <a:off x="1631520" y="914400"/>
            <a:ext cx="7543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Girişi Örneği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Box 77"/>
          <p:cNvSpPr/>
          <p:nvPr/>
        </p:nvSpPr>
        <p:spPr>
          <a:xfrm>
            <a:off x="2122560" y="1735200"/>
            <a:ext cx="7087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 girdisine yaygın bir örnek, klavyeden sayıları okumak,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verileri işlemek ve sonucu ekrana yazdırmaktır.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 ile bu işlem basit ve düzenli bir şekilde gerçekleştirilebilir.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Rounded Rectangle 17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3" name="Rounded Rectangle 17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java.util.Scanner import edilir.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System.in ile bir Scanner nesnesi oluşturulur.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gibi metotlarla veriler okunur.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Okunan veriler işlenir (örneğin toplama işlemi yapılır).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4" name="Rounded Rectangle 17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5" name="Rounded Rectangle 180"/>
          <p:cNvSpPr/>
          <p:nvPr/>
        </p:nvSpPr>
        <p:spPr>
          <a:xfrm>
            <a:off x="4434840" y="2971800"/>
            <a:ext cx="3290400" cy="347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import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sc = new Scanner(System.in);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Toplama işlemi yapılır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Rounded Rectangle 18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7" name="Rounded Rectangle 182"/>
          <p:cNvSpPr/>
          <p:nvPr/>
        </p:nvSpPr>
        <p:spPr>
          <a:xfrm>
            <a:off x="7955280" y="2786760"/>
            <a:ext cx="3702960" cy="361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AddTwoNumbers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System.out.print("İkinci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num1 + num2;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System.out.println("İki sayının toplamı: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TextBox 78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Rectangle 40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0" name="Rectangle 40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1" name="Rectangle 40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2" name="Rectangle 40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3" name="Rectangle 40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4" name="Rectangle 40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5" name="Rectangle 40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6" name="Rectangle 40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7" name="Rectangle 40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8" name="Rectangle 4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9" name="Rectangle 4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0" name="Rectangle 4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1" name="Rectangle 4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2" name="Rectangle 4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3" name="Rectangle 4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4" name="Rectangle 41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5" name="Rounded Rectangle 183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6" name="TextBox 79"/>
          <p:cNvSpPr/>
          <p:nvPr/>
        </p:nvSpPr>
        <p:spPr>
          <a:xfrm>
            <a:off x="2133000" y="1005840"/>
            <a:ext cx="670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Scanner’da Yaygın Hatalar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80"/>
          <p:cNvSpPr/>
          <p:nvPr/>
        </p:nvSpPr>
        <p:spPr>
          <a:xfrm>
            <a:off x="2514240" y="2033640"/>
            <a:ext cx="594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Scanner kullanırken özellikle nextInt() ve nextLine()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kullanıldığında beklenmeyen hatalar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Rounded Rectangle 184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9" name="Rounded Rectangle 185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sadece sayıyı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Enter (newline) karakteri buffer’da kalır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Sonraki nextLine() bu boşluğu direkt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alınmadan boş string dönebilir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durum çok sık yapılan bir hatadır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nextLine() öncesinde buffer temizlenmelidir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Rounded Rectangle 186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1" name="Rounded Rectangle 187"/>
          <p:cNvSpPr/>
          <p:nvPr/>
        </p:nvSpPr>
        <p:spPr>
          <a:xfrm>
            <a:off x="4434840" y="3108960"/>
            <a:ext cx="32907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sayı alınır (nextInt())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Enter karakteri buffer’da kalır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Boş veri okunur (hata oluşur)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Buffer temizlenirse problem çözülür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doğru şekilde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Rounded Rectangle 188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3" name="Rounded Rectangle 189"/>
          <p:cNvSpPr/>
          <p:nvPr/>
        </p:nvSpPr>
        <p:spPr>
          <a:xfrm>
            <a:off x="8001000" y="2971800"/>
            <a:ext cx="365760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ScannerHataOrnegi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sc.nextInt();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ad = sc.nextLine();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ad + ", yaşınız: " + 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TextBox 81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2026-04-13T23:55:47Z</dcterms:modified>
  <cp:revision>44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