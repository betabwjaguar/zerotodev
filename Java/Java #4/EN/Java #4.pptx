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1ACF0D-CC9C-4BBD-84F8-752EAFF6BB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C6BFEA-AF6A-439D-8B1F-236DC61F26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0D1F46-C53B-4528-8035-268D08013A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778E3E-6FF9-45BB-BCDF-B0DD491C32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0B484A-4F4D-4C57-AF13-5618DD9EF8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FB8B88-C4E8-47CE-A8EB-679286F9E1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D8DA16-2516-41C2-9867-18A47E128A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2C82E8-8E12-47B7-8F6B-C8D02FD666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1F7EB9-45DD-4542-9E16-46E86BEC17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4FA325-5771-4D61-968D-95227359F73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651407-D36D-4D74-8600-355A1D0E4EA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57322B-3ACD-4F12-BBAC-8C678D5D10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4E91EE-E6FF-4A39-AA1A-2B57B8AD688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0040" cy="364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79240" cy="305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7924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1800" cy="305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7840" cy="318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7924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1800" cy="305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7840" cy="318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7924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112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644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7924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428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6080" cy="410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78880" cy="387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752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648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192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7880" cy="410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144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8520" cy="328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8520" cy="319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676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036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036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4968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28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28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28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28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3840" cy="296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384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11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384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47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384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51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21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384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51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21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3840" cy="274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004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28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3996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67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61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0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7880" cy="2859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8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6480" cy="2859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61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12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ectangle 44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45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45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45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6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6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6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20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88"/>
          <p:cNvSpPr/>
          <p:nvPr/>
        </p:nvSpPr>
        <p:spPr>
          <a:xfrm>
            <a:off x="1083960" y="457200"/>
            <a:ext cx="8124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Objects: The Engine of Flexibility (Comparator)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9"/>
          <p:cNvSpPr/>
          <p:nvPr/>
        </p:nvSpPr>
        <p:spPr>
          <a:xfrm>
            <a:off x="770760" y="1143000"/>
            <a:ext cx="9929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Comparable defines a class's "natural" ordering,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Comparator allows us to create multiple, flexible sorting rules (e.g., by age, price, name) through external intervention.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is the most powerful tool for changing sorting logic without touching the original class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20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6"/>
          <p:cNvSpPr/>
          <p:nvPr/>
        </p:nvSpPr>
        <p:spPr>
          <a:xfrm>
            <a:off x="458640" y="2514600"/>
            <a:ext cx="34261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vs.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(Internal):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Embedded within the class. Provides a single "natural" order (e.g., sorted by Student ID).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(External):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Acts as an externally assigned "referee". Allows you to define different rules for the same object (e.g., by age, by name).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207"/>
          <p:cNvSpPr/>
          <p:nvPr/>
        </p:nvSpPr>
        <p:spPr>
          <a:xfrm>
            <a:off x="448164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208"/>
          <p:cNvSpPr/>
          <p:nvPr/>
        </p:nvSpPr>
        <p:spPr>
          <a:xfrm>
            <a:off x="4343400" y="2514600"/>
            <a:ext cx="34257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The Engine of Flexibility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Goal: Sort the list differently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price? ➔ PriceComp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name? ➔ NameComp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Workflow: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Write the Comparator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Pass the rule into sort().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sorts according to your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20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10"/>
          <p:cNvSpPr/>
          <p:nvPr/>
        </p:nvSpPr>
        <p:spPr>
          <a:xfrm>
            <a:off x="8263800" y="2057400"/>
            <a:ext cx="33933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FlexibleSorting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FLEXIBLE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46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46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46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46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7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7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7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8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21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91"/>
          <p:cNvSpPr/>
          <p:nvPr/>
        </p:nvSpPr>
        <p:spPr>
          <a:xfrm>
            <a:off x="2413440" y="457200"/>
            <a:ext cx="54655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Strategies: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92"/>
          <p:cNvSpPr/>
          <p:nvPr/>
        </p:nvSpPr>
        <p:spPr>
          <a:xfrm>
            <a:off x="1095120" y="1143000"/>
            <a:ext cx="928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Mastering object comparison in Java means knowing the right tool for the job.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Whether it's simple primitive checks, natural sorting, or dynamic custom sorting, choosing the correct strategy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determines the robustness and flexibility of your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21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213"/>
          <p:cNvSpPr/>
          <p:nvPr/>
        </p:nvSpPr>
        <p:spPr>
          <a:xfrm>
            <a:off x="458640" y="2514600"/>
            <a:ext cx="342684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CHEAT SHEET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Directly apply &lt;, &gt;, ==. These built-in operators are highly optimized and inherently safe.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Strictly avoid ==. Rely on .equals() to verify exact content, and compareTo() for sequential sorting.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Enables dynamic "Custom Orders" externally, allowing multiple sorting strategies on the fly (e.g., sorting by price or name).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Rounded Rectangle 214"/>
          <p:cNvSpPr/>
          <p:nvPr/>
        </p:nvSpPr>
        <p:spPr>
          <a:xfrm>
            <a:off x="448164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215"/>
          <p:cNvSpPr/>
          <p:nvPr/>
        </p:nvSpPr>
        <p:spPr>
          <a:xfrm>
            <a:off x="4343400" y="2514600"/>
            <a:ext cx="34257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Decision Map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a quick logical test?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Operators (==, !=, &lt;, &gt;)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to sort a list naturally?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 Comparable interface.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multiple/dynamic sort orders?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a Comparator strategy.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Comparing textual content?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.equals().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Rounded Rectangle 21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217"/>
          <p:cNvSpPr/>
          <p:nvPr/>
        </p:nvSpPr>
        <p:spPr>
          <a:xfrm>
            <a:off x="8263800" y="1828800"/>
            <a:ext cx="3393360" cy="457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FINAL OVERVIEW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Primitive: Fast &amp; Safe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Logic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Content Check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Safe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3. Sorting Strategy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Custom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Reverse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2026-07-09T03:05:13Z</dcterms:modified>
  <cp:revision>55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