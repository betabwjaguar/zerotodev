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AEF3D4-B233-4FB8-A6D1-7ED3B58341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B91E3D-8AA6-48C1-8AA7-8E2FD2C3DB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71B53C-A6E8-47C0-90C6-792D86B0DB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267DE0-A5EE-48AC-A760-DDDE778A5BC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67E2F4-CA22-4FE0-A04C-371F2E0F07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22A23F-0048-465B-88EC-A982564B7B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38A692-EEC3-431A-A9A3-E4EB5AD91F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374F91-6105-40C4-8A72-B77387C0B8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669A95-F0FF-454A-90F8-9FF79850AC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DB6440-AFD7-4CD4-AECD-CC8A5C2B0B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C11125-6686-4717-834C-863693E5A35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782766-459E-4953-9416-DD65811A578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CED30B-1D3A-4A2B-A9C9-7AFD1437B0F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400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320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320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180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320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180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320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5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040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320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824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004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284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148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0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32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184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5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248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248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072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1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432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1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432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1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364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68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68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68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68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68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6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514600"/>
            <a:ext cx="3196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485960" y="2976120"/>
            <a:ext cx="282780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553480" y="732600"/>
            <a:ext cx="58582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229120" y="1466280"/>
            <a:ext cx="7120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8320" y="2743920"/>
            <a:ext cx="319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485960" y="2976120"/>
            <a:ext cx="282780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514600"/>
            <a:ext cx="38851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430360" y="1371600"/>
            <a:ext cx="6723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8680" y="2820240"/>
            <a:ext cx="319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343400" y="2976120"/>
            <a:ext cx="282780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671960" y="2286360"/>
            <a:ext cx="35287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3484440" y="732600"/>
            <a:ext cx="3996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586160" y="1371600"/>
            <a:ext cx="8411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8680" y="2820240"/>
            <a:ext cx="319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343400" y="2976120"/>
            <a:ext cx="282780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671960" y="2286000"/>
            <a:ext cx="35290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2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2286000" y="656640"/>
            <a:ext cx="64112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828800" y="1222920"/>
            <a:ext cx="816084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3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4"/>
          <p:cNvSpPr/>
          <p:nvPr/>
        </p:nvSpPr>
        <p:spPr>
          <a:xfrm>
            <a:off x="688680" y="2514600"/>
            <a:ext cx="342612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5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6"/>
          <p:cNvSpPr/>
          <p:nvPr/>
        </p:nvSpPr>
        <p:spPr>
          <a:xfrm>
            <a:off x="4441680" y="2967120"/>
            <a:ext cx="282780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167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168"/>
          <p:cNvSpPr/>
          <p:nvPr/>
        </p:nvSpPr>
        <p:spPr>
          <a:xfrm>
            <a:off x="7671960" y="2286000"/>
            <a:ext cx="35290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2026-05-28T17:38:35Z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