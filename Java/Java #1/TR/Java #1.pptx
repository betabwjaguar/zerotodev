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0077450" cy="75628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CB0ED85-3ACE-4486-91FE-9EE22FFA34B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3640" y="301320"/>
            <a:ext cx="906840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3640" y="1769040"/>
            <a:ext cx="9068400" cy="438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C619B31-4B46-44C0-A6BE-DB2B05127B3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3640" y="301320"/>
            <a:ext cx="906840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3640" y="1769040"/>
            <a:ext cx="9068400" cy="438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377B50-7DE2-428A-9E03-828E2B29C94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3640" y="301320"/>
            <a:ext cx="906840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3640" y="1769040"/>
            <a:ext cx="4425120" cy="438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0520" y="1769040"/>
            <a:ext cx="4425120" cy="438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A7F4C28-7A0E-40B2-83F2-8FDFF2CADE9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3640" y="301320"/>
            <a:ext cx="906840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54362FE-1AC0-414D-B484-ED246E7E62B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3640" y="301320"/>
            <a:ext cx="9068400" cy="585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4AD98B0-2764-4788-A2F9-CA3889B9342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3640" y="301320"/>
            <a:ext cx="906840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3640" y="1769040"/>
            <a:ext cx="4425120" cy="209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0520" y="1769040"/>
            <a:ext cx="4425120" cy="438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3640" y="4059720"/>
            <a:ext cx="4425120" cy="209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C7907BC-60BB-4549-B37C-483C1B3900D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3640" y="301320"/>
            <a:ext cx="906840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3640" y="1769040"/>
            <a:ext cx="4425120" cy="438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0520" y="1769040"/>
            <a:ext cx="4425120" cy="209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0520" y="4059720"/>
            <a:ext cx="4425120" cy="209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F45DBE8-2EB7-4C77-B74E-A42B0C150EA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3640" y="301320"/>
            <a:ext cx="906840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3640" y="1769040"/>
            <a:ext cx="4425120" cy="209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0520" y="1769040"/>
            <a:ext cx="4425120" cy="209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3640" y="4059720"/>
            <a:ext cx="9068400" cy="209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F69F87-A2E5-47DF-8F39-A4262080D81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3640" y="301320"/>
            <a:ext cx="906840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3640" y="1769040"/>
            <a:ext cx="9068400" cy="209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3640" y="4059720"/>
            <a:ext cx="9068400" cy="209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04528BD-1028-4A30-82CD-13935F00A50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3640" y="301320"/>
            <a:ext cx="906840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3640" y="1769040"/>
            <a:ext cx="4425120" cy="209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0520" y="1769040"/>
            <a:ext cx="4425120" cy="209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3640" y="4059720"/>
            <a:ext cx="4425120" cy="209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0520" y="4059720"/>
            <a:ext cx="4425120" cy="209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1759E34-E15B-4B4B-841D-76DD312C226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3640" y="301320"/>
            <a:ext cx="906840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3640" y="1769040"/>
            <a:ext cx="2919960" cy="209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0120" y="1769040"/>
            <a:ext cx="2919960" cy="209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6240" y="1769040"/>
            <a:ext cx="2919960" cy="209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3640" y="4059720"/>
            <a:ext cx="2919960" cy="209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0120" y="4059720"/>
            <a:ext cx="2919960" cy="209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6240" y="4059720"/>
            <a:ext cx="2919960" cy="209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E6744E0-414C-4889-B071-575FC6CBC38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0880" y="7007400"/>
            <a:ext cx="318384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0160" y="7007400"/>
            <a:ext cx="234432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7F5F6F0-BB9F-4B98-AA31-D90884EC815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560" y="7007400"/>
            <a:ext cx="234432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3640" y="301320"/>
            <a:ext cx="906840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3640" y="1769040"/>
            <a:ext cx="9068400" cy="438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1800" y="1800"/>
            <a:ext cx="13424400" cy="7555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18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100476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20124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302004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402768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503532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604296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70506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805824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906588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1007352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10808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208844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309608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1800" y="1800"/>
            <a:ext cx="345960" cy="7555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10880640" y="401400"/>
            <a:ext cx="220968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5377320" y="1107360"/>
            <a:ext cx="13276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2608920" y="2266920"/>
            <a:ext cx="7519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sunumda Java programlama dili ve ele alınacak konuların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1086120" y="3507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1019520" y="342684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programlama dilini tanıtmak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Temel kavramları ve temel prensipleri açıklamak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geliştirme için sağlam bir temel oluşturmak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966200" y="3507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884480" y="342684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Giriş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nedir?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 öğreneceksiniz?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Tarihi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845560" y="3507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8763840" y="342684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600" spc="-1" strike="noStrike">
                <a:solidFill>
                  <a:srgbClr val="78ffc8"/>
                </a:solidFill>
                <a:latin typeface="Consolas"/>
                <a:ea typeface="DejaVu Sans"/>
              </a:rPr>
              <a:t>Java’ya Giriş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1800" y="1800"/>
            <a:ext cx="13424400" cy="7555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18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100476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20124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302004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402768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503532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604296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70506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805824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906588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1007352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10808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208844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309608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1800" y="1800"/>
            <a:ext cx="345960" cy="7555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10880640" y="401400"/>
            <a:ext cx="220968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4506120" y="1107360"/>
            <a:ext cx="30722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Nedir?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3046320" y="2266920"/>
            <a:ext cx="6641280" cy="66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Java, platformdan bağımsız ve güvenilir olacak şekilde tasarlanmış,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yüksek seviyeli, nesne yönelimli bir programlama dilidir.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1086120" y="3507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1005840" y="342612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seviyeli programlama dili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(OOP) yaklaşım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sayesinde platformdan bağımsız çalışma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 ve sağlam yapı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ve web uygulamalarında yaygın kullanım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966200" y="3507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884480" y="342612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Nasıl Çalışır?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Derleyicisi (Compiler)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Sanal Makinesi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İşletim Sistemi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(Write Once, Run Anywhere)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845560" y="3507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8763840" y="342684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1800" y="1800"/>
            <a:ext cx="13424400" cy="7555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18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100476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20124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302004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402768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503532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604296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70506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805824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906588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1007352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10808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208844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309608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1800" y="1800"/>
            <a:ext cx="345960" cy="7555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10880640" y="401400"/>
            <a:ext cx="220968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3482280" y="1107360"/>
            <a:ext cx="51202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Ne Öğreneceksiniz?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2704320" y="2266920"/>
            <a:ext cx="7325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Java kursunda ele alınan temel konuların ve becerilerin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1086120" y="3507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1005840" y="342684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temel kavramlarını anlama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 kavramlarını öğrenme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 yazma ve çalıştırma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Sağlam bir programlama temeli oluşturma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966200" y="3507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884480" y="342540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Sözdizimi ve Temelleri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 ve Veri Tipleri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Kontrol Yapıları (if / döngüler)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Metotlar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845560" y="3507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8763840" y="342612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1800" y="1800"/>
            <a:ext cx="13424400" cy="7555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18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100476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20124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302004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402768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503532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604296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70506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805824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906588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1007352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108080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208844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3096080" y="1800"/>
            <a:ext cx="1404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1800" y="1800"/>
            <a:ext cx="345960" cy="7555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10880640" y="401400"/>
            <a:ext cx="220968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4171320" y="1107360"/>
            <a:ext cx="37396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Java’nın Tarihi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949760" y="2266920"/>
            <a:ext cx="8837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nasıl ortaya çıktığı ve neden en güçlü programlama dillerinden biri haline geldiği.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1086120" y="3507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1005840" y="342612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Sun Microsystems’te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ve ekibi tarafından oluşturuldu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 Oak idi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Başlangıçtaki amaç: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Tüketici elektroniği için yazılım geliştirmek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Televizyonlar, set-top box’lar, gömülü sistemler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Temel sorun: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Farklı donanımlar, farklı yazılımlar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çalışabilecek tek bir dile ihtiyacımız vardı.”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966200" y="3507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884480" y="342612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(Write Once, Run Anywhere)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Bytecode’a derlenir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JVM üzerinde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Her işletim sisteminde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1995’te yayımlandı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İnternet çağı için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845560" y="350712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8763840" y="342612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Tarihi Başlıyor!");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doğdu");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1800" y="1800"/>
            <a:ext cx="13424760" cy="7556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180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100476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201240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302004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402768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503532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604296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705060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805824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906588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1007352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108080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208844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309608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1800" y="1800"/>
            <a:ext cx="346320" cy="7556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10880640" y="401400"/>
            <a:ext cx="221004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801160" y="1107360"/>
            <a:ext cx="6482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Java’dan Önceki Problem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820600" y="2266920"/>
            <a:ext cx="7094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Dünyanın neden yeni bir programlama diline ihtiyaç duyduğunu anlatır.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1086120" y="350712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679320" y="3274920"/>
            <a:ext cx="4028400" cy="3169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Yazılım Kaosu (1990’ların başı)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Durum: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bilgisayarlar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işlemciler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işletim sistemleri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Başka bir makinede çalışmıyordu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sorun: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aynı yazılımı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tekrar tekrar baştan yazmak zorundaydı.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çalıştır” henüz yoktu.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966200" y="350712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884480" y="3426840"/>
            <a:ext cx="362124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Mevcut Diller Neden Başarısız Oldu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Donanıma bağımlı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özel derlenmiş dosyalar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Bellek yönetimi problemleri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 sorunları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Ana sıkıntı: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sistem = bir derleme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Evrensel bir çözüm yoktu.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845560" y="350712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763840" y="3426120"/>
            <a:ext cx="362124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Kod donanıma bağımlıydı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Java’dan Önceki Felsefe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System.out.println("Yazılımı yeniden yaz!");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1800" y="1800"/>
            <a:ext cx="13424760" cy="7556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180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100476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201240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302004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402768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503532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604296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705060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805824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906588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1007352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108080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208844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3096080" y="1800"/>
            <a:ext cx="1440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1800" y="1800"/>
            <a:ext cx="346320" cy="7556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1"/>
          <p:cNvSpPr/>
          <p:nvPr/>
        </p:nvSpPr>
        <p:spPr>
          <a:xfrm>
            <a:off x="10880640" y="401400"/>
            <a:ext cx="221004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2592360" y="1107360"/>
            <a:ext cx="69112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 Projesi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4428720" y="2266920"/>
            <a:ext cx="3876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Daha sonra Java’ya dönüşecek olan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3"/>
          <p:cNvSpPr/>
          <p:nvPr/>
        </p:nvSpPr>
        <p:spPr>
          <a:xfrm>
            <a:off x="1086120" y="350712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4"/>
          <p:cNvSpPr/>
          <p:nvPr/>
        </p:nvSpPr>
        <p:spPr>
          <a:xfrm>
            <a:off x="1005840" y="3425400"/>
            <a:ext cx="362124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Oak Projesi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Microsystems’in dahili projesi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liderliğinde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odaklanmış bir ekip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Amaç: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cihazlar için yazılım geliştirmek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Set-top box’lar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Gömülü sistemler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5"/>
          <p:cNvSpPr/>
          <p:nvPr/>
        </p:nvSpPr>
        <p:spPr>
          <a:xfrm>
            <a:off x="4966200" y="350712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6"/>
          <p:cNvSpPr/>
          <p:nvPr/>
        </p:nvSpPr>
        <p:spPr>
          <a:xfrm>
            <a:off x="8845560" y="350712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ounded Rectangle 47"/>
          <p:cNvSpPr/>
          <p:nvPr/>
        </p:nvSpPr>
        <p:spPr>
          <a:xfrm>
            <a:off x="8763840" y="3426840"/>
            <a:ext cx="362124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System.out.println("Bu fikir yazılımı değiştirecek");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Box 20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48"/>
          <p:cNvSpPr/>
          <p:nvPr/>
        </p:nvSpPr>
        <p:spPr>
          <a:xfrm>
            <a:off x="4938840" y="3450960"/>
            <a:ext cx="3621240" cy="301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Arkasındaki Temel Fikir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sözdizimi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güvenlik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Donanıma doğrudan bağımlılık yok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Devrimsel düşünce: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Birçok cihaz için tek bir dil.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Aynı kod her yerde çalışmalı.”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1800" y="1800"/>
            <a:ext cx="13425120" cy="7556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180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100476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201240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302004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402768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503532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604296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705060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805824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906588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1007352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108080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208844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309608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1800" y="1800"/>
            <a:ext cx="346680" cy="7556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49"/>
          <p:cNvSpPr/>
          <p:nvPr/>
        </p:nvSpPr>
        <p:spPr>
          <a:xfrm>
            <a:off x="10880640" y="401400"/>
            <a:ext cx="2210400" cy="547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608920" y="1107720"/>
            <a:ext cx="688212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Oak'tan Java'ya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3687120" y="2266920"/>
            <a:ext cx="5359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Oak nasıl Java’ya dönüştü ve gerçek amacını nasıl buldu.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0"/>
          <p:cNvSpPr/>
          <p:nvPr/>
        </p:nvSpPr>
        <p:spPr>
          <a:xfrm>
            <a:off x="1086120" y="3507120"/>
            <a:ext cx="362124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1"/>
          <p:cNvSpPr/>
          <p:nvPr/>
        </p:nvSpPr>
        <p:spPr>
          <a:xfrm>
            <a:off x="1005840" y="3426120"/>
            <a:ext cx="362160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Dönüm Noktası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 ters gitti?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TV pazarı başarısız oldu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ticari bir geleceği yoktu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 neredeyse iptal ediliyordu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Ama bir şey değişti…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büyümeye başladı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tarayıcıları popülerleşti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Taşınabilir ve güvenli koda ihtiyaç doğdu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Kritik farkındalık: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Gelecek televizyonlar değil — Web’tir.”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2"/>
          <p:cNvSpPr/>
          <p:nvPr/>
        </p:nvSpPr>
        <p:spPr>
          <a:xfrm>
            <a:off x="4966200" y="3507120"/>
            <a:ext cx="362124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3"/>
          <p:cNvSpPr/>
          <p:nvPr/>
        </p:nvSpPr>
        <p:spPr>
          <a:xfrm>
            <a:off x="8845560" y="3507120"/>
            <a:ext cx="362124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ounded Rectangle 54"/>
          <p:cNvSpPr/>
          <p:nvPr/>
        </p:nvSpPr>
        <p:spPr>
          <a:xfrm>
            <a:off x="8763840" y="3426120"/>
            <a:ext cx="362160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Web için hazır!"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Box 23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55"/>
          <p:cNvSpPr/>
          <p:nvPr/>
        </p:nvSpPr>
        <p:spPr>
          <a:xfrm>
            <a:off x="4938840" y="3450600"/>
            <a:ext cx="362160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Web Fırsatı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 neden İnternet için mükemmeldi?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verimli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Doğrudan donanım bağımlılığı yok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Yeni yön: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Cihazlardan → tarayıcılara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Oak’tan → Java’ya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dünyaya resmen tanıtıldı.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1800" y="1800"/>
            <a:ext cx="13425120" cy="7556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180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100476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201240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302004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402768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503532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604296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705060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805824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906588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1007352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108080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208844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3096080" y="1800"/>
            <a:ext cx="14760" cy="7556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1800" y="1800"/>
            <a:ext cx="346680" cy="7556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6"/>
          <p:cNvSpPr/>
          <p:nvPr/>
        </p:nvSpPr>
        <p:spPr>
          <a:xfrm>
            <a:off x="10880640" y="401400"/>
            <a:ext cx="2210400" cy="547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562680" y="1107720"/>
            <a:ext cx="1098000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Felsefesi – Bir Kez Yaz, Her Yerde Çalıştır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4013640" y="2266920"/>
            <a:ext cx="470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Yazılım geliştirmeyi sonsuza kadar değiştiren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7"/>
          <p:cNvSpPr/>
          <p:nvPr/>
        </p:nvSpPr>
        <p:spPr>
          <a:xfrm>
            <a:off x="1086120" y="3507120"/>
            <a:ext cx="362124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8"/>
          <p:cNvSpPr/>
          <p:nvPr/>
        </p:nvSpPr>
        <p:spPr>
          <a:xfrm>
            <a:off x="1005840" y="3426120"/>
            <a:ext cx="362160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Vaat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Java’dan önce: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 işletim sistemi = 1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sistem için yeniden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Yüksek bakım maliyeti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kaynak kod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kez derlenen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çalışır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Ünlü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59"/>
          <p:cNvSpPr/>
          <p:nvPr/>
        </p:nvSpPr>
        <p:spPr>
          <a:xfrm>
            <a:off x="4966200" y="3507120"/>
            <a:ext cx="362124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0"/>
          <p:cNvSpPr/>
          <p:nvPr/>
        </p:nvSpPr>
        <p:spPr>
          <a:xfrm>
            <a:off x="8845560" y="3507120"/>
            <a:ext cx="3621240" cy="3018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ounded Rectangle 61"/>
          <p:cNvSpPr/>
          <p:nvPr/>
        </p:nvSpPr>
        <p:spPr>
          <a:xfrm>
            <a:off x="8763840" y="3426120"/>
            <a:ext cx="362160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"Çalıştığı sistem: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"Aynı kod. Aynı sonuç."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Box 27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ounded Rectangle 62"/>
          <p:cNvSpPr/>
          <p:nvPr/>
        </p:nvSpPr>
        <p:spPr>
          <a:xfrm>
            <a:off x="4938840" y="3452040"/>
            <a:ext cx="3621600" cy="301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Çalışır? (Basit Anlatım)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çalışma modeli: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(her işletim sistemi için)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platformda çalışır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2026-01-01T21:58:25Z</dcterms:modified>
  <cp:revision>77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