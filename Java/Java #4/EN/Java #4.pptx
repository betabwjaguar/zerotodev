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slide4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6D8EFB3-D884-4042-89D1-9E188029747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72C8311-8197-40E4-95E5-4BFB3B07553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534F754-F9DA-4622-ABF4-53688B73AC7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B81D979-0CAF-4190-97AA-8FD03752EA0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0497624-444A-4EF3-ADB8-26E5C1DC02F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3869071-88D0-4740-AFCE-E9D18533D47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8ABFA91-84E3-4B9C-AD48-82DB436805C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5EAE932-8315-4B78-8B12-8B6EA1E7DA4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F4C5CF2-9BD8-4B01-99B7-4968E5632AA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3607E36-69E5-4861-8449-5C716F6E5D2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DE79773-2AF3-4588-BE6D-3625087D05AC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918DD0E-9114-4A2E-80FF-A2BE5B0B1C4D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937DDA0-1946-428B-B461-18013A02BC92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" name="Rectangle 2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" name="Rectangle 3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" name="Rectangle 4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" name="Rectangle 5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" name="Rectangle 6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" name="Rectangle 7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" name="Rectangle 8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" name="Rectangle 9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" name="Rectangle 10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" name="Rectangle 11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" name="Rectangle 12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" name="Rectangle 13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" name="Rectangle 14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" name="Rectangle 15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" name="Rectangle 16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" name="Rounded Rectangle 17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Box 18"/>
          <p:cNvSpPr/>
          <p:nvPr/>
        </p:nvSpPr>
        <p:spPr>
          <a:xfrm>
            <a:off x="3070440" y="779400"/>
            <a:ext cx="4830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DATE &amp; TIME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Box 19"/>
          <p:cNvSpPr/>
          <p:nvPr/>
        </p:nvSpPr>
        <p:spPr>
          <a:xfrm>
            <a:off x="1548720" y="1785240"/>
            <a:ext cx="850860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Date and time operations in Java are managed using the java.time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package introduced in Java 8. Unlike legacy date classes,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this new API provides a much safer (thread-safe), clearer, and more flexible structure.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Rounded Rectangle 20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" name="Rounded Rectangle 21"/>
          <p:cNvSpPr/>
          <p:nvPr/>
        </p:nvSpPr>
        <p:spPr>
          <a:xfrm>
            <a:off x="91440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java.time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package introduced with Java 8 allows us to manage regional time (Timezone) and dates precisely. Using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and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ZoneId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classes, you can instantly access the local time zone and current date data of your current location (e.g., Istanbul, Turkey) and print it in the desired format.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Rounded Rectangle 22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" name="Rounded Rectangle 23"/>
          <p:cNvSpPr/>
          <p:nvPr/>
        </p:nvSpPr>
        <p:spPr>
          <a:xfrm>
            <a:off x="443484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 (ZoneId) is Defined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Current Time (ZonedDateTime) is Retrieved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Format is Determined (DateTimeFormatter)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Printed to Screen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Rounded Rectangle 24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" name="Rounded Rectangle 25"/>
          <p:cNvSpPr/>
          <p:nvPr/>
        </p:nvSpPr>
        <p:spPr>
          <a:xfrm>
            <a:off x="7955280" y="2971800"/>
            <a:ext cx="3930840" cy="3656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DateAndTimeContext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Set location to Istanbul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zone = ZoneId.of("Europe/Istanbul");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Get current time in Istanbul timezone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ZonedDateTime.now(zone);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Set desired format (e.g., Tuesday, April 28, 2026 at 10:28 PM +03)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 DateTimeFormatter.ofPattern("EEEE, MMMM dd, yyyy 'at' hh:mm a xxx", Locale.ENGLISH);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System.out.println("Current time is " + now.format(formatter) + ".");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System.out.println("Remember the current location is Istanbul, İstanbul, Türkiye.");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32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" name="Rectangle 17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" name="Rectangle 18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" name="Rectangle 19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" name="Rectangle 20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" name="Rectangle 21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" name="Rectangle 22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" name="Rectangle 23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" name="Rectangle 24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" name="Rectangle 25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" name="Rectangle 26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" name="Rectangle 27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" name="Rectangle 28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" name="Rectangle 29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" name="Rectangle 30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" name="Rectangle 31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ounded Rectangle 8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Box 4"/>
          <p:cNvSpPr/>
          <p:nvPr/>
        </p:nvSpPr>
        <p:spPr>
          <a:xfrm>
            <a:off x="2219760" y="914400"/>
            <a:ext cx="65307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Timezone and Regional Time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5"/>
          <p:cNvSpPr/>
          <p:nvPr/>
        </p:nvSpPr>
        <p:spPr>
          <a:xfrm>
            <a:off x="612000" y="1828800"/>
            <a:ext cx="102646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Timezone management in Java is used to accurately handle time across different regions.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With ZoneId, a specific region is selected, and with ZonedDateTime, the current date and time of that region are obtained.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This structure ensures that global applications display the correct time for every user.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ounded Rectangle 9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ounded Rectangle 10"/>
          <p:cNvSpPr/>
          <p:nvPr/>
        </p:nvSpPr>
        <p:spPr>
          <a:xfrm>
            <a:off x="914400" y="3108960"/>
            <a:ext cx="3290040" cy="3062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ZoneId → Represents the time zone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 → Holds date and time along with the time zone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UTC offsets are calculated automatically for each region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Daylight saving time changes are handled automatically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Rounded Rectangle 11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ounded Rectangle 12"/>
          <p:cNvSpPr/>
          <p:nvPr/>
        </p:nvSpPr>
        <p:spPr>
          <a:xfrm>
            <a:off x="4434840" y="2971800"/>
            <a:ext cx="3290040" cy="3428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Time Zone is Selected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Current Time of the Region is Retrieved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Processing / Formatting is Applied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 to the User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Rounded Rectangle 13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ounded Rectangle 14"/>
          <p:cNvSpPr/>
          <p:nvPr/>
        </p:nvSpPr>
        <p:spPr>
          <a:xfrm>
            <a:off x="7955280" y="3108960"/>
            <a:ext cx="3702600" cy="3062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TimezoneExample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istanbul = ZoneId.of("Europe/Istanbul");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newYork = ZoneId.of("America/New_York");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timeInIstanbul = ZonedDateTime.now(istanbul);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timeInNewYork = ZonedDateTime.now(newYork);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System.out.println("Istanbul Time: " + timeInIstanbul);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System.out.println("New York Time: " + timeInNewYork);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ectangle 33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34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35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36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37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ectangle 38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" name="Rectangle 39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" name="Rectangle 40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" name="Rectangle 41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ectangle 42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" name="Rectangle 43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ectangle 44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" name="Rectangle 45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ectangle 46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" name="Rectangle 47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" name="Rectangle 48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ounded Rectangle 15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Box 7"/>
          <p:cNvSpPr/>
          <p:nvPr/>
        </p:nvSpPr>
        <p:spPr>
          <a:xfrm>
            <a:off x="855000" y="914400"/>
            <a:ext cx="926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LocalDate, LocalTime and LocalDateTime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8"/>
          <p:cNvSpPr/>
          <p:nvPr/>
        </p:nvSpPr>
        <p:spPr>
          <a:xfrm>
            <a:off x="1304280" y="1828800"/>
            <a:ext cx="88797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date and time handling is not always dependent on time zones. In some cases, only the date, only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time, or both together are needed.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For these purposes, LocalDate, LocalTime, and LocalDateTime classes are used.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ounded Rectangle 16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ounded Rectangle 18"/>
          <p:cNvSpPr/>
          <p:nvPr/>
        </p:nvSpPr>
        <p:spPr>
          <a:xfrm>
            <a:off x="685800" y="2971800"/>
            <a:ext cx="3518640" cy="319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 → Stores only date information (year, month, day)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LocalTime → Stores only time information (hour, minute, second)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 → Stores both date and time together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They do not include time zone information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Provide a simpler and more efficient usage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Rounded Rectangle 19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ounded Rectangle 26"/>
          <p:cNvSpPr/>
          <p:nvPr/>
        </p:nvSpPr>
        <p:spPr>
          <a:xfrm>
            <a:off x="4434840" y="2971800"/>
            <a:ext cx="3290040" cy="3428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Appropriate Class is Selected (LocalDate / LocalTime / LocalDateTime)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Current Value is Retrieved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Processing / Formatting is Applied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Rounded Rectangle 27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ounded Rectangle 28"/>
          <p:cNvSpPr/>
          <p:nvPr/>
        </p:nvSpPr>
        <p:spPr>
          <a:xfrm>
            <a:off x="7955280" y="3108960"/>
            <a:ext cx="3702600" cy="3062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LocalDateTimeExample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time = LocalTime.now();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dateTime = LocalDateTime.now();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System.out.println("Date: " + date);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System.out.println("Time: " + 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 and Time: " + dateTime);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Rectangle 49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50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ectangle 51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52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53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ectangle 54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" name="Rectangle 55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" name="Rectangle 56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" name="Rectangle 57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ectangle 58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" name="Rectangle 59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ectangle 60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" name="Rectangle 61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ectangle 62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" name="Rectangle 63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" name="Rectangle 64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ounded Rectangle 29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Box 10"/>
          <p:cNvSpPr/>
          <p:nvPr/>
        </p:nvSpPr>
        <p:spPr>
          <a:xfrm>
            <a:off x="2845800" y="914400"/>
            <a:ext cx="52790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DateTimeFormatter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Box 11"/>
          <p:cNvSpPr/>
          <p:nvPr/>
        </p:nvSpPr>
        <p:spPr>
          <a:xfrm>
            <a:off x="1726200" y="1828800"/>
            <a:ext cx="803592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date and time values are not always displayed in a user-friendly format.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DateTimeFormatter is used to format date and time into a readable and customizable structure.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Rounded Rectangle 30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ounded Rectangle 31"/>
          <p:cNvSpPr/>
          <p:nvPr/>
        </p:nvSpPr>
        <p:spPr>
          <a:xfrm>
            <a:off x="685800" y="2971800"/>
            <a:ext cx="3518640" cy="319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→ Formats date and time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Supports custom patterns (dd/MM/yyyy, HH:mm, etc.)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Can be used with LocalDateTime, ZonedDateTime, etc.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Provides locale-based formatting (language support)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Improves readability of date-time output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Rounded Rectangle 32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ounded Rectangle 33"/>
          <p:cNvSpPr/>
          <p:nvPr/>
        </p:nvSpPr>
        <p:spPr>
          <a:xfrm>
            <a:off x="4434840" y="2971800"/>
            <a:ext cx="3290040" cy="3428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Application runs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Date/Time is required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date-time object is created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custom format pattern is defined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formatter processes the data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readable formatted output is produced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 to the user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Rounded Rectangle 34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ounded Rectangle 35"/>
          <p:cNvSpPr/>
          <p:nvPr/>
        </p:nvSpPr>
        <p:spPr>
          <a:xfrm>
            <a:off x="7955280" y="2743200"/>
            <a:ext cx="3931920" cy="3886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java.time.LocalDateTime;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java.time.format.DateTimeFormatter;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java.util.Locale;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LocaleFormatterExample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now = LocalDateTime.now();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formatterTR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 MMMM yyyy HH:mm", new Locale("tr", "TR"));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formatterUS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DateTimeFormatter.ofPattern("MMMM dd, yyyy hh:mm a", Locale.US);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System.out.println("Turkish Format: " + now.format(formatterTR));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System.out.println("US Format: " + now.format(formatterUS));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2026-05-02T00:01:44Z</dcterms:modified>
  <cp:revision>7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