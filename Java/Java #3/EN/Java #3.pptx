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B3CC60-0F2A-4F17-B0C3-799DC99E71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D2C860-C029-408D-B336-4EA14F3394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B64925-D91D-44D6-8BBB-B95E1455C5B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E564BB7-2AF6-4EDE-9150-051CB42E8E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2AB6319-7D32-4FB8-BF91-BF8FC14D8C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BCE933-AE60-4450-A80E-0B1D78712E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142BD7-5AE8-458D-B96D-9FC8CDFDCE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8141F8A-FD16-4033-8238-944BE6228A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574342-31C8-4687-A43D-9557D8D18F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7BBB824-0089-4A0F-95AD-A0CAE941B71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C7F725-141D-4E40-A813-48541D698E0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00DD4E-D027-46AE-9BDC-79C6CD134F4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90D8AC-4861-4DFC-8ECB-3498FC377CA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BF7C63-71B6-4E80-8F9D-BC27A94C773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C7624CB-6282-4254-83D3-3BAE341FEB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08C1412-B086-4ECB-BC16-1452EF9AAF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3B936EC-AE01-4505-AB48-C73054B9564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00CF60-C1A0-4BC5-A992-050FA00BE8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495E252-75D4-4386-A8F7-99B1557897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80B4B3A-6CB9-4DA2-B460-0C706FF7876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B2395B6-6EF6-4A47-9D1A-3650E3F998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7269332-42A0-43E8-8155-E7B1DFDA8A2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14BDE18-ADBD-4602-8390-2F0192A4D93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07BCD2F-2090-4D49-99CE-2AC5F69D6BC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09AF98F-DA88-43B3-8439-3CF2CF5668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D71BDA3-5FC4-4A42-B63C-82B7157D4C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DE87863-6B2C-4C06-A4AA-30C6069CC3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4D5A6B6-583E-4531-A9BD-DD551875B9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5B886B3-F3F2-4425-868F-144D6090E95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523E32-7A9E-4097-BB8F-277C86D3A0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7064B96-8B91-4D82-B14B-CFA393EB9D2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8AAE834-543C-4601-BB44-0C6AAB0B4B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5DB6CE-E72B-416C-9997-BCE3BEE79D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F130E5C-8450-473B-AF33-A060E3A49B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FDBD7E-89E0-470E-923C-68F45D262EF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BD12A6-144E-4493-B16E-F6E2BEAB9DB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EBAD577-808B-49E3-AF83-6EDDDA64EB6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15801A1-8155-49E3-8885-648749A522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F41227-3234-4059-94BC-614495C5113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899B63-FF07-480F-B86D-02AB9B4F522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EFBB88C-AA39-498A-88BF-97C009E0FF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CAD3BD1-86AB-4987-8506-1F1B2A38E7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1420A78-ED9A-44A9-986B-23116C8D35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419E30F-5AA4-4C7D-8EF1-0073048315D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17DC3CC-E3EE-4659-AE40-B399E26C05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3C8CBF2-52DB-43CD-983B-F0B9892B74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0557401-DBDF-4388-A247-DDE63D939B7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6CDCAD6-E219-4B1E-8BC7-321AA0D0AAB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BBA83E4-3EDF-458B-A64B-0C114978AA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24E26FA-6597-4D53-894B-51AE7F33A4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736FA1F-7058-4561-912F-41396AAD11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0BDE7E4-47E0-417D-A367-9D5537F5F40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620D28A-F483-4311-93FE-DE136283C7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EEF9AC-FB2D-4588-8A97-00A2CD1295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307E052-7E2E-48DC-AC52-C10F041C27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89047D4-EFED-4539-A254-431CF6B265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86BA20E-BACE-4B8A-A941-EFDED1248A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07AB43C-CC0F-49CB-8D7E-FD75EAF6CA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564CCB3-81AE-4A42-A785-3D379851F9A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008469A-D7FA-46D3-B5D7-618333259F4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6E3D346-7DA4-4F2F-8138-BF14E5E45E0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ED81F3C-3D20-463B-AF0F-759DE0F530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D7171EA-80C1-4E98-99D4-5F8B14F2B27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EF994BF-F35D-4783-9896-A831B4EFD1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A1131A3-B1AA-462D-BC48-ADDD65352BE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E174229-8C00-4BAB-BACE-844BFEB402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A0376F1-4CA7-402A-96D9-CB5FF38DD78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0DA53E7-B596-4808-AD57-51E08EF9AE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E106490-954D-4D4E-8152-AF8A60628FA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69CC187-02E8-4382-90FA-57630CC3B7D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9668F4D-D9E6-4CB9-A0B7-FE2BF3E595C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70EEFC1-630A-48E0-A093-FCB247D8BB3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80D1185-6BE0-4823-9B85-27C4454579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F058D9-5AB8-4E1C-99B0-CD2D6B4047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2210062-ECDB-4433-B8F1-9A7705C04F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93C033B-C47F-4786-84C9-72DDC033711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227E9CE-2768-4948-88B2-24CD075BB5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739C043-7EB5-4F3F-9765-DA198A9C33B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6159D53-2A20-40E2-A95E-545C146808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31E26AA-EE1A-4F55-A4BE-371FD136B0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864870-CDD5-45E9-9CE9-9B6DD087D0F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83B3082-85B5-405A-A321-168853459C7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931A9AF-AA10-404F-9466-1C5659A47AA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5FB8788-FF95-48B8-BDCC-971A2D39843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36FAD31-9FEB-42D6-A90F-F39EE848B77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46AF931-9621-423D-8D0C-5F0AAC4464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9E9175F-1E1B-4854-A31B-5139CF80743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E32F7C6-9507-43ED-B002-34E418066E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C8C81F2-A3A5-4601-9625-DE9ADDEACE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3BA8F4D-608F-4393-9B71-F7E5482760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D02365C-7765-403F-BE19-B90ACBDA31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9C823BC-A066-44A1-BF58-EBEF80D76A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C7A00A9-A1D0-405A-9B82-8974593E8F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EF74310-EBFC-4D94-BABF-669318BE11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63ACE95-C456-4CD9-AB85-E0397D412F4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9967B61-20F0-47DF-A6E5-0D14FC18FC3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DC649E-759D-4F80-A54E-B902FFCDBD7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E83896-7D34-4E0C-926A-BC02F713C2D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2B8B09-6FD6-40C0-8F8F-AF8E2ECB3DB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4315C7-2D8C-47A5-BFB4-42B99DC70A9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E19633-79B3-49C2-B4F9-78523187A5E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071CE8-08A2-4E49-8032-33A0B487328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D15814-C2E4-433B-BCCA-4DF213A25A2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01B3CF-0FEE-42ED-A945-9FC10269BE5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ounded Rectangle 17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Rounded Rectangle 2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ounded Rectangle 21"/>
          <p:cNvSpPr/>
          <p:nvPr/>
        </p:nvSpPr>
        <p:spPr>
          <a:xfrm>
            <a:off x="914400" y="3108960"/>
            <a:ext cx="32882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ounded Rectangle 2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ounded Rectangle 2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ounded Rectangle 2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ounded Rectangle 25"/>
          <p:cNvSpPr/>
          <p:nvPr/>
        </p:nvSpPr>
        <p:spPr>
          <a:xfrm>
            <a:off x="7955280" y="3108960"/>
            <a:ext cx="347220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3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3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3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3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3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3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3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3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4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4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4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4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4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4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4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4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ounded Rectangle 8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ounded Rectangle 9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ounded Rectangle 10"/>
          <p:cNvSpPr/>
          <p:nvPr/>
        </p:nvSpPr>
        <p:spPr>
          <a:xfrm>
            <a:off x="826200" y="2925720"/>
            <a:ext cx="3391920" cy="370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ounded Rectangle 11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ounded Rectangle 12"/>
          <p:cNvSpPr/>
          <p:nvPr/>
        </p:nvSpPr>
        <p:spPr>
          <a:xfrm>
            <a:off x="4434840" y="3108960"/>
            <a:ext cx="328824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ounded Rectangle 13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ounded Rectangle 14"/>
          <p:cNvSpPr/>
          <p:nvPr/>
        </p:nvSpPr>
        <p:spPr>
          <a:xfrm>
            <a:off x="7955280" y="3108960"/>
            <a:ext cx="347220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160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61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62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63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4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65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66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67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68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69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70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71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72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73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74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75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ounded Rectangle 71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32"/>
          <p:cNvSpPr/>
          <p:nvPr/>
        </p:nvSpPr>
        <p:spPr>
          <a:xfrm>
            <a:off x="2312280" y="1679400"/>
            <a:ext cx="6374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ounded Rectangle 72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ounded Rectangle 73"/>
          <p:cNvSpPr/>
          <p:nvPr/>
        </p:nvSpPr>
        <p:spPr>
          <a:xfrm>
            <a:off x="685800" y="2971800"/>
            <a:ext cx="35190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Rounded Rectangle 74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ounded Rectangle 75"/>
          <p:cNvSpPr/>
          <p:nvPr/>
        </p:nvSpPr>
        <p:spPr>
          <a:xfrm>
            <a:off x="443484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Rounded Rectangle 76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ounded Rectangle 77"/>
          <p:cNvSpPr/>
          <p:nvPr/>
        </p:nvSpPr>
        <p:spPr>
          <a:xfrm>
            <a:off x="7955280" y="2971800"/>
            <a:ext cx="370296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Box 33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14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4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4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4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4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4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5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5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5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5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5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5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5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5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5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5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ounded Rectangle 64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Box 29"/>
          <p:cNvSpPr/>
          <p:nvPr/>
        </p:nvSpPr>
        <p:spPr>
          <a:xfrm>
            <a:off x="2229120" y="2194560"/>
            <a:ext cx="6512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Rounded Rectangle 65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ounded Rectangle 66"/>
          <p:cNvSpPr/>
          <p:nvPr/>
        </p:nvSpPr>
        <p:spPr>
          <a:xfrm>
            <a:off x="685800" y="3108960"/>
            <a:ext cx="3518640" cy="329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Rounded Rectangle 67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68"/>
          <p:cNvSpPr/>
          <p:nvPr/>
        </p:nvSpPr>
        <p:spPr>
          <a:xfrm>
            <a:off x="443484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69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70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Rectangle 4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4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5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5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5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5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5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5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5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5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5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5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6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6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6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6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ounded Rectangle 15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Rounded Rectangle 16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ounded Rectangle 18"/>
          <p:cNvSpPr/>
          <p:nvPr/>
        </p:nvSpPr>
        <p:spPr>
          <a:xfrm>
            <a:off x="685800" y="2743200"/>
            <a:ext cx="35168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Rounded Rectangle 1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26"/>
          <p:cNvSpPr/>
          <p:nvPr/>
        </p:nvSpPr>
        <p:spPr>
          <a:xfrm>
            <a:off x="4343400" y="2743200"/>
            <a:ext cx="3379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2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28"/>
          <p:cNvSpPr/>
          <p:nvPr/>
        </p:nvSpPr>
        <p:spPr>
          <a:xfrm>
            <a:off x="7955280" y="2971800"/>
            <a:ext cx="370080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Rectangle 80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81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82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83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84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85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86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87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88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89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90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91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92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93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94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95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ounded Rectangle 36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Rounded Rectangle 37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ounded Rectangle 38"/>
          <p:cNvSpPr/>
          <p:nvPr/>
        </p:nvSpPr>
        <p:spPr>
          <a:xfrm>
            <a:off x="685800" y="3108960"/>
            <a:ext cx="351720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Rounded Rectangle 39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40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41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42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Rectangle 6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6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6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6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6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6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7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7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7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7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7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7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7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7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7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7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ounded Rectangle 2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ounded Rectangle 3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ounded Rectangle 31"/>
          <p:cNvSpPr/>
          <p:nvPr/>
        </p:nvSpPr>
        <p:spPr>
          <a:xfrm>
            <a:off x="457200" y="2971800"/>
            <a:ext cx="3745800" cy="3426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3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33"/>
          <p:cNvSpPr/>
          <p:nvPr/>
        </p:nvSpPr>
        <p:spPr>
          <a:xfrm>
            <a:off x="4343400" y="2971800"/>
            <a:ext cx="3426840" cy="328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3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35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9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9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9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9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0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0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0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0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0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0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0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0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0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10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11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11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ounded Rectangle 4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4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ounded Rectangle 45"/>
          <p:cNvSpPr/>
          <p:nvPr/>
        </p:nvSpPr>
        <p:spPr>
          <a:xfrm>
            <a:off x="475560" y="2514600"/>
            <a:ext cx="372780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Rounded Rectangle 4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4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4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49"/>
          <p:cNvSpPr/>
          <p:nvPr/>
        </p:nvSpPr>
        <p:spPr>
          <a:xfrm>
            <a:off x="7955280" y="2514600"/>
            <a:ext cx="3701520" cy="3407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12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13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14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15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16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17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18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19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20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21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22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23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24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125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126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127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ounded Rectangle 50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Rounded Rectangle 51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ounded Rectangle 52"/>
          <p:cNvSpPr/>
          <p:nvPr/>
        </p:nvSpPr>
        <p:spPr>
          <a:xfrm>
            <a:off x="685800" y="2971800"/>
            <a:ext cx="351756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Rounded Rectangle 53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54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55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56"/>
          <p:cNvSpPr/>
          <p:nvPr/>
        </p:nvSpPr>
        <p:spPr>
          <a:xfrm>
            <a:off x="7955280" y="2971800"/>
            <a:ext cx="347292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Rectangle 128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29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30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31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32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33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34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35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36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37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38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39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40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141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42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43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ounded Rectangle 5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Rounded Rectangle 5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ounded Rectangle 59"/>
          <p:cNvSpPr/>
          <p:nvPr/>
        </p:nvSpPr>
        <p:spPr>
          <a:xfrm>
            <a:off x="685800" y="3108960"/>
            <a:ext cx="35182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3" name="Rounded Rectangle 6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61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6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63"/>
          <p:cNvSpPr/>
          <p:nvPr/>
        </p:nvSpPr>
        <p:spPr>
          <a:xfrm>
            <a:off x="7955280" y="3108960"/>
            <a:ext cx="34736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176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7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7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7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8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8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8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8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8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8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8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8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8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8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9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9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ounded Rectangle 7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35"/>
          <p:cNvSpPr/>
          <p:nvPr/>
        </p:nvSpPr>
        <p:spPr>
          <a:xfrm>
            <a:off x="2356200" y="2057400"/>
            <a:ext cx="6330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7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ounded Rectangle 80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9" name="Rounded Rectangle 8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82"/>
          <p:cNvSpPr/>
          <p:nvPr/>
        </p:nvSpPr>
        <p:spPr>
          <a:xfrm>
            <a:off x="443484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8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84"/>
          <p:cNvSpPr/>
          <p:nvPr/>
        </p:nvSpPr>
        <p:spPr>
          <a:xfrm>
            <a:off x="7955280" y="2971800"/>
            <a:ext cx="370296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Box 3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9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9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9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9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9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9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9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9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20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20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20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20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0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20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20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20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ounded Rectangle 8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1" name="TextBox 37"/>
          <p:cNvSpPr/>
          <p:nvPr/>
        </p:nvSpPr>
        <p:spPr>
          <a:xfrm>
            <a:off x="1242720" y="900360"/>
            <a:ext cx="848520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Rounded Rectangle 8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87"/>
          <p:cNvSpPr/>
          <p:nvPr/>
        </p:nvSpPr>
        <p:spPr>
          <a:xfrm>
            <a:off x="595440" y="2743200"/>
            <a:ext cx="35193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88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89"/>
          <p:cNvSpPr/>
          <p:nvPr/>
        </p:nvSpPr>
        <p:spPr>
          <a:xfrm>
            <a:off x="4343400" y="2880360"/>
            <a:ext cx="36576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90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91"/>
          <p:cNvSpPr/>
          <p:nvPr/>
        </p:nvSpPr>
        <p:spPr>
          <a:xfrm>
            <a:off x="8229600" y="2972880"/>
            <a:ext cx="365760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TextBox 3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2026-03-15T17:12:50Z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