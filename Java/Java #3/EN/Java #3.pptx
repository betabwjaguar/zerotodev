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3.xml" ContentType="application/vnd.openxmlformats-officedocument.presentationml.slideMaster+xml"/>
  <Override PartName="/ppt/slideMasters/slideMaster21.xml" ContentType="application/vnd.openxmlformats-officedocument.presentationml.slideMaster+xml"/>
  <Override PartName="/ppt/slideMasters/slideMaster4.xml" ContentType="application/vnd.openxmlformats-officedocument.presentationml.slideMaster+xml"/>
  <Override PartName="/ppt/slideMasters/slideMaster22.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2.xml.rels" ContentType="application/vnd.openxmlformats-package.relationships+xml"/>
  <Override PartName="/ppt/slideMasters/_rels/slideMaster20.xml.rels" ContentType="application/vnd.openxmlformats-package.relationships+xml"/>
  <Override PartName="/ppt/slideMasters/_rels/slideMaster3.xml.rels" ContentType="application/vnd.openxmlformats-package.relationships+xml"/>
  <Override PartName="/ppt/slideMasters/_rels/slideMaster21.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slideMasters/_rels/slideMaster16.xml.rels" ContentType="application/vnd.openxmlformats-package.relationships+xml"/>
  <Override PartName="/ppt/slideMasters/_rels/slideMaster17.xml.rels" ContentType="application/vnd.openxmlformats-package.relationships+xml"/>
  <Override PartName="/ppt/slideMasters/_rels/slideMaster18.xml.rels" ContentType="application/vnd.openxmlformats-package.relationships+xml"/>
  <Override PartName="/ppt/slideMasters/_rels/slideMaster19.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slideLayouts/slideLayout31.xml" ContentType="application/vnd.openxmlformats-officedocument.presentationml.slideLayout+xml"/>
  <Override PartName="/ppt/slideLayouts/slideLayout119.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3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108.xml" ContentType="application/vnd.openxmlformats-officedocument.presentationml.slideLayout+xml"/>
  <Override PartName="/ppt/slideLayouts/slideLayout20.xml" ContentType="application/vnd.openxmlformats-officedocument.presentationml.slideLayout+xml"/>
  <Override PartName="/ppt/slideLayouts/slideLayout109.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118.xml" ContentType="application/vnd.openxmlformats-officedocument.presentationml.slideLayout+xml"/>
  <Override PartName="/ppt/slideLayouts/slideLayout30.xml" ContentType="application/vnd.openxmlformats-officedocument.presentationml.slideLayout+xml"/>
  <Override PartName="/ppt/slideLayouts/slideLayout128.xml" ContentType="application/vnd.openxmlformats-officedocument.presentationml.slideLayout+xml"/>
  <Override PartName="/ppt/slideLayouts/slideLayout40.xml" ContentType="application/vnd.openxmlformats-officedocument.presentationml.slideLayout+xml"/>
  <Override PartName="/ppt/slideLayouts/slideLayout12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138.xml" ContentType="application/vnd.openxmlformats-officedocument.presentationml.slideLayout+xml"/>
  <Override PartName="/ppt/slideLayouts/slideLayout50.xml" ContentType="application/vnd.openxmlformats-officedocument.presentationml.slideLayout+xml"/>
  <Override PartName="/ppt/slideLayouts/slideLayout139.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148.xml" ContentType="application/vnd.openxmlformats-officedocument.presentationml.slideLayout+xml"/>
  <Override PartName="/ppt/slideLayouts/_rels/slideLayout35.xml.rels" ContentType="application/vnd.openxmlformats-package.relationships+xml"/>
  <Override PartName="/ppt/slideLayouts/_rels/slideLayout119.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137.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138.xml.rels" ContentType="application/vnd.openxmlformats-package.relationships+xml"/>
  <Override PartName="/ppt/slideLayouts/_rels/slideLayout54.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139.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118.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108.xml.rels" ContentType="application/vnd.openxmlformats-package.relationships+xml"/>
  <Override PartName="/ppt/slideLayouts/_rels/slideLayout24.xml.rels" ContentType="application/vnd.openxmlformats-package.relationships+xml"/>
  <Override PartName="/ppt/slideLayouts/_rels/slideLayout20.xml.rels" ContentType="application/vnd.openxmlformats-package.relationships+xml"/>
  <Override PartName="/ppt/slideLayouts/_rels/slideLayout109.xml.rels" ContentType="application/vnd.openxmlformats-package.relationships+xml"/>
  <Override PartName="/ppt/slideLayouts/_rels/slideLayout25.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128.xml.rels" ContentType="application/vnd.openxmlformats-package.relationships+xml"/>
  <Override PartName="/ppt/slideLayouts/_rels/slideLayout44.xml.rels" ContentType="application/vnd.openxmlformats-package.relationships+xml"/>
  <Override PartName="/ppt/slideLayouts/_rels/slideLayout40.xml.rels" ContentType="application/vnd.openxmlformats-package.relationships+xml"/>
  <Override PartName="/ppt/slideLayouts/_rels/slideLayout129.xml.rels" ContentType="application/vnd.openxmlformats-package.relationships+xml"/>
  <Override PartName="/ppt/slideLayouts/_rels/slideLayout45.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58.xml.rels" ContentType="application/vnd.openxmlformats-package.relationships+xml"/>
  <Override PartName="/ppt/slideLayouts/_rels/slideLayout59.xml.rels" ContentType="application/vnd.openxmlformats-package.relationships+xml"/>
  <Override PartName="/ppt/slideLayouts/_rels/slideLayout148.xml.rels" ContentType="application/vnd.openxmlformats-package.relationships+xml"/>
  <Override PartName="/ppt/slideLayouts/_rels/slideLayout60.xml.rels" ContentType="application/vnd.openxmlformats-package.relationships+xml"/>
  <Override PartName="/ppt/slideLayouts/_rels/slideLayout149.xml.rels" ContentType="application/vnd.openxmlformats-package.relationships+xml"/>
  <Override PartName="/ppt/slideLayouts/_rels/slideLayout61.xml.rels" ContentType="application/vnd.openxmlformats-package.relationships+xml"/>
  <Override PartName="/ppt/slideLayouts/_rels/slideLayout200.xml.rels" ContentType="application/vnd.openxmlformats-package.relationships+xml"/>
  <Override PartName="/ppt/slideLayouts/_rels/slideLayout62.xml.rels" ContentType="application/vnd.openxmlformats-package.relationships+xml"/>
  <Override PartName="/ppt/slideLayouts/_rels/slideLayout201.xml.rels" ContentType="application/vnd.openxmlformats-package.relationships+xml"/>
  <Override PartName="/ppt/slideLayouts/_rels/slideLayout63.xml.rels" ContentType="application/vnd.openxmlformats-package.relationships+xml"/>
  <Override PartName="/ppt/slideLayouts/_rels/slideLayout202.xml.rels" ContentType="application/vnd.openxmlformats-package.relationships+xml"/>
  <Override PartName="/ppt/slideLayouts/_rels/slideLayout64.xml.rels" ContentType="application/vnd.openxmlformats-package.relationships+xml"/>
  <Override PartName="/ppt/slideLayouts/_rels/slideLayout203.xml.rels" ContentType="application/vnd.openxmlformats-package.relationships+xml"/>
  <Override PartName="/ppt/slideLayouts/_rels/slideLayout65.xml.rels" ContentType="application/vnd.openxmlformats-package.relationships+xml"/>
  <Override PartName="/ppt/slideLayouts/_rels/slideLayout204.xml.rels" ContentType="application/vnd.openxmlformats-package.relationships+xml"/>
  <Override PartName="/ppt/slideLayouts/_rels/slideLayout66.xml.rels" ContentType="application/vnd.openxmlformats-package.relationships+xml"/>
  <Override PartName="/ppt/slideLayouts/_rels/slideLayout205.xml.rels" ContentType="application/vnd.openxmlformats-package.relationships+xml"/>
  <Override PartName="/ppt/slideLayouts/_rels/slideLayout67.xml.rels" ContentType="application/vnd.openxmlformats-package.relationships+xml"/>
  <Override PartName="/ppt/slideLayouts/_rels/slideLayout206.xml.rels" ContentType="application/vnd.openxmlformats-package.relationships+xml"/>
  <Override PartName="/ppt/slideLayouts/_rels/slideLayout68.xml.rels" ContentType="application/vnd.openxmlformats-package.relationships+xml"/>
  <Override PartName="/ppt/slideLayouts/_rels/slideLayout207.xml.rels" ContentType="application/vnd.openxmlformats-package.relationships+xml"/>
  <Override PartName="/ppt/slideLayouts/_rels/slideLayout69.xml.rels" ContentType="application/vnd.openxmlformats-package.relationships+xml"/>
  <Override PartName="/ppt/slideLayouts/_rels/slideLayout208.xml.rels" ContentType="application/vnd.openxmlformats-package.relationships+xml"/>
  <Override PartName="/ppt/slideLayouts/_rels/slideLayout158.xml.rels" ContentType="application/vnd.openxmlformats-package.relationships+xml"/>
  <Override PartName="/ppt/slideLayouts/_rels/slideLayout70.xml.rels" ContentType="application/vnd.openxmlformats-package.relationships+xml"/>
  <Override PartName="/ppt/slideLayouts/_rels/slideLayout159.xml.rels" ContentType="application/vnd.openxmlformats-package.relationships+xml"/>
  <Override PartName="/ppt/slideLayouts/_rels/slideLayout71.xml.rels" ContentType="application/vnd.openxmlformats-package.relationships+xml"/>
  <Override PartName="/ppt/slideLayouts/_rels/slideLayout210.xml.rels" ContentType="application/vnd.openxmlformats-package.relationships+xml"/>
  <Override PartName="/ppt/slideLayouts/_rels/slideLayout72.xml.rels" ContentType="application/vnd.openxmlformats-package.relationships+xml"/>
  <Override PartName="/ppt/slideLayouts/_rels/slideLayout211.xml.rels" ContentType="application/vnd.openxmlformats-package.relationships+xml"/>
  <Override PartName="/ppt/slideLayouts/_rels/slideLayout73.xml.rels" ContentType="application/vnd.openxmlformats-package.relationships+xml"/>
  <Override PartName="/ppt/slideLayouts/_rels/slideLayout212.xml.rels" ContentType="application/vnd.openxmlformats-package.relationships+xml"/>
  <Override PartName="/ppt/slideLayouts/_rels/slideLayout74.xml.rels" ContentType="application/vnd.openxmlformats-package.relationships+xml"/>
  <Override PartName="/ppt/slideLayouts/_rels/slideLayout213.xml.rels" ContentType="application/vnd.openxmlformats-package.relationships+xml"/>
  <Override PartName="/ppt/slideLayouts/_rels/slideLayout75.xml.rels" ContentType="application/vnd.openxmlformats-package.relationships+xml"/>
  <Override PartName="/ppt/slideLayouts/_rels/slideLayout214.xml.rels" ContentType="application/vnd.openxmlformats-package.relationships+xml"/>
  <Override PartName="/ppt/slideLayouts/_rels/slideLayout76.xml.rels" ContentType="application/vnd.openxmlformats-package.relationships+xml"/>
  <Override PartName="/ppt/slideLayouts/_rels/slideLayout215.xml.rels" ContentType="application/vnd.openxmlformats-package.relationships+xml"/>
  <Override PartName="/ppt/slideLayouts/_rels/slideLayout77.xml.rels" ContentType="application/vnd.openxmlformats-package.relationships+xml"/>
  <Override PartName="/ppt/slideLayouts/_rels/slideLayout216.xml.rels" ContentType="application/vnd.openxmlformats-package.relationships+xml"/>
  <Override PartName="/ppt/slideLayouts/_rels/slideLayout78.xml.rels" ContentType="application/vnd.openxmlformats-package.relationships+xml"/>
  <Override PartName="/ppt/slideLayouts/_rels/slideLayout217.xml.rels" ContentType="application/vnd.openxmlformats-package.relationships+xml"/>
  <Override PartName="/ppt/slideLayouts/_rels/slideLayout79.xml.rels" ContentType="application/vnd.openxmlformats-package.relationships+xml"/>
  <Override PartName="/ppt/slideLayouts/_rels/slideLayout218.xml.rels" ContentType="application/vnd.openxmlformats-package.relationships+xml"/>
  <Override PartName="/ppt/slideLayouts/_rels/slideLayout168.xml.rels" ContentType="application/vnd.openxmlformats-package.relationships+xml"/>
  <Override PartName="/ppt/slideLayouts/_rels/slideLayout80.xml.rels" ContentType="application/vnd.openxmlformats-package.relationships+xml"/>
  <Override PartName="/ppt/slideLayouts/_rels/slideLayout169.xml.rels" ContentType="application/vnd.openxmlformats-package.relationships+xml"/>
  <Override PartName="/ppt/slideLayouts/_rels/slideLayout81.xml.rels" ContentType="application/vnd.openxmlformats-package.relationships+xml"/>
  <Override PartName="/ppt/slideLayouts/_rels/slideLayout220.xml.rels" ContentType="application/vnd.openxmlformats-package.relationships+xml"/>
  <Override PartName="/ppt/slideLayouts/_rels/slideLayout82.xml.rels" ContentType="application/vnd.openxmlformats-package.relationships+xml"/>
  <Override PartName="/ppt/slideLayouts/_rels/slideLayout221.xml.rels" ContentType="application/vnd.openxmlformats-package.relationships+xml"/>
  <Override PartName="/ppt/slideLayouts/_rels/slideLayout83.xml.rels" ContentType="application/vnd.openxmlformats-package.relationships+xml"/>
  <Override PartName="/ppt/slideLayouts/_rels/slideLayout222.xml.rels" ContentType="application/vnd.openxmlformats-package.relationships+xml"/>
  <Override PartName="/ppt/slideLayouts/_rels/slideLayout84.xml.rels" ContentType="application/vnd.openxmlformats-package.relationships+xml"/>
  <Override PartName="/ppt/slideLayouts/_rels/slideLayout223.xml.rels" ContentType="application/vnd.openxmlformats-package.relationships+xml"/>
  <Override PartName="/ppt/slideLayouts/_rels/slideLayout85.xml.rels" ContentType="application/vnd.openxmlformats-package.relationships+xml"/>
  <Override PartName="/ppt/slideLayouts/_rels/slideLayout224.xml.rels" ContentType="application/vnd.openxmlformats-package.relationships+xml"/>
  <Override PartName="/ppt/slideLayouts/_rels/slideLayout86.xml.rels" ContentType="application/vnd.openxmlformats-package.relationships+xml"/>
  <Override PartName="/ppt/slideLayouts/_rels/slideLayout225.xml.rels" ContentType="application/vnd.openxmlformats-package.relationships+xml"/>
  <Override PartName="/ppt/slideLayouts/_rels/slideLayout87.xml.rels" ContentType="application/vnd.openxmlformats-package.relationships+xml"/>
  <Override PartName="/ppt/slideLayouts/_rels/slideLayout226.xml.rels" ContentType="application/vnd.openxmlformats-package.relationships+xml"/>
  <Override PartName="/ppt/slideLayouts/_rels/slideLayout88.xml.rels" ContentType="application/vnd.openxmlformats-package.relationships+xml"/>
  <Override PartName="/ppt/slideLayouts/_rels/slideLayout227.xml.rels" ContentType="application/vnd.openxmlformats-package.relationships+xml"/>
  <Override PartName="/ppt/slideLayouts/_rels/slideLayout89.xml.rels" ContentType="application/vnd.openxmlformats-package.relationships+xml"/>
  <Override PartName="/ppt/slideLayouts/_rels/slideLayout228.xml.rels" ContentType="application/vnd.openxmlformats-package.relationships+xml"/>
  <Override PartName="/ppt/slideLayouts/_rels/slideLayout178.xml.rels" ContentType="application/vnd.openxmlformats-package.relationships+xml"/>
  <Override PartName="/ppt/slideLayouts/_rels/slideLayout90.xml.rels" ContentType="application/vnd.openxmlformats-package.relationships+xml"/>
  <Override PartName="/ppt/slideLayouts/_rels/slideLayout179.xml.rels" ContentType="application/vnd.openxmlformats-package.relationships+xml"/>
  <Override PartName="/ppt/slideLayouts/_rels/slideLayout91.xml.rels" ContentType="application/vnd.openxmlformats-package.relationships+xml"/>
  <Override PartName="/ppt/slideLayouts/_rels/slideLayout230.xml.rels" ContentType="application/vnd.openxmlformats-package.relationships+xml"/>
  <Override PartName="/ppt/slideLayouts/_rels/slideLayout92.xml.rels" ContentType="application/vnd.openxmlformats-package.relationships+xml"/>
  <Override PartName="/ppt/slideLayouts/_rels/slideLayout231.xml.rels" ContentType="application/vnd.openxmlformats-package.relationships+xml"/>
  <Override PartName="/ppt/slideLayouts/_rels/slideLayout93.xml.rels" ContentType="application/vnd.openxmlformats-package.relationships+xml"/>
  <Override PartName="/ppt/slideLayouts/_rels/slideLayout232.xml.rels" ContentType="application/vnd.openxmlformats-package.relationships+xml"/>
  <Override PartName="/ppt/slideLayouts/_rels/slideLayout94.xml.rels" ContentType="application/vnd.openxmlformats-package.relationships+xml"/>
  <Override PartName="/ppt/slideLayouts/_rels/slideLayout233.xml.rels" ContentType="application/vnd.openxmlformats-package.relationships+xml"/>
  <Override PartName="/ppt/slideLayouts/_rels/slideLayout95.xml.rels" ContentType="application/vnd.openxmlformats-package.relationships+xml"/>
  <Override PartName="/ppt/slideLayouts/_rels/slideLayout234.xml.rels" ContentType="application/vnd.openxmlformats-package.relationships+xml"/>
  <Override PartName="/ppt/slideLayouts/_rels/slideLayout96.xml.rels" ContentType="application/vnd.openxmlformats-package.relationships+xml"/>
  <Override PartName="/ppt/slideLayouts/_rels/slideLayout235.xml.rels" ContentType="application/vnd.openxmlformats-package.relationships+xml"/>
  <Override PartName="/ppt/slideLayouts/_rels/slideLayout97.xml.rels" ContentType="application/vnd.openxmlformats-package.relationships+xml"/>
  <Override PartName="/ppt/slideLayouts/_rels/slideLayout236.xml.rels" ContentType="application/vnd.openxmlformats-package.relationships+xml"/>
  <Override PartName="/ppt/slideLayouts/_rels/slideLayout98.xml.rels" ContentType="application/vnd.openxmlformats-package.relationships+xml"/>
  <Override PartName="/ppt/slideLayouts/_rels/slideLayout237.xml.rels" ContentType="application/vnd.openxmlformats-package.relationships+xml"/>
  <Override PartName="/ppt/slideLayouts/_rels/slideLayout99.xml.rels" ContentType="application/vnd.openxmlformats-package.relationships+xml"/>
  <Override PartName="/ppt/slideLayouts/_rels/slideLayout238.xml.rels" ContentType="application/vnd.openxmlformats-package.relationships+xml"/>
  <Override PartName="/ppt/slideLayouts/_rels/slideLayout100.xml.rels" ContentType="application/vnd.openxmlformats-package.relationships+xml"/>
  <Override PartName="/ppt/slideLayouts/_rels/slideLayout101.xml.rels" ContentType="application/vnd.openxmlformats-package.relationships+xml"/>
  <Override PartName="/ppt/slideLayouts/_rels/slideLayout102.xml.rels" ContentType="application/vnd.openxmlformats-package.relationships+xml"/>
  <Override PartName="/ppt/slideLayouts/_rels/slideLayout103.xml.rels" ContentType="application/vnd.openxmlformats-package.relationships+xml"/>
  <Override PartName="/ppt/slideLayouts/_rels/slideLayout104.xml.rels" ContentType="application/vnd.openxmlformats-package.relationships+xml"/>
  <Override PartName="/ppt/slideLayouts/_rels/slideLayout105.xml.rels" ContentType="application/vnd.openxmlformats-package.relationships+xml"/>
  <Override PartName="/ppt/slideLayouts/_rels/slideLayout106.xml.rels" ContentType="application/vnd.openxmlformats-package.relationships+xml"/>
  <Override PartName="/ppt/slideLayouts/_rels/slideLayout107.xml.rels" ContentType="application/vnd.openxmlformats-package.relationships+xml"/>
  <Override PartName="/ppt/slideLayouts/_rels/slideLayout110.xml.rels" ContentType="application/vnd.openxmlformats-package.relationships+xml"/>
  <Override PartName="/ppt/slideLayouts/_rels/slideLayout111.xml.rels" ContentType="application/vnd.openxmlformats-package.relationships+xml"/>
  <Override PartName="/ppt/slideLayouts/_rels/slideLayout112.xml.rels" ContentType="application/vnd.openxmlformats-package.relationships+xml"/>
  <Override PartName="/ppt/slideLayouts/_rels/slideLayout113.xml.rels" ContentType="application/vnd.openxmlformats-package.relationships+xml"/>
  <Override PartName="/ppt/slideLayouts/_rels/slideLayout114.xml.rels" ContentType="application/vnd.openxmlformats-package.relationships+xml"/>
  <Override PartName="/ppt/slideLayouts/_rels/slideLayout115.xml.rels" ContentType="application/vnd.openxmlformats-package.relationships+xml"/>
  <Override PartName="/ppt/slideLayouts/_rels/slideLayout116.xml.rels" ContentType="application/vnd.openxmlformats-package.relationships+xml"/>
  <Override PartName="/ppt/slideLayouts/_rels/slideLayout117.xml.rels" ContentType="application/vnd.openxmlformats-package.relationships+xml"/>
  <Override PartName="/ppt/slideLayouts/_rels/slideLayout120.xml.rels" ContentType="application/vnd.openxmlformats-package.relationships+xml"/>
  <Override PartName="/ppt/slideLayouts/_rels/slideLayout121.xml.rels" ContentType="application/vnd.openxmlformats-package.relationships+xml"/>
  <Override PartName="/ppt/slideLayouts/_rels/slideLayout122.xml.rels" ContentType="application/vnd.openxmlformats-package.relationships+xml"/>
  <Override PartName="/ppt/slideLayouts/_rels/slideLayout123.xml.rels" ContentType="application/vnd.openxmlformats-package.relationships+xml"/>
  <Override PartName="/ppt/slideLayouts/_rels/slideLayout124.xml.rels" ContentType="application/vnd.openxmlformats-package.relationships+xml"/>
  <Override PartName="/ppt/slideLayouts/_rels/slideLayout125.xml.rels" ContentType="application/vnd.openxmlformats-package.relationships+xml"/>
  <Override PartName="/ppt/slideLayouts/_rels/slideLayout126.xml.rels" ContentType="application/vnd.openxmlformats-package.relationships+xml"/>
  <Override PartName="/ppt/slideLayouts/_rels/slideLayout127.xml.rels" ContentType="application/vnd.openxmlformats-package.relationships+xml"/>
  <Override PartName="/ppt/slideLayouts/_rels/slideLayout130.xml.rels" ContentType="application/vnd.openxmlformats-package.relationships+xml"/>
  <Override PartName="/ppt/slideLayouts/_rels/slideLayout131.xml.rels" ContentType="application/vnd.openxmlformats-package.relationships+xml"/>
  <Override PartName="/ppt/slideLayouts/_rels/slideLayout132.xml.rels" ContentType="application/vnd.openxmlformats-package.relationships+xml"/>
  <Override PartName="/ppt/slideLayouts/_rels/slideLayout133.xml.rels" ContentType="application/vnd.openxmlformats-package.relationships+xml"/>
  <Override PartName="/ppt/slideLayouts/_rels/slideLayout134.xml.rels" ContentType="application/vnd.openxmlformats-package.relationships+xml"/>
  <Override PartName="/ppt/slideLayouts/_rels/slideLayout135.xml.rels" ContentType="application/vnd.openxmlformats-package.relationships+xml"/>
  <Override PartName="/ppt/slideLayouts/_rels/slideLayout136.xml.rels" ContentType="application/vnd.openxmlformats-package.relationships+xml"/>
  <Override PartName="/ppt/slideLayouts/_rels/slideLayout140.xml.rels" ContentType="application/vnd.openxmlformats-package.relationships+xml"/>
  <Override PartName="/ppt/slideLayouts/_rels/slideLayout141.xml.rels" ContentType="application/vnd.openxmlformats-package.relationships+xml"/>
  <Override PartName="/ppt/slideLayouts/_rels/slideLayout142.xml.rels" ContentType="application/vnd.openxmlformats-package.relationships+xml"/>
  <Override PartName="/ppt/slideLayouts/_rels/slideLayout143.xml.rels" ContentType="application/vnd.openxmlformats-package.relationships+xml"/>
  <Override PartName="/ppt/slideLayouts/_rels/slideLayout144.xml.rels" ContentType="application/vnd.openxmlformats-package.relationships+xml"/>
  <Override PartName="/ppt/slideLayouts/_rels/slideLayout145.xml.rels" ContentType="application/vnd.openxmlformats-package.relationships+xml"/>
  <Override PartName="/ppt/slideLayouts/_rels/slideLayout146.xml.rels" ContentType="application/vnd.openxmlformats-package.relationships+xml"/>
  <Override PartName="/ppt/slideLayouts/_rels/slideLayout147.xml.rels" ContentType="application/vnd.openxmlformats-package.relationships+xml"/>
  <Override PartName="/ppt/slideLayouts/_rels/slideLayout150.xml.rels" ContentType="application/vnd.openxmlformats-package.relationships+xml"/>
  <Override PartName="/ppt/slideLayouts/_rels/slideLayout151.xml.rels" ContentType="application/vnd.openxmlformats-package.relationships+xml"/>
  <Override PartName="/ppt/slideLayouts/_rels/slideLayout152.xml.rels" ContentType="application/vnd.openxmlformats-package.relationships+xml"/>
  <Override PartName="/ppt/slideLayouts/_rels/slideLayout153.xml.rels" ContentType="application/vnd.openxmlformats-package.relationships+xml"/>
  <Override PartName="/ppt/slideLayouts/_rels/slideLayout154.xml.rels" ContentType="application/vnd.openxmlformats-package.relationships+xml"/>
  <Override PartName="/ppt/slideLayouts/_rels/slideLayout155.xml.rels" ContentType="application/vnd.openxmlformats-package.relationships+xml"/>
  <Override PartName="/ppt/slideLayouts/_rels/slideLayout156.xml.rels" ContentType="application/vnd.openxmlformats-package.relationships+xml"/>
  <Override PartName="/ppt/slideLayouts/_rels/slideLayout157.xml.rels" ContentType="application/vnd.openxmlformats-package.relationships+xml"/>
  <Override PartName="/ppt/slideLayouts/_rels/slideLayout160.xml.rels" ContentType="application/vnd.openxmlformats-package.relationships+xml"/>
  <Override PartName="/ppt/slideLayouts/_rels/slideLayout161.xml.rels" ContentType="application/vnd.openxmlformats-package.relationships+xml"/>
  <Override PartName="/ppt/slideLayouts/_rels/slideLayout162.xml.rels" ContentType="application/vnd.openxmlformats-package.relationships+xml"/>
  <Override PartName="/ppt/slideLayouts/_rels/slideLayout163.xml.rels" ContentType="application/vnd.openxmlformats-package.relationships+xml"/>
  <Override PartName="/ppt/slideLayouts/_rels/slideLayout164.xml.rels" ContentType="application/vnd.openxmlformats-package.relationships+xml"/>
  <Override PartName="/ppt/slideLayouts/_rels/slideLayout165.xml.rels" ContentType="application/vnd.openxmlformats-package.relationships+xml"/>
  <Override PartName="/ppt/slideLayouts/_rels/slideLayout166.xml.rels" ContentType="application/vnd.openxmlformats-package.relationships+xml"/>
  <Override PartName="/ppt/slideLayouts/_rels/slideLayout167.xml.rels" ContentType="application/vnd.openxmlformats-package.relationships+xml"/>
  <Override PartName="/ppt/slideLayouts/_rels/slideLayout170.xml.rels" ContentType="application/vnd.openxmlformats-package.relationships+xml"/>
  <Override PartName="/ppt/slideLayouts/_rels/slideLayout171.xml.rels" ContentType="application/vnd.openxmlformats-package.relationships+xml"/>
  <Override PartName="/ppt/slideLayouts/_rels/slideLayout172.xml.rels" ContentType="application/vnd.openxmlformats-package.relationships+xml"/>
  <Override PartName="/ppt/slideLayouts/_rels/slideLayout173.xml.rels" ContentType="application/vnd.openxmlformats-package.relationships+xml"/>
  <Override PartName="/ppt/slideLayouts/_rels/slideLayout174.xml.rels" ContentType="application/vnd.openxmlformats-package.relationships+xml"/>
  <Override PartName="/ppt/slideLayouts/_rels/slideLayout175.xml.rels" ContentType="application/vnd.openxmlformats-package.relationships+xml"/>
  <Override PartName="/ppt/slideLayouts/_rels/slideLayout176.xml.rels" ContentType="application/vnd.openxmlformats-package.relationships+xml"/>
  <Override PartName="/ppt/slideLayouts/_rels/slideLayout177.xml.rels" ContentType="application/vnd.openxmlformats-package.relationships+xml"/>
  <Override PartName="/ppt/slideLayouts/_rels/slideLayout180.xml.rels" ContentType="application/vnd.openxmlformats-package.relationships+xml"/>
  <Override PartName="/ppt/slideLayouts/_rels/slideLayout181.xml.rels" ContentType="application/vnd.openxmlformats-package.relationships+xml"/>
  <Override PartName="/ppt/slideLayouts/_rels/slideLayout182.xml.rels" ContentType="application/vnd.openxmlformats-package.relationships+xml"/>
  <Override PartName="/ppt/slideLayouts/_rels/slideLayout183.xml.rels" ContentType="application/vnd.openxmlformats-package.relationships+xml"/>
  <Override PartName="/ppt/slideLayouts/_rels/slideLayout184.xml.rels" ContentType="application/vnd.openxmlformats-package.relationships+xml"/>
  <Override PartName="/ppt/slideLayouts/_rels/slideLayout185.xml.rels" ContentType="application/vnd.openxmlformats-package.relationships+xml"/>
  <Override PartName="/ppt/slideLayouts/_rels/slideLayout186.xml.rels" ContentType="application/vnd.openxmlformats-package.relationships+xml"/>
  <Override PartName="/ppt/slideLayouts/_rels/slideLayout187.xml.rels" ContentType="application/vnd.openxmlformats-package.relationships+xml"/>
  <Override PartName="/ppt/slideLayouts/_rels/slideLayout188.xml.rels" ContentType="application/vnd.openxmlformats-package.relationships+xml"/>
  <Override PartName="/ppt/slideLayouts/_rels/slideLayout189.xml.rels" ContentType="application/vnd.openxmlformats-package.relationships+xml"/>
  <Override PartName="/ppt/slideLayouts/_rels/slideLayout190.xml.rels" ContentType="application/vnd.openxmlformats-package.relationships+xml"/>
  <Override PartName="/ppt/slideLayouts/_rels/slideLayout191.xml.rels" ContentType="application/vnd.openxmlformats-package.relationships+xml"/>
  <Override PartName="/ppt/slideLayouts/_rels/slideLayout192.xml.rels" ContentType="application/vnd.openxmlformats-package.relationships+xml"/>
  <Override PartName="/ppt/slideLayouts/_rels/slideLayout193.xml.rels" ContentType="application/vnd.openxmlformats-package.relationships+xml"/>
  <Override PartName="/ppt/slideLayouts/_rels/slideLayout194.xml.rels" ContentType="application/vnd.openxmlformats-package.relationships+xml"/>
  <Override PartName="/ppt/slideLayouts/_rels/slideLayout195.xml.rels" ContentType="application/vnd.openxmlformats-package.relationships+xml"/>
  <Override PartName="/ppt/slideLayouts/_rels/slideLayout196.xml.rels" ContentType="application/vnd.openxmlformats-package.relationships+xml"/>
  <Override PartName="/ppt/slideLayouts/_rels/slideLayout197.xml.rels" ContentType="application/vnd.openxmlformats-package.relationships+xml"/>
  <Override PartName="/ppt/slideLayouts/_rels/slideLayout198.xml.rels" ContentType="application/vnd.openxmlformats-package.relationships+xml"/>
  <Override PartName="/ppt/slideLayouts/_rels/slideLayout199.xml.rels" ContentType="application/vnd.openxmlformats-package.relationships+xml"/>
  <Override PartName="/ppt/slideLayouts/_rels/slideLayout209.xml.rels" ContentType="application/vnd.openxmlformats-package.relationships+xml"/>
  <Override PartName="/ppt/slideLayouts/_rels/slideLayout219.xml.rels" ContentType="application/vnd.openxmlformats-package.relationships+xml"/>
  <Override PartName="/ppt/slideLayouts/_rels/slideLayout229.xml.rels" ContentType="application/vnd.openxmlformats-package.relationships+xml"/>
  <Override PartName="/ppt/slideLayouts/_rels/slideLayout239.xml.rels" ContentType="application/vnd.openxmlformats-package.relationships+xml"/>
  <Override PartName="/ppt/slideLayouts/_rels/slideLayout240.xml.rels" ContentType="application/vnd.openxmlformats-package.relationships+xml"/>
  <Override PartName="/ppt/slideLayouts/_rels/slideLayout241.xml.rels" ContentType="application/vnd.openxmlformats-package.relationships+xml"/>
  <Override PartName="/ppt/slideLayouts/_rels/slideLayout242.xml.rels" ContentType="application/vnd.openxmlformats-package.relationships+xml"/>
  <Override PartName="/ppt/slideLayouts/_rels/slideLayout243.xml.rels" ContentType="application/vnd.openxmlformats-package.relationships+xml"/>
  <Override PartName="/ppt/slideLayouts/_rels/slideLayout244.xml.rels" ContentType="application/vnd.openxmlformats-package.relationships+xml"/>
  <Override PartName="/ppt/slideLayouts/_rels/slideLayout245.xml.rels" ContentType="application/vnd.openxmlformats-package.relationships+xml"/>
  <Override PartName="/ppt/slideLayouts/_rels/slideLayout246.xml.rels" ContentType="application/vnd.openxmlformats-package.relationships+xml"/>
  <Override PartName="/ppt/slideLayouts/_rels/slideLayout247.xml.rels" ContentType="application/vnd.openxmlformats-package.relationships+xml"/>
  <Override PartName="/ppt/slideLayouts/_rels/slideLayout248.xml.rels" ContentType="application/vnd.openxmlformats-package.relationships+xml"/>
  <Override PartName="/ppt/slideLayouts/_rels/slideLayout249.xml.rels" ContentType="application/vnd.openxmlformats-package.relationships+xml"/>
  <Override PartName="/ppt/slideLayouts/_rels/slideLayout250.xml.rels" ContentType="application/vnd.openxmlformats-package.relationships+xml"/>
  <Override PartName="/ppt/slideLayouts/_rels/slideLayout251.xml.rels" ContentType="application/vnd.openxmlformats-package.relationships+xml"/>
  <Override PartName="/ppt/slideLayouts/_rels/slideLayout252.xml.rels" ContentType="application/vnd.openxmlformats-package.relationships+xml"/>
  <Override PartName="/ppt/slideLayouts/_rels/slideLayout253.xml.rels" ContentType="application/vnd.openxmlformats-package.relationships+xml"/>
  <Override PartName="/ppt/slideLayouts/_rels/slideLayout254.xml.rels" ContentType="application/vnd.openxmlformats-package.relationships+xml"/>
  <Override PartName="/ppt/slideLayouts/_rels/slideLayout255.xml.rels" ContentType="application/vnd.openxmlformats-package.relationships+xml"/>
  <Override PartName="/ppt/slideLayouts/_rels/slideLayout256.xml.rels" ContentType="application/vnd.openxmlformats-package.relationships+xml"/>
  <Override PartName="/ppt/slideLayouts/_rels/slideLayout257.xml.rels" ContentType="application/vnd.openxmlformats-package.relationships+xml"/>
  <Override PartName="/ppt/slideLayouts/_rels/slideLayout258.xml.rels" ContentType="application/vnd.openxmlformats-package.relationships+xml"/>
  <Override PartName="/ppt/slideLayouts/_rels/slideLayout259.xml.rels" ContentType="application/vnd.openxmlformats-package.relationships+xml"/>
  <Override PartName="/ppt/slideLayouts/_rels/slideLayout260.xml.rels" ContentType="application/vnd.openxmlformats-package.relationships+xml"/>
  <Override PartName="/ppt/slideLayouts/_rels/slideLayout261.xml.rels" ContentType="application/vnd.openxmlformats-package.relationships+xml"/>
  <Override PartName="/ppt/slideLayouts/_rels/slideLayout262.xml.rels" ContentType="application/vnd.openxmlformats-package.relationships+xml"/>
  <Override PartName="/ppt/slideLayouts/_rels/slideLayout263.xml.rels" ContentType="application/vnd.openxmlformats-package.relationships+xml"/>
  <Override PartName="/ppt/slideLayouts/_rels/slideLayout264.xml.rels" ContentType="application/vnd.openxmlformats-package.relationships+xml"/>
  <Override PartName="/ppt/slideLayouts/slideLayout61.xml" ContentType="application/vnd.openxmlformats-officedocument.presentationml.slideLayout+xml"/>
  <Override PartName="/ppt/slideLayouts/slideLayout149.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158.xml" ContentType="application/vnd.openxmlformats-officedocument.presentationml.slideLayout+xml"/>
  <Override PartName="/ppt/slideLayouts/slideLayout71.xml" ContentType="application/vnd.openxmlformats-officedocument.presentationml.slideLayout+xml"/>
  <Override PartName="/ppt/slideLayouts/slideLayout159.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168.xml" ContentType="application/vnd.openxmlformats-officedocument.presentationml.slideLayout+xml"/>
  <Override PartName="/ppt/slideLayouts/slideLayout81.xml" ContentType="application/vnd.openxmlformats-officedocument.presentationml.slideLayout+xml"/>
  <Override PartName="/ppt/slideLayouts/slideLayout169.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178.xml" ContentType="application/vnd.openxmlformats-officedocument.presentationml.slideLayout+xml"/>
  <Override PartName="/ppt/slideLayouts/slideLayout91.xml" ContentType="application/vnd.openxmlformats-officedocument.presentationml.slideLayout+xml"/>
  <Override PartName="/ppt/slideLayouts/slideLayout179.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_rels/slide1.xml.rels" ContentType="application/vnd.openxmlformats-package.relationships+xml"/>
  <Override PartName="/ppt/slides/_rels/slide22.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 id="2147483791" r:id="rId13"/>
    <p:sldMasterId id="2147483804" r:id="rId14"/>
    <p:sldMasterId id="2147483817" r:id="rId15"/>
    <p:sldMasterId id="2147483830" r:id="rId16"/>
    <p:sldMasterId id="2147483843" r:id="rId17"/>
    <p:sldMasterId id="2147483856" r:id="rId18"/>
    <p:sldMasterId id="2147483869" r:id="rId19"/>
    <p:sldMasterId id="2147483882" r:id="rId20"/>
    <p:sldMasterId id="2147483895" r:id="rId21"/>
    <p:sldMasterId id="2147483908" r:id="rId22"/>
    <p:sldMasterId id="2147483921" r:id="rId23"/>
  </p:sld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Lst>
  <p:sldSz cx="9144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slide" Target="slides/slide14.xml"/><Relationship Id="rId38" Type="http://schemas.openxmlformats.org/officeDocument/2006/relationships/slide" Target="slides/slide15.xml"/><Relationship Id="rId39" Type="http://schemas.openxmlformats.org/officeDocument/2006/relationships/slide" Target="slides/slide16.xml"/><Relationship Id="rId40" Type="http://schemas.openxmlformats.org/officeDocument/2006/relationships/slide" Target="slides/slide17.xml"/><Relationship Id="rId41" Type="http://schemas.openxmlformats.org/officeDocument/2006/relationships/slide" Target="slides/slide18.xml"/><Relationship Id="rId42" Type="http://schemas.openxmlformats.org/officeDocument/2006/relationships/slide" Target="slides/slide19.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22.xml"/><Relationship Id="rId46" Type="http://schemas.openxmlformats.org/officeDocument/2006/relationships/slide" Target="slides/slide23.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27.xml"/><Relationship Id="rId51" Type="http://schemas.openxmlformats.org/officeDocument/2006/relationships/slide" Target="slides/slide28.xml"/><Relationship Id="rId5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7.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8.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9.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0.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1.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2.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9.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0.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1.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2.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3.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4.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7.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8.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9.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80.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81.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2.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3.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4.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5.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7.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89.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0.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1.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2.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3.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4.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5.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6.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8.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99.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0.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1.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2.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3.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4.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5.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6.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7.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09.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0.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1.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2.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3.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4.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5.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6.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7.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8.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0.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2.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3.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4.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5.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6.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7.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8.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9.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1.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2.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3.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4.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5.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6.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7.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8.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9.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4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4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3.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4.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5.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6.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7.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8.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49.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50.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5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5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5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4.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5.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6.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7.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8.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59.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0.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1.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3.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4.xml.rels><?xml version="1.0" encoding="UTF-8"?>
<Relationships xmlns="http://schemas.openxmlformats.org/package/2006/relationships"><Relationship Id="rId1" Type="http://schemas.openxmlformats.org/officeDocument/2006/relationships/slideMaster" Target="../slideMasters/slideMaster2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548ABBDA-E031-4ABF-A8EF-47F42841302F}"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70509BC-BFE2-433E-83B2-68E284620CEE}"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8EA04AA-B449-43F5-9D59-6A2F81859F9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2A79745D-A12B-4CC9-B30B-D989B1407105}"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CFD622A-99A3-4ADD-A246-8FF4C4E9D7EA}"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A370D8A-AF6F-43AB-8BC7-3CFD74F95A46}"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AD2DA23-93FD-4A72-9967-A49DE718D91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161930B5-AFF0-4E4D-A9F6-CE25B3BFA54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9DDEC8E-87E5-45C0-BFAA-89CADC748EEC}"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CC85C8D-B1EE-43ED-AB9B-7C19A8210110}"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1CCD453F-F0C2-4E54-903B-D63A74DAF1FB}"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BA9B418A-E44F-4C65-8CD7-063DEAF52F06}"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C21399B5-EA75-4B23-A798-35C1198C5C8A}"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5980EF8-F389-4A61-BCA6-8C922E1599DE}"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9160098-D7A7-409C-B36A-CDEEA158783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F0CA712C-1A18-4421-9F25-10193385D379}"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8FE7BF53-2B07-4147-9D93-F25C7FE9EEA5}"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4FD18BE8-C841-49D1-886B-F057312B65E1}"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71B2A6B6-EAB5-4472-AB86-65F5C0E06EFD}"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C68D58AF-FA35-4594-BE6B-4CEFF1E02713}"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DF56D1C9-5B69-419A-9B9E-8A80B98AB6E6}"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9D1F4E50-F63A-4BB4-8A54-6F21D5A3F0A9}"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3FF036F2-A94B-4B56-B9FA-A0F627269865}"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27477501-C610-4E3B-B467-9495379927B8}"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937BA161-4F61-45BA-94A5-868021E91A1B}"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EBB356C-CFD7-4532-A51C-B0EC260950A3}"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6AE61B4-D95C-4892-B25D-E62B1A0EFD7C}"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F17CE88-1758-4019-AB6D-4ABDCAA7D2D7}"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7935D94D-41D8-4D82-A557-2956AD5A48C8}"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58308CCE-6095-49C8-8584-51408D627AD5}"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B5B12550-439C-4428-A5E2-8F8C20F91B91}"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B423AE69-AA79-4EFC-B3EC-E6C8D500314C}"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78F0EF21-272A-41B6-9D9A-FDECD88B64F4}"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99B983B6-64F9-45F7-9F5E-56532D366FD6}"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D76C2209-70D3-40BA-95E9-468547188A2C}"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C52B9CB1-1653-491E-AAE3-61D51F364095}" type="slidenum">
              <a:t>&lt;#&gt;</a:t>
            </a:fld>
          </a:p>
        </p:txBody>
      </p:sp>
      <p:sp>
        <p:nvSpPr>
          <p:cNvPr id="11" name="PlaceHolder 10"/>
          <p:cNvSpPr>
            <a:spLocks noGrp="1"/>
          </p:cNvSpPr>
          <p:nvPr>
            <p:ph type="dt" idx="9"/>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C983F593-14D1-4A80-99CB-5D1999A65DCD}"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9"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ED2289F3-DE08-42A8-9D15-A586840E3EE9}"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B85E4490-E845-4037-8A7C-D5BEBF722C63}"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12C23D30-28DC-4052-BE9E-6A6A4527458E}"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A2814394-7167-4F63-897E-31813966F3F6}"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9F025D09-8586-436D-B679-3748603DF84B}"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A4B1F011-C462-418B-91CF-43A887B478F7}"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64F6DF14-706A-4AA1-AEC2-17DB450C4FDA}"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8"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4CA4026B-BCFB-4D39-9781-08F63466071B}"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56DBC5EA-DF34-4B7C-BC36-BC16488A768E}"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6"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1EA57650-D31F-4447-AA9F-27A7C03640BF}"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8"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59"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0"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1"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2"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63"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3B6091A9-826A-4B8B-ABBC-4FC2B094CBA9}" type="slidenum">
              <a:t>&lt;#&gt;</a:t>
            </a:fld>
          </a:p>
        </p:txBody>
      </p:sp>
      <p:sp>
        <p:nvSpPr>
          <p:cNvPr id="11" name="PlaceHolder 10"/>
          <p:cNvSpPr>
            <a:spLocks noGrp="1"/>
          </p:cNvSpPr>
          <p:nvPr>
            <p:ph type="dt" idx="12"/>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B52CB4E-7925-4E49-856C-0C21E503BFC0}"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52D6570F-DCB1-4D92-AE4C-66A05AB2729E}"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5ED40BA-8EA5-4096-9B68-F3F9453B98EB}"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1DBD1565-D355-4D04-8C0A-EFD20C778813}"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2BF94B07-4299-4C59-A57F-275C3E46E563}"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AF81FA26-5FA1-4505-972F-18BB5EE3F9EB}"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DDDC5A16-A6AB-498D-9B99-3F489395A4EE}"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DC691295-4096-4FEF-902B-570766B60D47}"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38B3450B-6779-47D7-A2B2-1188D4E01278}" type="slidenum">
              <a:t>&lt;#&gt;</a:t>
            </a:fld>
          </a:p>
        </p:txBody>
      </p:sp>
      <p:sp>
        <p:nvSpPr>
          <p:cNvPr id="8" name="PlaceHolder 7"/>
          <p:cNvSpPr>
            <a:spLocks noGrp="1"/>
          </p:cNvSpPr>
          <p:nvPr>
            <p:ph type="dt" idx="15"/>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69320AAE-5C9E-4E22-9612-60E55E1B9125}" type="slidenum">
              <a:t>&lt;#&gt;</a:t>
            </a:fld>
          </a:p>
        </p:txBody>
      </p:sp>
      <p:sp>
        <p:nvSpPr>
          <p:cNvPr id="7" name="PlaceHolder 6"/>
          <p:cNvSpPr>
            <a:spLocks noGrp="1"/>
          </p:cNvSpPr>
          <p:nvPr>
            <p:ph type="dt" idx="15"/>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9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3"/>
          </p:nvPr>
        </p:nvSpPr>
        <p:spPr/>
        <p:txBody>
          <a:bodyPr/>
          <a:p>
            <a:r>
              <a:t>Footer</a:t>
            </a:r>
          </a:p>
        </p:txBody>
      </p:sp>
      <p:sp>
        <p:nvSpPr>
          <p:cNvPr id="8" name="PlaceHolder 7"/>
          <p:cNvSpPr>
            <a:spLocks noGrp="1"/>
          </p:cNvSpPr>
          <p:nvPr>
            <p:ph type="sldNum" idx="14"/>
          </p:nvPr>
        </p:nvSpPr>
        <p:spPr/>
        <p:txBody>
          <a:bodyPr/>
          <a:p>
            <a:fld id="{43B98615-EC30-4B7D-B90D-18928B77585C}" type="slidenum">
              <a:t>&lt;#&gt;</a:t>
            </a:fld>
          </a:p>
        </p:txBody>
      </p:sp>
      <p:sp>
        <p:nvSpPr>
          <p:cNvPr id="9" name="PlaceHolder 8"/>
          <p:cNvSpPr>
            <a:spLocks noGrp="1"/>
          </p:cNvSpPr>
          <p:nvPr>
            <p:ph type="dt" idx="15"/>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3"/>
          </p:nvPr>
        </p:nvSpPr>
        <p:spPr/>
        <p:txBody>
          <a:bodyPr/>
          <a:p>
            <a:r>
              <a:t>Footer</a:t>
            </a:r>
          </a:p>
        </p:txBody>
      </p:sp>
      <p:sp>
        <p:nvSpPr>
          <p:cNvPr id="10" name="PlaceHolder 9"/>
          <p:cNvSpPr>
            <a:spLocks noGrp="1"/>
          </p:cNvSpPr>
          <p:nvPr>
            <p:ph type="sldNum" idx="14"/>
          </p:nvPr>
        </p:nvSpPr>
        <p:spPr/>
        <p:txBody>
          <a:bodyPr/>
          <a:p>
            <a:fld id="{AD14BA39-00C6-4F39-B60D-FC15F865D9BF}" type="slidenum">
              <a:t>&lt;#&gt;</a:t>
            </a:fld>
          </a:p>
        </p:txBody>
      </p:sp>
      <p:sp>
        <p:nvSpPr>
          <p:cNvPr id="11" name="PlaceHolder 10"/>
          <p:cNvSpPr>
            <a:spLocks noGrp="1"/>
          </p:cNvSpPr>
          <p:nvPr>
            <p:ph type="dt" idx="15"/>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F916F516-B6D3-43DA-B64A-C6B1B48FD716}"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1"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10463A36-E35D-43DE-ABF3-3287F193F7C2}"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62F7BB6D-6DD4-4F46-BB63-710B20ED5F42}"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C4B7FDD3-4996-466E-A495-433F7DC289C8}"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1AD5403D-FAA1-40EA-B241-88C60476CB84}" type="slidenum">
              <a:t>&lt;#&gt;</a:t>
            </a:fld>
          </a:p>
        </p:txBody>
      </p:sp>
      <p:sp>
        <p:nvSpPr>
          <p:cNvPr id="5" name="PlaceHolder 4"/>
          <p:cNvSpPr>
            <a:spLocks noGrp="1"/>
          </p:cNvSpPr>
          <p:nvPr>
            <p:ph type="dt" idx="18"/>
          </p:nvPr>
        </p:nvSpPr>
        <p:spPr/>
        <p:txBody>
          <a:bodyPr/>
          <a:p>
            <a:r>
              <a:rPr lang="en-US"/>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E5929143-7AE7-403F-9BCA-A0BC47410952}" type="slidenum">
              <a:t>&lt;#&gt;</a:t>
            </a:fld>
          </a:p>
        </p:txBody>
      </p:sp>
      <p:sp>
        <p:nvSpPr>
          <p:cNvPr id="5" name="PlaceHolder 4"/>
          <p:cNvSpPr>
            <a:spLocks noGrp="1"/>
          </p:cNvSpPr>
          <p:nvPr>
            <p:ph type="dt" idx="18"/>
          </p:nvPr>
        </p:nvSpPr>
        <p:spPr/>
        <p:txBody>
          <a:bodyPr/>
          <a:p>
            <a:r>
              <a:rPr lang="en-US"/>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50434648-A10C-4F62-945E-3A0C56E18E20}" type="slidenum">
              <a:t>&lt;#&gt;</a:t>
            </a:fld>
          </a:p>
        </p:txBody>
      </p:sp>
      <p:sp>
        <p:nvSpPr>
          <p:cNvPr id="8" name="PlaceHolder 7"/>
          <p:cNvSpPr>
            <a:spLocks noGrp="1"/>
          </p:cNvSpPr>
          <p:nvPr>
            <p:ph type="dt" idx="18"/>
          </p:nvPr>
        </p:nvSpPr>
        <p:spPr/>
        <p:txBody>
          <a:bodyPr/>
          <a:p>
            <a:r>
              <a:rPr lang="en-US"/>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6"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740CBEE9-EB6F-4514-8D7A-2539A24745A8}" type="slidenum">
              <a:t>&lt;#&gt;</a:t>
            </a:fld>
          </a:p>
        </p:txBody>
      </p:sp>
      <p:sp>
        <p:nvSpPr>
          <p:cNvPr id="8" name="PlaceHolder 7"/>
          <p:cNvSpPr>
            <a:spLocks noGrp="1"/>
          </p:cNvSpPr>
          <p:nvPr>
            <p:ph type="dt" idx="18"/>
          </p:nvPr>
        </p:nvSpPr>
        <p:spPr/>
        <p:txBody>
          <a:bodyPr/>
          <a:p>
            <a:r>
              <a:rPr lang="en-US"/>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6"/>
          </p:nvPr>
        </p:nvSpPr>
        <p:spPr/>
        <p:txBody>
          <a:bodyPr/>
          <a:p>
            <a:r>
              <a:t>Footer</a:t>
            </a:r>
          </a:p>
        </p:txBody>
      </p:sp>
      <p:sp>
        <p:nvSpPr>
          <p:cNvPr id="7" name="PlaceHolder 6"/>
          <p:cNvSpPr>
            <a:spLocks noGrp="1"/>
          </p:cNvSpPr>
          <p:nvPr>
            <p:ph type="sldNum" idx="17"/>
          </p:nvPr>
        </p:nvSpPr>
        <p:spPr/>
        <p:txBody>
          <a:bodyPr/>
          <a:p>
            <a:fld id="{921917F9-786E-4EEF-8B7D-3152408F512F}" type="slidenum">
              <a:t>&lt;#&gt;</a:t>
            </a:fld>
          </a:p>
        </p:txBody>
      </p:sp>
      <p:sp>
        <p:nvSpPr>
          <p:cNvPr id="8" name="PlaceHolder 7"/>
          <p:cNvSpPr>
            <a:spLocks noGrp="1"/>
          </p:cNvSpPr>
          <p:nvPr>
            <p:ph type="dt" idx="18"/>
          </p:nvPr>
        </p:nvSpPr>
        <p:spPr/>
        <p:txBody>
          <a:bodyPr/>
          <a:p>
            <a:r>
              <a:rPr lang="en-US"/>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C99B3F37-E6E1-4E1D-A412-2689C40D6940}"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6"/>
          </p:nvPr>
        </p:nvSpPr>
        <p:spPr/>
        <p:txBody>
          <a:bodyPr/>
          <a:p>
            <a:r>
              <a:t>Footer</a:t>
            </a:r>
          </a:p>
        </p:txBody>
      </p:sp>
      <p:sp>
        <p:nvSpPr>
          <p:cNvPr id="8" name="PlaceHolder 7"/>
          <p:cNvSpPr>
            <a:spLocks noGrp="1"/>
          </p:cNvSpPr>
          <p:nvPr>
            <p:ph type="sldNum" idx="17"/>
          </p:nvPr>
        </p:nvSpPr>
        <p:spPr/>
        <p:txBody>
          <a:bodyPr/>
          <a:p>
            <a:fld id="{B7A40A50-F26E-4D56-8C8C-0C10CB689B39}" type="slidenum">
              <a:t>&lt;#&gt;</a:t>
            </a:fld>
          </a:p>
        </p:txBody>
      </p:sp>
      <p:sp>
        <p:nvSpPr>
          <p:cNvPr id="9" name="PlaceHolder 8"/>
          <p:cNvSpPr>
            <a:spLocks noGrp="1"/>
          </p:cNvSpPr>
          <p:nvPr>
            <p:ph type="dt" idx="18"/>
          </p:nvPr>
        </p:nvSpPr>
        <p:spPr/>
        <p:txBody>
          <a:bodyPr/>
          <a:p>
            <a:r>
              <a:rPr lang="en-US"/>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0"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1"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2"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3"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4"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5"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6"/>
          </p:nvPr>
        </p:nvSpPr>
        <p:spPr/>
        <p:txBody>
          <a:bodyPr/>
          <a:p>
            <a:r>
              <a:t>Footer</a:t>
            </a:r>
          </a:p>
        </p:txBody>
      </p:sp>
      <p:sp>
        <p:nvSpPr>
          <p:cNvPr id="10" name="PlaceHolder 9"/>
          <p:cNvSpPr>
            <a:spLocks noGrp="1"/>
          </p:cNvSpPr>
          <p:nvPr>
            <p:ph type="sldNum" idx="17"/>
          </p:nvPr>
        </p:nvSpPr>
        <p:spPr/>
        <p:txBody>
          <a:bodyPr/>
          <a:p>
            <a:fld id="{0B07C20C-4D43-4C7F-88CA-6E02954CE37B}" type="slidenum">
              <a:t>&lt;#&gt;</a:t>
            </a:fld>
          </a:p>
        </p:txBody>
      </p:sp>
      <p:sp>
        <p:nvSpPr>
          <p:cNvPr id="11" name="PlaceHolder 10"/>
          <p:cNvSpPr>
            <a:spLocks noGrp="1"/>
          </p:cNvSpPr>
          <p:nvPr>
            <p:ph type="dt" idx="18"/>
          </p:nvPr>
        </p:nvSpPr>
        <p:spPr/>
        <p:txBody>
          <a:bodyPr/>
          <a:p>
            <a:r>
              <a:rPr lang="en-US"/>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6EE71BB1-BB32-475D-9A3C-7D8A14DE8AC0}"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2"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9FDBBFF9-454F-4158-AC66-7B1D48A3F879}"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CB89968A-0DA2-4890-B665-AD27305369A9}"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C32AC2B1-8A3C-427D-AF36-EC199885483B}"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49570BFD-0DC2-44C9-961F-1570342764B2}" type="slidenum">
              <a:t>&lt;#&gt;</a:t>
            </a:fld>
          </a:p>
        </p:txBody>
      </p:sp>
      <p:sp>
        <p:nvSpPr>
          <p:cNvPr id="5" name="PlaceHolder 4"/>
          <p:cNvSpPr>
            <a:spLocks noGrp="1"/>
          </p:cNvSpPr>
          <p:nvPr>
            <p:ph type="dt" idx="21"/>
          </p:nvPr>
        </p:nvSpPr>
        <p:spPr/>
        <p:txBody>
          <a:bodyPr/>
          <a:p>
            <a:r>
              <a:rPr lang="en-US"/>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9"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2C2383D8-89FF-458B-AF47-782BEF788C0C}" type="slidenum">
              <a:t>&lt;#&gt;</a:t>
            </a:fld>
          </a:p>
        </p:txBody>
      </p:sp>
      <p:sp>
        <p:nvSpPr>
          <p:cNvPr id="5" name="PlaceHolder 4"/>
          <p:cNvSpPr>
            <a:spLocks noGrp="1"/>
          </p:cNvSpPr>
          <p:nvPr>
            <p:ph type="dt" idx="21"/>
          </p:nvPr>
        </p:nvSpPr>
        <p:spPr/>
        <p:txBody>
          <a:bodyPr/>
          <a:p>
            <a:r>
              <a:rPr lang="en-US"/>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B24E64A0-17D7-4CED-8E64-6B4909C8FF91}" type="slidenum">
              <a:t>&lt;#&gt;</a:t>
            </a:fld>
          </a:p>
        </p:txBody>
      </p:sp>
      <p:sp>
        <p:nvSpPr>
          <p:cNvPr id="8" name="PlaceHolder 7"/>
          <p:cNvSpPr>
            <a:spLocks noGrp="1"/>
          </p:cNvSpPr>
          <p:nvPr>
            <p:ph type="dt" idx="21"/>
          </p:nvPr>
        </p:nvSpPr>
        <p:spPr/>
        <p:txBody>
          <a:bodyPr/>
          <a:p>
            <a:r>
              <a:rPr lang="en-US"/>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326CF8C3-9B02-4020-A32B-E994D4940EFF}" type="slidenum">
              <a:t>&lt;#&gt;</a:t>
            </a:fld>
          </a:p>
        </p:txBody>
      </p:sp>
      <p:sp>
        <p:nvSpPr>
          <p:cNvPr id="8" name="PlaceHolder 7"/>
          <p:cNvSpPr>
            <a:spLocks noGrp="1"/>
          </p:cNvSpPr>
          <p:nvPr>
            <p:ph type="dt" idx="21"/>
          </p:nvPr>
        </p:nvSpPr>
        <p:spPr/>
        <p:txBody>
          <a:bodyPr/>
          <a:p>
            <a:r>
              <a:rPr lang="en-US"/>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9"/>
          </p:nvPr>
        </p:nvSpPr>
        <p:spPr/>
        <p:txBody>
          <a:bodyPr/>
          <a:p>
            <a:r>
              <a:t>Footer</a:t>
            </a:r>
          </a:p>
        </p:txBody>
      </p:sp>
      <p:sp>
        <p:nvSpPr>
          <p:cNvPr id="7" name="PlaceHolder 6"/>
          <p:cNvSpPr>
            <a:spLocks noGrp="1"/>
          </p:cNvSpPr>
          <p:nvPr>
            <p:ph type="sldNum" idx="20"/>
          </p:nvPr>
        </p:nvSpPr>
        <p:spPr/>
        <p:txBody>
          <a:bodyPr/>
          <a:p>
            <a:fld id="{965FD763-868F-4CC1-B962-E4666567B826}" type="slidenum">
              <a:t>&lt;#&gt;</a:t>
            </a:fld>
          </a:p>
        </p:txBody>
      </p:sp>
      <p:sp>
        <p:nvSpPr>
          <p:cNvPr id="8" name="PlaceHolder 7"/>
          <p:cNvSpPr>
            <a:spLocks noGrp="1"/>
          </p:cNvSpPr>
          <p:nvPr>
            <p:ph type="dt" idx="21"/>
          </p:nvPr>
        </p:nvSpPr>
        <p:spPr/>
        <p:txBody>
          <a:bodyPr/>
          <a:p>
            <a:r>
              <a:rPr lang="en-US"/>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555A5AEE-1366-46D7-8A0F-60CEBB6691B6}"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9"/>
          </p:nvPr>
        </p:nvSpPr>
        <p:spPr/>
        <p:txBody>
          <a:bodyPr/>
          <a:p>
            <a:r>
              <a:t>Footer</a:t>
            </a:r>
          </a:p>
        </p:txBody>
      </p:sp>
      <p:sp>
        <p:nvSpPr>
          <p:cNvPr id="8" name="PlaceHolder 7"/>
          <p:cNvSpPr>
            <a:spLocks noGrp="1"/>
          </p:cNvSpPr>
          <p:nvPr>
            <p:ph type="sldNum" idx="20"/>
          </p:nvPr>
        </p:nvSpPr>
        <p:spPr/>
        <p:txBody>
          <a:bodyPr/>
          <a:p>
            <a:fld id="{83B8C9A8-33AC-4DC2-B02A-998C5676A1A5}" type="slidenum">
              <a:t>&lt;#&gt;</a:t>
            </a:fld>
          </a:p>
        </p:txBody>
      </p:sp>
      <p:sp>
        <p:nvSpPr>
          <p:cNvPr id="9" name="PlaceHolder 8"/>
          <p:cNvSpPr>
            <a:spLocks noGrp="1"/>
          </p:cNvSpPr>
          <p:nvPr>
            <p:ph type="dt" idx="21"/>
          </p:nvPr>
        </p:nvSpPr>
        <p:spPr/>
        <p:txBody>
          <a:bodyPr/>
          <a:p>
            <a:r>
              <a:rPr lang="en-US"/>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1"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2"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3"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4"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5"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6"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9"/>
          </p:nvPr>
        </p:nvSpPr>
        <p:spPr/>
        <p:txBody>
          <a:bodyPr/>
          <a:p>
            <a:r>
              <a:t>Footer</a:t>
            </a:r>
          </a:p>
        </p:txBody>
      </p:sp>
      <p:sp>
        <p:nvSpPr>
          <p:cNvPr id="10" name="PlaceHolder 9"/>
          <p:cNvSpPr>
            <a:spLocks noGrp="1"/>
          </p:cNvSpPr>
          <p:nvPr>
            <p:ph type="sldNum" idx="20"/>
          </p:nvPr>
        </p:nvSpPr>
        <p:spPr/>
        <p:txBody>
          <a:bodyPr/>
          <a:p>
            <a:fld id="{DD02898A-699D-426A-B103-F8905B49812E}" type="slidenum">
              <a:t>&lt;#&gt;</a:t>
            </a:fld>
          </a:p>
        </p:txBody>
      </p:sp>
      <p:sp>
        <p:nvSpPr>
          <p:cNvPr id="11" name="PlaceHolder 10"/>
          <p:cNvSpPr>
            <a:spLocks noGrp="1"/>
          </p:cNvSpPr>
          <p:nvPr>
            <p:ph type="dt" idx="21"/>
          </p:nvPr>
        </p:nvSpPr>
        <p:spPr/>
        <p:txBody>
          <a:bodyPr/>
          <a:p>
            <a:r>
              <a:rPr lang="en-US"/>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91728BC7-0A3E-464F-8D1F-04A2450B1D00}"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210E12DA-0EC8-4802-AD8C-33EC40CCCBF8}"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5453B946-F933-47A9-8A76-515E3CA89BC2}"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9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169BB645-92D1-4E2A-B7E9-9AE6F73A35EC}"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14F70BDE-2185-4C8B-8EE2-7E1F6D01D16C}"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93A95640-997A-46E6-A528-F341D1FEA705}"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7D4C1930-DA59-4CF9-ABAA-8B7A3BDFDD32}" type="slidenum">
              <a:t>&lt;#&gt;</a:t>
            </a:fld>
          </a:p>
        </p:txBody>
      </p:sp>
      <p:sp>
        <p:nvSpPr>
          <p:cNvPr id="8" name="PlaceHolder 7"/>
          <p:cNvSpPr>
            <a:spLocks noGrp="1"/>
          </p:cNvSpPr>
          <p:nvPr>
            <p:ph type="dt" idx="24"/>
          </p:nvPr>
        </p:nvSpPr>
        <p:spPr/>
        <p:txBody>
          <a:bodyPr/>
          <a:p>
            <a:r>
              <a:rPr lang="en-US"/>
              <a:t/>
            </a: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8"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9667E391-D253-4A9F-B731-1918555AA571}" type="slidenum">
              <a:t>&lt;#&gt;</a:t>
            </a:fld>
          </a:p>
        </p:txBody>
      </p:sp>
      <p:sp>
        <p:nvSpPr>
          <p:cNvPr id="8" name="PlaceHolder 7"/>
          <p:cNvSpPr>
            <a:spLocks noGrp="1"/>
          </p:cNvSpPr>
          <p:nvPr>
            <p:ph type="dt" idx="24"/>
          </p:nvPr>
        </p:nvSpPr>
        <p:spPr/>
        <p:txBody>
          <a:bodyPr/>
          <a:p>
            <a:r>
              <a:rPr lang="en-US"/>
              <a:t/>
            </a: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2"/>
          </p:nvPr>
        </p:nvSpPr>
        <p:spPr/>
        <p:txBody>
          <a:bodyPr/>
          <a:p>
            <a:r>
              <a:t>Footer</a:t>
            </a:r>
          </a:p>
        </p:txBody>
      </p:sp>
      <p:sp>
        <p:nvSpPr>
          <p:cNvPr id="7" name="PlaceHolder 6"/>
          <p:cNvSpPr>
            <a:spLocks noGrp="1"/>
          </p:cNvSpPr>
          <p:nvPr>
            <p:ph type="sldNum" idx="23"/>
          </p:nvPr>
        </p:nvSpPr>
        <p:spPr/>
        <p:txBody>
          <a:bodyPr/>
          <a:p>
            <a:fld id="{04C45235-29DD-4AFB-A32B-DB2598D08415}" type="slidenum">
              <a:t>&lt;#&gt;</a:t>
            </a:fld>
          </a:p>
        </p:txBody>
      </p:sp>
      <p:sp>
        <p:nvSpPr>
          <p:cNvPr id="8" name="PlaceHolder 7"/>
          <p:cNvSpPr>
            <a:spLocks noGrp="1"/>
          </p:cNvSpPr>
          <p:nvPr>
            <p:ph type="dt" idx="24"/>
          </p:nvPr>
        </p:nvSpPr>
        <p:spPr/>
        <p:txBody>
          <a:bodyPr/>
          <a:p>
            <a:r>
              <a:rPr lang="en-US"/>
              <a:t/>
            </a: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FBB32F6E-33CB-4373-A0A2-56DD86C0FA24}"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22"/>
          </p:nvPr>
        </p:nvSpPr>
        <p:spPr/>
        <p:txBody>
          <a:bodyPr/>
          <a:p>
            <a:r>
              <a:t>Footer</a:t>
            </a:r>
          </a:p>
        </p:txBody>
      </p:sp>
      <p:sp>
        <p:nvSpPr>
          <p:cNvPr id="8" name="PlaceHolder 7"/>
          <p:cNvSpPr>
            <a:spLocks noGrp="1"/>
          </p:cNvSpPr>
          <p:nvPr>
            <p:ph type="sldNum" idx="23"/>
          </p:nvPr>
        </p:nvSpPr>
        <p:spPr/>
        <p:txBody>
          <a:bodyPr/>
          <a:p>
            <a:fld id="{64635596-9283-48B6-AED6-F763ABDC08D7}" type="slidenum">
              <a:t>&lt;#&gt;</a:t>
            </a:fld>
          </a:p>
        </p:txBody>
      </p:sp>
      <p:sp>
        <p:nvSpPr>
          <p:cNvPr id="9" name="PlaceHolder 8"/>
          <p:cNvSpPr>
            <a:spLocks noGrp="1"/>
          </p:cNvSpPr>
          <p:nvPr>
            <p:ph type="dt" idx="24"/>
          </p:nvPr>
        </p:nvSpPr>
        <p:spPr/>
        <p:txBody>
          <a:bodyPr/>
          <a:p>
            <a:r>
              <a:rPr lang="en-US"/>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2"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3"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4"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5"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6"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7"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22"/>
          </p:nvPr>
        </p:nvSpPr>
        <p:spPr/>
        <p:txBody>
          <a:bodyPr/>
          <a:p>
            <a:r>
              <a:t>Footer</a:t>
            </a:r>
          </a:p>
        </p:txBody>
      </p:sp>
      <p:sp>
        <p:nvSpPr>
          <p:cNvPr id="10" name="PlaceHolder 9"/>
          <p:cNvSpPr>
            <a:spLocks noGrp="1"/>
          </p:cNvSpPr>
          <p:nvPr>
            <p:ph type="sldNum" idx="23"/>
          </p:nvPr>
        </p:nvSpPr>
        <p:spPr/>
        <p:txBody>
          <a:bodyPr/>
          <a:p>
            <a:fld id="{56211424-89CF-4BBC-835E-B5F23ED5BB0F}" type="slidenum">
              <a:t>&lt;#&gt;</a:t>
            </a:fld>
          </a:p>
        </p:txBody>
      </p:sp>
      <p:sp>
        <p:nvSpPr>
          <p:cNvPr id="11" name="PlaceHolder 10"/>
          <p:cNvSpPr>
            <a:spLocks noGrp="1"/>
          </p:cNvSpPr>
          <p:nvPr>
            <p:ph type="dt" idx="24"/>
          </p:nvPr>
        </p:nvSpPr>
        <p:spPr/>
        <p:txBody>
          <a:bodyPr/>
          <a:p>
            <a:r>
              <a:rPr lang="en-US"/>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FE51F55E-8412-4B37-9AB4-1D0A079A7523}"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4"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44197CD5-703E-4628-B1AE-BAF87B490115}"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C32DA76C-776F-4651-BFDB-DE66BA675693}"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7E7300DC-6224-4795-9889-A161AE247C73}"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E9F7B21C-DF25-435F-B344-8802F5325DAC}" type="slidenum">
              <a:t>&lt;#&gt;</a:t>
            </a:fld>
          </a:p>
        </p:txBody>
      </p:sp>
      <p:sp>
        <p:nvSpPr>
          <p:cNvPr id="5" name="PlaceHolder 4"/>
          <p:cNvSpPr>
            <a:spLocks noGrp="1"/>
          </p:cNvSpPr>
          <p:nvPr>
            <p:ph type="dt" idx="27"/>
          </p:nvPr>
        </p:nvSpPr>
        <p:spPr/>
        <p:txBody>
          <a:bodyPr/>
          <a:p>
            <a:r>
              <a:rPr lang="en-US"/>
              <a:t/>
            </a: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41"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13712C9E-8F60-45DF-A6F4-EF4A3CC34192}" type="slidenum">
              <a:t>&lt;#&gt;</a:t>
            </a:fld>
          </a:p>
        </p:txBody>
      </p:sp>
      <p:sp>
        <p:nvSpPr>
          <p:cNvPr id="5" name="PlaceHolder 4"/>
          <p:cNvSpPr>
            <a:spLocks noGrp="1"/>
          </p:cNvSpPr>
          <p:nvPr>
            <p:ph type="dt" idx="27"/>
          </p:nvPr>
        </p:nvSpPr>
        <p:spPr/>
        <p:txBody>
          <a:bodyPr/>
          <a:p>
            <a:r>
              <a:rPr lang="en-US"/>
              <a:t/>
            </a: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AD362D7F-DB6F-4560-B4CD-CB8249C7925A}" type="slidenum">
              <a:t>&lt;#&gt;</a:t>
            </a:fld>
          </a:p>
        </p:txBody>
      </p:sp>
      <p:sp>
        <p:nvSpPr>
          <p:cNvPr id="8" name="PlaceHolder 7"/>
          <p:cNvSpPr>
            <a:spLocks noGrp="1"/>
          </p:cNvSpPr>
          <p:nvPr>
            <p:ph type="dt" idx="27"/>
          </p:nvPr>
        </p:nvSpPr>
        <p:spPr/>
        <p:txBody>
          <a:bodyPr/>
          <a:p>
            <a:r>
              <a:rPr lang="en-US"/>
              <a:t/>
            </a: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9"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130E0ED7-A541-4AB0-B6D1-7C2A45962C19}" type="slidenum">
              <a:t>&lt;#&gt;</a:t>
            </a:fld>
          </a:p>
        </p:txBody>
      </p:sp>
      <p:sp>
        <p:nvSpPr>
          <p:cNvPr id="8" name="PlaceHolder 7"/>
          <p:cNvSpPr>
            <a:spLocks noGrp="1"/>
          </p:cNvSpPr>
          <p:nvPr>
            <p:ph type="dt" idx="27"/>
          </p:nvPr>
        </p:nvSpPr>
        <p:spPr/>
        <p:txBody>
          <a:bodyPr/>
          <a:p>
            <a:r>
              <a:rPr lang="en-US"/>
              <a:t/>
            </a: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5"/>
          </p:nvPr>
        </p:nvSpPr>
        <p:spPr/>
        <p:txBody>
          <a:bodyPr/>
          <a:p>
            <a:r>
              <a:t>Footer</a:t>
            </a:r>
          </a:p>
        </p:txBody>
      </p:sp>
      <p:sp>
        <p:nvSpPr>
          <p:cNvPr id="7" name="PlaceHolder 6"/>
          <p:cNvSpPr>
            <a:spLocks noGrp="1"/>
          </p:cNvSpPr>
          <p:nvPr>
            <p:ph type="sldNum" idx="26"/>
          </p:nvPr>
        </p:nvSpPr>
        <p:spPr/>
        <p:txBody>
          <a:bodyPr/>
          <a:p>
            <a:fld id="{CE6B3DCA-7899-4552-8EF1-6627F37A0DF5}" type="slidenum">
              <a:t>&lt;#&gt;</a:t>
            </a:fld>
          </a:p>
        </p:txBody>
      </p:sp>
      <p:sp>
        <p:nvSpPr>
          <p:cNvPr id="8" name="PlaceHolder 7"/>
          <p:cNvSpPr>
            <a:spLocks noGrp="1"/>
          </p:cNvSpPr>
          <p:nvPr>
            <p:ph type="dt" idx="27"/>
          </p:nvPr>
        </p:nvSpPr>
        <p:spPr/>
        <p:txBody>
          <a:bodyPr/>
          <a:p>
            <a:r>
              <a:rPr lang="en-US"/>
              <a:t/>
            </a: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5"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6"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06CF3D17-2691-4503-A048-03290A3C5BEC}"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1"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25"/>
          </p:nvPr>
        </p:nvSpPr>
        <p:spPr/>
        <p:txBody>
          <a:bodyPr/>
          <a:p>
            <a:r>
              <a:t>Footer</a:t>
            </a:r>
          </a:p>
        </p:txBody>
      </p:sp>
      <p:sp>
        <p:nvSpPr>
          <p:cNvPr id="8" name="PlaceHolder 7"/>
          <p:cNvSpPr>
            <a:spLocks noGrp="1"/>
          </p:cNvSpPr>
          <p:nvPr>
            <p:ph type="sldNum" idx="26"/>
          </p:nvPr>
        </p:nvSpPr>
        <p:spPr/>
        <p:txBody>
          <a:bodyPr/>
          <a:p>
            <a:fld id="{77216E12-CB9A-4B12-BBD8-C69CDACDE148}" type="slidenum">
              <a:t>&lt;#&gt;</a:t>
            </a:fld>
          </a:p>
        </p:txBody>
      </p:sp>
      <p:sp>
        <p:nvSpPr>
          <p:cNvPr id="9" name="PlaceHolder 8"/>
          <p:cNvSpPr>
            <a:spLocks noGrp="1"/>
          </p:cNvSpPr>
          <p:nvPr>
            <p:ph type="dt" idx="27"/>
          </p:nvPr>
        </p:nvSpPr>
        <p:spPr/>
        <p:txBody>
          <a:bodyPr/>
          <a:p>
            <a:r>
              <a:rPr lang="en-US"/>
              <a:t/>
            </a: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3"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4"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5"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6"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7"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68"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25"/>
          </p:nvPr>
        </p:nvSpPr>
        <p:spPr/>
        <p:txBody>
          <a:bodyPr/>
          <a:p>
            <a:r>
              <a:t>Footer</a:t>
            </a:r>
          </a:p>
        </p:txBody>
      </p:sp>
      <p:sp>
        <p:nvSpPr>
          <p:cNvPr id="10" name="PlaceHolder 9"/>
          <p:cNvSpPr>
            <a:spLocks noGrp="1"/>
          </p:cNvSpPr>
          <p:nvPr>
            <p:ph type="sldNum" idx="26"/>
          </p:nvPr>
        </p:nvSpPr>
        <p:spPr/>
        <p:txBody>
          <a:bodyPr/>
          <a:p>
            <a:fld id="{9D7D2921-A449-4264-8551-D7769EDF6C39}" type="slidenum">
              <a:t>&lt;#&gt;</a:t>
            </a:fld>
          </a:p>
        </p:txBody>
      </p:sp>
      <p:sp>
        <p:nvSpPr>
          <p:cNvPr id="11" name="PlaceHolder 10"/>
          <p:cNvSpPr>
            <a:spLocks noGrp="1"/>
          </p:cNvSpPr>
          <p:nvPr>
            <p:ph type="dt" idx="27"/>
          </p:nvPr>
        </p:nvSpPr>
        <p:spPr/>
        <p:txBody>
          <a:bodyPr/>
          <a:p>
            <a:r>
              <a:rPr lang="en-US"/>
              <a:t/>
            </a: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831B7C2D-AB6C-4993-8C8F-EF0DB1644706}"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5"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1BACECAF-A01B-46ED-ACCD-126B64687B7F}"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9E7F2515-213F-4A9F-B666-284BC3F39ADF}"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7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8"/>
          </p:nvPr>
        </p:nvSpPr>
        <p:spPr/>
        <p:txBody>
          <a:bodyPr/>
          <a:p>
            <a:r>
              <a:t>Footer</a:t>
            </a:r>
          </a:p>
        </p:txBody>
      </p:sp>
      <p:sp>
        <p:nvSpPr>
          <p:cNvPr id="6" name="PlaceHolder 5"/>
          <p:cNvSpPr>
            <a:spLocks noGrp="1"/>
          </p:cNvSpPr>
          <p:nvPr>
            <p:ph type="sldNum" idx="29"/>
          </p:nvPr>
        </p:nvSpPr>
        <p:spPr/>
        <p:txBody>
          <a:bodyPr/>
          <a:p>
            <a:fld id="{27B889C7-9416-45CA-8E8F-CDDB240C0F26}" type="slidenum">
              <a:t>&lt;#&gt;</a:t>
            </a:fld>
          </a:p>
        </p:txBody>
      </p:sp>
      <p:sp>
        <p:nvSpPr>
          <p:cNvPr id="7" name="PlaceHolder 6"/>
          <p:cNvSpPr>
            <a:spLocks noGrp="1"/>
          </p:cNvSpPr>
          <p:nvPr>
            <p:ph type="dt" idx="30"/>
          </p:nvPr>
        </p:nvSpPr>
        <p:spPr/>
        <p:txBody>
          <a:bodyPr/>
          <a:p>
            <a:r>
              <a:rPr lang="en-US"/>
              <a:t/>
            </a: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1B5B2DA0-2CF1-40B9-A650-34F8B14EE29D}"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82"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61952F53-5B44-4E26-A3F9-99297285F6A7}"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8"/>
          </p:nvPr>
        </p:nvSpPr>
        <p:spPr/>
        <p:txBody>
          <a:bodyPr/>
          <a:p>
            <a:r>
              <a:t>Footer</a:t>
            </a:r>
          </a:p>
        </p:txBody>
      </p:sp>
      <p:sp>
        <p:nvSpPr>
          <p:cNvPr id="7" name="PlaceHolder 6"/>
          <p:cNvSpPr>
            <a:spLocks noGrp="1"/>
          </p:cNvSpPr>
          <p:nvPr>
            <p:ph type="sldNum" idx="29"/>
          </p:nvPr>
        </p:nvSpPr>
        <p:spPr/>
        <p:txBody>
          <a:bodyPr/>
          <a:p>
            <a:fld id="{5A889D36-71EE-4C98-A899-7855FC0F19A7}" type="slidenum">
              <a:t>&lt;#&gt;</a:t>
            </a:fld>
          </a:p>
        </p:txBody>
      </p:sp>
      <p:sp>
        <p:nvSpPr>
          <p:cNvPr id="8" name="PlaceHolder 7"/>
          <p:cNvSpPr>
            <a:spLocks noGrp="1"/>
          </p:cNvSpPr>
          <p:nvPr>
            <p:ph type="dt" idx="30"/>
          </p:nvPr>
        </p:nvSpPr>
        <p:spPr/>
        <p:txBody>
          <a:bodyPr/>
          <a:p>
            <a:r>
              <a:rPr lang="en-US"/>
              <a:t/>
            </a: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8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0"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8"/>
          </p:nvPr>
        </p:nvSpPr>
        <p:spPr/>
        <p:txBody>
          <a:bodyPr/>
          <a:p>
            <a:r>
              <a:t>Footer</a:t>
            </a:r>
          </a:p>
        </p:txBody>
      </p:sp>
      <p:sp>
        <p:nvSpPr>
          <p:cNvPr id="7" name="PlaceHolder 6"/>
          <p:cNvSpPr>
            <a:spLocks noGrp="1"/>
          </p:cNvSpPr>
          <p:nvPr>
            <p:ph type="sldNum" idx="29"/>
          </p:nvPr>
        </p:nvSpPr>
        <p:spPr/>
        <p:txBody>
          <a:bodyPr/>
          <a:p>
            <a:fld id="{5FED537E-5B79-404F-B325-69C4759CA84F}" type="slidenum">
              <a:t>&lt;#&gt;</a:t>
            </a:fld>
          </a:p>
        </p:txBody>
      </p:sp>
      <p:sp>
        <p:nvSpPr>
          <p:cNvPr id="8" name="PlaceHolder 7"/>
          <p:cNvSpPr>
            <a:spLocks noGrp="1"/>
          </p:cNvSpPr>
          <p:nvPr>
            <p:ph type="dt" idx="30"/>
          </p:nvPr>
        </p:nvSpPr>
        <p:spPr/>
        <p:txBody>
          <a:bodyPr/>
          <a:p>
            <a:r>
              <a:rPr lang="en-US"/>
              <a:t/>
            </a: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4"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28"/>
          </p:nvPr>
        </p:nvSpPr>
        <p:spPr/>
        <p:txBody>
          <a:bodyPr/>
          <a:p>
            <a:r>
              <a:t>Footer</a:t>
            </a:r>
          </a:p>
        </p:txBody>
      </p:sp>
      <p:sp>
        <p:nvSpPr>
          <p:cNvPr id="7" name="PlaceHolder 6"/>
          <p:cNvSpPr>
            <a:spLocks noGrp="1"/>
          </p:cNvSpPr>
          <p:nvPr>
            <p:ph type="sldNum" idx="29"/>
          </p:nvPr>
        </p:nvSpPr>
        <p:spPr/>
        <p:txBody>
          <a:bodyPr/>
          <a:p>
            <a:fld id="{32C568E2-9F24-4D00-9B20-A2B1DE76EF0D}" type="slidenum">
              <a:t>&lt;#&gt;</a:t>
            </a:fld>
          </a:p>
        </p:txBody>
      </p:sp>
      <p:sp>
        <p:nvSpPr>
          <p:cNvPr id="8" name="PlaceHolder 7"/>
          <p:cNvSpPr>
            <a:spLocks noGrp="1"/>
          </p:cNvSpPr>
          <p:nvPr>
            <p:ph type="dt" idx="30"/>
          </p:nvPr>
        </p:nvSpPr>
        <p:spPr/>
        <p:txBody>
          <a:bodyPr/>
          <a:p>
            <a:r>
              <a:rPr lang="en-US"/>
              <a:t/>
            </a: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8"/>
          </p:nvPr>
        </p:nvSpPr>
        <p:spPr/>
        <p:txBody>
          <a:bodyPr/>
          <a:p>
            <a:r>
              <a:t>Footer</a:t>
            </a:r>
          </a:p>
        </p:txBody>
      </p:sp>
      <p:sp>
        <p:nvSpPr>
          <p:cNvPr id="6" name="PlaceHolder 5"/>
          <p:cNvSpPr>
            <a:spLocks noGrp="1"/>
          </p:cNvSpPr>
          <p:nvPr>
            <p:ph type="sldNum" idx="29"/>
          </p:nvPr>
        </p:nvSpPr>
        <p:spPr/>
        <p:txBody>
          <a:bodyPr/>
          <a:p>
            <a:fld id="{7CD3B804-243B-402C-A0FD-48D2F3D90965}" type="slidenum">
              <a:t>&lt;#&gt;</a:t>
            </a:fld>
          </a:p>
        </p:txBody>
      </p:sp>
      <p:sp>
        <p:nvSpPr>
          <p:cNvPr id="7" name="PlaceHolder 6"/>
          <p:cNvSpPr>
            <a:spLocks noGrp="1"/>
          </p:cNvSpPr>
          <p:nvPr>
            <p:ph type="dt" idx="30"/>
          </p:nvPr>
        </p:nvSpPr>
        <p:spPr/>
        <p:txBody>
          <a:bodyPr/>
          <a:p>
            <a:r>
              <a:rPr lang="en-US"/>
              <a:t/>
            </a: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9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2"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28"/>
          </p:nvPr>
        </p:nvSpPr>
        <p:spPr/>
        <p:txBody>
          <a:bodyPr/>
          <a:p>
            <a:r>
              <a:t>Footer</a:t>
            </a:r>
          </a:p>
        </p:txBody>
      </p:sp>
      <p:sp>
        <p:nvSpPr>
          <p:cNvPr id="8" name="PlaceHolder 7"/>
          <p:cNvSpPr>
            <a:spLocks noGrp="1"/>
          </p:cNvSpPr>
          <p:nvPr>
            <p:ph type="sldNum" idx="29"/>
          </p:nvPr>
        </p:nvSpPr>
        <p:spPr/>
        <p:txBody>
          <a:bodyPr/>
          <a:p>
            <a:fld id="{7D2BE9E2-78A6-4523-82D7-9E7783C99D71}" type="slidenum">
              <a:t>&lt;#&gt;</a:t>
            </a:fld>
          </a:p>
        </p:txBody>
      </p:sp>
      <p:sp>
        <p:nvSpPr>
          <p:cNvPr id="9" name="PlaceHolder 8"/>
          <p:cNvSpPr>
            <a:spLocks noGrp="1"/>
          </p:cNvSpPr>
          <p:nvPr>
            <p:ph type="dt" idx="30"/>
          </p:nvPr>
        </p:nvSpPr>
        <p:spPr/>
        <p:txBody>
          <a:bodyPr/>
          <a:p>
            <a:r>
              <a:rPr lang="en-US"/>
              <a:t/>
            </a: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04"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5"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6"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7"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8"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9"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28"/>
          </p:nvPr>
        </p:nvSpPr>
        <p:spPr/>
        <p:txBody>
          <a:bodyPr/>
          <a:p>
            <a:r>
              <a:t>Footer</a:t>
            </a:r>
          </a:p>
        </p:txBody>
      </p:sp>
      <p:sp>
        <p:nvSpPr>
          <p:cNvPr id="10" name="PlaceHolder 9"/>
          <p:cNvSpPr>
            <a:spLocks noGrp="1"/>
          </p:cNvSpPr>
          <p:nvPr>
            <p:ph type="sldNum" idx="29"/>
          </p:nvPr>
        </p:nvSpPr>
        <p:spPr/>
        <p:txBody>
          <a:bodyPr/>
          <a:p>
            <a:fld id="{8916A998-1EFE-47FF-B866-FB58EC1A63AC}" type="slidenum">
              <a:t>&lt;#&gt;</a:t>
            </a:fld>
          </a:p>
        </p:txBody>
      </p:sp>
      <p:sp>
        <p:nvSpPr>
          <p:cNvPr id="11" name="PlaceHolder 10"/>
          <p:cNvSpPr>
            <a:spLocks noGrp="1"/>
          </p:cNvSpPr>
          <p:nvPr>
            <p:ph type="dt" idx="30"/>
          </p:nvPr>
        </p:nvSpPr>
        <p:spPr/>
        <p:txBody>
          <a:bodyPr/>
          <a:p>
            <a:r>
              <a:rPr lang="en-US"/>
              <a:t/>
            </a:r>
          </a:p>
        </p:txBody>
      </p:sp>
    </p:spTree>
  </p:cSld>
</p:sldLayout>
</file>

<file path=ppt/slideLayouts/slideLayout1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89950B01-4F17-4868-8D66-79C10F571518}"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DE28DDBF-58CF-49E3-9B2F-D7B0C0854DC0}"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1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60171FD7-B42F-4EDF-995F-E24E10C9E26A}"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31"/>
          </p:nvPr>
        </p:nvSpPr>
        <p:spPr/>
        <p:txBody>
          <a:bodyPr/>
          <a:p>
            <a:r>
              <a:t>Footer</a:t>
            </a:r>
          </a:p>
        </p:txBody>
      </p:sp>
      <p:sp>
        <p:nvSpPr>
          <p:cNvPr id="6" name="PlaceHolder 5"/>
          <p:cNvSpPr>
            <a:spLocks noGrp="1"/>
          </p:cNvSpPr>
          <p:nvPr>
            <p:ph type="sldNum" idx="32"/>
          </p:nvPr>
        </p:nvSpPr>
        <p:spPr/>
        <p:txBody>
          <a:bodyPr/>
          <a:p>
            <a:fld id="{2308935B-D171-4CB1-9E21-A622BD850BCA}" type="slidenum">
              <a:t>&lt;#&gt;</a:t>
            </a:fld>
          </a:p>
        </p:txBody>
      </p:sp>
      <p:sp>
        <p:nvSpPr>
          <p:cNvPr id="7" name="PlaceHolder 6"/>
          <p:cNvSpPr>
            <a:spLocks noGrp="1"/>
          </p:cNvSpPr>
          <p:nvPr>
            <p:ph type="dt" idx="33"/>
          </p:nvPr>
        </p:nvSpPr>
        <p:spPr/>
        <p:txBody>
          <a:bodyPr/>
          <a:p>
            <a:r>
              <a:rPr lang="en-US"/>
              <a:t/>
            </a:r>
          </a:p>
        </p:txBody>
      </p:sp>
    </p:spTree>
  </p:cSld>
</p:sldLayout>
</file>

<file path=ppt/slideLayouts/slideLayout1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31"/>
          </p:nvPr>
        </p:nvSpPr>
        <p:spPr/>
        <p:txBody>
          <a:bodyPr/>
          <a:p>
            <a:r>
              <a:t>Footer</a:t>
            </a:r>
          </a:p>
        </p:txBody>
      </p:sp>
      <p:sp>
        <p:nvSpPr>
          <p:cNvPr id="4" name="PlaceHolder 3"/>
          <p:cNvSpPr>
            <a:spLocks noGrp="1"/>
          </p:cNvSpPr>
          <p:nvPr>
            <p:ph type="sldNum" idx="32"/>
          </p:nvPr>
        </p:nvSpPr>
        <p:spPr/>
        <p:txBody>
          <a:bodyPr/>
          <a:p>
            <a:fld id="{01635C67-57B5-434A-AA4B-95254157AE5C}" type="slidenum">
              <a:t>&lt;#&gt;</a:t>
            </a:fld>
          </a:p>
        </p:txBody>
      </p:sp>
      <p:sp>
        <p:nvSpPr>
          <p:cNvPr id="5" name="PlaceHolder 4"/>
          <p:cNvSpPr>
            <a:spLocks noGrp="1"/>
          </p:cNvSpPr>
          <p:nvPr>
            <p:ph type="dt" idx="33"/>
          </p:nvPr>
        </p:nvSpPr>
        <p:spPr/>
        <p:txBody>
          <a:bodyPr/>
          <a:p>
            <a:r>
              <a:rPr lang="en-US"/>
              <a:t/>
            </a:r>
          </a:p>
        </p:txBody>
      </p:sp>
    </p:spTree>
  </p:cSld>
</p:sldLayout>
</file>

<file path=ppt/slideLayouts/slideLayout1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2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31"/>
          </p:nvPr>
        </p:nvSpPr>
        <p:spPr/>
        <p:txBody>
          <a:bodyPr/>
          <a:p>
            <a:r>
              <a:t>Footer</a:t>
            </a:r>
          </a:p>
        </p:txBody>
      </p:sp>
      <p:sp>
        <p:nvSpPr>
          <p:cNvPr id="4" name="PlaceHolder 3"/>
          <p:cNvSpPr>
            <a:spLocks noGrp="1"/>
          </p:cNvSpPr>
          <p:nvPr>
            <p:ph type="sldNum" idx="32"/>
          </p:nvPr>
        </p:nvSpPr>
        <p:spPr/>
        <p:txBody>
          <a:bodyPr/>
          <a:p>
            <a:fld id="{08800857-3777-4532-9585-D92E6D8D5DFA}" type="slidenum">
              <a:t>&lt;#&gt;</a:t>
            </a:fld>
          </a:p>
        </p:txBody>
      </p:sp>
      <p:sp>
        <p:nvSpPr>
          <p:cNvPr id="5" name="PlaceHolder 4"/>
          <p:cNvSpPr>
            <a:spLocks noGrp="1"/>
          </p:cNvSpPr>
          <p:nvPr>
            <p:ph type="dt" idx="33"/>
          </p:nvPr>
        </p:nvSpPr>
        <p:spPr/>
        <p:txBody>
          <a:bodyPr/>
          <a:p>
            <a:r>
              <a:rPr lang="en-US"/>
              <a:t/>
            </a:r>
          </a:p>
        </p:txBody>
      </p:sp>
    </p:spTree>
  </p:cSld>
</p:sldLayout>
</file>

<file path=ppt/slideLayouts/slideLayout1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1"/>
          </p:nvPr>
        </p:nvSpPr>
        <p:spPr/>
        <p:txBody>
          <a:bodyPr/>
          <a:p>
            <a:r>
              <a:t>Footer</a:t>
            </a:r>
          </a:p>
        </p:txBody>
      </p:sp>
      <p:sp>
        <p:nvSpPr>
          <p:cNvPr id="7" name="PlaceHolder 6"/>
          <p:cNvSpPr>
            <a:spLocks noGrp="1"/>
          </p:cNvSpPr>
          <p:nvPr>
            <p:ph type="sldNum" idx="32"/>
          </p:nvPr>
        </p:nvSpPr>
        <p:spPr/>
        <p:txBody>
          <a:bodyPr/>
          <a:p>
            <a:fld id="{866BAE5F-1636-47C2-81EE-958264A07256}" type="slidenum">
              <a:t>&lt;#&gt;</a:t>
            </a:fld>
          </a:p>
        </p:txBody>
      </p:sp>
      <p:sp>
        <p:nvSpPr>
          <p:cNvPr id="8" name="PlaceHolder 7"/>
          <p:cNvSpPr>
            <a:spLocks noGrp="1"/>
          </p:cNvSpPr>
          <p:nvPr>
            <p:ph type="dt" idx="33"/>
          </p:nvPr>
        </p:nvSpPr>
        <p:spPr/>
        <p:txBody>
          <a:bodyPr/>
          <a:p>
            <a:r>
              <a:rPr lang="en-US"/>
              <a:t/>
            </a:r>
          </a:p>
        </p:txBody>
      </p:sp>
    </p:spTree>
  </p:cSld>
</p:sldLayout>
</file>

<file path=ppt/slideLayouts/slideLayout1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2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1"/>
          </p:nvPr>
        </p:nvSpPr>
        <p:spPr/>
        <p:txBody>
          <a:bodyPr/>
          <a:p>
            <a:r>
              <a:t>Footer</a:t>
            </a:r>
          </a:p>
        </p:txBody>
      </p:sp>
      <p:sp>
        <p:nvSpPr>
          <p:cNvPr id="7" name="PlaceHolder 6"/>
          <p:cNvSpPr>
            <a:spLocks noGrp="1"/>
          </p:cNvSpPr>
          <p:nvPr>
            <p:ph type="sldNum" idx="32"/>
          </p:nvPr>
        </p:nvSpPr>
        <p:spPr/>
        <p:txBody>
          <a:bodyPr/>
          <a:p>
            <a:fld id="{07D89687-4624-475E-9ACE-4331D7938A61}" type="slidenum">
              <a:t>&lt;#&gt;</a:t>
            </a:fld>
          </a:p>
        </p:txBody>
      </p:sp>
      <p:sp>
        <p:nvSpPr>
          <p:cNvPr id="8" name="PlaceHolder 7"/>
          <p:cNvSpPr>
            <a:spLocks noGrp="1"/>
          </p:cNvSpPr>
          <p:nvPr>
            <p:ph type="dt" idx="33"/>
          </p:nvPr>
        </p:nvSpPr>
        <p:spPr/>
        <p:txBody>
          <a:bodyPr/>
          <a:p>
            <a:r>
              <a:rPr lang="en-US"/>
              <a:t/>
            </a:r>
          </a:p>
        </p:txBody>
      </p:sp>
    </p:spTree>
  </p:cSld>
</p:sldLayout>
</file>

<file path=ppt/slideLayouts/slideLayout1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1"/>
          </p:nvPr>
        </p:nvSpPr>
        <p:spPr/>
        <p:txBody>
          <a:bodyPr/>
          <a:p>
            <a:r>
              <a:t>Footer</a:t>
            </a:r>
          </a:p>
        </p:txBody>
      </p:sp>
      <p:sp>
        <p:nvSpPr>
          <p:cNvPr id="7" name="PlaceHolder 6"/>
          <p:cNvSpPr>
            <a:spLocks noGrp="1"/>
          </p:cNvSpPr>
          <p:nvPr>
            <p:ph type="sldNum" idx="32"/>
          </p:nvPr>
        </p:nvSpPr>
        <p:spPr/>
        <p:txBody>
          <a:bodyPr/>
          <a:p>
            <a:fld id="{D5CD94CF-D21E-49DA-AC21-B3CB6CC97FB9}" type="slidenum">
              <a:t>&lt;#&gt;</a:t>
            </a:fld>
          </a:p>
        </p:txBody>
      </p:sp>
      <p:sp>
        <p:nvSpPr>
          <p:cNvPr id="8" name="PlaceHolder 7"/>
          <p:cNvSpPr>
            <a:spLocks noGrp="1"/>
          </p:cNvSpPr>
          <p:nvPr>
            <p:ph type="dt" idx="33"/>
          </p:nvPr>
        </p:nvSpPr>
        <p:spPr/>
        <p:txBody>
          <a:bodyPr/>
          <a:p>
            <a:r>
              <a:rPr lang="en-US"/>
              <a:t/>
            </a:r>
          </a:p>
        </p:txBody>
      </p:sp>
    </p:spTree>
  </p:cSld>
</p:sldLayout>
</file>

<file path=ppt/slideLayouts/slideLayout1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3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3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31"/>
          </p:nvPr>
        </p:nvSpPr>
        <p:spPr/>
        <p:txBody>
          <a:bodyPr/>
          <a:p>
            <a:r>
              <a:t>Footer</a:t>
            </a:r>
          </a:p>
        </p:txBody>
      </p:sp>
      <p:sp>
        <p:nvSpPr>
          <p:cNvPr id="6" name="PlaceHolder 5"/>
          <p:cNvSpPr>
            <a:spLocks noGrp="1"/>
          </p:cNvSpPr>
          <p:nvPr>
            <p:ph type="sldNum" idx="32"/>
          </p:nvPr>
        </p:nvSpPr>
        <p:spPr/>
        <p:txBody>
          <a:bodyPr/>
          <a:p>
            <a:fld id="{7BA9B0A4-B1CD-49A9-9EBE-892B9884DC94}" type="slidenum">
              <a:t>&lt;#&gt;</a:t>
            </a:fld>
          </a:p>
        </p:txBody>
      </p:sp>
      <p:sp>
        <p:nvSpPr>
          <p:cNvPr id="7" name="PlaceHolder 6"/>
          <p:cNvSpPr>
            <a:spLocks noGrp="1"/>
          </p:cNvSpPr>
          <p:nvPr>
            <p:ph type="dt" idx="33"/>
          </p:nvPr>
        </p:nvSpPr>
        <p:spPr/>
        <p:txBody>
          <a:bodyPr/>
          <a:p>
            <a:r>
              <a:rPr lang="en-US"/>
              <a:t/>
            </a:r>
          </a:p>
        </p:txBody>
      </p:sp>
    </p:spTree>
  </p:cSld>
</p:sldLayout>
</file>

<file path=ppt/slideLayouts/slideLayout1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31"/>
          </p:nvPr>
        </p:nvSpPr>
        <p:spPr/>
        <p:txBody>
          <a:bodyPr/>
          <a:p>
            <a:r>
              <a:t>Footer</a:t>
            </a:r>
          </a:p>
        </p:txBody>
      </p:sp>
      <p:sp>
        <p:nvSpPr>
          <p:cNvPr id="8" name="PlaceHolder 7"/>
          <p:cNvSpPr>
            <a:spLocks noGrp="1"/>
          </p:cNvSpPr>
          <p:nvPr>
            <p:ph type="sldNum" idx="32"/>
          </p:nvPr>
        </p:nvSpPr>
        <p:spPr/>
        <p:txBody>
          <a:bodyPr/>
          <a:p>
            <a:fld id="{C08198FE-7AAB-4ACB-9ED2-987A8BCEFD74}" type="slidenum">
              <a:t>&lt;#&gt;</a:t>
            </a:fld>
          </a:p>
        </p:txBody>
      </p:sp>
      <p:sp>
        <p:nvSpPr>
          <p:cNvPr id="9" name="PlaceHolder 8"/>
          <p:cNvSpPr>
            <a:spLocks noGrp="1"/>
          </p:cNvSpPr>
          <p:nvPr>
            <p:ph type="dt" idx="33"/>
          </p:nvPr>
        </p:nvSpPr>
        <p:spPr/>
        <p:txBody>
          <a:bodyPr/>
          <a:p>
            <a:r>
              <a:rPr lang="en-US"/>
              <a:t/>
            </a:r>
          </a:p>
        </p:txBody>
      </p:sp>
    </p:spTree>
  </p:cSld>
</p:sldLayout>
</file>

<file path=ppt/slideLayouts/slideLayout1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31"/>
          </p:nvPr>
        </p:nvSpPr>
        <p:spPr/>
        <p:txBody>
          <a:bodyPr/>
          <a:p>
            <a:r>
              <a:t>Footer</a:t>
            </a:r>
          </a:p>
        </p:txBody>
      </p:sp>
      <p:sp>
        <p:nvSpPr>
          <p:cNvPr id="10" name="PlaceHolder 9"/>
          <p:cNvSpPr>
            <a:spLocks noGrp="1"/>
          </p:cNvSpPr>
          <p:nvPr>
            <p:ph type="sldNum" idx="32"/>
          </p:nvPr>
        </p:nvSpPr>
        <p:spPr/>
        <p:txBody>
          <a:bodyPr/>
          <a:p>
            <a:fld id="{8A995FD2-6CA1-48FC-B4AF-2ED54EC0D88F}" type="slidenum">
              <a:t>&lt;#&gt;</a:t>
            </a:fld>
          </a:p>
        </p:txBody>
      </p:sp>
      <p:sp>
        <p:nvSpPr>
          <p:cNvPr id="11" name="PlaceHolder 10"/>
          <p:cNvSpPr>
            <a:spLocks noGrp="1"/>
          </p:cNvSpPr>
          <p:nvPr>
            <p:ph type="dt" idx="33"/>
          </p:nvPr>
        </p:nvSpPr>
        <p:spPr/>
        <p:txBody>
          <a:bodyPr/>
          <a:p>
            <a:r>
              <a:rPr lang="en-US"/>
              <a:t/>
            </a:r>
          </a:p>
        </p:txBody>
      </p:sp>
    </p:spTree>
  </p:cSld>
</p:sldLayout>
</file>

<file path=ppt/slideLayouts/slideLayout1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5F9BD9DE-7B11-449E-A7BF-8A742B08F786}"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9BC99F6F-5EF2-4429-B48F-6C19D204C441}"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0213B168-ED37-4610-9654-A6629B1F89E3}"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6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34"/>
          </p:nvPr>
        </p:nvSpPr>
        <p:spPr/>
        <p:txBody>
          <a:bodyPr/>
          <a:p>
            <a:r>
              <a:t>Footer</a:t>
            </a:r>
          </a:p>
        </p:txBody>
      </p:sp>
      <p:sp>
        <p:nvSpPr>
          <p:cNvPr id="6" name="PlaceHolder 5"/>
          <p:cNvSpPr>
            <a:spLocks noGrp="1"/>
          </p:cNvSpPr>
          <p:nvPr>
            <p:ph type="sldNum" idx="35"/>
          </p:nvPr>
        </p:nvSpPr>
        <p:spPr/>
        <p:txBody>
          <a:bodyPr/>
          <a:p>
            <a:fld id="{7AEC936A-0133-4989-B46F-2726E2E8A0FD}" type="slidenum">
              <a:t>&lt;#&gt;</a:t>
            </a:fld>
          </a:p>
        </p:txBody>
      </p:sp>
      <p:sp>
        <p:nvSpPr>
          <p:cNvPr id="7" name="PlaceHolder 6"/>
          <p:cNvSpPr>
            <a:spLocks noGrp="1"/>
          </p:cNvSpPr>
          <p:nvPr>
            <p:ph type="dt" idx="36"/>
          </p:nvPr>
        </p:nvSpPr>
        <p:spPr/>
        <p:txBody>
          <a:bodyPr/>
          <a:p>
            <a:r>
              <a:rPr lang="en-US"/>
              <a:t/>
            </a:r>
          </a:p>
        </p:txBody>
      </p:sp>
    </p:spTree>
  </p:cSld>
</p:sldLayout>
</file>

<file path=ppt/slideLayouts/slideLayout1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34"/>
          </p:nvPr>
        </p:nvSpPr>
        <p:spPr/>
        <p:txBody>
          <a:bodyPr/>
          <a:p>
            <a:r>
              <a:t>Footer</a:t>
            </a:r>
          </a:p>
        </p:txBody>
      </p:sp>
      <p:sp>
        <p:nvSpPr>
          <p:cNvPr id="4" name="PlaceHolder 3"/>
          <p:cNvSpPr>
            <a:spLocks noGrp="1"/>
          </p:cNvSpPr>
          <p:nvPr>
            <p:ph type="sldNum" idx="35"/>
          </p:nvPr>
        </p:nvSpPr>
        <p:spPr/>
        <p:txBody>
          <a:bodyPr/>
          <a:p>
            <a:fld id="{FC673972-915D-4835-A30E-FAAC74AA7399}" type="slidenum">
              <a:t>&lt;#&gt;</a:t>
            </a:fld>
          </a:p>
        </p:txBody>
      </p:sp>
      <p:sp>
        <p:nvSpPr>
          <p:cNvPr id="5" name="PlaceHolder 4"/>
          <p:cNvSpPr>
            <a:spLocks noGrp="1"/>
          </p:cNvSpPr>
          <p:nvPr>
            <p:ph type="dt" idx="36"/>
          </p:nvPr>
        </p:nvSpPr>
        <p:spPr/>
        <p:txBody>
          <a:bodyPr/>
          <a:p>
            <a:r>
              <a:rPr lang="en-US"/>
              <a:t/>
            </a:r>
          </a:p>
        </p:txBody>
      </p:sp>
    </p:spTree>
  </p:cSld>
</p:sldLayout>
</file>

<file path=ppt/slideLayouts/slideLayout1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6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34"/>
          </p:nvPr>
        </p:nvSpPr>
        <p:spPr/>
        <p:txBody>
          <a:bodyPr/>
          <a:p>
            <a:r>
              <a:t>Footer</a:t>
            </a:r>
          </a:p>
        </p:txBody>
      </p:sp>
      <p:sp>
        <p:nvSpPr>
          <p:cNvPr id="4" name="PlaceHolder 3"/>
          <p:cNvSpPr>
            <a:spLocks noGrp="1"/>
          </p:cNvSpPr>
          <p:nvPr>
            <p:ph type="sldNum" idx="35"/>
          </p:nvPr>
        </p:nvSpPr>
        <p:spPr/>
        <p:txBody>
          <a:bodyPr/>
          <a:p>
            <a:fld id="{74A55215-868D-457F-94B4-849BE6B2E1A0}" type="slidenum">
              <a:t>&lt;#&gt;</a:t>
            </a:fld>
          </a:p>
        </p:txBody>
      </p:sp>
      <p:sp>
        <p:nvSpPr>
          <p:cNvPr id="5" name="PlaceHolder 4"/>
          <p:cNvSpPr>
            <a:spLocks noGrp="1"/>
          </p:cNvSpPr>
          <p:nvPr>
            <p:ph type="dt" idx="36"/>
          </p:nvPr>
        </p:nvSpPr>
        <p:spPr/>
        <p:txBody>
          <a:bodyPr/>
          <a:p>
            <a:r>
              <a:rPr lang="en-US"/>
              <a:t/>
            </a:r>
          </a:p>
        </p:txBody>
      </p:sp>
    </p:spTree>
  </p:cSld>
</p:sldLayout>
</file>

<file path=ppt/slideLayouts/slideLayout1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6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CEFA769A-D565-4D77-8E14-E88B0ED48E63}"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F08D655A-CD6B-4694-8915-33EF6D8FDFDE}"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11B8D1B7-6A0D-47B0-86D6-781796714D4E}"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7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7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34"/>
          </p:nvPr>
        </p:nvSpPr>
        <p:spPr/>
        <p:txBody>
          <a:bodyPr/>
          <a:p>
            <a:r>
              <a:t>Footer</a:t>
            </a:r>
          </a:p>
        </p:txBody>
      </p:sp>
      <p:sp>
        <p:nvSpPr>
          <p:cNvPr id="6" name="PlaceHolder 5"/>
          <p:cNvSpPr>
            <a:spLocks noGrp="1"/>
          </p:cNvSpPr>
          <p:nvPr>
            <p:ph type="sldNum" idx="35"/>
          </p:nvPr>
        </p:nvSpPr>
        <p:spPr/>
        <p:txBody>
          <a:bodyPr/>
          <a:p>
            <a:fld id="{6968C2E0-1878-4598-9220-21CC042718F8}" type="slidenum">
              <a:t>&lt;#&gt;</a:t>
            </a:fld>
          </a:p>
        </p:txBody>
      </p:sp>
      <p:sp>
        <p:nvSpPr>
          <p:cNvPr id="7" name="PlaceHolder 6"/>
          <p:cNvSpPr>
            <a:spLocks noGrp="1"/>
          </p:cNvSpPr>
          <p:nvPr>
            <p:ph type="dt" idx="36"/>
          </p:nvPr>
        </p:nvSpPr>
        <p:spPr/>
        <p:txBody>
          <a:bodyPr/>
          <a:p>
            <a:r>
              <a:rPr lang="en-US"/>
              <a:t/>
            </a:r>
          </a:p>
        </p:txBody>
      </p:sp>
    </p:spTree>
  </p:cSld>
</p:sldLayout>
</file>

<file path=ppt/slideLayouts/slideLayout1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8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34"/>
          </p:nvPr>
        </p:nvSpPr>
        <p:spPr/>
        <p:txBody>
          <a:bodyPr/>
          <a:p>
            <a:r>
              <a:t>Footer</a:t>
            </a:r>
          </a:p>
        </p:txBody>
      </p:sp>
      <p:sp>
        <p:nvSpPr>
          <p:cNvPr id="8" name="PlaceHolder 7"/>
          <p:cNvSpPr>
            <a:spLocks noGrp="1"/>
          </p:cNvSpPr>
          <p:nvPr>
            <p:ph type="sldNum" idx="35"/>
          </p:nvPr>
        </p:nvSpPr>
        <p:spPr/>
        <p:txBody>
          <a:bodyPr/>
          <a:p>
            <a:fld id="{BDB6AD84-39BB-4079-8282-6133E5F07BA0}" type="slidenum">
              <a:t>&lt;#&gt;</a:t>
            </a:fld>
          </a:p>
        </p:txBody>
      </p:sp>
      <p:sp>
        <p:nvSpPr>
          <p:cNvPr id="9" name="PlaceHolder 8"/>
          <p:cNvSpPr>
            <a:spLocks noGrp="1"/>
          </p:cNvSpPr>
          <p:nvPr>
            <p:ph type="dt" idx="36"/>
          </p:nvPr>
        </p:nvSpPr>
        <p:spPr/>
        <p:txBody>
          <a:bodyPr/>
          <a:p>
            <a:r>
              <a:rPr lang="en-US"/>
              <a:t/>
            </a:r>
          </a:p>
        </p:txBody>
      </p:sp>
    </p:spTree>
  </p:cSld>
</p:sldLayout>
</file>

<file path=ppt/slideLayouts/slideLayout1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34"/>
          </p:nvPr>
        </p:nvSpPr>
        <p:spPr/>
        <p:txBody>
          <a:bodyPr/>
          <a:p>
            <a:r>
              <a:t>Footer</a:t>
            </a:r>
          </a:p>
        </p:txBody>
      </p:sp>
      <p:sp>
        <p:nvSpPr>
          <p:cNvPr id="10" name="PlaceHolder 9"/>
          <p:cNvSpPr>
            <a:spLocks noGrp="1"/>
          </p:cNvSpPr>
          <p:nvPr>
            <p:ph type="sldNum" idx="35"/>
          </p:nvPr>
        </p:nvSpPr>
        <p:spPr/>
        <p:txBody>
          <a:bodyPr/>
          <a:p>
            <a:fld id="{D2ABC0E1-D314-4B00-BED4-FFAA58A118F3}" type="slidenum">
              <a:t>&lt;#&gt;</a:t>
            </a:fld>
          </a:p>
        </p:txBody>
      </p:sp>
      <p:sp>
        <p:nvSpPr>
          <p:cNvPr id="11" name="PlaceHolder 10"/>
          <p:cNvSpPr>
            <a:spLocks noGrp="1"/>
          </p:cNvSpPr>
          <p:nvPr>
            <p:ph type="dt" idx="36"/>
          </p:nvPr>
        </p:nvSpPr>
        <p:spPr/>
        <p:txBody>
          <a:bodyPr/>
          <a:p>
            <a:r>
              <a:rPr lang="en-US"/>
              <a:t/>
            </a:r>
          </a:p>
        </p:txBody>
      </p:sp>
    </p:spTree>
  </p:cSld>
</p:sldLayout>
</file>

<file path=ppt/slideLayouts/slideLayout1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6C95D6C1-54E3-44E9-A7CE-CC9BA5F0CCE3}"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46AA1B1B-5246-4968-BB2E-2CDF977C7F5E}"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0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4F517FD2-D946-4891-9C93-A1B4A50EC458}"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0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0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37"/>
          </p:nvPr>
        </p:nvSpPr>
        <p:spPr/>
        <p:txBody>
          <a:bodyPr/>
          <a:p>
            <a:r>
              <a:t>Footer</a:t>
            </a:r>
          </a:p>
        </p:txBody>
      </p:sp>
      <p:sp>
        <p:nvSpPr>
          <p:cNvPr id="6" name="PlaceHolder 5"/>
          <p:cNvSpPr>
            <a:spLocks noGrp="1"/>
          </p:cNvSpPr>
          <p:nvPr>
            <p:ph type="sldNum" idx="38"/>
          </p:nvPr>
        </p:nvSpPr>
        <p:spPr/>
        <p:txBody>
          <a:bodyPr/>
          <a:p>
            <a:fld id="{BCDD8274-EA4D-40FE-9BCC-66F68FDDF98B}" type="slidenum">
              <a:t>&lt;#&gt;</a:t>
            </a:fld>
          </a:p>
        </p:txBody>
      </p:sp>
      <p:sp>
        <p:nvSpPr>
          <p:cNvPr id="7" name="PlaceHolder 6"/>
          <p:cNvSpPr>
            <a:spLocks noGrp="1"/>
          </p:cNvSpPr>
          <p:nvPr>
            <p:ph type="dt" idx="39"/>
          </p:nvPr>
        </p:nvSpPr>
        <p:spPr/>
        <p:txBody>
          <a:bodyPr/>
          <a:p>
            <a:r>
              <a:rPr lang="en-US"/>
              <a:t/>
            </a:r>
          </a:p>
        </p:txBody>
      </p:sp>
    </p:spTree>
  </p:cSld>
</p:sldLayout>
</file>

<file path=ppt/slideLayouts/slideLayout1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37"/>
          </p:nvPr>
        </p:nvSpPr>
        <p:spPr/>
        <p:txBody>
          <a:bodyPr/>
          <a:p>
            <a:r>
              <a:t>Footer</a:t>
            </a:r>
          </a:p>
        </p:txBody>
      </p:sp>
      <p:sp>
        <p:nvSpPr>
          <p:cNvPr id="4" name="PlaceHolder 3"/>
          <p:cNvSpPr>
            <a:spLocks noGrp="1"/>
          </p:cNvSpPr>
          <p:nvPr>
            <p:ph type="sldNum" idx="38"/>
          </p:nvPr>
        </p:nvSpPr>
        <p:spPr/>
        <p:txBody>
          <a:bodyPr/>
          <a:p>
            <a:fld id="{910772DA-8FF6-4E37-A47F-C377F3C8DA0F}" type="slidenum">
              <a:t>&lt;#&gt;</a:t>
            </a:fld>
          </a:p>
        </p:txBody>
      </p:sp>
      <p:sp>
        <p:nvSpPr>
          <p:cNvPr id="5" name="PlaceHolder 4"/>
          <p:cNvSpPr>
            <a:spLocks noGrp="1"/>
          </p:cNvSpPr>
          <p:nvPr>
            <p:ph type="dt" idx="39"/>
          </p:nvPr>
        </p:nvSpPr>
        <p:spPr/>
        <p:txBody>
          <a:bodyPr/>
          <a:p>
            <a:r>
              <a:rPr lang="en-US"/>
              <a:t/>
            </a:r>
          </a:p>
        </p:txBody>
      </p:sp>
    </p:spTree>
  </p:cSld>
</p:sldLayout>
</file>

<file path=ppt/slideLayouts/slideLayout1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37"/>
          </p:nvPr>
        </p:nvSpPr>
        <p:spPr/>
        <p:txBody>
          <a:bodyPr/>
          <a:p>
            <a:r>
              <a:t>Footer</a:t>
            </a:r>
          </a:p>
        </p:txBody>
      </p:sp>
      <p:sp>
        <p:nvSpPr>
          <p:cNvPr id="4" name="PlaceHolder 3"/>
          <p:cNvSpPr>
            <a:spLocks noGrp="1"/>
          </p:cNvSpPr>
          <p:nvPr>
            <p:ph type="sldNum" idx="38"/>
          </p:nvPr>
        </p:nvSpPr>
        <p:spPr/>
        <p:txBody>
          <a:bodyPr/>
          <a:p>
            <a:fld id="{8079B7F9-8C94-44EE-9EEC-CFEFABD4BF37}" type="slidenum">
              <a:t>&lt;#&gt;</a:t>
            </a:fld>
          </a:p>
        </p:txBody>
      </p:sp>
      <p:sp>
        <p:nvSpPr>
          <p:cNvPr id="5" name="PlaceHolder 4"/>
          <p:cNvSpPr>
            <a:spLocks noGrp="1"/>
          </p:cNvSpPr>
          <p:nvPr>
            <p:ph type="dt" idx="39"/>
          </p:nvPr>
        </p:nvSpPr>
        <p:spPr/>
        <p:txBody>
          <a:bodyPr/>
          <a:p>
            <a:r>
              <a:rPr lang="en-US"/>
              <a:t/>
            </a:r>
          </a:p>
        </p:txBody>
      </p:sp>
    </p:spTree>
  </p:cSld>
</p:sldLayout>
</file>

<file path=ppt/slideLayouts/slideLayout1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0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0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0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21705DF6-5EA9-4060-A2BB-1A880CE4791D}"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8E0C9407-23EA-48B1-868F-5F0C60652666}"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1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5A7B8887-615F-45B5-9338-FF5FB3B51812}"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1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37"/>
          </p:nvPr>
        </p:nvSpPr>
        <p:spPr/>
        <p:txBody>
          <a:bodyPr/>
          <a:p>
            <a:r>
              <a:t>Footer</a:t>
            </a:r>
          </a:p>
        </p:txBody>
      </p:sp>
      <p:sp>
        <p:nvSpPr>
          <p:cNvPr id="6" name="PlaceHolder 5"/>
          <p:cNvSpPr>
            <a:spLocks noGrp="1"/>
          </p:cNvSpPr>
          <p:nvPr>
            <p:ph type="sldNum" idx="38"/>
          </p:nvPr>
        </p:nvSpPr>
        <p:spPr/>
        <p:txBody>
          <a:bodyPr/>
          <a:p>
            <a:fld id="{4AEB6C43-2C46-471A-8CF9-9909A78FF983}" type="slidenum">
              <a:t>&lt;#&gt;</a:t>
            </a:fld>
          </a:p>
        </p:txBody>
      </p:sp>
      <p:sp>
        <p:nvSpPr>
          <p:cNvPr id="7" name="PlaceHolder 6"/>
          <p:cNvSpPr>
            <a:spLocks noGrp="1"/>
          </p:cNvSpPr>
          <p:nvPr>
            <p:ph type="dt" idx="39"/>
          </p:nvPr>
        </p:nvSpPr>
        <p:spPr/>
        <p:txBody>
          <a:bodyPr/>
          <a:p>
            <a:r>
              <a:rPr lang="en-US"/>
              <a:t/>
            </a:r>
          </a:p>
        </p:txBody>
      </p:sp>
    </p:spTree>
  </p:cSld>
</p:sldLayout>
</file>

<file path=ppt/slideLayouts/slideLayout1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37"/>
          </p:nvPr>
        </p:nvSpPr>
        <p:spPr/>
        <p:txBody>
          <a:bodyPr/>
          <a:p>
            <a:r>
              <a:t>Footer</a:t>
            </a:r>
          </a:p>
        </p:txBody>
      </p:sp>
      <p:sp>
        <p:nvSpPr>
          <p:cNvPr id="8" name="PlaceHolder 7"/>
          <p:cNvSpPr>
            <a:spLocks noGrp="1"/>
          </p:cNvSpPr>
          <p:nvPr>
            <p:ph type="sldNum" idx="38"/>
          </p:nvPr>
        </p:nvSpPr>
        <p:spPr/>
        <p:txBody>
          <a:bodyPr/>
          <a:p>
            <a:fld id="{C0E59C50-25B6-4A17-8332-CD72E91C0B93}" type="slidenum">
              <a:t>&lt;#&gt;</a:t>
            </a:fld>
          </a:p>
        </p:txBody>
      </p:sp>
      <p:sp>
        <p:nvSpPr>
          <p:cNvPr id="9" name="PlaceHolder 8"/>
          <p:cNvSpPr>
            <a:spLocks noGrp="1"/>
          </p:cNvSpPr>
          <p:nvPr>
            <p:ph type="dt" idx="39"/>
          </p:nvPr>
        </p:nvSpPr>
        <p:spPr/>
        <p:txBody>
          <a:bodyPr/>
          <a:p>
            <a:r>
              <a:rPr lang="en-US"/>
              <a:t/>
            </a:r>
          </a:p>
        </p:txBody>
      </p:sp>
    </p:spTree>
  </p:cSld>
</p:sldLayout>
</file>

<file path=ppt/slideLayouts/slideLayout1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2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2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3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3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3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37"/>
          </p:nvPr>
        </p:nvSpPr>
        <p:spPr/>
        <p:txBody>
          <a:bodyPr/>
          <a:p>
            <a:r>
              <a:t>Footer</a:t>
            </a:r>
          </a:p>
        </p:txBody>
      </p:sp>
      <p:sp>
        <p:nvSpPr>
          <p:cNvPr id="10" name="PlaceHolder 9"/>
          <p:cNvSpPr>
            <a:spLocks noGrp="1"/>
          </p:cNvSpPr>
          <p:nvPr>
            <p:ph type="sldNum" idx="38"/>
          </p:nvPr>
        </p:nvSpPr>
        <p:spPr/>
        <p:txBody>
          <a:bodyPr/>
          <a:p>
            <a:fld id="{DEC3B3C4-B4B4-422C-B047-872D52F6A4BE}" type="slidenum">
              <a:t>&lt;#&gt;</a:t>
            </a:fld>
          </a:p>
        </p:txBody>
      </p:sp>
      <p:sp>
        <p:nvSpPr>
          <p:cNvPr id="11" name="PlaceHolder 10"/>
          <p:cNvSpPr>
            <a:spLocks noGrp="1"/>
          </p:cNvSpPr>
          <p:nvPr>
            <p:ph type="dt" idx="39"/>
          </p:nvPr>
        </p:nvSpPr>
        <p:spPr/>
        <p:txBody>
          <a:bodyPr/>
          <a:p>
            <a:r>
              <a:rPr lang="en-US"/>
              <a:t/>
            </a:r>
          </a:p>
        </p:txBody>
      </p:sp>
    </p:spTree>
  </p:cSld>
</p:sldLayout>
</file>

<file path=ppt/slideLayouts/slideLayout1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p>
            <a:r>
              <a:t>Footer</a:t>
            </a:r>
          </a:p>
        </p:txBody>
      </p:sp>
      <p:sp>
        <p:nvSpPr>
          <p:cNvPr id="3" name="PlaceHolder 2"/>
          <p:cNvSpPr>
            <a:spLocks noGrp="1"/>
          </p:cNvSpPr>
          <p:nvPr>
            <p:ph type="sldNum" idx="41"/>
          </p:nvPr>
        </p:nvSpPr>
        <p:spPr/>
        <p:txBody>
          <a:bodyPr/>
          <a:p>
            <a:fld id="{AA69736C-9710-4BAC-99F8-1CB85D3A9198}"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1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9"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8A229D3D-9194-4FE0-84AD-BA360E44DF41}"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1"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CFD0B7CD-C3AF-4692-9707-49E3C3FB24C4}"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DC488686-3489-47B5-9E55-10030B8A25A9}"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0"/>
          </p:nvPr>
        </p:nvSpPr>
        <p:spPr/>
        <p:txBody>
          <a:bodyPr/>
          <a:p>
            <a:r>
              <a:t>Footer</a:t>
            </a:r>
          </a:p>
        </p:txBody>
      </p:sp>
      <p:sp>
        <p:nvSpPr>
          <p:cNvPr id="4" name="PlaceHolder 3"/>
          <p:cNvSpPr>
            <a:spLocks noGrp="1"/>
          </p:cNvSpPr>
          <p:nvPr>
            <p:ph type="sldNum" idx="41"/>
          </p:nvPr>
        </p:nvSpPr>
        <p:spPr/>
        <p:txBody>
          <a:bodyPr/>
          <a:p>
            <a:fld id="{BF89F863-F243-46C7-B491-BE0D740AF6AB}" type="slidenum">
              <a:t>&lt;#&gt;</a:t>
            </a:fld>
          </a:p>
        </p:txBody>
      </p:sp>
      <p:sp>
        <p:nvSpPr>
          <p:cNvPr id="5" name="PlaceHolder 4"/>
          <p:cNvSpPr>
            <a:spLocks noGrp="1"/>
          </p:cNvSpPr>
          <p:nvPr>
            <p:ph type="dt" idx="42"/>
          </p:nvPr>
        </p:nvSpPr>
        <p:spPr/>
        <p:txBody>
          <a:bodyPr/>
          <a:p>
            <a:r>
              <a:rPr lang="en-US"/>
              <a:t/>
            </a:r>
          </a:p>
        </p:txBody>
      </p:sp>
    </p:spTree>
  </p:cSld>
</p:sldLayout>
</file>

<file path=ppt/slideLayouts/slideLayout1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6"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0"/>
          </p:nvPr>
        </p:nvSpPr>
        <p:spPr/>
        <p:txBody>
          <a:bodyPr/>
          <a:p>
            <a:r>
              <a:t>Footer</a:t>
            </a:r>
          </a:p>
        </p:txBody>
      </p:sp>
      <p:sp>
        <p:nvSpPr>
          <p:cNvPr id="4" name="PlaceHolder 3"/>
          <p:cNvSpPr>
            <a:spLocks noGrp="1"/>
          </p:cNvSpPr>
          <p:nvPr>
            <p:ph type="sldNum" idx="41"/>
          </p:nvPr>
        </p:nvSpPr>
        <p:spPr/>
        <p:txBody>
          <a:bodyPr/>
          <a:p>
            <a:fld id="{39AD5B66-1695-4427-8B84-6F885C6911E2}" type="slidenum">
              <a:t>&lt;#&gt;</a:t>
            </a:fld>
          </a:p>
        </p:txBody>
      </p:sp>
      <p:sp>
        <p:nvSpPr>
          <p:cNvPr id="5" name="PlaceHolder 4"/>
          <p:cNvSpPr>
            <a:spLocks noGrp="1"/>
          </p:cNvSpPr>
          <p:nvPr>
            <p:ph type="dt" idx="42"/>
          </p:nvPr>
        </p:nvSpPr>
        <p:spPr/>
        <p:txBody>
          <a:bodyPr/>
          <a:p>
            <a:r>
              <a:rPr lang="en-US"/>
              <a:t/>
            </a:r>
          </a:p>
        </p:txBody>
      </p:sp>
    </p:spTree>
  </p:cSld>
</p:sldLayout>
</file>

<file path=ppt/slideLayouts/slideLayout1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4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4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0"/>
          </p:nvPr>
        </p:nvSpPr>
        <p:spPr/>
        <p:txBody>
          <a:bodyPr/>
          <a:p>
            <a:r>
              <a:t>Footer</a:t>
            </a:r>
          </a:p>
        </p:txBody>
      </p:sp>
      <p:sp>
        <p:nvSpPr>
          <p:cNvPr id="7" name="PlaceHolder 6"/>
          <p:cNvSpPr>
            <a:spLocks noGrp="1"/>
          </p:cNvSpPr>
          <p:nvPr>
            <p:ph type="sldNum" idx="41"/>
          </p:nvPr>
        </p:nvSpPr>
        <p:spPr/>
        <p:txBody>
          <a:bodyPr/>
          <a:p>
            <a:fld id="{5C8308BA-7713-4BDB-9034-576FA42D1BB2}" type="slidenum">
              <a:t>&lt;#&gt;</a:t>
            </a:fld>
          </a:p>
        </p:txBody>
      </p:sp>
      <p:sp>
        <p:nvSpPr>
          <p:cNvPr id="8" name="PlaceHolder 7"/>
          <p:cNvSpPr>
            <a:spLocks noGrp="1"/>
          </p:cNvSpPr>
          <p:nvPr>
            <p:ph type="dt" idx="42"/>
          </p:nvPr>
        </p:nvSpPr>
        <p:spPr/>
        <p:txBody>
          <a:bodyPr/>
          <a:p>
            <a:r>
              <a:rPr lang="en-US"/>
              <a:t/>
            </a:r>
          </a:p>
        </p:txBody>
      </p:sp>
    </p:spTree>
  </p:cSld>
</p:sldLayout>
</file>

<file path=ppt/slideLayouts/slideLayout1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4"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0"/>
          </p:nvPr>
        </p:nvSpPr>
        <p:spPr/>
        <p:txBody>
          <a:bodyPr/>
          <a:p>
            <a:r>
              <a:t>Footer</a:t>
            </a:r>
          </a:p>
        </p:txBody>
      </p:sp>
      <p:sp>
        <p:nvSpPr>
          <p:cNvPr id="7" name="PlaceHolder 6"/>
          <p:cNvSpPr>
            <a:spLocks noGrp="1"/>
          </p:cNvSpPr>
          <p:nvPr>
            <p:ph type="sldNum" idx="41"/>
          </p:nvPr>
        </p:nvSpPr>
        <p:spPr/>
        <p:txBody>
          <a:bodyPr/>
          <a:p>
            <a:fld id="{6B6F9FCB-A685-484B-AB5F-38AB58C6E627}" type="slidenum">
              <a:t>&lt;#&gt;</a:t>
            </a:fld>
          </a:p>
        </p:txBody>
      </p:sp>
      <p:sp>
        <p:nvSpPr>
          <p:cNvPr id="8" name="PlaceHolder 7"/>
          <p:cNvSpPr>
            <a:spLocks noGrp="1"/>
          </p:cNvSpPr>
          <p:nvPr>
            <p:ph type="dt" idx="42"/>
          </p:nvPr>
        </p:nvSpPr>
        <p:spPr/>
        <p:txBody>
          <a:bodyPr/>
          <a:p>
            <a:r>
              <a:rPr lang="en-US"/>
              <a:t/>
            </a:r>
          </a:p>
        </p:txBody>
      </p:sp>
    </p:spTree>
  </p:cSld>
</p:sldLayout>
</file>

<file path=ppt/slideLayouts/slideLayout1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58"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0"/>
          </p:nvPr>
        </p:nvSpPr>
        <p:spPr/>
        <p:txBody>
          <a:bodyPr/>
          <a:p>
            <a:r>
              <a:t>Footer</a:t>
            </a:r>
          </a:p>
        </p:txBody>
      </p:sp>
      <p:sp>
        <p:nvSpPr>
          <p:cNvPr id="7" name="PlaceHolder 6"/>
          <p:cNvSpPr>
            <a:spLocks noGrp="1"/>
          </p:cNvSpPr>
          <p:nvPr>
            <p:ph type="sldNum" idx="41"/>
          </p:nvPr>
        </p:nvSpPr>
        <p:spPr/>
        <p:txBody>
          <a:bodyPr/>
          <a:p>
            <a:fld id="{3E11EEE6-1BBF-46C9-B4C5-EB5D34E36CB6}" type="slidenum">
              <a:t>&lt;#&gt;</a:t>
            </a:fld>
          </a:p>
        </p:txBody>
      </p:sp>
      <p:sp>
        <p:nvSpPr>
          <p:cNvPr id="8" name="PlaceHolder 7"/>
          <p:cNvSpPr>
            <a:spLocks noGrp="1"/>
          </p:cNvSpPr>
          <p:nvPr>
            <p:ph type="dt" idx="42"/>
          </p:nvPr>
        </p:nvSpPr>
        <p:spPr/>
        <p:txBody>
          <a:bodyPr/>
          <a:p>
            <a:r>
              <a:rPr lang="en-US"/>
              <a:t/>
            </a:r>
          </a:p>
        </p:txBody>
      </p:sp>
    </p:spTree>
  </p:cSld>
</p:sldLayout>
</file>

<file path=ppt/slideLayouts/slideLayout1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0"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1"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CC92A0F6-8E39-4FC4-87C0-199CBB52FBE1}"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6"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0"/>
          </p:nvPr>
        </p:nvSpPr>
        <p:spPr/>
        <p:txBody>
          <a:bodyPr/>
          <a:p>
            <a:r>
              <a:t>Footer</a:t>
            </a:r>
          </a:p>
        </p:txBody>
      </p:sp>
      <p:sp>
        <p:nvSpPr>
          <p:cNvPr id="8" name="PlaceHolder 7"/>
          <p:cNvSpPr>
            <a:spLocks noGrp="1"/>
          </p:cNvSpPr>
          <p:nvPr>
            <p:ph type="sldNum" idx="41"/>
          </p:nvPr>
        </p:nvSpPr>
        <p:spPr/>
        <p:txBody>
          <a:bodyPr/>
          <a:p>
            <a:fld id="{E9E37A04-8ACD-4B3D-AE05-A9FAFB7B027B}" type="slidenum">
              <a:t>&lt;#&gt;</a:t>
            </a:fld>
          </a:p>
        </p:txBody>
      </p:sp>
      <p:sp>
        <p:nvSpPr>
          <p:cNvPr id="9" name="PlaceHolder 8"/>
          <p:cNvSpPr>
            <a:spLocks noGrp="1"/>
          </p:cNvSpPr>
          <p:nvPr>
            <p:ph type="dt" idx="42"/>
          </p:nvPr>
        </p:nvSpPr>
        <p:spPr/>
        <p:txBody>
          <a:bodyPr/>
          <a:p>
            <a:r>
              <a:rPr lang="en-US"/>
              <a:t/>
            </a:r>
          </a:p>
        </p:txBody>
      </p:sp>
    </p:spTree>
  </p:cSld>
</p:sldLayout>
</file>

<file path=ppt/slideLayouts/slideLayout1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8"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69"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0"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1"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2"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73"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0"/>
          </p:nvPr>
        </p:nvSpPr>
        <p:spPr/>
        <p:txBody>
          <a:bodyPr/>
          <a:p>
            <a:r>
              <a:t>Footer</a:t>
            </a:r>
          </a:p>
        </p:txBody>
      </p:sp>
      <p:sp>
        <p:nvSpPr>
          <p:cNvPr id="10" name="PlaceHolder 9"/>
          <p:cNvSpPr>
            <a:spLocks noGrp="1"/>
          </p:cNvSpPr>
          <p:nvPr>
            <p:ph type="sldNum" idx="41"/>
          </p:nvPr>
        </p:nvSpPr>
        <p:spPr/>
        <p:txBody>
          <a:bodyPr/>
          <a:p>
            <a:fld id="{0961120E-D666-4F80-BE6D-5B7BF789409E}" type="slidenum">
              <a:t>&lt;#&gt;</a:t>
            </a:fld>
          </a:p>
        </p:txBody>
      </p:sp>
      <p:sp>
        <p:nvSpPr>
          <p:cNvPr id="11" name="PlaceHolder 10"/>
          <p:cNvSpPr>
            <a:spLocks noGrp="1"/>
          </p:cNvSpPr>
          <p:nvPr>
            <p:ph type="dt" idx="42"/>
          </p:nvPr>
        </p:nvSpPr>
        <p:spPr/>
        <p:txBody>
          <a:bodyPr/>
          <a:p>
            <a:r>
              <a:rPr lang="en-US"/>
              <a:t/>
            </a:r>
          </a:p>
        </p:txBody>
      </p:sp>
    </p:spTree>
  </p:cSld>
</p:sldLayout>
</file>

<file path=ppt/slideLayouts/slideLayout1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p>
            <a:r>
              <a:t>Footer</a:t>
            </a:r>
          </a:p>
        </p:txBody>
      </p:sp>
      <p:sp>
        <p:nvSpPr>
          <p:cNvPr id="3" name="PlaceHolder 2"/>
          <p:cNvSpPr>
            <a:spLocks noGrp="1"/>
          </p:cNvSpPr>
          <p:nvPr>
            <p:ph type="sldNum" idx="44"/>
          </p:nvPr>
        </p:nvSpPr>
        <p:spPr/>
        <p:txBody>
          <a:bodyPr/>
          <a:p>
            <a:fld id="{21C0A87D-CA0B-4730-9E40-153DBB3AF2D3}" type="slidenum">
              <a:t>&lt;#&gt;</a:t>
            </a:fld>
          </a:p>
        </p:txBody>
      </p:sp>
      <p:sp>
        <p:nvSpPr>
          <p:cNvPr id="4" name="PlaceHolder 3"/>
          <p:cNvSpPr>
            <a:spLocks noGrp="1"/>
          </p:cNvSpPr>
          <p:nvPr>
            <p:ph type="dt" idx="45"/>
          </p:nvPr>
        </p:nvSpPr>
        <p:spPr/>
        <p:txBody>
          <a:bodyPr/>
          <a:p>
            <a:r>
              <a:rPr lang="en-US"/>
              <a:t/>
            </a:r>
          </a:p>
        </p:txBody>
      </p:sp>
    </p:spTree>
  </p:cSld>
</p:sldLayout>
</file>

<file path=ppt/slideLayouts/slideLayout1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7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C654BA6E-02D6-47F0-93B6-C5FEF88CF4FA}"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330725BE-6A3A-41C8-BBDC-F784514B2C80}"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8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3"/>
          </p:nvPr>
        </p:nvSpPr>
        <p:spPr/>
        <p:txBody>
          <a:bodyPr/>
          <a:p>
            <a:r>
              <a:t>Footer</a:t>
            </a:r>
          </a:p>
        </p:txBody>
      </p:sp>
      <p:sp>
        <p:nvSpPr>
          <p:cNvPr id="6" name="PlaceHolder 5"/>
          <p:cNvSpPr>
            <a:spLocks noGrp="1"/>
          </p:cNvSpPr>
          <p:nvPr>
            <p:ph type="sldNum" idx="44"/>
          </p:nvPr>
        </p:nvSpPr>
        <p:spPr/>
        <p:txBody>
          <a:bodyPr/>
          <a:p>
            <a:fld id="{57818D70-D4A6-4312-9349-FFBDBB671816}" type="slidenum">
              <a:t>&lt;#&gt;</a:t>
            </a:fld>
          </a:p>
        </p:txBody>
      </p:sp>
      <p:sp>
        <p:nvSpPr>
          <p:cNvPr id="7" name="PlaceHolder 6"/>
          <p:cNvSpPr>
            <a:spLocks noGrp="1"/>
          </p:cNvSpPr>
          <p:nvPr>
            <p:ph type="dt" idx="45"/>
          </p:nvPr>
        </p:nvSpPr>
        <p:spPr/>
        <p:txBody>
          <a:bodyPr/>
          <a:p>
            <a:r>
              <a:rPr lang="en-US"/>
              <a:t/>
            </a:r>
          </a:p>
        </p:txBody>
      </p:sp>
    </p:spTree>
  </p:cSld>
</p:sldLayout>
</file>

<file path=ppt/slideLayouts/slideLayout1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3"/>
          </p:nvPr>
        </p:nvSpPr>
        <p:spPr/>
        <p:txBody>
          <a:bodyPr/>
          <a:p>
            <a:r>
              <a:t>Footer</a:t>
            </a:r>
          </a:p>
        </p:txBody>
      </p:sp>
      <p:sp>
        <p:nvSpPr>
          <p:cNvPr id="4" name="PlaceHolder 3"/>
          <p:cNvSpPr>
            <a:spLocks noGrp="1"/>
          </p:cNvSpPr>
          <p:nvPr>
            <p:ph type="sldNum" idx="44"/>
          </p:nvPr>
        </p:nvSpPr>
        <p:spPr/>
        <p:txBody>
          <a:bodyPr/>
          <a:p>
            <a:fld id="{A6DA9758-3C47-45AA-8C80-3248159376D3}" type="slidenum">
              <a:t>&lt;#&gt;</a:t>
            </a:fld>
          </a:p>
        </p:txBody>
      </p:sp>
      <p:sp>
        <p:nvSpPr>
          <p:cNvPr id="5" name="PlaceHolder 4"/>
          <p:cNvSpPr>
            <a:spLocks noGrp="1"/>
          </p:cNvSpPr>
          <p:nvPr>
            <p:ph type="dt" idx="45"/>
          </p:nvPr>
        </p:nvSpPr>
        <p:spPr/>
        <p:txBody>
          <a:bodyPr/>
          <a:p>
            <a:r>
              <a:rPr lang="en-US"/>
              <a:t/>
            </a:r>
          </a:p>
        </p:txBody>
      </p:sp>
    </p:spTree>
  </p:cSld>
</p:sldLayout>
</file>

<file path=ppt/slideLayouts/slideLayout1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3"/>
          </p:nvPr>
        </p:nvSpPr>
        <p:spPr/>
        <p:txBody>
          <a:bodyPr/>
          <a:p>
            <a:r>
              <a:t>Footer</a:t>
            </a:r>
          </a:p>
        </p:txBody>
      </p:sp>
      <p:sp>
        <p:nvSpPr>
          <p:cNvPr id="4" name="PlaceHolder 3"/>
          <p:cNvSpPr>
            <a:spLocks noGrp="1"/>
          </p:cNvSpPr>
          <p:nvPr>
            <p:ph type="sldNum" idx="44"/>
          </p:nvPr>
        </p:nvSpPr>
        <p:spPr/>
        <p:txBody>
          <a:bodyPr/>
          <a:p>
            <a:fld id="{B9F6B7AD-DC49-4597-AAC4-E95E7928DB8D}" type="slidenum">
              <a:t>&lt;#&gt;</a:t>
            </a:fld>
          </a:p>
        </p:txBody>
      </p:sp>
      <p:sp>
        <p:nvSpPr>
          <p:cNvPr id="5" name="PlaceHolder 4"/>
          <p:cNvSpPr>
            <a:spLocks noGrp="1"/>
          </p:cNvSpPr>
          <p:nvPr>
            <p:ph type="dt" idx="45"/>
          </p:nvPr>
        </p:nvSpPr>
        <p:spPr/>
        <p:txBody>
          <a:bodyPr/>
          <a:p>
            <a:r>
              <a:rPr lang="en-US"/>
              <a:t/>
            </a:r>
          </a:p>
        </p:txBody>
      </p:sp>
    </p:spTree>
  </p:cSld>
</p:sldLayout>
</file>

<file path=ppt/slideLayouts/slideLayout1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8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3"/>
          </p:nvPr>
        </p:nvSpPr>
        <p:spPr/>
        <p:txBody>
          <a:bodyPr/>
          <a:p>
            <a:r>
              <a:t>Footer</a:t>
            </a:r>
          </a:p>
        </p:txBody>
      </p:sp>
      <p:sp>
        <p:nvSpPr>
          <p:cNvPr id="7" name="PlaceHolder 6"/>
          <p:cNvSpPr>
            <a:spLocks noGrp="1"/>
          </p:cNvSpPr>
          <p:nvPr>
            <p:ph type="sldNum" idx="44"/>
          </p:nvPr>
        </p:nvSpPr>
        <p:spPr/>
        <p:txBody>
          <a:bodyPr/>
          <a:p>
            <a:fld id="{29A1F8FB-E33C-4BFC-AB28-4530D5C2E44E}" type="slidenum">
              <a:t>&lt;#&gt;</a:t>
            </a:fld>
          </a:p>
        </p:txBody>
      </p:sp>
      <p:sp>
        <p:nvSpPr>
          <p:cNvPr id="8" name="PlaceHolder 7"/>
          <p:cNvSpPr>
            <a:spLocks noGrp="1"/>
          </p:cNvSpPr>
          <p:nvPr>
            <p:ph type="dt" idx="45"/>
          </p:nvPr>
        </p:nvSpPr>
        <p:spPr/>
        <p:txBody>
          <a:bodyPr/>
          <a:p>
            <a:r>
              <a:rPr lang="en-US"/>
              <a:t/>
            </a:r>
          </a:p>
        </p:txBody>
      </p:sp>
    </p:spTree>
  </p:cSld>
</p:sldLayout>
</file>

<file path=ppt/slideLayouts/slideLayout1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9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3"/>
          </p:nvPr>
        </p:nvSpPr>
        <p:spPr/>
        <p:txBody>
          <a:bodyPr/>
          <a:p>
            <a:r>
              <a:t>Footer</a:t>
            </a:r>
          </a:p>
        </p:txBody>
      </p:sp>
      <p:sp>
        <p:nvSpPr>
          <p:cNvPr id="7" name="PlaceHolder 6"/>
          <p:cNvSpPr>
            <a:spLocks noGrp="1"/>
          </p:cNvSpPr>
          <p:nvPr>
            <p:ph type="sldNum" idx="44"/>
          </p:nvPr>
        </p:nvSpPr>
        <p:spPr/>
        <p:txBody>
          <a:bodyPr/>
          <a:p>
            <a:fld id="{46CECE91-176C-442F-A133-4BDCBB4D1145}" type="slidenum">
              <a:t>&lt;#&gt;</a:t>
            </a:fld>
          </a:p>
        </p:txBody>
      </p:sp>
      <p:sp>
        <p:nvSpPr>
          <p:cNvPr id="8" name="PlaceHolder 7"/>
          <p:cNvSpPr>
            <a:spLocks noGrp="1"/>
          </p:cNvSpPr>
          <p:nvPr>
            <p:ph type="dt" idx="45"/>
          </p:nvPr>
        </p:nvSpPr>
        <p:spPr/>
        <p:txBody>
          <a:bodyPr/>
          <a:p>
            <a:r>
              <a:rPr lang="en-US"/>
              <a:t/>
            </a:r>
          </a:p>
        </p:txBody>
      </p:sp>
    </p:spTree>
  </p:cSld>
</p:sldLayout>
</file>

<file path=ppt/slideLayouts/slideLayout1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9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9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3"/>
          </p:nvPr>
        </p:nvSpPr>
        <p:spPr/>
        <p:txBody>
          <a:bodyPr/>
          <a:p>
            <a:r>
              <a:t>Footer</a:t>
            </a:r>
          </a:p>
        </p:txBody>
      </p:sp>
      <p:sp>
        <p:nvSpPr>
          <p:cNvPr id="7" name="PlaceHolder 6"/>
          <p:cNvSpPr>
            <a:spLocks noGrp="1"/>
          </p:cNvSpPr>
          <p:nvPr>
            <p:ph type="sldNum" idx="44"/>
          </p:nvPr>
        </p:nvSpPr>
        <p:spPr/>
        <p:txBody>
          <a:bodyPr/>
          <a:p>
            <a:fld id="{D4CCD88E-2665-4444-AE49-285A378E1520}" type="slidenum">
              <a:t>&lt;#&gt;</a:t>
            </a:fld>
          </a:p>
        </p:txBody>
      </p:sp>
      <p:sp>
        <p:nvSpPr>
          <p:cNvPr id="8" name="PlaceHolder 7"/>
          <p:cNvSpPr>
            <a:spLocks noGrp="1"/>
          </p:cNvSpPr>
          <p:nvPr>
            <p:ph type="dt" idx="45"/>
          </p:nvPr>
        </p:nvSpPr>
        <p:spPr/>
        <p:txBody>
          <a:bodyPr/>
          <a:p>
            <a:r>
              <a:rPr lang="en-US"/>
              <a:t/>
            </a:r>
          </a:p>
        </p:txBody>
      </p:sp>
    </p:spTree>
  </p:cSld>
</p:sldLayout>
</file>

<file path=ppt/slideLayouts/slideLayout1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0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3"/>
          </p:nvPr>
        </p:nvSpPr>
        <p:spPr/>
        <p:txBody>
          <a:bodyPr/>
          <a:p>
            <a:r>
              <a:t>Footer</a:t>
            </a:r>
          </a:p>
        </p:txBody>
      </p:sp>
      <p:sp>
        <p:nvSpPr>
          <p:cNvPr id="6" name="PlaceHolder 5"/>
          <p:cNvSpPr>
            <a:spLocks noGrp="1"/>
          </p:cNvSpPr>
          <p:nvPr>
            <p:ph type="sldNum" idx="44"/>
          </p:nvPr>
        </p:nvSpPr>
        <p:spPr/>
        <p:txBody>
          <a:bodyPr/>
          <a:p>
            <a:fld id="{EDCA18A3-7A8D-485C-A42C-4756A431550E}" type="slidenum">
              <a:t>&lt;#&gt;</a:t>
            </a:fld>
          </a:p>
        </p:txBody>
      </p:sp>
      <p:sp>
        <p:nvSpPr>
          <p:cNvPr id="7" name="PlaceHolder 6"/>
          <p:cNvSpPr>
            <a:spLocks noGrp="1"/>
          </p:cNvSpPr>
          <p:nvPr>
            <p:ph type="dt" idx="45"/>
          </p:nvPr>
        </p:nvSpPr>
        <p:spPr/>
        <p:txBody>
          <a:bodyPr/>
          <a:p>
            <a:r>
              <a:rPr lang="en-US"/>
              <a:t/>
            </a:r>
          </a:p>
        </p:txBody>
      </p:sp>
    </p:spTree>
  </p:cSld>
</p:sldLayout>
</file>

<file path=ppt/slideLayouts/slideLayout1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0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C74E4AC4-570F-41FA-93EF-796BB2843543}"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0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3"/>
          </p:nvPr>
        </p:nvSpPr>
        <p:spPr/>
        <p:txBody>
          <a:bodyPr/>
          <a:p>
            <a:r>
              <a:t>Footer</a:t>
            </a:r>
          </a:p>
        </p:txBody>
      </p:sp>
      <p:sp>
        <p:nvSpPr>
          <p:cNvPr id="10" name="PlaceHolder 9"/>
          <p:cNvSpPr>
            <a:spLocks noGrp="1"/>
          </p:cNvSpPr>
          <p:nvPr>
            <p:ph type="sldNum" idx="44"/>
          </p:nvPr>
        </p:nvSpPr>
        <p:spPr/>
        <p:txBody>
          <a:bodyPr/>
          <a:p>
            <a:fld id="{F1497215-11A7-43B1-9BB6-1269307A6233}" type="slidenum">
              <a:t>&lt;#&gt;</a:t>
            </a:fld>
          </a:p>
        </p:txBody>
      </p:sp>
      <p:sp>
        <p:nvSpPr>
          <p:cNvPr id="11" name="PlaceHolder 10"/>
          <p:cNvSpPr>
            <a:spLocks noGrp="1"/>
          </p:cNvSpPr>
          <p:nvPr>
            <p:ph type="dt" idx="45"/>
          </p:nvPr>
        </p:nvSpPr>
        <p:spPr/>
        <p:txBody>
          <a:bodyPr/>
          <a:p>
            <a:r>
              <a:rPr lang="en-US"/>
              <a:t/>
            </a:r>
          </a:p>
        </p:txBody>
      </p:sp>
    </p:spTree>
  </p:cSld>
</p:sldLayout>
</file>

<file path=ppt/slideLayouts/slideLayout1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9B0F39A6-9632-42E5-B555-A43DB2976135}"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1"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209897D2-6C23-421E-AE84-6876FE940AF7}"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70343DBA-AD03-45D3-A588-151FD929DA3B}"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2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2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6"/>
          </p:nvPr>
        </p:nvSpPr>
        <p:spPr/>
        <p:txBody>
          <a:bodyPr/>
          <a:p>
            <a:r>
              <a:t>Footer</a:t>
            </a:r>
          </a:p>
        </p:txBody>
      </p:sp>
      <p:sp>
        <p:nvSpPr>
          <p:cNvPr id="6" name="PlaceHolder 5"/>
          <p:cNvSpPr>
            <a:spLocks noGrp="1"/>
          </p:cNvSpPr>
          <p:nvPr>
            <p:ph type="sldNum" idx="47"/>
          </p:nvPr>
        </p:nvSpPr>
        <p:spPr/>
        <p:txBody>
          <a:bodyPr/>
          <a:p>
            <a:fld id="{E7DB52A9-172E-45D0-815B-085C771B0306}" type="slidenum">
              <a:t>&lt;#&gt;</a:t>
            </a:fld>
          </a:p>
        </p:txBody>
      </p:sp>
      <p:sp>
        <p:nvSpPr>
          <p:cNvPr id="7" name="PlaceHolder 6"/>
          <p:cNvSpPr>
            <a:spLocks noGrp="1"/>
          </p:cNvSpPr>
          <p:nvPr>
            <p:ph type="dt" idx="48"/>
          </p:nvPr>
        </p:nvSpPr>
        <p:spPr/>
        <p:txBody>
          <a:bodyPr/>
          <a:p>
            <a:r>
              <a:rPr lang="en-US"/>
              <a:t/>
            </a:r>
          </a:p>
        </p:txBody>
      </p:sp>
    </p:spTree>
  </p:cSld>
</p:sldLayout>
</file>

<file path=ppt/slideLayouts/slideLayout1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6"/>
          </p:nvPr>
        </p:nvSpPr>
        <p:spPr/>
        <p:txBody>
          <a:bodyPr/>
          <a:p>
            <a:r>
              <a:t>Footer</a:t>
            </a:r>
          </a:p>
        </p:txBody>
      </p:sp>
      <p:sp>
        <p:nvSpPr>
          <p:cNvPr id="4" name="PlaceHolder 3"/>
          <p:cNvSpPr>
            <a:spLocks noGrp="1"/>
          </p:cNvSpPr>
          <p:nvPr>
            <p:ph type="sldNum" idx="47"/>
          </p:nvPr>
        </p:nvSpPr>
        <p:spPr/>
        <p:txBody>
          <a:bodyPr/>
          <a:p>
            <a:fld id="{F8B3A865-23C8-4C30-B2C0-F62F06173898}" type="slidenum">
              <a:t>&lt;#&gt;</a:t>
            </a:fld>
          </a:p>
        </p:txBody>
      </p:sp>
      <p:sp>
        <p:nvSpPr>
          <p:cNvPr id="5" name="PlaceHolder 4"/>
          <p:cNvSpPr>
            <a:spLocks noGrp="1"/>
          </p:cNvSpPr>
          <p:nvPr>
            <p:ph type="dt" idx="48"/>
          </p:nvPr>
        </p:nvSpPr>
        <p:spPr/>
        <p:txBody>
          <a:bodyPr/>
          <a:p>
            <a:r>
              <a:rPr lang="en-US"/>
              <a:t/>
            </a:r>
          </a:p>
        </p:txBody>
      </p:sp>
    </p:spTree>
  </p:cSld>
</p:sldLayout>
</file>

<file path=ppt/slideLayouts/slideLayout1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6"/>
          </p:nvPr>
        </p:nvSpPr>
        <p:spPr/>
        <p:txBody>
          <a:bodyPr/>
          <a:p>
            <a:r>
              <a:t>Footer</a:t>
            </a:r>
          </a:p>
        </p:txBody>
      </p:sp>
      <p:sp>
        <p:nvSpPr>
          <p:cNvPr id="4" name="PlaceHolder 3"/>
          <p:cNvSpPr>
            <a:spLocks noGrp="1"/>
          </p:cNvSpPr>
          <p:nvPr>
            <p:ph type="sldNum" idx="47"/>
          </p:nvPr>
        </p:nvSpPr>
        <p:spPr/>
        <p:txBody>
          <a:bodyPr/>
          <a:p>
            <a:fld id="{4697AFAA-0DF7-4B28-9097-4F19A0787C38}" type="slidenum">
              <a:t>&lt;#&gt;</a:t>
            </a:fld>
          </a:p>
        </p:txBody>
      </p:sp>
      <p:sp>
        <p:nvSpPr>
          <p:cNvPr id="5" name="PlaceHolder 4"/>
          <p:cNvSpPr>
            <a:spLocks noGrp="1"/>
          </p:cNvSpPr>
          <p:nvPr>
            <p:ph type="dt" idx="48"/>
          </p:nvPr>
        </p:nvSpPr>
        <p:spPr/>
        <p:txBody>
          <a:bodyPr/>
          <a:p>
            <a:r>
              <a:rPr lang="en-US"/>
              <a:t/>
            </a:r>
          </a:p>
        </p:txBody>
      </p:sp>
    </p:spTree>
  </p:cSld>
</p:sldLayout>
</file>

<file path=ppt/slideLayouts/slideLayout1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6"/>
          </p:nvPr>
        </p:nvSpPr>
        <p:spPr/>
        <p:txBody>
          <a:bodyPr/>
          <a:p>
            <a:r>
              <a:t>Footer</a:t>
            </a:r>
          </a:p>
        </p:txBody>
      </p:sp>
      <p:sp>
        <p:nvSpPr>
          <p:cNvPr id="7" name="PlaceHolder 6"/>
          <p:cNvSpPr>
            <a:spLocks noGrp="1"/>
          </p:cNvSpPr>
          <p:nvPr>
            <p:ph type="sldNum" idx="47"/>
          </p:nvPr>
        </p:nvSpPr>
        <p:spPr/>
        <p:txBody>
          <a:bodyPr/>
          <a:p>
            <a:fld id="{2E2BEC37-37F7-4F86-85C0-262E61FC0BBB}" type="slidenum">
              <a:t>&lt;#&gt;</a:t>
            </a:fld>
          </a:p>
        </p:txBody>
      </p:sp>
      <p:sp>
        <p:nvSpPr>
          <p:cNvPr id="8" name="PlaceHolder 7"/>
          <p:cNvSpPr>
            <a:spLocks noGrp="1"/>
          </p:cNvSpPr>
          <p:nvPr>
            <p:ph type="dt" idx="48"/>
          </p:nvPr>
        </p:nvSpPr>
        <p:spPr/>
        <p:txBody>
          <a:bodyPr/>
          <a:p>
            <a:r>
              <a:rPr lang="en-US"/>
              <a:t/>
            </a:r>
          </a:p>
        </p:txBody>
      </p:sp>
    </p:spTree>
  </p:cSld>
</p:sldLayout>
</file>

<file path=ppt/slideLayouts/slideLayout1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6"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6"/>
          </p:nvPr>
        </p:nvSpPr>
        <p:spPr/>
        <p:txBody>
          <a:bodyPr/>
          <a:p>
            <a:r>
              <a:t>Footer</a:t>
            </a:r>
          </a:p>
        </p:txBody>
      </p:sp>
      <p:sp>
        <p:nvSpPr>
          <p:cNvPr id="7" name="PlaceHolder 6"/>
          <p:cNvSpPr>
            <a:spLocks noGrp="1"/>
          </p:cNvSpPr>
          <p:nvPr>
            <p:ph type="sldNum" idx="47"/>
          </p:nvPr>
        </p:nvSpPr>
        <p:spPr/>
        <p:txBody>
          <a:bodyPr/>
          <a:p>
            <a:fld id="{D68290C8-16E2-4BF5-99CB-C9331BBFAAD6}" type="slidenum">
              <a:t>&lt;#&gt;</a:t>
            </a:fld>
          </a:p>
        </p:txBody>
      </p:sp>
      <p:sp>
        <p:nvSpPr>
          <p:cNvPr id="8" name="PlaceHolder 7"/>
          <p:cNvSpPr>
            <a:spLocks noGrp="1"/>
          </p:cNvSpPr>
          <p:nvPr>
            <p:ph type="dt" idx="48"/>
          </p:nvPr>
        </p:nvSpPr>
        <p:spPr/>
        <p:txBody>
          <a:bodyPr/>
          <a:p>
            <a:r>
              <a:rPr lang="en-US"/>
              <a:t/>
            </a:r>
          </a:p>
        </p:txBody>
      </p:sp>
    </p:spTree>
  </p:cSld>
</p:sldLayout>
</file>

<file path=ppt/slideLayouts/slideLayout1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3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6"/>
          </p:nvPr>
        </p:nvSpPr>
        <p:spPr/>
        <p:txBody>
          <a:bodyPr/>
          <a:p>
            <a:r>
              <a:t>Footer</a:t>
            </a:r>
          </a:p>
        </p:txBody>
      </p:sp>
      <p:sp>
        <p:nvSpPr>
          <p:cNvPr id="7" name="PlaceHolder 6"/>
          <p:cNvSpPr>
            <a:spLocks noGrp="1"/>
          </p:cNvSpPr>
          <p:nvPr>
            <p:ph type="sldNum" idx="47"/>
          </p:nvPr>
        </p:nvSpPr>
        <p:spPr/>
        <p:txBody>
          <a:bodyPr/>
          <a:p>
            <a:fld id="{5BB443B8-62F6-4547-AFE4-8DF78353AC07}" type="slidenum">
              <a:t>&lt;#&gt;</a:t>
            </a:fld>
          </a:p>
        </p:txBody>
      </p:sp>
      <p:sp>
        <p:nvSpPr>
          <p:cNvPr id="8" name="PlaceHolder 7"/>
          <p:cNvSpPr>
            <a:spLocks noGrp="1"/>
          </p:cNvSpPr>
          <p:nvPr>
            <p:ph type="dt" idx="48"/>
          </p:nvPr>
        </p:nvSpPr>
        <p:spPr/>
        <p:txBody>
          <a:bodyPr/>
          <a:p>
            <a:r>
              <a:rPr lang="en-US"/>
              <a:t/>
            </a:r>
          </a:p>
        </p:txBody>
      </p:sp>
    </p:spTree>
  </p:cSld>
</p:sldLayout>
</file>

<file path=ppt/slideLayouts/slideLayout1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6"/>
          </p:nvPr>
        </p:nvSpPr>
        <p:spPr/>
        <p:txBody>
          <a:bodyPr/>
          <a:p>
            <a:r>
              <a:t>Footer</a:t>
            </a:r>
          </a:p>
        </p:txBody>
      </p:sp>
      <p:sp>
        <p:nvSpPr>
          <p:cNvPr id="6" name="PlaceHolder 5"/>
          <p:cNvSpPr>
            <a:spLocks noGrp="1"/>
          </p:cNvSpPr>
          <p:nvPr>
            <p:ph type="sldNum" idx="47"/>
          </p:nvPr>
        </p:nvSpPr>
        <p:spPr/>
        <p:txBody>
          <a:bodyPr/>
          <a:p>
            <a:fld id="{E91782C1-953C-434C-8AD3-08832EA6468A}" type="slidenum">
              <a:t>&lt;#&gt;</a:t>
            </a:fld>
          </a:p>
        </p:txBody>
      </p:sp>
      <p:sp>
        <p:nvSpPr>
          <p:cNvPr id="7" name="PlaceHolder 6"/>
          <p:cNvSpPr>
            <a:spLocks noGrp="1"/>
          </p:cNvSpPr>
          <p:nvPr>
            <p:ph type="dt" idx="48"/>
          </p:nvPr>
        </p:nvSpPr>
        <p:spPr/>
        <p:txBody>
          <a:bodyPr/>
          <a:p>
            <a:r>
              <a:rPr lang="en-US"/>
              <a:t/>
            </a:r>
          </a:p>
        </p:txBody>
      </p:sp>
    </p:spTree>
  </p:cSld>
</p:sldLayout>
</file>

<file path=ppt/slideLayouts/slideLayout1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4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4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6"/>
          </p:nvPr>
        </p:nvSpPr>
        <p:spPr/>
        <p:txBody>
          <a:bodyPr/>
          <a:p>
            <a:r>
              <a:t>Footer</a:t>
            </a:r>
          </a:p>
        </p:txBody>
      </p:sp>
      <p:sp>
        <p:nvSpPr>
          <p:cNvPr id="8" name="PlaceHolder 7"/>
          <p:cNvSpPr>
            <a:spLocks noGrp="1"/>
          </p:cNvSpPr>
          <p:nvPr>
            <p:ph type="sldNum" idx="47"/>
          </p:nvPr>
        </p:nvSpPr>
        <p:spPr/>
        <p:txBody>
          <a:bodyPr/>
          <a:p>
            <a:fld id="{AD004D43-4586-4B51-9DDF-3AA38D176088}" type="slidenum">
              <a:t>&lt;#&gt;</a:t>
            </a:fld>
          </a:p>
        </p:txBody>
      </p:sp>
      <p:sp>
        <p:nvSpPr>
          <p:cNvPr id="9" name="PlaceHolder 8"/>
          <p:cNvSpPr>
            <a:spLocks noGrp="1"/>
          </p:cNvSpPr>
          <p:nvPr>
            <p:ph type="dt" idx="48"/>
          </p:nvPr>
        </p:nvSpPr>
        <p:spPr/>
        <p:txBody>
          <a:bodyPr/>
          <a:p>
            <a:r>
              <a:rPr lang="en-US"/>
              <a:t/>
            </a:r>
          </a:p>
        </p:txBody>
      </p:sp>
    </p:spTree>
  </p:cSld>
</p:sldLayout>
</file>

<file path=ppt/slideLayouts/slideLayout1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50"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1"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2"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3"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4"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55"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6"/>
          </p:nvPr>
        </p:nvSpPr>
        <p:spPr/>
        <p:txBody>
          <a:bodyPr/>
          <a:p>
            <a:r>
              <a:t>Footer</a:t>
            </a:r>
          </a:p>
        </p:txBody>
      </p:sp>
      <p:sp>
        <p:nvSpPr>
          <p:cNvPr id="10" name="PlaceHolder 9"/>
          <p:cNvSpPr>
            <a:spLocks noGrp="1"/>
          </p:cNvSpPr>
          <p:nvPr>
            <p:ph type="sldNum" idx="47"/>
          </p:nvPr>
        </p:nvSpPr>
        <p:spPr/>
        <p:txBody>
          <a:bodyPr/>
          <a:p>
            <a:fld id="{727B9ACA-9E9E-454A-A276-6ED42F41EB65}" type="slidenum">
              <a:t>&lt;#&gt;</a:t>
            </a:fld>
          </a:p>
        </p:txBody>
      </p:sp>
      <p:sp>
        <p:nvSpPr>
          <p:cNvPr id="11" name="PlaceHolder 10"/>
          <p:cNvSpPr>
            <a:spLocks noGrp="1"/>
          </p:cNvSpPr>
          <p:nvPr>
            <p:ph type="dt" idx="48"/>
          </p:nvPr>
        </p:nvSpPr>
        <p:spPr/>
        <p:txBody>
          <a:bodyPr/>
          <a:p>
            <a:r>
              <a:rPr lang="en-US"/>
              <a:t/>
            </a:r>
          </a:p>
        </p:txBody>
      </p:sp>
    </p:spTree>
  </p:cSld>
</p:sldLayout>
</file>

<file path=ppt/slideLayouts/slideLayout1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54BC81E0-F7FF-4D91-9999-C2C14D36CAA2}"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2"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F1B2BDCA-A3D6-461F-8681-A9DFF03C8B4F}"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6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D2C2EB86-F362-48DB-835B-EAD7FC3A4DC4}"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9"/>
          </p:nvPr>
        </p:nvSpPr>
        <p:spPr/>
        <p:txBody>
          <a:bodyPr/>
          <a:p>
            <a:r>
              <a:t>Footer</a:t>
            </a:r>
          </a:p>
        </p:txBody>
      </p:sp>
      <p:sp>
        <p:nvSpPr>
          <p:cNvPr id="6" name="PlaceHolder 5"/>
          <p:cNvSpPr>
            <a:spLocks noGrp="1"/>
          </p:cNvSpPr>
          <p:nvPr>
            <p:ph type="sldNum" idx="50"/>
          </p:nvPr>
        </p:nvSpPr>
        <p:spPr/>
        <p:txBody>
          <a:bodyPr/>
          <a:p>
            <a:fld id="{982B6825-B092-4299-8B56-70BDBE4C9A5D}" type="slidenum">
              <a:t>&lt;#&gt;</a:t>
            </a:fld>
          </a:p>
        </p:txBody>
      </p:sp>
      <p:sp>
        <p:nvSpPr>
          <p:cNvPr id="7" name="PlaceHolder 6"/>
          <p:cNvSpPr>
            <a:spLocks noGrp="1"/>
          </p:cNvSpPr>
          <p:nvPr>
            <p:ph type="dt" idx="51"/>
          </p:nvPr>
        </p:nvSpPr>
        <p:spPr/>
        <p:txBody>
          <a:bodyPr/>
          <a:p>
            <a:r>
              <a:rPr lang="en-US"/>
              <a:t/>
            </a:r>
          </a:p>
        </p:txBody>
      </p:sp>
    </p:spTree>
  </p:cSld>
</p:sldLayout>
</file>

<file path=ppt/slideLayouts/slideLayout1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9"/>
          </p:nvPr>
        </p:nvSpPr>
        <p:spPr/>
        <p:txBody>
          <a:bodyPr/>
          <a:p>
            <a:r>
              <a:t>Footer</a:t>
            </a:r>
          </a:p>
        </p:txBody>
      </p:sp>
      <p:sp>
        <p:nvSpPr>
          <p:cNvPr id="4" name="PlaceHolder 3"/>
          <p:cNvSpPr>
            <a:spLocks noGrp="1"/>
          </p:cNvSpPr>
          <p:nvPr>
            <p:ph type="sldNum" idx="50"/>
          </p:nvPr>
        </p:nvSpPr>
        <p:spPr/>
        <p:txBody>
          <a:bodyPr/>
          <a:p>
            <a:fld id="{75D547BC-4E0F-4C08-907C-E94CF3A8AB99}" type="slidenum">
              <a:t>&lt;#&gt;</a:t>
            </a:fld>
          </a:p>
        </p:txBody>
      </p:sp>
      <p:sp>
        <p:nvSpPr>
          <p:cNvPr id="5" name="PlaceHolder 4"/>
          <p:cNvSpPr>
            <a:spLocks noGrp="1"/>
          </p:cNvSpPr>
          <p:nvPr>
            <p:ph type="dt" idx="51"/>
          </p:nvPr>
        </p:nvSpPr>
        <p:spPr/>
        <p:txBody>
          <a:bodyPr/>
          <a:p>
            <a:r>
              <a:rPr lang="en-US"/>
              <a:t/>
            </a:r>
          </a:p>
        </p:txBody>
      </p:sp>
    </p:spTree>
  </p:cSld>
</p:sldLayout>
</file>

<file path=ppt/slideLayouts/slideLayout1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9"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49"/>
          </p:nvPr>
        </p:nvSpPr>
        <p:spPr/>
        <p:txBody>
          <a:bodyPr/>
          <a:p>
            <a:r>
              <a:t>Footer</a:t>
            </a:r>
          </a:p>
        </p:txBody>
      </p:sp>
      <p:sp>
        <p:nvSpPr>
          <p:cNvPr id="4" name="PlaceHolder 3"/>
          <p:cNvSpPr>
            <a:spLocks noGrp="1"/>
          </p:cNvSpPr>
          <p:nvPr>
            <p:ph type="sldNum" idx="50"/>
          </p:nvPr>
        </p:nvSpPr>
        <p:spPr/>
        <p:txBody>
          <a:bodyPr/>
          <a:p>
            <a:fld id="{E70763BB-FCC1-45ED-BC92-5402EF5F2D46}" type="slidenum">
              <a:t>&lt;#&gt;</a:t>
            </a:fld>
          </a:p>
        </p:txBody>
      </p:sp>
      <p:sp>
        <p:nvSpPr>
          <p:cNvPr id="5" name="PlaceHolder 4"/>
          <p:cNvSpPr>
            <a:spLocks noGrp="1"/>
          </p:cNvSpPr>
          <p:nvPr>
            <p:ph type="dt" idx="51"/>
          </p:nvPr>
        </p:nvSpPr>
        <p:spPr/>
        <p:txBody>
          <a:bodyPr/>
          <a:p>
            <a:r>
              <a:rPr lang="en-US"/>
              <a:t/>
            </a:r>
          </a:p>
        </p:txBody>
      </p:sp>
    </p:spTree>
  </p:cSld>
</p:sldLayout>
</file>

<file path=ppt/slideLayouts/slideLayout1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7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9"/>
          </p:nvPr>
        </p:nvSpPr>
        <p:spPr/>
        <p:txBody>
          <a:bodyPr/>
          <a:p>
            <a:r>
              <a:t>Footer</a:t>
            </a:r>
          </a:p>
        </p:txBody>
      </p:sp>
      <p:sp>
        <p:nvSpPr>
          <p:cNvPr id="7" name="PlaceHolder 6"/>
          <p:cNvSpPr>
            <a:spLocks noGrp="1"/>
          </p:cNvSpPr>
          <p:nvPr>
            <p:ph type="sldNum" idx="50"/>
          </p:nvPr>
        </p:nvSpPr>
        <p:spPr/>
        <p:txBody>
          <a:bodyPr/>
          <a:p>
            <a:fld id="{448FC45A-DD9A-4F1F-853B-89AAE182C22A}" type="slidenum">
              <a:t>&lt;#&gt;</a:t>
            </a:fld>
          </a:p>
        </p:txBody>
      </p:sp>
      <p:sp>
        <p:nvSpPr>
          <p:cNvPr id="8" name="PlaceHolder 7"/>
          <p:cNvSpPr>
            <a:spLocks noGrp="1"/>
          </p:cNvSpPr>
          <p:nvPr>
            <p:ph type="dt" idx="51"/>
          </p:nvPr>
        </p:nvSpPr>
        <p:spPr/>
        <p:txBody>
          <a:bodyPr/>
          <a:p>
            <a:r>
              <a:rPr lang="en-US"/>
              <a:t/>
            </a:r>
          </a:p>
        </p:txBody>
      </p:sp>
    </p:spTree>
  </p:cSld>
</p:sldLayout>
</file>

<file path=ppt/slideLayouts/slideLayout2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7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9"/>
          </p:nvPr>
        </p:nvSpPr>
        <p:spPr/>
        <p:txBody>
          <a:bodyPr/>
          <a:p>
            <a:r>
              <a:t>Footer</a:t>
            </a:r>
          </a:p>
        </p:txBody>
      </p:sp>
      <p:sp>
        <p:nvSpPr>
          <p:cNvPr id="7" name="PlaceHolder 6"/>
          <p:cNvSpPr>
            <a:spLocks noGrp="1"/>
          </p:cNvSpPr>
          <p:nvPr>
            <p:ph type="sldNum" idx="50"/>
          </p:nvPr>
        </p:nvSpPr>
        <p:spPr/>
        <p:txBody>
          <a:bodyPr/>
          <a:p>
            <a:fld id="{D118B989-A776-4C91-9060-5BD5252B8B7B}" type="slidenum">
              <a:t>&lt;#&gt;</a:t>
            </a:fld>
          </a:p>
        </p:txBody>
      </p:sp>
      <p:sp>
        <p:nvSpPr>
          <p:cNvPr id="8" name="PlaceHolder 7"/>
          <p:cNvSpPr>
            <a:spLocks noGrp="1"/>
          </p:cNvSpPr>
          <p:nvPr>
            <p:ph type="dt" idx="51"/>
          </p:nvPr>
        </p:nvSpPr>
        <p:spPr/>
        <p:txBody>
          <a:bodyPr/>
          <a:p>
            <a:r>
              <a:rPr lang="en-US"/>
              <a:t/>
            </a:r>
          </a:p>
        </p:txBody>
      </p:sp>
    </p:spTree>
  </p:cSld>
</p:sldLayout>
</file>

<file path=ppt/slideLayouts/slideLayout2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7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9"/>
          </p:nvPr>
        </p:nvSpPr>
        <p:spPr/>
        <p:txBody>
          <a:bodyPr/>
          <a:p>
            <a:r>
              <a:t>Footer</a:t>
            </a:r>
          </a:p>
        </p:txBody>
      </p:sp>
      <p:sp>
        <p:nvSpPr>
          <p:cNvPr id="7" name="PlaceHolder 6"/>
          <p:cNvSpPr>
            <a:spLocks noGrp="1"/>
          </p:cNvSpPr>
          <p:nvPr>
            <p:ph type="sldNum" idx="50"/>
          </p:nvPr>
        </p:nvSpPr>
        <p:spPr/>
        <p:txBody>
          <a:bodyPr/>
          <a:p>
            <a:fld id="{D76A5555-6B25-4E04-A418-9DDFD1F3D822}" type="slidenum">
              <a:t>&lt;#&gt;</a:t>
            </a:fld>
          </a:p>
        </p:txBody>
      </p:sp>
      <p:sp>
        <p:nvSpPr>
          <p:cNvPr id="8" name="PlaceHolder 7"/>
          <p:cNvSpPr>
            <a:spLocks noGrp="1"/>
          </p:cNvSpPr>
          <p:nvPr>
            <p:ph type="dt" idx="51"/>
          </p:nvPr>
        </p:nvSpPr>
        <p:spPr/>
        <p:txBody>
          <a:bodyPr/>
          <a:p>
            <a:r>
              <a:rPr lang="en-US"/>
              <a:t/>
            </a:r>
          </a:p>
        </p:txBody>
      </p:sp>
    </p:spTree>
  </p:cSld>
</p:sldLayout>
</file>

<file path=ppt/slideLayouts/slideLayout2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8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9"/>
          </p:nvPr>
        </p:nvSpPr>
        <p:spPr/>
        <p:txBody>
          <a:bodyPr/>
          <a:p>
            <a:r>
              <a:t>Footer</a:t>
            </a:r>
          </a:p>
        </p:txBody>
      </p:sp>
      <p:sp>
        <p:nvSpPr>
          <p:cNvPr id="6" name="PlaceHolder 5"/>
          <p:cNvSpPr>
            <a:spLocks noGrp="1"/>
          </p:cNvSpPr>
          <p:nvPr>
            <p:ph type="sldNum" idx="50"/>
          </p:nvPr>
        </p:nvSpPr>
        <p:spPr/>
        <p:txBody>
          <a:bodyPr/>
          <a:p>
            <a:fld id="{A1CD8113-5FC3-4D62-8461-C1D18E0E2CCE}" type="slidenum">
              <a:t>&lt;#&gt;</a:t>
            </a:fld>
          </a:p>
        </p:txBody>
      </p:sp>
      <p:sp>
        <p:nvSpPr>
          <p:cNvPr id="7" name="PlaceHolder 6"/>
          <p:cNvSpPr>
            <a:spLocks noGrp="1"/>
          </p:cNvSpPr>
          <p:nvPr>
            <p:ph type="dt" idx="51"/>
          </p:nvPr>
        </p:nvSpPr>
        <p:spPr/>
        <p:txBody>
          <a:bodyPr/>
          <a:p>
            <a:r>
              <a:rPr lang="en-US"/>
              <a:t/>
            </a:r>
          </a:p>
        </p:txBody>
      </p:sp>
    </p:spTree>
  </p:cSld>
</p:sldLayout>
</file>

<file path=ppt/slideLayouts/slideLayout2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8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8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9"/>
          </p:nvPr>
        </p:nvSpPr>
        <p:spPr/>
        <p:txBody>
          <a:bodyPr/>
          <a:p>
            <a:r>
              <a:t>Footer</a:t>
            </a:r>
          </a:p>
        </p:txBody>
      </p:sp>
      <p:sp>
        <p:nvSpPr>
          <p:cNvPr id="8" name="PlaceHolder 7"/>
          <p:cNvSpPr>
            <a:spLocks noGrp="1"/>
          </p:cNvSpPr>
          <p:nvPr>
            <p:ph type="sldNum" idx="50"/>
          </p:nvPr>
        </p:nvSpPr>
        <p:spPr/>
        <p:txBody>
          <a:bodyPr/>
          <a:p>
            <a:fld id="{E9780C62-FCA9-4EFA-9536-CC4057F4E61B}" type="slidenum">
              <a:t>&lt;#&gt;</a:t>
            </a:fld>
          </a:p>
        </p:txBody>
      </p:sp>
      <p:sp>
        <p:nvSpPr>
          <p:cNvPr id="9" name="PlaceHolder 8"/>
          <p:cNvSpPr>
            <a:spLocks noGrp="1"/>
          </p:cNvSpPr>
          <p:nvPr>
            <p:ph type="dt" idx="51"/>
          </p:nvPr>
        </p:nvSpPr>
        <p:spPr/>
        <p:txBody>
          <a:bodyPr/>
          <a:p>
            <a:r>
              <a:rPr lang="en-US"/>
              <a:t/>
            </a:r>
          </a:p>
        </p:txBody>
      </p:sp>
    </p:spTree>
  </p:cSld>
</p:sldLayout>
</file>

<file path=ppt/slideLayouts/slideLayout2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1"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2"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3"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4"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5"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96"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49"/>
          </p:nvPr>
        </p:nvSpPr>
        <p:spPr/>
        <p:txBody>
          <a:bodyPr/>
          <a:p>
            <a:r>
              <a:t>Footer</a:t>
            </a:r>
          </a:p>
        </p:txBody>
      </p:sp>
      <p:sp>
        <p:nvSpPr>
          <p:cNvPr id="10" name="PlaceHolder 9"/>
          <p:cNvSpPr>
            <a:spLocks noGrp="1"/>
          </p:cNvSpPr>
          <p:nvPr>
            <p:ph type="sldNum" idx="50"/>
          </p:nvPr>
        </p:nvSpPr>
        <p:spPr/>
        <p:txBody>
          <a:bodyPr/>
          <a:p>
            <a:fld id="{B0FE799B-AEB5-45A1-8115-D59A16D0FAC1}" type="slidenum">
              <a:t>&lt;#&gt;</a:t>
            </a:fld>
          </a:p>
        </p:txBody>
      </p:sp>
      <p:sp>
        <p:nvSpPr>
          <p:cNvPr id="11" name="PlaceHolder 10"/>
          <p:cNvSpPr>
            <a:spLocks noGrp="1"/>
          </p:cNvSpPr>
          <p:nvPr>
            <p:ph type="dt" idx="51"/>
          </p:nvPr>
        </p:nvSpPr>
        <p:spPr/>
        <p:txBody>
          <a:bodyPr/>
          <a:p>
            <a:r>
              <a:rPr lang="en-US"/>
              <a:t/>
            </a:r>
          </a:p>
        </p:txBody>
      </p:sp>
    </p:spTree>
  </p:cSld>
</p:sldLayout>
</file>

<file path=ppt/slideLayouts/slideLayout2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p>
            <a:r>
              <a:t>Footer</a:t>
            </a:r>
          </a:p>
        </p:txBody>
      </p:sp>
      <p:sp>
        <p:nvSpPr>
          <p:cNvPr id="3" name="PlaceHolder 2"/>
          <p:cNvSpPr>
            <a:spLocks noGrp="1"/>
          </p:cNvSpPr>
          <p:nvPr>
            <p:ph type="sldNum" idx="53"/>
          </p:nvPr>
        </p:nvSpPr>
        <p:spPr/>
        <p:txBody>
          <a:bodyPr/>
          <a:p>
            <a:fld id="{07BC8893-A9D7-47F7-9A1D-1E36074E6322}" type="slidenum">
              <a:t>&lt;#&gt;</a:t>
            </a:fld>
          </a:p>
        </p:txBody>
      </p:sp>
      <p:sp>
        <p:nvSpPr>
          <p:cNvPr id="4" name="PlaceHolder 3"/>
          <p:cNvSpPr>
            <a:spLocks noGrp="1"/>
          </p:cNvSpPr>
          <p:nvPr>
            <p:ph type="dt" idx="54"/>
          </p:nvPr>
        </p:nvSpPr>
        <p:spPr/>
        <p:txBody>
          <a:bodyPr/>
          <a:p>
            <a:r>
              <a:rPr lang="en-US"/>
              <a:t/>
            </a:r>
          </a:p>
        </p:txBody>
      </p:sp>
    </p:spTree>
  </p:cSld>
</p:sldLayout>
</file>

<file path=ppt/slideLayouts/slideLayout2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0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0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02D1EAC1-F1AE-425B-B280-722B100ABBAA}"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2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0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A109B280-3C69-4C8C-9F12-CED25C8F39DE}"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2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0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0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2"/>
          </p:nvPr>
        </p:nvSpPr>
        <p:spPr/>
        <p:txBody>
          <a:bodyPr/>
          <a:p>
            <a:r>
              <a:t>Footer</a:t>
            </a:r>
          </a:p>
        </p:txBody>
      </p:sp>
      <p:sp>
        <p:nvSpPr>
          <p:cNvPr id="6" name="PlaceHolder 5"/>
          <p:cNvSpPr>
            <a:spLocks noGrp="1"/>
          </p:cNvSpPr>
          <p:nvPr>
            <p:ph type="sldNum" idx="53"/>
          </p:nvPr>
        </p:nvSpPr>
        <p:spPr/>
        <p:txBody>
          <a:bodyPr/>
          <a:p>
            <a:fld id="{9D573D7E-3AA7-49CB-88C2-DF40008B020B}" type="slidenum">
              <a:t>&lt;#&gt;</a:t>
            </a:fld>
          </a:p>
        </p:txBody>
      </p:sp>
      <p:sp>
        <p:nvSpPr>
          <p:cNvPr id="7" name="PlaceHolder 6"/>
          <p:cNvSpPr>
            <a:spLocks noGrp="1"/>
          </p:cNvSpPr>
          <p:nvPr>
            <p:ph type="dt" idx="54"/>
          </p:nvPr>
        </p:nvSpPr>
        <p:spPr/>
        <p:txBody>
          <a:bodyPr/>
          <a:p>
            <a:r>
              <a:rPr lang="en-US"/>
              <a:t/>
            </a:r>
          </a:p>
        </p:txBody>
      </p:sp>
    </p:spTree>
  </p:cSld>
</p:sldLayout>
</file>

<file path=ppt/slideLayouts/slideLayout2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0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52"/>
          </p:nvPr>
        </p:nvSpPr>
        <p:spPr/>
        <p:txBody>
          <a:bodyPr/>
          <a:p>
            <a:r>
              <a:t>Footer</a:t>
            </a:r>
          </a:p>
        </p:txBody>
      </p:sp>
      <p:sp>
        <p:nvSpPr>
          <p:cNvPr id="4" name="PlaceHolder 3"/>
          <p:cNvSpPr>
            <a:spLocks noGrp="1"/>
          </p:cNvSpPr>
          <p:nvPr>
            <p:ph type="sldNum" idx="53"/>
          </p:nvPr>
        </p:nvSpPr>
        <p:spPr/>
        <p:txBody>
          <a:bodyPr/>
          <a:p>
            <a:fld id="{D4C324F9-0EC1-4040-BCC3-52A0627487A8}" type="slidenum">
              <a:t>&lt;#&gt;</a:t>
            </a:fld>
          </a:p>
        </p:txBody>
      </p:sp>
      <p:sp>
        <p:nvSpPr>
          <p:cNvPr id="5" name="PlaceHolder 4"/>
          <p:cNvSpPr>
            <a:spLocks noGrp="1"/>
          </p:cNvSpPr>
          <p:nvPr>
            <p:ph type="dt" idx="54"/>
          </p:nvPr>
        </p:nvSpPr>
        <p:spPr/>
        <p:txBody>
          <a:bodyPr/>
          <a:p>
            <a:r>
              <a:rPr lang="en-US"/>
              <a:t/>
            </a:r>
          </a:p>
        </p:txBody>
      </p:sp>
    </p:spTree>
  </p:cSld>
</p:sldLayout>
</file>

<file path=ppt/slideLayouts/slideLayout2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10"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52"/>
          </p:nvPr>
        </p:nvSpPr>
        <p:spPr/>
        <p:txBody>
          <a:bodyPr/>
          <a:p>
            <a:r>
              <a:t>Footer</a:t>
            </a:r>
          </a:p>
        </p:txBody>
      </p:sp>
      <p:sp>
        <p:nvSpPr>
          <p:cNvPr id="4" name="PlaceHolder 3"/>
          <p:cNvSpPr>
            <a:spLocks noGrp="1"/>
          </p:cNvSpPr>
          <p:nvPr>
            <p:ph type="sldNum" idx="53"/>
          </p:nvPr>
        </p:nvSpPr>
        <p:spPr/>
        <p:txBody>
          <a:bodyPr/>
          <a:p>
            <a:fld id="{0D43F7C4-91BD-40D8-8F16-C7FCA3CEC906}" type="slidenum">
              <a:t>&lt;#&gt;</a:t>
            </a:fld>
          </a:p>
        </p:txBody>
      </p:sp>
      <p:sp>
        <p:nvSpPr>
          <p:cNvPr id="5" name="PlaceHolder 4"/>
          <p:cNvSpPr>
            <a:spLocks noGrp="1"/>
          </p:cNvSpPr>
          <p:nvPr>
            <p:ph type="dt" idx="54"/>
          </p:nvPr>
        </p:nvSpPr>
        <p:spPr/>
        <p:txBody>
          <a:bodyPr/>
          <a:p>
            <a:r>
              <a:rPr lang="en-US"/>
              <a:t/>
            </a:r>
          </a:p>
        </p:txBody>
      </p:sp>
    </p:spTree>
  </p:cSld>
</p:sldLayout>
</file>

<file path=ppt/slideLayouts/slideLayout2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2"/>
          </p:nvPr>
        </p:nvSpPr>
        <p:spPr/>
        <p:txBody>
          <a:bodyPr/>
          <a:p>
            <a:r>
              <a:t>Footer</a:t>
            </a:r>
          </a:p>
        </p:txBody>
      </p:sp>
      <p:sp>
        <p:nvSpPr>
          <p:cNvPr id="7" name="PlaceHolder 6"/>
          <p:cNvSpPr>
            <a:spLocks noGrp="1"/>
          </p:cNvSpPr>
          <p:nvPr>
            <p:ph type="sldNum" idx="53"/>
          </p:nvPr>
        </p:nvSpPr>
        <p:spPr/>
        <p:txBody>
          <a:bodyPr/>
          <a:p>
            <a:fld id="{64BF3418-9C50-4B17-8C87-1BFBB060C890}" type="slidenum">
              <a:t>&lt;#&gt;</a:t>
            </a:fld>
          </a:p>
        </p:txBody>
      </p:sp>
      <p:sp>
        <p:nvSpPr>
          <p:cNvPr id="8" name="PlaceHolder 7"/>
          <p:cNvSpPr>
            <a:spLocks noGrp="1"/>
          </p:cNvSpPr>
          <p:nvPr>
            <p:ph type="dt" idx="54"/>
          </p:nvPr>
        </p:nvSpPr>
        <p:spPr/>
        <p:txBody>
          <a:bodyPr/>
          <a:p>
            <a:r>
              <a:rPr lang="en-US"/>
              <a:t/>
            </a:r>
          </a:p>
        </p:txBody>
      </p:sp>
    </p:spTree>
  </p:cSld>
</p:sldLayout>
</file>

<file path=ppt/slideLayouts/slideLayout2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8"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2"/>
          </p:nvPr>
        </p:nvSpPr>
        <p:spPr/>
        <p:txBody>
          <a:bodyPr/>
          <a:p>
            <a:r>
              <a:t>Footer</a:t>
            </a:r>
          </a:p>
        </p:txBody>
      </p:sp>
      <p:sp>
        <p:nvSpPr>
          <p:cNvPr id="7" name="PlaceHolder 6"/>
          <p:cNvSpPr>
            <a:spLocks noGrp="1"/>
          </p:cNvSpPr>
          <p:nvPr>
            <p:ph type="sldNum" idx="53"/>
          </p:nvPr>
        </p:nvSpPr>
        <p:spPr/>
        <p:txBody>
          <a:bodyPr/>
          <a:p>
            <a:fld id="{B616CCC8-AD05-4662-AF95-735759303BEF}" type="slidenum">
              <a:t>&lt;#&gt;</a:t>
            </a:fld>
          </a:p>
        </p:txBody>
      </p:sp>
      <p:sp>
        <p:nvSpPr>
          <p:cNvPr id="8" name="PlaceHolder 7"/>
          <p:cNvSpPr>
            <a:spLocks noGrp="1"/>
          </p:cNvSpPr>
          <p:nvPr>
            <p:ph type="dt" idx="54"/>
          </p:nvPr>
        </p:nvSpPr>
        <p:spPr/>
        <p:txBody>
          <a:bodyPr/>
          <a:p>
            <a:r>
              <a:rPr lang="en-US"/>
              <a:t/>
            </a:r>
          </a:p>
        </p:txBody>
      </p:sp>
    </p:spTree>
  </p:cSld>
</p:sldLayout>
</file>

<file path=ppt/slideLayouts/slideLayout2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2"/>
          </p:nvPr>
        </p:nvSpPr>
        <p:spPr/>
        <p:txBody>
          <a:bodyPr/>
          <a:p>
            <a:r>
              <a:t>Footer</a:t>
            </a:r>
          </a:p>
        </p:txBody>
      </p:sp>
      <p:sp>
        <p:nvSpPr>
          <p:cNvPr id="7" name="PlaceHolder 6"/>
          <p:cNvSpPr>
            <a:spLocks noGrp="1"/>
          </p:cNvSpPr>
          <p:nvPr>
            <p:ph type="sldNum" idx="53"/>
          </p:nvPr>
        </p:nvSpPr>
        <p:spPr/>
        <p:txBody>
          <a:bodyPr/>
          <a:p>
            <a:fld id="{B4A2D045-3555-42BA-9394-C1FF00E97881}" type="slidenum">
              <a:t>&lt;#&gt;</a:t>
            </a:fld>
          </a:p>
        </p:txBody>
      </p:sp>
      <p:sp>
        <p:nvSpPr>
          <p:cNvPr id="8" name="PlaceHolder 7"/>
          <p:cNvSpPr>
            <a:spLocks noGrp="1"/>
          </p:cNvSpPr>
          <p:nvPr>
            <p:ph type="dt" idx="54"/>
          </p:nvPr>
        </p:nvSpPr>
        <p:spPr/>
        <p:txBody>
          <a:bodyPr/>
          <a:p>
            <a:r>
              <a:rPr lang="en-US"/>
              <a:t/>
            </a:r>
          </a:p>
        </p:txBody>
      </p:sp>
    </p:spTree>
  </p:cSld>
</p:sldLayout>
</file>

<file path=ppt/slideLayouts/slideLayout2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2"/>
          </p:nvPr>
        </p:nvSpPr>
        <p:spPr/>
        <p:txBody>
          <a:bodyPr/>
          <a:p>
            <a:r>
              <a:t>Footer</a:t>
            </a:r>
          </a:p>
        </p:txBody>
      </p:sp>
      <p:sp>
        <p:nvSpPr>
          <p:cNvPr id="6" name="PlaceHolder 5"/>
          <p:cNvSpPr>
            <a:spLocks noGrp="1"/>
          </p:cNvSpPr>
          <p:nvPr>
            <p:ph type="sldNum" idx="53"/>
          </p:nvPr>
        </p:nvSpPr>
        <p:spPr/>
        <p:txBody>
          <a:bodyPr/>
          <a:p>
            <a:fld id="{04052AC8-0A81-4812-A313-E655CD99BF39}" type="slidenum">
              <a:t>&lt;#&gt;</a:t>
            </a:fld>
          </a:p>
        </p:txBody>
      </p:sp>
      <p:sp>
        <p:nvSpPr>
          <p:cNvPr id="7" name="PlaceHolder 6"/>
          <p:cNvSpPr>
            <a:spLocks noGrp="1"/>
          </p:cNvSpPr>
          <p:nvPr>
            <p:ph type="dt" idx="54"/>
          </p:nvPr>
        </p:nvSpPr>
        <p:spPr/>
        <p:txBody>
          <a:bodyPr/>
          <a:p>
            <a:r>
              <a:rPr lang="en-US"/>
              <a:t/>
            </a:r>
          </a:p>
        </p:txBody>
      </p:sp>
    </p:spTree>
  </p:cSld>
</p:sldLayout>
</file>

<file path=ppt/slideLayouts/slideLayout2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2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2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52"/>
          </p:nvPr>
        </p:nvSpPr>
        <p:spPr/>
        <p:txBody>
          <a:bodyPr/>
          <a:p>
            <a:r>
              <a:t>Footer</a:t>
            </a:r>
          </a:p>
        </p:txBody>
      </p:sp>
      <p:sp>
        <p:nvSpPr>
          <p:cNvPr id="8" name="PlaceHolder 7"/>
          <p:cNvSpPr>
            <a:spLocks noGrp="1"/>
          </p:cNvSpPr>
          <p:nvPr>
            <p:ph type="sldNum" idx="53"/>
          </p:nvPr>
        </p:nvSpPr>
        <p:spPr/>
        <p:txBody>
          <a:bodyPr/>
          <a:p>
            <a:fld id="{A07D3A0B-8D2F-4C63-A951-A045A9C78A0B}" type="slidenum">
              <a:t>&lt;#&gt;</a:t>
            </a:fld>
          </a:p>
        </p:txBody>
      </p:sp>
      <p:sp>
        <p:nvSpPr>
          <p:cNvPr id="9" name="PlaceHolder 8"/>
          <p:cNvSpPr>
            <a:spLocks noGrp="1"/>
          </p:cNvSpPr>
          <p:nvPr>
            <p:ph type="dt" idx="54"/>
          </p:nvPr>
        </p:nvSpPr>
        <p:spPr/>
        <p:txBody>
          <a:bodyPr/>
          <a:p>
            <a:r>
              <a:rPr lang="en-US"/>
              <a:t/>
            </a:r>
          </a:p>
        </p:txBody>
      </p:sp>
    </p:spTree>
  </p:cSld>
</p:sldLayout>
</file>

<file path=ppt/slideLayouts/slideLayout2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32"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3"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4"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5"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6"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37"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52"/>
          </p:nvPr>
        </p:nvSpPr>
        <p:spPr/>
        <p:txBody>
          <a:bodyPr/>
          <a:p>
            <a:r>
              <a:t>Footer</a:t>
            </a:r>
          </a:p>
        </p:txBody>
      </p:sp>
      <p:sp>
        <p:nvSpPr>
          <p:cNvPr id="10" name="PlaceHolder 9"/>
          <p:cNvSpPr>
            <a:spLocks noGrp="1"/>
          </p:cNvSpPr>
          <p:nvPr>
            <p:ph type="sldNum" idx="53"/>
          </p:nvPr>
        </p:nvSpPr>
        <p:spPr/>
        <p:txBody>
          <a:bodyPr/>
          <a:p>
            <a:fld id="{CA65EDC1-7456-4B29-91B3-345008C2E0CD}" type="slidenum">
              <a:t>&lt;#&gt;</a:t>
            </a:fld>
          </a:p>
        </p:txBody>
      </p:sp>
      <p:sp>
        <p:nvSpPr>
          <p:cNvPr id="11" name="PlaceHolder 10"/>
          <p:cNvSpPr>
            <a:spLocks noGrp="1"/>
          </p:cNvSpPr>
          <p:nvPr>
            <p:ph type="dt" idx="54"/>
          </p:nvPr>
        </p:nvSpPr>
        <p:spPr/>
        <p:txBody>
          <a:bodyPr/>
          <a:p>
            <a:r>
              <a:rPr lang="en-US"/>
              <a:t/>
            </a:r>
          </a:p>
        </p:txBody>
      </p:sp>
    </p:spTree>
  </p:cSld>
</p:sldLayout>
</file>

<file path=ppt/slideLayouts/slideLayout2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p>
            <a:r>
              <a:t>Footer</a:t>
            </a:r>
          </a:p>
        </p:txBody>
      </p:sp>
      <p:sp>
        <p:nvSpPr>
          <p:cNvPr id="3" name="PlaceHolder 2"/>
          <p:cNvSpPr>
            <a:spLocks noGrp="1"/>
          </p:cNvSpPr>
          <p:nvPr>
            <p:ph type="sldNum" idx="56"/>
          </p:nvPr>
        </p:nvSpPr>
        <p:spPr/>
        <p:txBody>
          <a:bodyPr/>
          <a:p>
            <a:fld id="{27327588-3F81-4512-8159-F5476691C68A}" type="slidenum">
              <a:t>&lt;#&gt;</a:t>
            </a:fld>
          </a:p>
        </p:txBody>
      </p:sp>
      <p:sp>
        <p:nvSpPr>
          <p:cNvPr id="4" name="PlaceHolder 3"/>
          <p:cNvSpPr>
            <a:spLocks noGrp="1"/>
          </p:cNvSpPr>
          <p:nvPr>
            <p:ph type="dt" idx="57"/>
          </p:nvPr>
        </p:nvSpPr>
        <p:spPr/>
        <p:txBody>
          <a:bodyPr/>
          <a:p>
            <a:r>
              <a:rPr lang="en-US"/>
              <a:t/>
            </a:r>
          </a:p>
        </p:txBody>
      </p:sp>
    </p:spTree>
  </p:cSld>
</p:sldLayout>
</file>

<file path=ppt/slideLayouts/slideLayout2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4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44"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79EC1DEF-8F94-4ED4-9C8E-66BA2A7143FF}"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4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46"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7AFFDCD8-38E9-482B-9A09-69615DA077C0}"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4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9"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5"/>
          </p:nvPr>
        </p:nvSpPr>
        <p:spPr/>
        <p:txBody>
          <a:bodyPr/>
          <a:p>
            <a:r>
              <a:t>Footer</a:t>
            </a:r>
          </a:p>
        </p:txBody>
      </p:sp>
      <p:sp>
        <p:nvSpPr>
          <p:cNvPr id="6" name="PlaceHolder 5"/>
          <p:cNvSpPr>
            <a:spLocks noGrp="1"/>
          </p:cNvSpPr>
          <p:nvPr>
            <p:ph type="sldNum" idx="56"/>
          </p:nvPr>
        </p:nvSpPr>
        <p:spPr/>
        <p:txBody>
          <a:bodyPr/>
          <a:p>
            <a:fld id="{49193B70-95B2-4550-8697-4E9396589303}" type="slidenum">
              <a:t>&lt;#&gt;</a:t>
            </a:fld>
          </a:p>
        </p:txBody>
      </p:sp>
      <p:sp>
        <p:nvSpPr>
          <p:cNvPr id="7" name="PlaceHolder 6"/>
          <p:cNvSpPr>
            <a:spLocks noGrp="1"/>
          </p:cNvSpPr>
          <p:nvPr>
            <p:ph type="dt" idx="57"/>
          </p:nvPr>
        </p:nvSpPr>
        <p:spPr/>
        <p:txBody>
          <a:bodyPr/>
          <a:p>
            <a:r>
              <a:rPr lang="en-US"/>
              <a:t/>
            </a:r>
          </a:p>
        </p:txBody>
      </p:sp>
    </p:spTree>
  </p:cSld>
</p:sldLayout>
</file>

<file path=ppt/slideLayouts/slideLayout2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5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55"/>
          </p:nvPr>
        </p:nvSpPr>
        <p:spPr/>
        <p:txBody>
          <a:bodyPr/>
          <a:p>
            <a:r>
              <a:t>Footer</a:t>
            </a:r>
          </a:p>
        </p:txBody>
      </p:sp>
      <p:sp>
        <p:nvSpPr>
          <p:cNvPr id="4" name="PlaceHolder 3"/>
          <p:cNvSpPr>
            <a:spLocks noGrp="1"/>
          </p:cNvSpPr>
          <p:nvPr>
            <p:ph type="sldNum" idx="56"/>
          </p:nvPr>
        </p:nvSpPr>
        <p:spPr/>
        <p:txBody>
          <a:bodyPr/>
          <a:p>
            <a:fld id="{0360AE11-40E7-4DE6-9699-D76B9350FA78}" type="slidenum">
              <a:t>&lt;#&gt;</a:t>
            </a:fld>
          </a:p>
        </p:txBody>
      </p:sp>
      <p:sp>
        <p:nvSpPr>
          <p:cNvPr id="5" name="PlaceHolder 4"/>
          <p:cNvSpPr>
            <a:spLocks noGrp="1"/>
          </p:cNvSpPr>
          <p:nvPr>
            <p:ph type="dt" idx="57"/>
          </p:nvPr>
        </p:nvSpPr>
        <p:spPr/>
        <p:txBody>
          <a:bodyPr/>
          <a:p>
            <a:r>
              <a:rPr lang="en-US"/>
              <a:t/>
            </a:r>
          </a:p>
        </p:txBody>
      </p:sp>
    </p:spTree>
  </p:cSld>
</p:sldLayout>
</file>

<file path=ppt/slideLayouts/slideLayout2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51"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55"/>
          </p:nvPr>
        </p:nvSpPr>
        <p:spPr/>
        <p:txBody>
          <a:bodyPr/>
          <a:p>
            <a:r>
              <a:t>Footer</a:t>
            </a:r>
          </a:p>
        </p:txBody>
      </p:sp>
      <p:sp>
        <p:nvSpPr>
          <p:cNvPr id="4" name="PlaceHolder 3"/>
          <p:cNvSpPr>
            <a:spLocks noGrp="1"/>
          </p:cNvSpPr>
          <p:nvPr>
            <p:ph type="sldNum" idx="56"/>
          </p:nvPr>
        </p:nvSpPr>
        <p:spPr/>
        <p:txBody>
          <a:bodyPr/>
          <a:p>
            <a:fld id="{B2545D75-0DCB-4203-8FCE-179A9E72F5ED}" type="slidenum">
              <a:t>&lt;#&gt;</a:t>
            </a:fld>
          </a:p>
        </p:txBody>
      </p:sp>
      <p:sp>
        <p:nvSpPr>
          <p:cNvPr id="5" name="PlaceHolder 4"/>
          <p:cNvSpPr>
            <a:spLocks noGrp="1"/>
          </p:cNvSpPr>
          <p:nvPr>
            <p:ph type="dt" idx="57"/>
          </p:nvPr>
        </p:nvSpPr>
        <p:spPr/>
        <p:txBody>
          <a:bodyPr/>
          <a:p>
            <a:r>
              <a:rPr lang="en-US"/>
              <a:t/>
            </a:r>
          </a:p>
        </p:txBody>
      </p:sp>
    </p:spTree>
  </p:cSld>
</p:sldLayout>
</file>

<file path=ppt/slideLayouts/slideLayout2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5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4"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5"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5"/>
          </p:nvPr>
        </p:nvSpPr>
        <p:spPr/>
        <p:txBody>
          <a:bodyPr/>
          <a:p>
            <a:r>
              <a:t>Footer</a:t>
            </a:r>
          </a:p>
        </p:txBody>
      </p:sp>
      <p:sp>
        <p:nvSpPr>
          <p:cNvPr id="7" name="PlaceHolder 6"/>
          <p:cNvSpPr>
            <a:spLocks noGrp="1"/>
          </p:cNvSpPr>
          <p:nvPr>
            <p:ph type="sldNum" idx="56"/>
          </p:nvPr>
        </p:nvSpPr>
        <p:spPr/>
        <p:txBody>
          <a:bodyPr/>
          <a:p>
            <a:fld id="{2C1AA31F-D0D3-4D42-B462-841A9C2F42C8}" type="slidenum">
              <a:t>&lt;#&gt;</a:t>
            </a:fld>
          </a:p>
        </p:txBody>
      </p:sp>
      <p:sp>
        <p:nvSpPr>
          <p:cNvPr id="8" name="PlaceHolder 7"/>
          <p:cNvSpPr>
            <a:spLocks noGrp="1"/>
          </p:cNvSpPr>
          <p:nvPr>
            <p:ph type="dt" idx="57"/>
          </p:nvPr>
        </p:nvSpPr>
        <p:spPr/>
        <p:txBody>
          <a:bodyPr/>
          <a:p>
            <a:r>
              <a:rPr lang="en-US"/>
              <a:t/>
            </a:r>
          </a:p>
        </p:txBody>
      </p:sp>
    </p:spTree>
  </p:cSld>
</p:sldLayout>
</file>

<file path=ppt/slideLayouts/slideLayout2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5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9"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5"/>
          </p:nvPr>
        </p:nvSpPr>
        <p:spPr/>
        <p:txBody>
          <a:bodyPr/>
          <a:p>
            <a:r>
              <a:t>Footer</a:t>
            </a:r>
          </a:p>
        </p:txBody>
      </p:sp>
      <p:sp>
        <p:nvSpPr>
          <p:cNvPr id="7" name="PlaceHolder 6"/>
          <p:cNvSpPr>
            <a:spLocks noGrp="1"/>
          </p:cNvSpPr>
          <p:nvPr>
            <p:ph type="sldNum" idx="56"/>
          </p:nvPr>
        </p:nvSpPr>
        <p:spPr/>
        <p:txBody>
          <a:bodyPr/>
          <a:p>
            <a:fld id="{A8C9D5A7-B82D-4F9D-9616-946807BEFF46}" type="slidenum">
              <a:t>&lt;#&gt;</a:t>
            </a:fld>
          </a:p>
        </p:txBody>
      </p:sp>
      <p:sp>
        <p:nvSpPr>
          <p:cNvPr id="8" name="PlaceHolder 7"/>
          <p:cNvSpPr>
            <a:spLocks noGrp="1"/>
          </p:cNvSpPr>
          <p:nvPr>
            <p:ph type="dt" idx="57"/>
          </p:nvPr>
        </p:nvSpPr>
        <p:spPr/>
        <p:txBody>
          <a:bodyPr/>
          <a:p>
            <a:r>
              <a:rPr lang="en-US"/>
              <a:t/>
            </a:r>
          </a:p>
        </p:txBody>
      </p:sp>
    </p:spTree>
  </p:cSld>
</p:sldLayout>
</file>

<file path=ppt/slideLayouts/slideLayout2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6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3"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5"/>
          </p:nvPr>
        </p:nvSpPr>
        <p:spPr/>
        <p:txBody>
          <a:bodyPr/>
          <a:p>
            <a:r>
              <a:t>Footer</a:t>
            </a:r>
          </a:p>
        </p:txBody>
      </p:sp>
      <p:sp>
        <p:nvSpPr>
          <p:cNvPr id="7" name="PlaceHolder 6"/>
          <p:cNvSpPr>
            <a:spLocks noGrp="1"/>
          </p:cNvSpPr>
          <p:nvPr>
            <p:ph type="sldNum" idx="56"/>
          </p:nvPr>
        </p:nvSpPr>
        <p:spPr/>
        <p:txBody>
          <a:bodyPr/>
          <a:p>
            <a:fld id="{4135F103-1E9B-4642-A802-1F085FE7EE30}" type="slidenum">
              <a:t>&lt;#&gt;</a:t>
            </a:fld>
          </a:p>
        </p:txBody>
      </p:sp>
      <p:sp>
        <p:nvSpPr>
          <p:cNvPr id="8" name="PlaceHolder 7"/>
          <p:cNvSpPr>
            <a:spLocks noGrp="1"/>
          </p:cNvSpPr>
          <p:nvPr>
            <p:ph type="dt" idx="57"/>
          </p:nvPr>
        </p:nvSpPr>
        <p:spPr/>
        <p:txBody>
          <a:bodyPr/>
          <a:p>
            <a:r>
              <a:rPr lang="en-US"/>
              <a:t/>
            </a:r>
          </a:p>
        </p:txBody>
      </p:sp>
    </p:spTree>
  </p:cSld>
</p:sldLayout>
</file>

<file path=ppt/slideLayouts/slideLayout2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5"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6"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5"/>
          </p:nvPr>
        </p:nvSpPr>
        <p:spPr/>
        <p:txBody>
          <a:bodyPr/>
          <a:p>
            <a:r>
              <a:t>Footer</a:t>
            </a:r>
          </a:p>
        </p:txBody>
      </p:sp>
      <p:sp>
        <p:nvSpPr>
          <p:cNvPr id="6" name="PlaceHolder 5"/>
          <p:cNvSpPr>
            <a:spLocks noGrp="1"/>
          </p:cNvSpPr>
          <p:nvPr>
            <p:ph type="sldNum" idx="56"/>
          </p:nvPr>
        </p:nvSpPr>
        <p:spPr/>
        <p:txBody>
          <a:bodyPr/>
          <a:p>
            <a:fld id="{C23980F2-9038-463E-9EC8-72ADE3134D02}" type="slidenum">
              <a:t>&lt;#&gt;</a:t>
            </a:fld>
          </a:p>
        </p:txBody>
      </p:sp>
      <p:sp>
        <p:nvSpPr>
          <p:cNvPr id="7" name="PlaceHolder 6"/>
          <p:cNvSpPr>
            <a:spLocks noGrp="1"/>
          </p:cNvSpPr>
          <p:nvPr>
            <p:ph type="dt" idx="57"/>
          </p:nvPr>
        </p:nvSpPr>
        <p:spPr/>
        <p:txBody>
          <a:bodyPr/>
          <a:p>
            <a:r>
              <a:rPr lang="en-US"/>
              <a:t/>
            </a:r>
          </a:p>
        </p:txBody>
      </p:sp>
    </p:spTree>
  </p:cSld>
</p:sldLayout>
</file>

<file path=ppt/slideLayouts/slideLayout2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6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0"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1"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55"/>
          </p:nvPr>
        </p:nvSpPr>
        <p:spPr/>
        <p:txBody>
          <a:bodyPr/>
          <a:p>
            <a:r>
              <a:t>Footer</a:t>
            </a:r>
          </a:p>
        </p:txBody>
      </p:sp>
      <p:sp>
        <p:nvSpPr>
          <p:cNvPr id="8" name="PlaceHolder 7"/>
          <p:cNvSpPr>
            <a:spLocks noGrp="1"/>
          </p:cNvSpPr>
          <p:nvPr>
            <p:ph type="sldNum" idx="56"/>
          </p:nvPr>
        </p:nvSpPr>
        <p:spPr/>
        <p:txBody>
          <a:bodyPr/>
          <a:p>
            <a:fld id="{93D62C45-209E-4BFA-80D1-38E73C772890}" type="slidenum">
              <a:t>&lt;#&gt;</a:t>
            </a:fld>
          </a:p>
        </p:txBody>
      </p:sp>
      <p:sp>
        <p:nvSpPr>
          <p:cNvPr id="9" name="PlaceHolder 8"/>
          <p:cNvSpPr>
            <a:spLocks noGrp="1"/>
          </p:cNvSpPr>
          <p:nvPr>
            <p:ph type="dt" idx="57"/>
          </p:nvPr>
        </p:nvSpPr>
        <p:spPr/>
        <p:txBody>
          <a:bodyPr/>
          <a:p>
            <a:r>
              <a:rPr lang="en-US"/>
              <a:t/>
            </a:r>
          </a:p>
        </p:txBody>
      </p:sp>
    </p:spTree>
  </p:cSld>
</p:sldLayout>
</file>

<file path=ppt/slideLayouts/slideLayout2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3"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4"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5"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6"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7"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78"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55"/>
          </p:nvPr>
        </p:nvSpPr>
        <p:spPr/>
        <p:txBody>
          <a:bodyPr/>
          <a:p>
            <a:r>
              <a:t>Footer</a:t>
            </a:r>
          </a:p>
        </p:txBody>
      </p:sp>
      <p:sp>
        <p:nvSpPr>
          <p:cNvPr id="10" name="PlaceHolder 9"/>
          <p:cNvSpPr>
            <a:spLocks noGrp="1"/>
          </p:cNvSpPr>
          <p:nvPr>
            <p:ph type="sldNum" idx="56"/>
          </p:nvPr>
        </p:nvSpPr>
        <p:spPr/>
        <p:txBody>
          <a:bodyPr/>
          <a:p>
            <a:fld id="{6900EF73-93A3-4B14-9214-87A7938652C6}" type="slidenum">
              <a:t>&lt;#&gt;</a:t>
            </a:fld>
          </a:p>
        </p:txBody>
      </p:sp>
      <p:sp>
        <p:nvSpPr>
          <p:cNvPr id="11" name="PlaceHolder 10"/>
          <p:cNvSpPr>
            <a:spLocks noGrp="1"/>
          </p:cNvSpPr>
          <p:nvPr>
            <p:ph type="dt" idx="57"/>
          </p:nvPr>
        </p:nvSpPr>
        <p:spPr/>
        <p:txBody>
          <a:bodyPr/>
          <a:p>
            <a:r>
              <a:rPr lang="en-US"/>
              <a:t/>
            </a:r>
          </a:p>
        </p:txBody>
      </p:sp>
    </p:spTree>
  </p:cSld>
</p:sldLayout>
</file>

<file path=ppt/slideLayouts/slideLayout2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8"/>
          </p:nvPr>
        </p:nvSpPr>
        <p:spPr/>
        <p:txBody>
          <a:bodyPr/>
          <a:p>
            <a:r>
              <a:t>Footer</a:t>
            </a:r>
          </a:p>
        </p:txBody>
      </p:sp>
      <p:sp>
        <p:nvSpPr>
          <p:cNvPr id="3" name="PlaceHolder 2"/>
          <p:cNvSpPr>
            <a:spLocks noGrp="1"/>
          </p:cNvSpPr>
          <p:nvPr>
            <p:ph type="sldNum" idx="59"/>
          </p:nvPr>
        </p:nvSpPr>
        <p:spPr/>
        <p:txBody>
          <a:bodyPr/>
          <a:p>
            <a:fld id="{7352357C-88C9-4B60-AE46-46F53FDFB829}" type="slidenum">
              <a:t>&lt;#&gt;</a:t>
            </a:fld>
          </a:p>
        </p:txBody>
      </p:sp>
      <p:sp>
        <p:nvSpPr>
          <p:cNvPr id="4" name="PlaceHolder 3"/>
          <p:cNvSpPr>
            <a:spLocks noGrp="1"/>
          </p:cNvSpPr>
          <p:nvPr>
            <p:ph type="dt" idx="60"/>
          </p:nvPr>
        </p:nvSpPr>
        <p:spPr/>
        <p:txBody>
          <a:bodyPr/>
          <a:p>
            <a:r>
              <a:rPr lang="en-US"/>
              <a:t/>
            </a:r>
          </a:p>
        </p:txBody>
      </p:sp>
    </p:spTree>
  </p:cSld>
</p:sldLayout>
</file>

<file path=ppt/slideLayouts/slideLayout2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8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85"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EDC38E4F-BCB5-4ED7-A916-89E37CD926E6}"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8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8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6BA85D51-B5B5-46A7-8F4C-427141A6F443}" type="slidenum">
              <a:t>&lt;#&gt;</a:t>
            </a:fld>
          </a:p>
        </p:txBody>
      </p:sp>
      <p:sp>
        <p:nvSpPr>
          <p:cNvPr id="6" name="PlaceHolder 5"/>
          <p:cNvSpPr>
            <a:spLocks noGrp="1"/>
          </p:cNvSpPr>
          <p:nvPr>
            <p:ph type="dt" idx="60"/>
          </p:nvPr>
        </p:nvSpPr>
        <p:spPr/>
        <p:txBody>
          <a:bodyPr/>
          <a:p>
            <a:r>
              <a:rPr lang="en-US"/>
              <a:t/>
            </a:r>
          </a:p>
        </p:txBody>
      </p:sp>
    </p:spTree>
  </p:cSld>
</p:sldLayout>
</file>

<file path=ppt/slideLayouts/slideLayout2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8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8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16DBF67B-E3CC-4B42-A813-B443FB714A26}"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9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58"/>
          </p:nvPr>
        </p:nvSpPr>
        <p:spPr/>
        <p:txBody>
          <a:bodyPr/>
          <a:p>
            <a:r>
              <a:t>Footer</a:t>
            </a:r>
          </a:p>
        </p:txBody>
      </p:sp>
      <p:sp>
        <p:nvSpPr>
          <p:cNvPr id="4" name="PlaceHolder 3"/>
          <p:cNvSpPr>
            <a:spLocks noGrp="1"/>
          </p:cNvSpPr>
          <p:nvPr>
            <p:ph type="sldNum" idx="59"/>
          </p:nvPr>
        </p:nvSpPr>
        <p:spPr/>
        <p:txBody>
          <a:bodyPr/>
          <a:p>
            <a:fld id="{B1F328AB-036F-4606-8581-FDE8FBA520F2}" type="slidenum">
              <a:t>&lt;#&gt;</a:t>
            </a:fld>
          </a:p>
        </p:txBody>
      </p:sp>
      <p:sp>
        <p:nvSpPr>
          <p:cNvPr id="5" name="PlaceHolder 4"/>
          <p:cNvSpPr>
            <a:spLocks noGrp="1"/>
          </p:cNvSpPr>
          <p:nvPr>
            <p:ph type="dt" idx="60"/>
          </p:nvPr>
        </p:nvSpPr>
        <p:spPr/>
        <p:txBody>
          <a:bodyPr/>
          <a:p>
            <a:r>
              <a:rPr lang="en-US"/>
              <a:t/>
            </a:r>
          </a:p>
        </p:txBody>
      </p:sp>
    </p:spTree>
  </p:cSld>
</p:sldLayout>
</file>

<file path=ppt/slideLayouts/slideLayout2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792"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58"/>
          </p:nvPr>
        </p:nvSpPr>
        <p:spPr/>
        <p:txBody>
          <a:bodyPr/>
          <a:p>
            <a:r>
              <a:t>Footer</a:t>
            </a:r>
          </a:p>
        </p:txBody>
      </p:sp>
      <p:sp>
        <p:nvSpPr>
          <p:cNvPr id="4" name="PlaceHolder 3"/>
          <p:cNvSpPr>
            <a:spLocks noGrp="1"/>
          </p:cNvSpPr>
          <p:nvPr>
            <p:ph type="sldNum" idx="59"/>
          </p:nvPr>
        </p:nvSpPr>
        <p:spPr/>
        <p:txBody>
          <a:bodyPr/>
          <a:p>
            <a:fld id="{D2B54E88-68CA-4498-B3F0-EBE926A539DD}" type="slidenum">
              <a:t>&lt;#&gt;</a:t>
            </a:fld>
          </a:p>
        </p:txBody>
      </p:sp>
      <p:sp>
        <p:nvSpPr>
          <p:cNvPr id="5" name="PlaceHolder 4"/>
          <p:cNvSpPr>
            <a:spLocks noGrp="1"/>
          </p:cNvSpPr>
          <p:nvPr>
            <p:ph type="dt" idx="60"/>
          </p:nvPr>
        </p:nvSpPr>
        <p:spPr/>
        <p:txBody>
          <a:bodyPr/>
          <a:p>
            <a:r>
              <a:rPr lang="en-US"/>
              <a:t/>
            </a:r>
          </a:p>
        </p:txBody>
      </p:sp>
    </p:spTree>
  </p:cSld>
</p:sldLayout>
</file>

<file path=ppt/slideLayouts/slideLayout2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79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9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8"/>
          </p:nvPr>
        </p:nvSpPr>
        <p:spPr/>
        <p:txBody>
          <a:bodyPr/>
          <a:p>
            <a:r>
              <a:t>Footer</a:t>
            </a:r>
          </a:p>
        </p:txBody>
      </p:sp>
      <p:sp>
        <p:nvSpPr>
          <p:cNvPr id="7" name="PlaceHolder 6"/>
          <p:cNvSpPr>
            <a:spLocks noGrp="1"/>
          </p:cNvSpPr>
          <p:nvPr>
            <p:ph type="sldNum" idx="59"/>
          </p:nvPr>
        </p:nvSpPr>
        <p:spPr/>
        <p:txBody>
          <a:bodyPr/>
          <a:p>
            <a:fld id="{E797323B-2A47-4F47-97B8-2AF7C22F7FA4}" type="slidenum">
              <a:t>&lt;#&gt;</a:t>
            </a:fld>
          </a:p>
        </p:txBody>
      </p:sp>
      <p:sp>
        <p:nvSpPr>
          <p:cNvPr id="8" name="PlaceHolder 7"/>
          <p:cNvSpPr>
            <a:spLocks noGrp="1"/>
          </p:cNvSpPr>
          <p:nvPr>
            <p:ph type="dt" idx="60"/>
          </p:nvPr>
        </p:nvSpPr>
        <p:spPr/>
        <p:txBody>
          <a:bodyPr/>
          <a:p>
            <a:r>
              <a:rPr lang="en-US"/>
              <a:t/>
            </a:r>
          </a:p>
        </p:txBody>
      </p:sp>
    </p:spTree>
  </p:cSld>
</p:sldLayout>
</file>

<file path=ppt/slideLayouts/slideLayout2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98"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9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0"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8"/>
          </p:nvPr>
        </p:nvSpPr>
        <p:spPr/>
        <p:txBody>
          <a:bodyPr/>
          <a:p>
            <a:r>
              <a:t>Footer</a:t>
            </a:r>
          </a:p>
        </p:txBody>
      </p:sp>
      <p:sp>
        <p:nvSpPr>
          <p:cNvPr id="7" name="PlaceHolder 6"/>
          <p:cNvSpPr>
            <a:spLocks noGrp="1"/>
          </p:cNvSpPr>
          <p:nvPr>
            <p:ph type="sldNum" idx="59"/>
          </p:nvPr>
        </p:nvSpPr>
        <p:spPr/>
        <p:txBody>
          <a:bodyPr/>
          <a:p>
            <a:fld id="{F2DD0BD8-22FF-40C5-B23C-EBF81A1DF286}" type="slidenum">
              <a:t>&lt;#&gt;</a:t>
            </a:fld>
          </a:p>
        </p:txBody>
      </p:sp>
      <p:sp>
        <p:nvSpPr>
          <p:cNvPr id="8" name="PlaceHolder 7"/>
          <p:cNvSpPr>
            <a:spLocks noGrp="1"/>
          </p:cNvSpPr>
          <p:nvPr>
            <p:ph type="dt" idx="60"/>
          </p:nvPr>
        </p:nvSpPr>
        <p:spPr/>
        <p:txBody>
          <a:bodyPr/>
          <a:p>
            <a:r>
              <a:rPr lang="en-US"/>
              <a:t/>
            </a:r>
          </a:p>
        </p:txBody>
      </p:sp>
    </p:spTree>
  </p:cSld>
</p:sldLayout>
</file>

<file path=ppt/slideLayouts/slideLayout2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4"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58"/>
          </p:nvPr>
        </p:nvSpPr>
        <p:spPr/>
        <p:txBody>
          <a:bodyPr/>
          <a:p>
            <a:r>
              <a:t>Footer</a:t>
            </a:r>
          </a:p>
        </p:txBody>
      </p:sp>
      <p:sp>
        <p:nvSpPr>
          <p:cNvPr id="7" name="PlaceHolder 6"/>
          <p:cNvSpPr>
            <a:spLocks noGrp="1"/>
          </p:cNvSpPr>
          <p:nvPr>
            <p:ph type="sldNum" idx="59"/>
          </p:nvPr>
        </p:nvSpPr>
        <p:spPr/>
        <p:txBody>
          <a:bodyPr/>
          <a:p>
            <a:fld id="{1036F8FC-C6C4-4E62-88B3-F180B06A5405}" type="slidenum">
              <a:t>&lt;#&gt;</a:t>
            </a:fld>
          </a:p>
        </p:txBody>
      </p:sp>
      <p:sp>
        <p:nvSpPr>
          <p:cNvPr id="8" name="PlaceHolder 7"/>
          <p:cNvSpPr>
            <a:spLocks noGrp="1"/>
          </p:cNvSpPr>
          <p:nvPr>
            <p:ph type="dt" idx="60"/>
          </p:nvPr>
        </p:nvSpPr>
        <p:spPr/>
        <p:txBody>
          <a:bodyPr/>
          <a:p>
            <a:r>
              <a:rPr lang="en-US"/>
              <a:t/>
            </a:r>
          </a:p>
        </p:txBody>
      </p:sp>
    </p:spTree>
  </p:cSld>
</p:sldLayout>
</file>

<file path=ppt/slideLayouts/slideLayout2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0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6"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07"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7245907A-A1FC-4D5C-BE56-EAFC21B7B9BD}"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2"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58"/>
          </p:nvPr>
        </p:nvSpPr>
        <p:spPr/>
        <p:txBody>
          <a:bodyPr/>
          <a:p>
            <a:r>
              <a:t>Footer</a:t>
            </a:r>
          </a:p>
        </p:txBody>
      </p:sp>
      <p:sp>
        <p:nvSpPr>
          <p:cNvPr id="8" name="PlaceHolder 7"/>
          <p:cNvSpPr>
            <a:spLocks noGrp="1"/>
          </p:cNvSpPr>
          <p:nvPr>
            <p:ph type="sldNum" idx="59"/>
          </p:nvPr>
        </p:nvSpPr>
        <p:spPr/>
        <p:txBody>
          <a:bodyPr/>
          <a:p>
            <a:fld id="{12B022C3-9035-424F-9A36-ED3506DB85F6}" type="slidenum">
              <a:t>&lt;#&gt;</a:t>
            </a:fld>
          </a:p>
        </p:txBody>
      </p:sp>
      <p:sp>
        <p:nvSpPr>
          <p:cNvPr id="9" name="PlaceHolder 8"/>
          <p:cNvSpPr>
            <a:spLocks noGrp="1"/>
          </p:cNvSpPr>
          <p:nvPr>
            <p:ph type="dt" idx="60"/>
          </p:nvPr>
        </p:nvSpPr>
        <p:spPr/>
        <p:txBody>
          <a:bodyPr/>
          <a:p>
            <a:r>
              <a:rPr lang="en-US"/>
              <a:t/>
            </a:r>
          </a:p>
        </p:txBody>
      </p:sp>
    </p:spTree>
  </p:cSld>
</p:sldLayout>
</file>

<file path=ppt/slideLayouts/slideLayout2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14"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5"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6"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7"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8"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9"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58"/>
          </p:nvPr>
        </p:nvSpPr>
        <p:spPr/>
        <p:txBody>
          <a:bodyPr/>
          <a:p>
            <a:r>
              <a:t>Footer</a:t>
            </a:r>
          </a:p>
        </p:txBody>
      </p:sp>
      <p:sp>
        <p:nvSpPr>
          <p:cNvPr id="10" name="PlaceHolder 9"/>
          <p:cNvSpPr>
            <a:spLocks noGrp="1"/>
          </p:cNvSpPr>
          <p:nvPr>
            <p:ph type="sldNum" idx="59"/>
          </p:nvPr>
        </p:nvSpPr>
        <p:spPr/>
        <p:txBody>
          <a:bodyPr/>
          <a:p>
            <a:fld id="{138551D8-8DF2-4397-96AF-74A76E6E66FF}" type="slidenum">
              <a:t>&lt;#&gt;</a:t>
            </a:fld>
          </a:p>
        </p:txBody>
      </p:sp>
      <p:sp>
        <p:nvSpPr>
          <p:cNvPr id="11" name="PlaceHolder 10"/>
          <p:cNvSpPr>
            <a:spLocks noGrp="1"/>
          </p:cNvSpPr>
          <p:nvPr>
            <p:ph type="dt" idx="60"/>
          </p:nvPr>
        </p:nvSpPr>
        <p:spPr/>
        <p:txBody>
          <a:bodyPr/>
          <a:p>
            <a:r>
              <a:rPr lang="en-US"/>
              <a:t/>
            </a:r>
          </a:p>
        </p:txBody>
      </p:sp>
    </p:spTree>
  </p:cSld>
</p:sldLayout>
</file>

<file path=ppt/slideLayouts/slideLayout2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61"/>
          </p:nvPr>
        </p:nvSpPr>
        <p:spPr/>
        <p:txBody>
          <a:bodyPr/>
          <a:p>
            <a:r>
              <a:t>Footer</a:t>
            </a:r>
          </a:p>
        </p:txBody>
      </p:sp>
      <p:sp>
        <p:nvSpPr>
          <p:cNvPr id="3" name="PlaceHolder 2"/>
          <p:cNvSpPr>
            <a:spLocks noGrp="1"/>
          </p:cNvSpPr>
          <p:nvPr>
            <p:ph type="sldNum" idx="62"/>
          </p:nvPr>
        </p:nvSpPr>
        <p:spPr/>
        <p:txBody>
          <a:bodyPr/>
          <a:p>
            <a:fld id="{D3989465-80A1-40BA-8169-BA1D911B44C5}" type="slidenum">
              <a:t>&lt;#&gt;</a:t>
            </a:fld>
          </a:p>
        </p:txBody>
      </p:sp>
      <p:sp>
        <p:nvSpPr>
          <p:cNvPr id="4" name="PlaceHolder 3"/>
          <p:cNvSpPr>
            <a:spLocks noGrp="1"/>
          </p:cNvSpPr>
          <p:nvPr>
            <p:ph type="dt" idx="63"/>
          </p:nvPr>
        </p:nvSpPr>
        <p:spPr/>
        <p:txBody>
          <a:bodyPr/>
          <a:p>
            <a:r>
              <a:rPr lang="en-US"/>
              <a:t/>
            </a:r>
          </a:p>
        </p:txBody>
      </p:sp>
    </p:spTree>
  </p:cSld>
</p:sldLayout>
</file>

<file path=ppt/slideLayouts/slideLayout2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2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61"/>
          </p:nvPr>
        </p:nvSpPr>
        <p:spPr/>
        <p:txBody>
          <a:bodyPr/>
          <a:p>
            <a:r>
              <a:t>Footer</a:t>
            </a:r>
          </a:p>
        </p:txBody>
      </p:sp>
      <p:sp>
        <p:nvSpPr>
          <p:cNvPr id="5" name="PlaceHolder 4"/>
          <p:cNvSpPr>
            <a:spLocks noGrp="1"/>
          </p:cNvSpPr>
          <p:nvPr>
            <p:ph type="sldNum" idx="62"/>
          </p:nvPr>
        </p:nvSpPr>
        <p:spPr/>
        <p:txBody>
          <a:bodyPr/>
          <a:p>
            <a:fld id="{6D4C3800-2131-4196-B565-F0FB91514203}" type="slidenum">
              <a:t>&lt;#&gt;</a:t>
            </a:fld>
          </a:p>
        </p:txBody>
      </p:sp>
      <p:sp>
        <p:nvSpPr>
          <p:cNvPr id="6" name="PlaceHolder 5"/>
          <p:cNvSpPr>
            <a:spLocks noGrp="1"/>
          </p:cNvSpPr>
          <p:nvPr>
            <p:ph type="dt" idx="63"/>
          </p:nvPr>
        </p:nvSpPr>
        <p:spPr/>
        <p:txBody>
          <a:bodyPr/>
          <a:p>
            <a:r>
              <a:rPr lang="en-US"/>
              <a:t/>
            </a:r>
          </a:p>
        </p:txBody>
      </p:sp>
    </p:spTree>
  </p:cSld>
</p:sldLayout>
</file>

<file path=ppt/slideLayouts/slideLayout2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2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2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61"/>
          </p:nvPr>
        </p:nvSpPr>
        <p:spPr/>
        <p:txBody>
          <a:bodyPr/>
          <a:p>
            <a:r>
              <a:t>Footer</a:t>
            </a:r>
          </a:p>
        </p:txBody>
      </p:sp>
      <p:sp>
        <p:nvSpPr>
          <p:cNvPr id="5" name="PlaceHolder 4"/>
          <p:cNvSpPr>
            <a:spLocks noGrp="1"/>
          </p:cNvSpPr>
          <p:nvPr>
            <p:ph type="sldNum" idx="62"/>
          </p:nvPr>
        </p:nvSpPr>
        <p:spPr/>
        <p:txBody>
          <a:bodyPr/>
          <a:p>
            <a:fld id="{FF319D4E-E2C8-4DF7-B63D-29BC462760AC}" type="slidenum">
              <a:t>&lt;#&gt;</a:t>
            </a:fld>
          </a:p>
        </p:txBody>
      </p:sp>
      <p:sp>
        <p:nvSpPr>
          <p:cNvPr id="6" name="PlaceHolder 5"/>
          <p:cNvSpPr>
            <a:spLocks noGrp="1"/>
          </p:cNvSpPr>
          <p:nvPr>
            <p:ph type="dt" idx="63"/>
          </p:nvPr>
        </p:nvSpPr>
        <p:spPr/>
        <p:txBody>
          <a:bodyPr/>
          <a:p>
            <a:r>
              <a:rPr lang="en-US"/>
              <a:t/>
            </a:r>
          </a:p>
        </p:txBody>
      </p:sp>
    </p:spTree>
  </p:cSld>
</p:sldLayout>
</file>

<file path=ppt/slideLayouts/slideLayout2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3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3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61"/>
          </p:nvPr>
        </p:nvSpPr>
        <p:spPr/>
        <p:txBody>
          <a:bodyPr/>
          <a:p>
            <a:r>
              <a:t>Footer</a:t>
            </a:r>
          </a:p>
        </p:txBody>
      </p:sp>
      <p:sp>
        <p:nvSpPr>
          <p:cNvPr id="6" name="PlaceHolder 5"/>
          <p:cNvSpPr>
            <a:spLocks noGrp="1"/>
          </p:cNvSpPr>
          <p:nvPr>
            <p:ph type="sldNum" idx="62"/>
          </p:nvPr>
        </p:nvSpPr>
        <p:spPr/>
        <p:txBody>
          <a:bodyPr/>
          <a:p>
            <a:fld id="{656D70A7-C631-4D40-BBE8-B58D8A440E52}" type="slidenum">
              <a:t>&lt;#&gt;</a:t>
            </a:fld>
          </a:p>
        </p:txBody>
      </p:sp>
      <p:sp>
        <p:nvSpPr>
          <p:cNvPr id="7" name="PlaceHolder 6"/>
          <p:cNvSpPr>
            <a:spLocks noGrp="1"/>
          </p:cNvSpPr>
          <p:nvPr>
            <p:ph type="dt" idx="63"/>
          </p:nvPr>
        </p:nvSpPr>
        <p:spPr/>
        <p:txBody>
          <a:bodyPr/>
          <a:p>
            <a:r>
              <a:rPr lang="en-US"/>
              <a:t/>
            </a:r>
          </a:p>
        </p:txBody>
      </p:sp>
    </p:spTree>
  </p:cSld>
</p:sldLayout>
</file>

<file path=ppt/slideLayouts/slideLayout2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4C61A61B-4361-46D3-9140-DFFC857B1306}"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3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005BDEB2-9122-4429-8FBA-F05CAC2F5F58}"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3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3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3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3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1"/>
          </p:nvPr>
        </p:nvSpPr>
        <p:spPr/>
        <p:txBody>
          <a:bodyPr/>
          <a:p>
            <a:r>
              <a:t>Footer</a:t>
            </a:r>
          </a:p>
        </p:txBody>
      </p:sp>
      <p:sp>
        <p:nvSpPr>
          <p:cNvPr id="7" name="PlaceHolder 6"/>
          <p:cNvSpPr>
            <a:spLocks noGrp="1"/>
          </p:cNvSpPr>
          <p:nvPr>
            <p:ph type="sldNum" idx="62"/>
          </p:nvPr>
        </p:nvSpPr>
        <p:spPr/>
        <p:txBody>
          <a:bodyPr/>
          <a:p>
            <a:fld id="{60A0A7F2-D464-40AF-8B8E-947574A8D415}" type="slidenum">
              <a:t>&lt;#&gt;</a:t>
            </a:fld>
          </a:p>
        </p:txBody>
      </p:sp>
      <p:sp>
        <p:nvSpPr>
          <p:cNvPr id="8" name="PlaceHolder 7"/>
          <p:cNvSpPr>
            <a:spLocks noGrp="1"/>
          </p:cNvSpPr>
          <p:nvPr>
            <p:ph type="dt" idx="63"/>
          </p:nvPr>
        </p:nvSpPr>
        <p:spPr/>
        <p:txBody>
          <a:bodyPr/>
          <a:p>
            <a:r>
              <a:rPr lang="en-US"/>
              <a:t/>
            </a:r>
          </a:p>
        </p:txBody>
      </p:sp>
    </p:spTree>
  </p:cSld>
</p:sldLayout>
</file>

<file path=ppt/slideLayouts/slideLayout2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8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3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1"/>
          </p:nvPr>
        </p:nvSpPr>
        <p:spPr/>
        <p:txBody>
          <a:bodyPr/>
          <a:p>
            <a:r>
              <a:t>Footer</a:t>
            </a:r>
          </a:p>
        </p:txBody>
      </p:sp>
      <p:sp>
        <p:nvSpPr>
          <p:cNvPr id="7" name="PlaceHolder 6"/>
          <p:cNvSpPr>
            <a:spLocks noGrp="1"/>
          </p:cNvSpPr>
          <p:nvPr>
            <p:ph type="sldNum" idx="62"/>
          </p:nvPr>
        </p:nvSpPr>
        <p:spPr/>
        <p:txBody>
          <a:bodyPr/>
          <a:p>
            <a:fld id="{69887A97-6A40-407E-8918-742932698B9E}" type="slidenum">
              <a:t>&lt;#&gt;</a:t>
            </a:fld>
          </a:p>
        </p:txBody>
      </p:sp>
      <p:sp>
        <p:nvSpPr>
          <p:cNvPr id="8" name="PlaceHolder 7"/>
          <p:cNvSpPr>
            <a:spLocks noGrp="1"/>
          </p:cNvSpPr>
          <p:nvPr>
            <p:ph type="dt" idx="63"/>
          </p:nvPr>
        </p:nvSpPr>
        <p:spPr/>
        <p:txBody>
          <a:bodyPr/>
          <a:p>
            <a:r>
              <a:rPr lang="en-US"/>
              <a:t/>
            </a:r>
          </a:p>
        </p:txBody>
      </p:sp>
    </p:spTree>
  </p:cSld>
</p:sldLayout>
</file>

<file path=ppt/slideLayouts/slideLayout2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4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1"/>
          </p:nvPr>
        </p:nvSpPr>
        <p:spPr/>
        <p:txBody>
          <a:bodyPr/>
          <a:p>
            <a:r>
              <a:t>Footer</a:t>
            </a:r>
          </a:p>
        </p:txBody>
      </p:sp>
      <p:sp>
        <p:nvSpPr>
          <p:cNvPr id="7" name="PlaceHolder 6"/>
          <p:cNvSpPr>
            <a:spLocks noGrp="1"/>
          </p:cNvSpPr>
          <p:nvPr>
            <p:ph type="sldNum" idx="62"/>
          </p:nvPr>
        </p:nvSpPr>
        <p:spPr/>
        <p:txBody>
          <a:bodyPr/>
          <a:p>
            <a:fld id="{F7A84E74-7506-4739-8E7A-EDFF801BC1E8}" type="slidenum">
              <a:t>&lt;#&gt;</a:t>
            </a:fld>
          </a:p>
        </p:txBody>
      </p:sp>
      <p:sp>
        <p:nvSpPr>
          <p:cNvPr id="8" name="PlaceHolder 7"/>
          <p:cNvSpPr>
            <a:spLocks noGrp="1"/>
          </p:cNvSpPr>
          <p:nvPr>
            <p:ph type="dt" idx="63"/>
          </p:nvPr>
        </p:nvSpPr>
        <p:spPr/>
        <p:txBody>
          <a:bodyPr/>
          <a:p>
            <a:r>
              <a:rPr lang="en-US"/>
              <a:t/>
            </a:r>
          </a:p>
        </p:txBody>
      </p:sp>
    </p:spTree>
  </p:cSld>
</p:sldLayout>
</file>

<file path=ppt/slideLayouts/slideLayout2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4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4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4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61"/>
          </p:nvPr>
        </p:nvSpPr>
        <p:spPr/>
        <p:txBody>
          <a:bodyPr/>
          <a:p>
            <a:r>
              <a:t>Footer</a:t>
            </a:r>
          </a:p>
        </p:txBody>
      </p:sp>
      <p:sp>
        <p:nvSpPr>
          <p:cNvPr id="6" name="PlaceHolder 5"/>
          <p:cNvSpPr>
            <a:spLocks noGrp="1"/>
          </p:cNvSpPr>
          <p:nvPr>
            <p:ph type="sldNum" idx="62"/>
          </p:nvPr>
        </p:nvSpPr>
        <p:spPr/>
        <p:txBody>
          <a:bodyPr/>
          <a:p>
            <a:fld id="{FAB09831-96F7-4ED3-B470-27AC4D4B093E}" type="slidenum">
              <a:t>&lt;#&gt;</a:t>
            </a:fld>
          </a:p>
        </p:txBody>
      </p:sp>
      <p:sp>
        <p:nvSpPr>
          <p:cNvPr id="7" name="PlaceHolder 6"/>
          <p:cNvSpPr>
            <a:spLocks noGrp="1"/>
          </p:cNvSpPr>
          <p:nvPr>
            <p:ph type="dt" idx="63"/>
          </p:nvPr>
        </p:nvSpPr>
        <p:spPr/>
        <p:txBody>
          <a:bodyPr/>
          <a:p>
            <a:r>
              <a:rPr lang="en-US"/>
              <a:t/>
            </a:r>
          </a:p>
        </p:txBody>
      </p:sp>
    </p:spTree>
  </p:cSld>
</p:sldLayout>
</file>

<file path=ppt/slideLayouts/slideLayout2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61"/>
          </p:nvPr>
        </p:nvSpPr>
        <p:spPr/>
        <p:txBody>
          <a:bodyPr/>
          <a:p>
            <a:r>
              <a:t>Footer</a:t>
            </a:r>
          </a:p>
        </p:txBody>
      </p:sp>
      <p:sp>
        <p:nvSpPr>
          <p:cNvPr id="8" name="PlaceHolder 7"/>
          <p:cNvSpPr>
            <a:spLocks noGrp="1"/>
          </p:cNvSpPr>
          <p:nvPr>
            <p:ph type="sldNum" idx="62"/>
          </p:nvPr>
        </p:nvSpPr>
        <p:spPr/>
        <p:txBody>
          <a:bodyPr/>
          <a:p>
            <a:fld id="{F770B726-868A-4535-9630-25BA748E4580}" type="slidenum">
              <a:t>&lt;#&gt;</a:t>
            </a:fld>
          </a:p>
        </p:txBody>
      </p:sp>
      <p:sp>
        <p:nvSpPr>
          <p:cNvPr id="9" name="PlaceHolder 8"/>
          <p:cNvSpPr>
            <a:spLocks noGrp="1"/>
          </p:cNvSpPr>
          <p:nvPr>
            <p:ph type="dt" idx="63"/>
          </p:nvPr>
        </p:nvSpPr>
        <p:spPr/>
        <p:txBody>
          <a:bodyPr/>
          <a:p>
            <a:r>
              <a:rPr lang="en-US"/>
              <a:t/>
            </a:r>
          </a:p>
        </p:txBody>
      </p:sp>
    </p:spTree>
  </p:cSld>
</p:sldLayout>
</file>

<file path=ppt/slideLayouts/slideLayout2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5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61"/>
          </p:nvPr>
        </p:nvSpPr>
        <p:spPr/>
        <p:txBody>
          <a:bodyPr/>
          <a:p>
            <a:r>
              <a:t>Footer</a:t>
            </a:r>
          </a:p>
        </p:txBody>
      </p:sp>
      <p:sp>
        <p:nvSpPr>
          <p:cNvPr id="10" name="PlaceHolder 9"/>
          <p:cNvSpPr>
            <a:spLocks noGrp="1"/>
          </p:cNvSpPr>
          <p:nvPr>
            <p:ph type="sldNum" idx="62"/>
          </p:nvPr>
        </p:nvSpPr>
        <p:spPr/>
        <p:txBody>
          <a:bodyPr/>
          <a:p>
            <a:fld id="{C460A469-A246-4590-9F91-B7727CB4A57C}" type="slidenum">
              <a:t>&lt;#&gt;</a:t>
            </a:fld>
          </a:p>
        </p:txBody>
      </p:sp>
      <p:sp>
        <p:nvSpPr>
          <p:cNvPr id="11" name="PlaceHolder 10"/>
          <p:cNvSpPr>
            <a:spLocks noGrp="1"/>
          </p:cNvSpPr>
          <p:nvPr>
            <p:ph type="dt" idx="63"/>
          </p:nvPr>
        </p:nvSpPr>
        <p:spPr/>
        <p:txBody>
          <a:bodyPr/>
          <a:p>
            <a:r>
              <a:rPr lang="en-US"/>
              <a:t/>
            </a:r>
          </a:p>
        </p:txBody>
      </p:sp>
    </p:spTree>
  </p:cSld>
</p:sldLayout>
</file>

<file path=ppt/slideLayouts/slideLayout2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7727AE5C-3647-443E-8A25-4C3770DBDBBC}"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6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67"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64"/>
          </p:nvPr>
        </p:nvSpPr>
        <p:spPr/>
        <p:txBody>
          <a:bodyPr/>
          <a:p>
            <a:r>
              <a:t>Footer</a:t>
            </a:r>
          </a:p>
        </p:txBody>
      </p:sp>
      <p:sp>
        <p:nvSpPr>
          <p:cNvPr id="5" name="PlaceHolder 4"/>
          <p:cNvSpPr>
            <a:spLocks noGrp="1"/>
          </p:cNvSpPr>
          <p:nvPr>
            <p:ph type="sldNum" idx="65"/>
          </p:nvPr>
        </p:nvSpPr>
        <p:spPr/>
        <p:txBody>
          <a:bodyPr/>
          <a:p>
            <a:fld id="{52EE38AF-B7DD-41B7-A3E1-865F96AAD95D}" type="slidenum">
              <a:t>&lt;#&gt;</a:t>
            </a:fld>
          </a:p>
        </p:txBody>
      </p:sp>
      <p:sp>
        <p:nvSpPr>
          <p:cNvPr id="6" name="PlaceHolder 5"/>
          <p:cNvSpPr>
            <a:spLocks noGrp="1"/>
          </p:cNvSpPr>
          <p:nvPr>
            <p:ph type="dt" idx="66"/>
          </p:nvPr>
        </p:nvSpPr>
        <p:spPr/>
        <p:txBody>
          <a:bodyPr/>
          <a:p>
            <a:r>
              <a:rPr lang="en-US"/>
              <a:t/>
            </a:r>
          </a:p>
        </p:txBody>
      </p:sp>
    </p:spTree>
  </p:cSld>
</p:sldLayout>
</file>

<file path=ppt/slideLayouts/slideLayout2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69"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64"/>
          </p:nvPr>
        </p:nvSpPr>
        <p:spPr/>
        <p:txBody>
          <a:bodyPr/>
          <a:p>
            <a:r>
              <a:t>Footer</a:t>
            </a:r>
          </a:p>
        </p:txBody>
      </p:sp>
      <p:sp>
        <p:nvSpPr>
          <p:cNvPr id="5" name="PlaceHolder 4"/>
          <p:cNvSpPr>
            <a:spLocks noGrp="1"/>
          </p:cNvSpPr>
          <p:nvPr>
            <p:ph type="sldNum" idx="65"/>
          </p:nvPr>
        </p:nvSpPr>
        <p:spPr/>
        <p:txBody>
          <a:bodyPr/>
          <a:p>
            <a:fld id="{58F06DD6-3AC5-4515-9943-06D0B2FB39FF}" type="slidenum">
              <a:t>&lt;#&gt;</a:t>
            </a:fld>
          </a:p>
        </p:txBody>
      </p:sp>
      <p:sp>
        <p:nvSpPr>
          <p:cNvPr id="6" name="PlaceHolder 5"/>
          <p:cNvSpPr>
            <a:spLocks noGrp="1"/>
          </p:cNvSpPr>
          <p:nvPr>
            <p:ph type="dt" idx="66"/>
          </p:nvPr>
        </p:nvSpPr>
        <p:spPr/>
        <p:txBody>
          <a:bodyPr/>
          <a:p>
            <a:r>
              <a:rPr lang="en-US"/>
              <a:t/>
            </a:r>
          </a:p>
        </p:txBody>
      </p:sp>
    </p:spTree>
  </p:cSld>
</p:sldLayout>
</file>

<file path=ppt/slideLayouts/slideLayout2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7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64"/>
          </p:nvPr>
        </p:nvSpPr>
        <p:spPr/>
        <p:txBody>
          <a:bodyPr/>
          <a:p>
            <a:r>
              <a:t>Footer</a:t>
            </a:r>
          </a:p>
        </p:txBody>
      </p:sp>
      <p:sp>
        <p:nvSpPr>
          <p:cNvPr id="6" name="PlaceHolder 5"/>
          <p:cNvSpPr>
            <a:spLocks noGrp="1"/>
          </p:cNvSpPr>
          <p:nvPr>
            <p:ph type="sldNum" idx="65"/>
          </p:nvPr>
        </p:nvSpPr>
        <p:spPr/>
        <p:txBody>
          <a:bodyPr/>
          <a:p>
            <a:fld id="{3BE5DF38-30F9-45C2-BA8E-7DAF2741F7AF}" type="slidenum">
              <a:t>&lt;#&gt;</a:t>
            </a:fld>
          </a:p>
        </p:txBody>
      </p:sp>
      <p:sp>
        <p:nvSpPr>
          <p:cNvPr id="7" name="PlaceHolder 6"/>
          <p:cNvSpPr>
            <a:spLocks noGrp="1"/>
          </p:cNvSpPr>
          <p:nvPr>
            <p:ph type="dt" idx="66"/>
          </p:nvPr>
        </p:nvSpPr>
        <p:spPr/>
        <p:txBody>
          <a:bodyPr/>
          <a:p>
            <a:r>
              <a:rPr lang="en-US"/>
              <a:t/>
            </a:r>
          </a:p>
        </p:txBody>
      </p:sp>
    </p:spTree>
  </p:cSld>
</p:sldLayout>
</file>

<file path=ppt/slideLayouts/slideLayout2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4"/>
          </p:nvPr>
        </p:nvSpPr>
        <p:spPr/>
        <p:txBody>
          <a:bodyPr/>
          <a:p>
            <a:r>
              <a:t>Footer</a:t>
            </a:r>
          </a:p>
        </p:txBody>
      </p:sp>
      <p:sp>
        <p:nvSpPr>
          <p:cNvPr id="4" name="PlaceHolder 3"/>
          <p:cNvSpPr>
            <a:spLocks noGrp="1"/>
          </p:cNvSpPr>
          <p:nvPr>
            <p:ph type="sldNum" idx="65"/>
          </p:nvPr>
        </p:nvSpPr>
        <p:spPr/>
        <p:txBody>
          <a:bodyPr/>
          <a:p>
            <a:fld id="{19E1FAC7-AB49-4BDF-A489-67598BC57DF3}" type="slidenum">
              <a:t>&lt;#&gt;</a:t>
            </a:fld>
          </a:p>
        </p:txBody>
      </p:sp>
      <p:sp>
        <p:nvSpPr>
          <p:cNvPr id="5" name="PlaceHolder 4"/>
          <p:cNvSpPr>
            <a:spLocks noGrp="1"/>
          </p:cNvSpPr>
          <p:nvPr>
            <p:ph type="dt" idx="66"/>
          </p:nvPr>
        </p:nvSpPr>
        <p:spPr/>
        <p:txBody>
          <a:bodyPr/>
          <a:p>
            <a:r>
              <a:rPr lang="en-US"/>
              <a:t/>
            </a:r>
          </a:p>
        </p:txBody>
      </p:sp>
    </p:spTree>
  </p:cSld>
</p:sldLayout>
</file>

<file path=ppt/slideLayouts/slideLayout2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74"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64"/>
          </p:nvPr>
        </p:nvSpPr>
        <p:spPr/>
        <p:txBody>
          <a:bodyPr/>
          <a:p>
            <a:r>
              <a:t>Footer</a:t>
            </a:r>
          </a:p>
        </p:txBody>
      </p:sp>
      <p:sp>
        <p:nvSpPr>
          <p:cNvPr id="4" name="PlaceHolder 3"/>
          <p:cNvSpPr>
            <a:spLocks noGrp="1"/>
          </p:cNvSpPr>
          <p:nvPr>
            <p:ph type="sldNum" idx="65"/>
          </p:nvPr>
        </p:nvSpPr>
        <p:spPr/>
        <p:txBody>
          <a:bodyPr/>
          <a:p>
            <a:fld id="{CA7BA46D-49E3-48AE-95F9-1497EE7C4FF4}" type="slidenum">
              <a:t>&lt;#&gt;</a:t>
            </a:fld>
          </a:p>
        </p:txBody>
      </p:sp>
      <p:sp>
        <p:nvSpPr>
          <p:cNvPr id="5" name="PlaceHolder 4"/>
          <p:cNvSpPr>
            <a:spLocks noGrp="1"/>
          </p:cNvSpPr>
          <p:nvPr>
            <p:ph type="dt" idx="66"/>
          </p:nvPr>
        </p:nvSpPr>
        <p:spPr/>
        <p:txBody>
          <a:bodyPr/>
          <a:p>
            <a:r>
              <a:rPr lang="en-US"/>
              <a:t/>
            </a:r>
          </a:p>
        </p:txBody>
      </p:sp>
    </p:spTree>
  </p:cSld>
</p:sldLayout>
</file>

<file path=ppt/slideLayouts/slideLayout2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7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7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4"/>
          </p:nvPr>
        </p:nvSpPr>
        <p:spPr/>
        <p:txBody>
          <a:bodyPr/>
          <a:p>
            <a:r>
              <a:t>Footer</a:t>
            </a:r>
          </a:p>
        </p:txBody>
      </p:sp>
      <p:sp>
        <p:nvSpPr>
          <p:cNvPr id="7" name="PlaceHolder 6"/>
          <p:cNvSpPr>
            <a:spLocks noGrp="1"/>
          </p:cNvSpPr>
          <p:nvPr>
            <p:ph type="sldNum" idx="65"/>
          </p:nvPr>
        </p:nvSpPr>
        <p:spPr/>
        <p:txBody>
          <a:bodyPr/>
          <a:p>
            <a:fld id="{B0FEA73F-4D9F-4CF9-9253-D102CD7024E5}" type="slidenum">
              <a:t>&lt;#&gt;</a:t>
            </a:fld>
          </a:p>
        </p:txBody>
      </p:sp>
      <p:sp>
        <p:nvSpPr>
          <p:cNvPr id="8" name="PlaceHolder 7"/>
          <p:cNvSpPr>
            <a:spLocks noGrp="1"/>
          </p:cNvSpPr>
          <p:nvPr>
            <p:ph type="dt" idx="66"/>
          </p:nvPr>
        </p:nvSpPr>
        <p:spPr/>
        <p:txBody>
          <a:bodyPr/>
          <a:p>
            <a:r>
              <a:rPr lang="en-US"/>
              <a:t/>
            </a:r>
          </a:p>
        </p:txBody>
      </p:sp>
    </p:spTree>
  </p:cSld>
</p:sldLayout>
</file>

<file path=ppt/slideLayouts/slideLayout2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8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2"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4"/>
          </p:nvPr>
        </p:nvSpPr>
        <p:spPr/>
        <p:txBody>
          <a:bodyPr/>
          <a:p>
            <a:r>
              <a:t>Footer</a:t>
            </a:r>
          </a:p>
        </p:txBody>
      </p:sp>
      <p:sp>
        <p:nvSpPr>
          <p:cNvPr id="7" name="PlaceHolder 6"/>
          <p:cNvSpPr>
            <a:spLocks noGrp="1"/>
          </p:cNvSpPr>
          <p:nvPr>
            <p:ph type="sldNum" idx="65"/>
          </p:nvPr>
        </p:nvSpPr>
        <p:spPr/>
        <p:txBody>
          <a:bodyPr/>
          <a:p>
            <a:fld id="{A049BB55-90EB-4FF9-84F3-7503B1F7D88B}" type="slidenum">
              <a:t>&lt;#&gt;</a:t>
            </a:fld>
          </a:p>
        </p:txBody>
      </p:sp>
      <p:sp>
        <p:nvSpPr>
          <p:cNvPr id="8" name="PlaceHolder 7"/>
          <p:cNvSpPr>
            <a:spLocks noGrp="1"/>
          </p:cNvSpPr>
          <p:nvPr>
            <p:ph type="dt" idx="66"/>
          </p:nvPr>
        </p:nvSpPr>
        <p:spPr/>
        <p:txBody>
          <a:bodyPr/>
          <a:p>
            <a:r>
              <a:rPr lang="en-US"/>
              <a:t/>
            </a:r>
          </a:p>
        </p:txBody>
      </p:sp>
    </p:spTree>
  </p:cSld>
</p:sldLayout>
</file>

<file path=ppt/slideLayouts/slideLayout2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88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8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6"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4"/>
          </p:nvPr>
        </p:nvSpPr>
        <p:spPr/>
        <p:txBody>
          <a:bodyPr/>
          <a:p>
            <a:r>
              <a:t>Footer</a:t>
            </a:r>
          </a:p>
        </p:txBody>
      </p:sp>
      <p:sp>
        <p:nvSpPr>
          <p:cNvPr id="7" name="PlaceHolder 6"/>
          <p:cNvSpPr>
            <a:spLocks noGrp="1"/>
          </p:cNvSpPr>
          <p:nvPr>
            <p:ph type="sldNum" idx="65"/>
          </p:nvPr>
        </p:nvSpPr>
        <p:spPr/>
        <p:txBody>
          <a:bodyPr/>
          <a:p>
            <a:fld id="{F2B7B089-24F2-4785-A51C-A0603B560AA6}" type="slidenum">
              <a:t>&lt;#&gt;</a:t>
            </a:fld>
          </a:p>
        </p:txBody>
      </p:sp>
      <p:sp>
        <p:nvSpPr>
          <p:cNvPr id="8" name="PlaceHolder 7"/>
          <p:cNvSpPr>
            <a:spLocks noGrp="1"/>
          </p:cNvSpPr>
          <p:nvPr>
            <p:ph type="dt" idx="66"/>
          </p:nvPr>
        </p:nvSpPr>
        <p:spPr/>
        <p:txBody>
          <a:bodyPr/>
          <a:p>
            <a:r>
              <a:rPr lang="en-US"/>
              <a:t/>
            </a:r>
          </a:p>
        </p:txBody>
      </p:sp>
    </p:spTree>
  </p:cSld>
</p:sldLayout>
</file>

<file path=ppt/slideLayouts/slideLayout2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88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88"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9"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64"/>
          </p:nvPr>
        </p:nvSpPr>
        <p:spPr/>
        <p:txBody>
          <a:bodyPr/>
          <a:p>
            <a:r>
              <a:t>Footer</a:t>
            </a:r>
          </a:p>
        </p:txBody>
      </p:sp>
      <p:sp>
        <p:nvSpPr>
          <p:cNvPr id="6" name="PlaceHolder 5"/>
          <p:cNvSpPr>
            <a:spLocks noGrp="1"/>
          </p:cNvSpPr>
          <p:nvPr>
            <p:ph type="sldNum" idx="65"/>
          </p:nvPr>
        </p:nvSpPr>
        <p:spPr/>
        <p:txBody>
          <a:bodyPr/>
          <a:p>
            <a:fld id="{B8980126-C5D3-415C-8A87-6C7FBE4731F3}" type="slidenum">
              <a:t>&lt;#&gt;</a:t>
            </a:fld>
          </a:p>
        </p:txBody>
      </p:sp>
      <p:sp>
        <p:nvSpPr>
          <p:cNvPr id="7" name="PlaceHolder 6"/>
          <p:cNvSpPr>
            <a:spLocks noGrp="1"/>
          </p:cNvSpPr>
          <p:nvPr>
            <p:ph type="dt" idx="66"/>
          </p:nvPr>
        </p:nvSpPr>
        <p:spPr/>
        <p:txBody>
          <a:bodyPr/>
          <a:p>
            <a:r>
              <a:rPr lang="en-US"/>
              <a:t/>
            </a:r>
          </a:p>
        </p:txBody>
      </p:sp>
    </p:spTree>
  </p:cSld>
</p:sldLayout>
</file>

<file path=ppt/slideLayouts/slideLayout2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9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9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4"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64"/>
          </p:nvPr>
        </p:nvSpPr>
        <p:spPr/>
        <p:txBody>
          <a:bodyPr/>
          <a:p>
            <a:r>
              <a:t>Footer</a:t>
            </a:r>
          </a:p>
        </p:txBody>
      </p:sp>
      <p:sp>
        <p:nvSpPr>
          <p:cNvPr id="8" name="PlaceHolder 7"/>
          <p:cNvSpPr>
            <a:spLocks noGrp="1"/>
          </p:cNvSpPr>
          <p:nvPr>
            <p:ph type="sldNum" idx="65"/>
          </p:nvPr>
        </p:nvSpPr>
        <p:spPr/>
        <p:txBody>
          <a:bodyPr/>
          <a:p>
            <a:fld id="{F9459334-449B-414C-891B-F564D99D76F8}" type="slidenum">
              <a:t>&lt;#&gt;</a:t>
            </a:fld>
          </a:p>
        </p:txBody>
      </p:sp>
      <p:sp>
        <p:nvSpPr>
          <p:cNvPr id="9" name="PlaceHolder 8"/>
          <p:cNvSpPr>
            <a:spLocks noGrp="1"/>
          </p:cNvSpPr>
          <p:nvPr>
            <p:ph type="dt" idx="66"/>
          </p:nvPr>
        </p:nvSpPr>
        <p:spPr/>
        <p:txBody>
          <a:bodyPr/>
          <a:p>
            <a:r>
              <a:rPr lang="en-US"/>
              <a:t/>
            </a:r>
          </a:p>
        </p:txBody>
      </p:sp>
    </p:spTree>
  </p:cSld>
</p:sldLayout>
</file>

<file path=ppt/slideLayouts/slideLayout2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9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96"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7"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8"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9"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00"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01"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64"/>
          </p:nvPr>
        </p:nvSpPr>
        <p:spPr/>
        <p:txBody>
          <a:bodyPr/>
          <a:p>
            <a:r>
              <a:t>Footer</a:t>
            </a:r>
          </a:p>
        </p:txBody>
      </p:sp>
      <p:sp>
        <p:nvSpPr>
          <p:cNvPr id="10" name="PlaceHolder 9"/>
          <p:cNvSpPr>
            <a:spLocks noGrp="1"/>
          </p:cNvSpPr>
          <p:nvPr>
            <p:ph type="sldNum" idx="65"/>
          </p:nvPr>
        </p:nvSpPr>
        <p:spPr/>
        <p:txBody>
          <a:bodyPr/>
          <a:p>
            <a:fld id="{6AA8E228-E9C2-4123-B091-FF1062F55274}" type="slidenum">
              <a:t>&lt;#&gt;</a:t>
            </a:fld>
          </a:p>
        </p:txBody>
      </p:sp>
      <p:sp>
        <p:nvSpPr>
          <p:cNvPr id="11" name="PlaceHolder 10"/>
          <p:cNvSpPr>
            <a:spLocks noGrp="1"/>
          </p:cNvSpPr>
          <p:nvPr>
            <p:ph type="dt" idx="6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slideLayout" Target="../slideLayouts/slideLayout107.xml"/><Relationship Id="rId13"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1.xml"/><Relationship Id="rId3" Type="http://schemas.openxmlformats.org/officeDocument/2006/relationships/slideLayout" Target="../slideLayouts/slideLayout122.xml"/><Relationship Id="rId4" Type="http://schemas.openxmlformats.org/officeDocument/2006/relationships/slideLayout" Target="../slideLayouts/slideLayout123.xml"/><Relationship Id="rId5" Type="http://schemas.openxmlformats.org/officeDocument/2006/relationships/slideLayout" Target="../slideLayouts/slideLayout124.xml"/><Relationship Id="rId6" Type="http://schemas.openxmlformats.org/officeDocument/2006/relationships/slideLayout" Target="../slideLayouts/slideLayout125.xml"/><Relationship Id="rId7" Type="http://schemas.openxmlformats.org/officeDocument/2006/relationships/slideLayout" Target="../slideLayouts/slideLayout126.xml"/><Relationship Id="rId8" Type="http://schemas.openxmlformats.org/officeDocument/2006/relationships/slideLayout" Target="../slideLayouts/slideLayout127.xml"/><Relationship Id="rId9" Type="http://schemas.openxmlformats.org/officeDocument/2006/relationships/slideLayout" Target="../slideLayouts/slideLayout128.xml"/><Relationship Id="rId10" Type="http://schemas.openxmlformats.org/officeDocument/2006/relationships/slideLayout" Target="../slideLayouts/slideLayout129.xml"/><Relationship Id="rId11" Type="http://schemas.openxmlformats.org/officeDocument/2006/relationships/slideLayout" Target="../slideLayouts/slideLayout130.xml"/><Relationship Id="rId12" Type="http://schemas.openxmlformats.org/officeDocument/2006/relationships/slideLayout" Target="../slideLayouts/slideLayout131.xml"/><Relationship Id="rId13" Type="http://schemas.openxmlformats.org/officeDocument/2006/relationships/slideLayout" Target="../slideLayouts/slideLayout13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33.xml"/><Relationship Id="rId3" Type="http://schemas.openxmlformats.org/officeDocument/2006/relationships/slideLayout" Target="../slideLayouts/slideLayout134.xml"/><Relationship Id="rId4" Type="http://schemas.openxmlformats.org/officeDocument/2006/relationships/slideLayout" Target="../slideLayouts/slideLayout135.xml"/><Relationship Id="rId5" Type="http://schemas.openxmlformats.org/officeDocument/2006/relationships/slideLayout" Target="../slideLayouts/slideLayout136.xml"/><Relationship Id="rId6" Type="http://schemas.openxmlformats.org/officeDocument/2006/relationships/slideLayout" Target="../slideLayouts/slideLayout137.xml"/><Relationship Id="rId7" Type="http://schemas.openxmlformats.org/officeDocument/2006/relationships/slideLayout" Target="../slideLayouts/slideLayout138.xml"/><Relationship Id="rId8" Type="http://schemas.openxmlformats.org/officeDocument/2006/relationships/slideLayout" Target="../slideLayouts/slideLayout139.xml"/><Relationship Id="rId9" Type="http://schemas.openxmlformats.org/officeDocument/2006/relationships/slideLayout" Target="../slideLayouts/slideLayout140.xml"/><Relationship Id="rId10" Type="http://schemas.openxmlformats.org/officeDocument/2006/relationships/slideLayout" Target="../slideLayouts/slideLayout141.xml"/><Relationship Id="rId11" Type="http://schemas.openxmlformats.org/officeDocument/2006/relationships/slideLayout" Target="../slideLayouts/slideLayout142.xml"/><Relationship Id="rId12" Type="http://schemas.openxmlformats.org/officeDocument/2006/relationships/slideLayout" Target="../slideLayouts/slideLayout143.xml"/><Relationship Id="rId13" Type="http://schemas.openxmlformats.org/officeDocument/2006/relationships/slideLayout" Target="../slideLayouts/slideLayout144.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45.xml"/><Relationship Id="rId3" Type="http://schemas.openxmlformats.org/officeDocument/2006/relationships/slideLayout" Target="../slideLayouts/slideLayout146.xml"/><Relationship Id="rId4" Type="http://schemas.openxmlformats.org/officeDocument/2006/relationships/slideLayout" Target="../slideLayouts/slideLayout147.xml"/><Relationship Id="rId5" Type="http://schemas.openxmlformats.org/officeDocument/2006/relationships/slideLayout" Target="../slideLayouts/slideLayout148.xml"/><Relationship Id="rId6" Type="http://schemas.openxmlformats.org/officeDocument/2006/relationships/slideLayout" Target="../slideLayouts/slideLayout149.xml"/><Relationship Id="rId7" Type="http://schemas.openxmlformats.org/officeDocument/2006/relationships/slideLayout" Target="../slideLayouts/slideLayout150.xml"/><Relationship Id="rId8" Type="http://schemas.openxmlformats.org/officeDocument/2006/relationships/slideLayout" Target="../slideLayouts/slideLayout151.xml"/><Relationship Id="rId9" Type="http://schemas.openxmlformats.org/officeDocument/2006/relationships/slideLayout" Target="../slideLayouts/slideLayout152.xml"/><Relationship Id="rId10" Type="http://schemas.openxmlformats.org/officeDocument/2006/relationships/slideLayout" Target="../slideLayouts/slideLayout153.xml"/><Relationship Id="rId11" Type="http://schemas.openxmlformats.org/officeDocument/2006/relationships/slideLayout" Target="../slideLayouts/slideLayout154.xml"/><Relationship Id="rId12" Type="http://schemas.openxmlformats.org/officeDocument/2006/relationships/slideLayout" Target="../slideLayouts/slideLayout155.xml"/><Relationship Id="rId13" Type="http://schemas.openxmlformats.org/officeDocument/2006/relationships/slideLayout" Target="../slideLayouts/slideLayout156.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57.xml"/><Relationship Id="rId3" Type="http://schemas.openxmlformats.org/officeDocument/2006/relationships/slideLayout" Target="../slideLayouts/slideLayout158.xml"/><Relationship Id="rId4" Type="http://schemas.openxmlformats.org/officeDocument/2006/relationships/slideLayout" Target="../slideLayouts/slideLayout159.xml"/><Relationship Id="rId5" Type="http://schemas.openxmlformats.org/officeDocument/2006/relationships/slideLayout" Target="../slideLayouts/slideLayout160.xml"/><Relationship Id="rId6" Type="http://schemas.openxmlformats.org/officeDocument/2006/relationships/slideLayout" Target="../slideLayouts/slideLayout161.xml"/><Relationship Id="rId7" Type="http://schemas.openxmlformats.org/officeDocument/2006/relationships/slideLayout" Target="../slideLayouts/slideLayout162.xml"/><Relationship Id="rId8" Type="http://schemas.openxmlformats.org/officeDocument/2006/relationships/slideLayout" Target="../slideLayouts/slideLayout163.xml"/><Relationship Id="rId9" Type="http://schemas.openxmlformats.org/officeDocument/2006/relationships/slideLayout" Target="../slideLayouts/slideLayout164.xml"/><Relationship Id="rId10" Type="http://schemas.openxmlformats.org/officeDocument/2006/relationships/slideLayout" Target="../slideLayouts/slideLayout165.xml"/><Relationship Id="rId11" Type="http://schemas.openxmlformats.org/officeDocument/2006/relationships/slideLayout" Target="../slideLayouts/slideLayout166.xml"/><Relationship Id="rId12" Type="http://schemas.openxmlformats.org/officeDocument/2006/relationships/slideLayout" Target="../slideLayouts/slideLayout167.xml"/><Relationship Id="rId13" Type="http://schemas.openxmlformats.org/officeDocument/2006/relationships/slideLayout" Target="../slideLayouts/slideLayout168.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69.xml"/><Relationship Id="rId3" Type="http://schemas.openxmlformats.org/officeDocument/2006/relationships/slideLayout" Target="../slideLayouts/slideLayout170.xml"/><Relationship Id="rId4" Type="http://schemas.openxmlformats.org/officeDocument/2006/relationships/slideLayout" Target="../slideLayouts/slideLayout171.xml"/><Relationship Id="rId5" Type="http://schemas.openxmlformats.org/officeDocument/2006/relationships/slideLayout" Target="../slideLayouts/slideLayout172.xml"/><Relationship Id="rId6" Type="http://schemas.openxmlformats.org/officeDocument/2006/relationships/slideLayout" Target="../slideLayouts/slideLayout173.xml"/><Relationship Id="rId7" Type="http://schemas.openxmlformats.org/officeDocument/2006/relationships/slideLayout" Target="../slideLayouts/slideLayout174.xml"/><Relationship Id="rId8" Type="http://schemas.openxmlformats.org/officeDocument/2006/relationships/slideLayout" Target="../slideLayouts/slideLayout175.xml"/><Relationship Id="rId9" Type="http://schemas.openxmlformats.org/officeDocument/2006/relationships/slideLayout" Target="../slideLayouts/slideLayout176.xml"/><Relationship Id="rId10" Type="http://schemas.openxmlformats.org/officeDocument/2006/relationships/slideLayout" Target="../slideLayouts/slideLayout177.xml"/><Relationship Id="rId11" Type="http://schemas.openxmlformats.org/officeDocument/2006/relationships/slideLayout" Target="../slideLayouts/slideLayout178.xml"/><Relationship Id="rId12" Type="http://schemas.openxmlformats.org/officeDocument/2006/relationships/slideLayout" Target="../slideLayouts/slideLayout179.xml"/><Relationship Id="rId13" Type="http://schemas.openxmlformats.org/officeDocument/2006/relationships/slideLayout" Target="../slideLayouts/slideLayout180.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81.xml"/><Relationship Id="rId3" Type="http://schemas.openxmlformats.org/officeDocument/2006/relationships/slideLayout" Target="../slideLayouts/slideLayout182.xml"/><Relationship Id="rId4" Type="http://schemas.openxmlformats.org/officeDocument/2006/relationships/slideLayout" Target="../slideLayouts/slideLayout183.xml"/><Relationship Id="rId5" Type="http://schemas.openxmlformats.org/officeDocument/2006/relationships/slideLayout" Target="../slideLayouts/slideLayout184.xml"/><Relationship Id="rId6" Type="http://schemas.openxmlformats.org/officeDocument/2006/relationships/slideLayout" Target="../slideLayouts/slideLayout185.xml"/><Relationship Id="rId7" Type="http://schemas.openxmlformats.org/officeDocument/2006/relationships/slideLayout" Target="../slideLayouts/slideLayout186.xml"/><Relationship Id="rId8" Type="http://schemas.openxmlformats.org/officeDocument/2006/relationships/slideLayout" Target="../slideLayouts/slideLayout187.xml"/><Relationship Id="rId9" Type="http://schemas.openxmlformats.org/officeDocument/2006/relationships/slideLayout" Target="../slideLayouts/slideLayout188.xml"/><Relationship Id="rId10" Type="http://schemas.openxmlformats.org/officeDocument/2006/relationships/slideLayout" Target="../slideLayouts/slideLayout189.xml"/><Relationship Id="rId11" Type="http://schemas.openxmlformats.org/officeDocument/2006/relationships/slideLayout" Target="../slideLayouts/slideLayout190.xml"/><Relationship Id="rId12" Type="http://schemas.openxmlformats.org/officeDocument/2006/relationships/slideLayout" Target="../slideLayouts/slideLayout191.xml"/><Relationship Id="rId13" Type="http://schemas.openxmlformats.org/officeDocument/2006/relationships/slideLayout" Target="../slideLayouts/slideLayout192.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93.xml"/><Relationship Id="rId3" Type="http://schemas.openxmlformats.org/officeDocument/2006/relationships/slideLayout" Target="../slideLayouts/slideLayout194.xml"/><Relationship Id="rId4" Type="http://schemas.openxmlformats.org/officeDocument/2006/relationships/slideLayout" Target="../slideLayouts/slideLayout195.xml"/><Relationship Id="rId5" Type="http://schemas.openxmlformats.org/officeDocument/2006/relationships/slideLayout" Target="../slideLayouts/slideLayout196.xml"/><Relationship Id="rId6" Type="http://schemas.openxmlformats.org/officeDocument/2006/relationships/slideLayout" Target="../slideLayouts/slideLayout197.xml"/><Relationship Id="rId7" Type="http://schemas.openxmlformats.org/officeDocument/2006/relationships/slideLayout" Target="../slideLayouts/slideLayout198.xml"/><Relationship Id="rId8" Type="http://schemas.openxmlformats.org/officeDocument/2006/relationships/slideLayout" Target="../slideLayouts/slideLayout199.xml"/><Relationship Id="rId9" Type="http://schemas.openxmlformats.org/officeDocument/2006/relationships/slideLayout" Target="../slideLayouts/slideLayout200.xml"/><Relationship Id="rId10" Type="http://schemas.openxmlformats.org/officeDocument/2006/relationships/slideLayout" Target="../slideLayouts/slideLayout201.xml"/><Relationship Id="rId11" Type="http://schemas.openxmlformats.org/officeDocument/2006/relationships/slideLayout" Target="../slideLayouts/slideLayout202.xml"/><Relationship Id="rId12" Type="http://schemas.openxmlformats.org/officeDocument/2006/relationships/slideLayout" Target="../slideLayouts/slideLayout203.xml"/><Relationship Id="rId13" Type="http://schemas.openxmlformats.org/officeDocument/2006/relationships/slideLayout" Target="../slideLayouts/slideLayout204.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205.xml"/><Relationship Id="rId3" Type="http://schemas.openxmlformats.org/officeDocument/2006/relationships/slideLayout" Target="../slideLayouts/slideLayout206.xml"/><Relationship Id="rId4" Type="http://schemas.openxmlformats.org/officeDocument/2006/relationships/slideLayout" Target="../slideLayouts/slideLayout207.xml"/><Relationship Id="rId5" Type="http://schemas.openxmlformats.org/officeDocument/2006/relationships/slideLayout" Target="../slideLayouts/slideLayout208.xml"/><Relationship Id="rId6" Type="http://schemas.openxmlformats.org/officeDocument/2006/relationships/slideLayout" Target="../slideLayouts/slideLayout209.xml"/><Relationship Id="rId7" Type="http://schemas.openxmlformats.org/officeDocument/2006/relationships/slideLayout" Target="../slideLayouts/slideLayout210.xml"/><Relationship Id="rId8" Type="http://schemas.openxmlformats.org/officeDocument/2006/relationships/slideLayout" Target="../slideLayouts/slideLayout211.xml"/><Relationship Id="rId9" Type="http://schemas.openxmlformats.org/officeDocument/2006/relationships/slideLayout" Target="../slideLayouts/slideLayout212.xml"/><Relationship Id="rId10" Type="http://schemas.openxmlformats.org/officeDocument/2006/relationships/slideLayout" Target="../slideLayouts/slideLayout213.xml"/><Relationship Id="rId11" Type="http://schemas.openxmlformats.org/officeDocument/2006/relationships/slideLayout" Target="../slideLayouts/slideLayout214.xml"/><Relationship Id="rId12" Type="http://schemas.openxmlformats.org/officeDocument/2006/relationships/slideLayout" Target="../slideLayouts/slideLayout215.xml"/><Relationship Id="rId13" Type="http://schemas.openxmlformats.org/officeDocument/2006/relationships/slideLayout" Target="../slideLayouts/slideLayout216.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217.xml"/><Relationship Id="rId3" Type="http://schemas.openxmlformats.org/officeDocument/2006/relationships/slideLayout" Target="../slideLayouts/slideLayout218.xml"/><Relationship Id="rId4" Type="http://schemas.openxmlformats.org/officeDocument/2006/relationships/slideLayout" Target="../slideLayouts/slideLayout219.xml"/><Relationship Id="rId5" Type="http://schemas.openxmlformats.org/officeDocument/2006/relationships/slideLayout" Target="../slideLayouts/slideLayout220.xml"/><Relationship Id="rId6" Type="http://schemas.openxmlformats.org/officeDocument/2006/relationships/slideLayout" Target="../slideLayouts/slideLayout221.xml"/><Relationship Id="rId7" Type="http://schemas.openxmlformats.org/officeDocument/2006/relationships/slideLayout" Target="../slideLayouts/slideLayout222.xml"/><Relationship Id="rId8" Type="http://schemas.openxmlformats.org/officeDocument/2006/relationships/slideLayout" Target="../slideLayouts/slideLayout223.xml"/><Relationship Id="rId9" Type="http://schemas.openxmlformats.org/officeDocument/2006/relationships/slideLayout" Target="../slideLayouts/slideLayout224.xml"/><Relationship Id="rId10" Type="http://schemas.openxmlformats.org/officeDocument/2006/relationships/slideLayout" Target="../slideLayouts/slideLayout225.xml"/><Relationship Id="rId11" Type="http://schemas.openxmlformats.org/officeDocument/2006/relationships/slideLayout" Target="../slideLayouts/slideLayout226.xml"/><Relationship Id="rId12" Type="http://schemas.openxmlformats.org/officeDocument/2006/relationships/slideLayout" Target="../slideLayouts/slideLayout227.xml"/><Relationship Id="rId13" Type="http://schemas.openxmlformats.org/officeDocument/2006/relationships/slideLayout" Target="../slideLayouts/slideLayout228.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29.xml"/><Relationship Id="rId3" Type="http://schemas.openxmlformats.org/officeDocument/2006/relationships/slideLayout" Target="../slideLayouts/slideLayout230.xml"/><Relationship Id="rId4" Type="http://schemas.openxmlformats.org/officeDocument/2006/relationships/slideLayout" Target="../slideLayouts/slideLayout231.xml"/><Relationship Id="rId5" Type="http://schemas.openxmlformats.org/officeDocument/2006/relationships/slideLayout" Target="../slideLayouts/slideLayout232.xml"/><Relationship Id="rId6" Type="http://schemas.openxmlformats.org/officeDocument/2006/relationships/slideLayout" Target="../slideLayouts/slideLayout233.xml"/><Relationship Id="rId7" Type="http://schemas.openxmlformats.org/officeDocument/2006/relationships/slideLayout" Target="../slideLayouts/slideLayout234.xml"/><Relationship Id="rId8" Type="http://schemas.openxmlformats.org/officeDocument/2006/relationships/slideLayout" Target="../slideLayouts/slideLayout235.xml"/><Relationship Id="rId9" Type="http://schemas.openxmlformats.org/officeDocument/2006/relationships/slideLayout" Target="../slideLayouts/slideLayout236.xml"/><Relationship Id="rId10" Type="http://schemas.openxmlformats.org/officeDocument/2006/relationships/slideLayout" Target="../slideLayouts/slideLayout237.xml"/><Relationship Id="rId11" Type="http://schemas.openxmlformats.org/officeDocument/2006/relationships/slideLayout" Target="../slideLayouts/slideLayout238.xml"/><Relationship Id="rId12" Type="http://schemas.openxmlformats.org/officeDocument/2006/relationships/slideLayout" Target="../slideLayouts/slideLayout239.xml"/><Relationship Id="rId13" Type="http://schemas.openxmlformats.org/officeDocument/2006/relationships/slideLayout" Target="../slideLayouts/slideLayout24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41.xml"/><Relationship Id="rId3" Type="http://schemas.openxmlformats.org/officeDocument/2006/relationships/slideLayout" Target="../slideLayouts/slideLayout242.xml"/><Relationship Id="rId4" Type="http://schemas.openxmlformats.org/officeDocument/2006/relationships/slideLayout" Target="../slideLayouts/slideLayout243.xml"/><Relationship Id="rId5" Type="http://schemas.openxmlformats.org/officeDocument/2006/relationships/slideLayout" Target="../slideLayouts/slideLayout244.xml"/><Relationship Id="rId6" Type="http://schemas.openxmlformats.org/officeDocument/2006/relationships/slideLayout" Target="../slideLayouts/slideLayout245.xml"/><Relationship Id="rId7" Type="http://schemas.openxmlformats.org/officeDocument/2006/relationships/slideLayout" Target="../slideLayouts/slideLayout246.xml"/><Relationship Id="rId8" Type="http://schemas.openxmlformats.org/officeDocument/2006/relationships/slideLayout" Target="../slideLayouts/slideLayout247.xml"/><Relationship Id="rId9" Type="http://schemas.openxmlformats.org/officeDocument/2006/relationships/slideLayout" Target="../slideLayouts/slideLayout248.xml"/><Relationship Id="rId10" Type="http://schemas.openxmlformats.org/officeDocument/2006/relationships/slideLayout" Target="../slideLayouts/slideLayout249.xml"/><Relationship Id="rId11" Type="http://schemas.openxmlformats.org/officeDocument/2006/relationships/slideLayout" Target="../slideLayouts/slideLayout250.xml"/><Relationship Id="rId12" Type="http://schemas.openxmlformats.org/officeDocument/2006/relationships/slideLayout" Target="../slideLayouts/slideLayout251.xml"/><Relationship Id="rId13" Type="http://schemas.openxmlformats.org/officeDocument/2006/relationships/slideLayout" Target="../slideLayouts/slideLayout252.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53.xml"/><Relationship Id="rId3" Type="http://schemas.openxmlformats.org/officeDocument/2006/relationships/slideLayout" Target="../slideLayouts/slideLayout254.xml"/><Relationship Id="rId4" Type="http://schemas.openxmlformats.org/officeDocument/2006/relationships/slideLayout" Target="../slideLayouts/slideLayout255.xml"/><Relationship Id="rId5" Type="http://schemas.openxmlformats.org/officeDocument/2006/relationships/slideLayout" Target="../slideLayouts/slideLayout256.xml"/><Relationship Id="rId6" Type="http://schemas.openxmlformats.org/officeDocument/2006/relationships/slideLayout" Target="../slideLayouts/slideLayout257.xml"/><Relationship Id="rId7" Type="http://schemas.openxmlformats.org/officeDocument/2006/relationships/slideLayout" Target="../slideLayouts/slideLayout258.xml"/><Relationship Id="rId8" Type="http://schemas.openxmlformats.org/officeDocument/2006/relationships/slideLayout" Target="../slideLayouts/slideLayout259.xml"/><Relationship Id="rId9" Type="http://schemas.openxmlformats.org/officeDocument/2006/relationships/slideLayout" Target="../slideLayouts/slideLayout260.xml"/><Relationship Id="rId10" Type="http://schemas.openxmlformats.org/officeDocument/2006/relationships/slideLayout" Target="../slideLayouts/slideLayout261.xml"/><Relationship Id="rId11" Type="http://schemas.openxmlformats.org/officeDocument/2006/relationships/slideLayout" Target="../slideLayouts/slideLayout262.xml"/><Relationship Id="rId12" Type="http://schemas.openxmlformats.org/officeDocument/2006/relationships/slideLayout" Target="../slideLayouts/slideLayout263.xml"/><Relationship Id="rId13" Type="http://schemas.openxmlformats.org/officeDocument/2006/relationships/slideLayout" Target="../slideLayouts/slideLayout26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84680" cy="3542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 name="PlaceHolder 2"/>
          <p:cNvSpPr>
            <a:spLocks noGrp="1"/>
          </p:cNvSpPr>
          <p:nvPr>
            <p:ph type="sldNum" idx="2"/>
          </p:nvPr>
        </p:nvSpPr>
        <p:spPr>
          <a:xfrm>
            <a:off x="6553080" y="6356520"/>
            <a:ext cx="2122920" cy="3542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48576603-42F1-442C-884B-C350E5E2215F}"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2" name="PlaceHolder 3"/>
          <p:cNvSpPr>
            <a:spLocks noGrp="1"/>
          </p:cNvSpPr>
          <p:nvPr>
            <p:ph type="dt" idx="3"/>
          </p:nvPr>
        </p:nvSpPr>
        <p:spPr>
          <a:xfrm>
            <a:off x="457200" y="6356520"/>
            <a:ext cx="2122920" cy="354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3124080" y="6356520"/>
            <a:ext cx="2886840" cy="35640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2" name="PlaceHolder 2"/>
          <p:cNvSpPr>
            <a:spLocks noGrp="1"/>
          </p:cNvSpPr>
          <p:nvPr>
            <p:ph type="sldNum" idx="5"/>
          </p:nvPr>
        </p:nvSpPr>
        <p:spPr>
          <a:xfrm>
            <a:off x="6553080" y="6356520"/>
            <a:ext cx="2125080" cy="35640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C4E99B54-22B5-4697-8E2F-E40ADAA9D989}"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3" name="PlaceHolder 3"/>
          <p:cNvSpPr>
            <a:spLocks noGrp="1"/>
          </p:cNvSpPr>
          <p:nvPr>
            <p:ph type="dt" idx="6"/>
          </p:nvPr>
        </p:nvSpPr>
        <p:spPr>
          <a:xfrm>
            <a:off x="457200" y="6356520"/>
            <a:ext cx="2125080" cy="35640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ftr" idx="7"/>
          </p:nvPr>
        </p:nvSpPr>
        <p:spPr>
          <a:xfrm>
            <a:off x="3124080" y="6356520"/>
            <a:ext cx="2886480" cy="3560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3" name="PlaceHolder 2"/>
          <p:cNvSpPr>
            <a:spLocks noGrp="1"/>
          </p:cNvSpPr>
          <p:nvPr>
            <p:ph type="sldNum" idx="8"/>
          </p:nvPr>
        </p:nvSpPr>
        <p:spPr>
          <a:xfrm>
            <a:off x="6553080" y="6356520"/>
            <a:ext cx="2124720" cy="3560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B328DCDB-0B27-49F9-95E1-BA9B02B76C17}"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84" name="PlaceHolder 3"/>
          <p:cNvSpPr>
            <a:spLocks noGrp="1"/>
          </p:cNvSpPr>
          <p:nvPr>
            <p:ph type="dt" idx="9"/>
          </p:nvPr>
        </p:nvSpPr>
        <p:spPr>
          <a:xfrm>
            <a:off x="457200" y="6356520"/>
            <a:ext cx="2124720" cy="3560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PlaceHolder 1"/>
          <p:cNvSpPr>
            <a:spLocks noGrp="1"/>
          </p:cNvSpPr>
          <p:nvPr>
            <p:ph type="ftr" idx="10"/>
          </p:nvPr>
        </p:nvSpPr>
        <p:spPr>
          <a:xfrm>
            <a:off x="3124080" y="6356520"/>
            <a:ext cx="2884680" cy="3542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4" name="PlaceHolder 2"/>
          <p:cNvSpPr>
            <a:spLocks noGrp="1"/>
          </p:cNvSpPr>
          <p:nvPr>
            <p:ph type="sldNum" idx="11"/>
          </p:nvPr>
        </p:nvSpPr>
        <p:spPr>
          <a:xfrm>
            <a:off x="6553080" y="6356520"/>
            <a:ext cx="2122920" cy="3542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D30C4AB7-35F1-4E21-B5A0-60AC39BB48BB}"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125" name="PlaceHolder 3"/>
          <p:cNvSpPr>
            <a:spLocks noGrp="1"/>
          </p:cNvSpPr>
          <p:nvPr>
            <p:ph type="dt" idx="12"/>
          </p:nvPr>
        </p:nvSpPr>
        <p:spPr>
          <a:xfrm>
            <a:off x="457200" y="6356520"/>
            <a:ext cx="2122920" cy="3542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26"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2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PlaceHolder 1"/>
          <p:cNvSpPr>
            <a:spLocks noGrp="1"/>
          </p:cNvSpPr>
          <p:nvPr>
            <p:ph type="ftr" idx="13"/>
          </p:nvPr>
        </p:nvSpPr>
        <p:spPr>
          <a:xfrm>
            <a:off x="3124080" y="6356520"/>
            <a:ext cx="2885040" cy="35460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5" name="PlaceHolder 2"/>
          <p:cNvSpPr>
            <a:spLocks noGrp="1"/>
          </p:cNvSpPr>
          <p:nvPr>
            <p:ph type="sldNum" idx="14"/>
          </p:nvPr>
        </p:nvSpPr>
        <p:spPr>
          <a:xfrm>
            <a:off x="6553080" y="6356520"/>
            <a:ext cx="2123280" cy="35460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05067109-13D8-4B87-B1C7-B622A3B21140}"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166" name="PlaceHolder 3"/>
          <p:cNvSpPr>
            <a:spLocks noGrp="1"/>
          </p:cNvSpPr>
          <p:nvPr>
            <p:ph type="dt" idx="15"/>
          </p:nvPr>
        </p:nvSpPr>
        <p:spPr>
          <a:xfrm>
            <a:off x="457200" y="6356520"/>
            <a:ext cx="2123280" cy="35460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7"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5" name="PlaceHolder 1"/>
          <p:cNvSpPr>
            <a:spLocks noGrp="1"/>
          </p:cNvSpPr>
          <p:nvPr>
            <p:ph type="ftr" idx="16"/>
          </p:nvPr>
        </p:nvSpPr>
        <p:spPr>
          <a:xfrm>
            <a:off x="3124080" y="6356520"/>
            <a:ext cx="2885400" cy="3549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6" name="PlaceHolder 2"/>
          <p:cNvSpPr>
            <a:spLocks noGrp="1"/>
          </p:cNvSpPr>
          <p:nvPr>
            <p:ph type="sldNum" idx="17"/>
          </p:nvPr>
        </p:nvSpPr>
        <p:spPr>
          <a:xfrm>
            <a:off x="6553080" y="6356520"/>
            <a:ext cx="2123640" cy="3549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488B7B87-39E1-4E03-B3AD-8294C3290D7D}"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207" name="PlaceHolder 3"/>
          <p:cNvSpPr>
            <a:spLocks noGrp="1"/>
          </p:cNvSpPr>
          <p:nvPr>
            <p:ph type="dt" idx="18"/>
          </p:nvPr>
        </p:nvSpPr>
        <p:spPr>
          <a:xfrm>
            <a:off x="457200" y="6356520"/>
            <a:ext cx="2123640" cy="35496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08"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0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 name="PlaceHolder 1"/>
          <p:cNvSpPr>
            <a:spLocks noGrp="1"/>
          </p:cNvSpPr>
          <p:nvPr>
            <p:ph type="ftr" idx="19"/>
          </p:nvPr>
        </p:nvSpPr>
        <p:spPr>
          <a:xfrm>
            <a:off x="3124080" y="6356520"/>
            <a:ext cx="2886120" cy="35568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7" name="PlaceHolder 2"/>
          <p:cNvSpPr>
            <a:spLocks noGrp="1"/>
          </p:cNvSpPr>
          <p:nvPr>
            <p:ph type="sldNum" idx="20"/>
          </p:nvPr>
        </p:nvSpPr>
        <p:spPr>
          <a:xfrm>
            <a:off x="6553080" y="6356520"/>
            <a:ext cx="2124360" cy="35568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1718FD65-7FFD-44ED-93E4-A4A18514816B}"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248" name="PlaceHolder 3"/>
          <p:cNvSpPr>
            <a:spLocks noGrp="1"/>
          </p:cNvSpPr>
          <p:nvPr>
            <p:ph type="dt" idx="21"/>
          </p:nvPr>
        </p:nvSpPr>
        <p:spPr>
          <a:xfrm>
            <a:off x="457200" y="6356520"/>
            <a:ext cx="2124360" cy="35568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49"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5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7" name="PlaceHolder 1"/>
          <p:cNvSpPr>
            <a:spLocks noGrp="1"/>
          </p:cNvSpPr>
          <p:nvPr>
            <p:ph type="ftr" idx="22"/>
          </p:nvPr>
        </p:nvSpPr>
        <p:spPr>
          <a:xfrm>
            <a:off x="3124080" y="6356520"/>
            <a:ext cx="2887200" cy="3567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88" name="PlaceHolder 2"/>
          <p:cNvSpPr>
            <a:spLocks noGrp="1"/>
          </p:cNvSpPr>
          <p:nvPr>
            <p:ph type="sldNum" idx="23"/>
          </p:nvPr>
        </p:nvSpPr>
        <p:spPr>
          <a:xfrm>
            <a:off x="6553080" y="6356520"/>
            <a:ext cx="2125440" cy="3567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481EFAE4-721B-4A94-A95C-16B49E9F6D88}"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289" name="PlaceHolder 3"/>
          <p:cNvSpPr>
            <a:spLocks noGrp="1"/>
          </p:cNvSpPr>
          <p:nvPr>
            <p:ph type="dt" idx="24"/>
          </p:nvPr>
        </p:nvSpPr>
        <p:spPr>
          <a:xfrm>
            <a:off x="457200" y="6356520"/>
            <a:ext cx="2125440" cy="35676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9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8" name="PlaceHolder 1"/>
          <p:cNvSpPr>
            <a:spLocks noGrp="1"/>
          </p:cNvSpPr>
          <p:nvPr>
            <p:ph type="ftr" idx="25"/>
          </p:nvPr>
        </p:nvSpPr>
        <p:spPr>
          <a:xfrm>
            <a:off x="3124080" y="6356520"/>
            <a:ext cx="2887560" cy="3571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9" name="PlaceHolder 2"/>
          <p:cNvSpPr>
            <a:spLocks noGrp="1"/>
          </p:cNvSpPr>
          <p:nvPr>
            <p:ph type="sldNum" idx="26"/>
          </p:nvPr>
        </p:nvSpPr>
        <p:spPr>
          <a:xfrm>
            <a:off x="6553080" y="6356520"/>
            <a:ext cx="2125800" cy="3571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754B8630-A6DE-4160-AAA3-5704F84AA54B}"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330" name="PlaceHolder 3"/>
          <p:cNvSpPr>
            <a:spLocks noGrp="1"/>
          </p:cNvSpPr>
          <p:nvPr>
            <p:ph type="dt" idx="27"/>
          </p:nvPr>
        </p:nvSpPr>
        <p:spPr>
          <a:xfrm>
            <a:off x="457200" y="6356520"/>
            <a:ext cx="2125800" cy="3571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31"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3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9" name="PlaceHolder 1"/>
          <p:cNvSpPr>
            <a:spLocks noGrp="1"/>
          </p:cNvSpPr>
          <p:nvPr>
            <p:ph type="ftr" idx="28"/>
          </p:nvPr>
        </p:nvSpPr>
        <p:spPr>
          <a:xfrm>
            <a:off x="3124080" y="6356520"/>
            <a:ext cx="2887920" cy="35748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0" name="PlaceHolder 2"/>
          <p:cNvSpPr>
            <a:spLocks noGrp="1"/>
          </p:cNvSpPr>
          <p:nvPr>
            <p:ph type="sldNum" idx="29"/>
          </p:nvPr>
        </p:nvSpPr>
        <p:spPr>
          <a:xfrm>
            <a:off x="6553080" y="6356520"/>
            <a:ext cx="2126160" cy="35748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9C809321-E577-43FC-8599-B05C8E515EE3}"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371" name="PlaceHolder 3"/>
          <p:cNvSpPr>
            <a:spLocks noGrp="1"/>
          </p:cNvSpPr>
          <p:nvPr>
            <p:ph type="dt" idx="30"/>
          </p:nvPr>
        </p:nvSpPr>
        <p:spPr>
          <a:xfrm>
            <a:off x="457200" y="6356520"/>
            <a:ext cx="2126160" cy="35748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72"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7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0" name="PlaceHolder 1"/>
          <p:cNvSpPr>
            <a:spLocks noGrp="1"/>
          </p:cNvSpPr>
          <p:nvPr>
            <p:ph type="ftr" idx="31"/>
          </p:nvPr>
        </p:nvSpPr>
        <p:spPr>
          <a:xfrm>
            <a:off x="3124080" y="6356520"/>
            <a:ext cx="2888280" cy="3578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1" name="PlaceHolder 2"/>
          <p:cNvSpPr>
            <a:spLocks noGrp="1"/>
          </p:cNvSpPr>
          <p:nvPr>
            <p:ph type="sldNum" idx="32"/>
          </p:nvPr>
        </p:nvSpPr>
        <p:spPr>
          <a:xfrm>
            <a:off x="6553080" y="6356520"/>
            <a:ext cx="2126520" cy="3578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E99F8D68-4C66-4E43-BAC7-87E1D35121CF}"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12" name="PlaceHolder 3"/>
          <p:cNvSpPr>
            <a:spLocks noGrp="1"/>
          </p:cNvSpPr>
          <p:nvPr>
            <p:ph type="dt" idx="33"/>
          </p:nvPr>
        </p:nvSpPr>
        <p:spPr>
          <a:xfrm>
            <a:off x="457200" y="6356520"/>
            <a:ext cx="2126520" cy="3578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1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1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1" name="PlaceHolder 1"/>
          <p:cNvSpPr>
            <a:spLocks noGrp="1"/>
          </p:cNvSpPr>
          <p:nvPr>
            <p:ph type="ftr" idx="34"/>
          </p:nvPr>
        </p:nvSpPr>
        <p:spPr>
          <a:xfrm>
            <a:off x="3124080" y="6356520"/>
            <a:ext cx="2889000" cy="3585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2" name="PlaceHolder 2"/>
          <p:cNvSpPr>
            <a:spLocks noGrp="1"/>
          </p:cNvSpPr>
          <p:nvPr>
            <p:ph type="sldNum" idx="35"/>
          </p:nvPr>
        </p:nvSpPr>
        <p:spPr>
          <a:xfrm>
            <a:off x="6553080" y="6356520"/>
            <a:ext cx="2127240" cy="3585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43C7E3F9-B80B-4730-ADB4-4AC933C2061D}"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53" name="PlaceHolder 3"/>
          <p:cNvSpPr>
            <a:spLocks noGrp="1"/>
          </p:cNvSpPr>
          <p:nvPr>
            <p:ph type="dt" idx="36"/>
          </p:nvPr>
        </p:nvSpPr>
        <p:spPr>
          <a:xfrm>
            <a:off x="457200" y="6356520"/>
            <a:ext cx="2127240" cy="35856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54"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5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2" name="PlaceHolder 1"/>
          <p:cNvSpPr>
            <a:spLocks noGrp="1"/>
          </p:cNvSpPr>
          <p:nvPr>
            <p:ph type="ftr" idx="37"/>
          </p:nvPr>
        </p:nvSpPr>
        <p:spPr>
          <a:xfrm>
            <a:off x="3124080" y="6356520"/>
            <a:ext cx="2889720" cy="35928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3" name="PlaceHolder 2"/>
          <p:cNvSpPr>
            <a:spLocks noGrp="1"/>
          </p:cNvSpPr>
          <p:nvPr>
            <p:ph type="sldNum" idx="38"/>
          </p:nvPr>
        </p:nvSpPr>
        <p:spPr>
          <a:xfrm>
            <a:off x="6553080" y="6356520"/>
            <a:ext cx="2127960" cy="35928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9B97DD94-0BCF-4958-9E78-4F412B276A6B}"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494" name="PlaceHolder 3"/>
          <p:cNvSpPr>
            <a:spLocks noGrp="1"/>
          </p:cNvSpPr>
          <p:nvPr>
            <p:ph type="dt" idx="39"/>
          </p:nvPr>
        </p:nvSpPr>
        <p:spPr>
          <a:xfrm>
            <a:off x="457200" y="6356520"/>
            <a:ext cx="2127960" cy="35928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9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9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3" name="PlaceHolder 1"/>
          <p:cNvSpPr>
            <a:spLocks noGrp="1"/>
          </p:cNvSpPr>
          <p:nvPr>
            <p:ph type="ftr" idx="40"/>
          </p:nvPr>
        </p:nvSpPr>
        <p:spPr>
          <a:xfrm>
            <a:off x="3124080" y="6356520"/>
            <a:ext cx="2890080" cy="3596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4" name="PlaceHolder 2"/>
          <p:cNvSpPr>
            <a:spLocks noGrp="1"/>
          </p:cNvSpPr>
          <p:nvPr>
            <p:ph type="sldNum" idx="41"/>
          </p:nvPr>
        </p:nvSpPr>
        <p:spPr>
          <a:xfrm>
            <a:off x="6553080" y="6356520"/>
            <a:ext cx="2128320" cy="3596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92D83DAE-8935-416C-9B73-25F8499E3880}"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535" name="PlaceHolder 3"/>
          <p:cNvSpPr>
            <a:spLocks noGrp="1"/>
          </p:cNvSpPr>
          <p:nvPr>
            <p:ph type="dt" idx="42"/>
          </p:nvPr>
        </p:nvSpPr>
        <p:spPr>
          <a:xfrm>
            <a:off x="457200" y="6356520"/>
            <a:ext cx="2128320" cy="3596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36"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3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4" name="PlaceHolder 1"/>
          <p:cNvSpPr>
            <a:spLocks noGrp="1"/>
          </p:cNvSpPr>
          <p:nvPr>
            <p:ph type="ftr" idx="43"/>
          </p:nvPr>
        </p:nvSpPr>
        <p:spPr>
          <a:xfrm>
            <a:off x="3124080" y="6356520"/>
            <a:ext cx="2890440" cy="36000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5" name="PlaceHolder 2"/>
          <p:cNvSpPr>
            <a:spLocks noGrp="1"/>
          </p:cNvSpPr>
          <p:nvPr>
            <p:ph type="sldNum" idx="44"/>
          </p:nvPr>
        </p:nvSpPr>
        <p:spPr>
          <a:xfrm>
            <a:off x="6553080" y="6356520"/>
            <a:ext cx="2128680" cy="36000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7E0B661F-1967-4D99-AB77-9611FA28C0C0}"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576" name="PlaceHolder 3"/>
          <p:cNvSpPr>
            <a:spLocks noGrp="1"/>
          </p:cNvSpPr>
          <p:nvPr>
            <p:ph type="dt" idx="45"/>
          </p:nvPr>
        </p:nvSpPr>
        <p:spPr>
          <a:xfrm>
            <a:off x="457200" y="6356520"/>
            <a:ext cx="2128680" cy="36000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7"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7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5" name="PlaceHolder 1"/>
          <p:cNvSpPr>
            <a:spLocks noGrp="1"/>
          </p:cNvSpPr>
          <p:nvPr>
            <p:ph type="ftr" idx="46"/>
          </p:nvPr>
        </p:nvSpPr>
        <p:spPr>
          <a:xfrm>
            <a:off x="3124080" y="6356520"/>
            <a:ext cx="2890800" cy="360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16" name="PlaceHolder 2"/>
          <p:cNvSpPr>
            <a:spLocks noGrp="1"/>
          </p:cNvSpPr>
          <p:nvPr>
            <p:ph type="sldNum" idx="47"/>
          </p:nvPr>
        </p:nvSpPr>
        <p:spPr>
          <a:xfrm>
            <a:off x="6553080" y="6356520"/>
            <a:ext cx="2129040" cy="3603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18D54E28-FD1F-4E39-B3CE-9327E0277198}"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617" name="PlaceHolder 3"/>
          <p:cNvSpPr>
            <a:spLocks noGrp="1"/>
          </p:cNvSpPr>
          <p:nvPr>
            <p:ph type="dt" idx="48"/>
          </p:nvPr>
        </p:nvSpPr>
        <p:spPr>
          <a:xfrm>
            <a:off x="457200" y="6356520"/>
            <a:ext cx="2129040" cy="36036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18"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1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6" name="PlaceHolder 1"/>
          <p:cNvSpPr>
            <a:spLocks noGrp="1"/>
          </p:cNvSpPr>
          <p:nvPr>
            <p:ph type="ftr" idx="49"/>
          </p:nvPr>
        </p:nvSpPr>
        <p:spPr>
          <a:xfrm>
            <a:off x="3124080" y="6356520"/>
            <a:ext cx="2891520" cy="36108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57" name="PlaceHolder 2"/>
          <p:cNvSpPr>
            <a:spLocks noGrp="1"/>
          </p:cNvSpPr>
          <p:nvPr>
            <p:ph type="sldNum" idx="50"/>
          </p:nvPr>
        </p:nvSpPr>
        <p:spPr>
          <a:xfrm>
            <a:off x="6553080" y="6356520"/>
            <a:ext cx="2129760" cy="36108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B8C6EC84-516F-4302-BFE5-AC1E81A2F2AF}"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658" name="PlaceHolder 3"/>
          <p:cNvSpPr>
            <a:spLocks noGrp="1"/>
          </p:cNvSpPr>
          <p:nvPr>
            <p:ph type="dt" idx="51"/>
          </p:nvPr>
        </p:nvSpPr>
        <p:spPr>
          <a:xfrm>
            <a:off x="457200" y="6356520"/>
            <a:ext cx="2129760" cy="36108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9"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66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7" name="PlaceHolder 1"/>
          <p:cNvSpPr>
            <a:spLocks noGrp="1"/>
          </p:cNvSpPr>
          <p:nvPr>
            <p:ph type="ftr" idx="52"/>
          </p:nvPr>
        </p:nvSpPr>
        <p:spPr>
          <a:xfrm>
            <a:off x="3124080" y="6356520"/>
            <a:ext cx="2891880" cy="36144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98" name="PlaceHolder 2"/>
          <p:cNvSpPr>
            <a:spLocks noGrp="1"/>
          </p:cNvSpPr>
          <p:nvPr>
            <p:ph type="sldNum" idx="53"/>
          </p:nvPr>
        </p:nvSpPr>
        <p:spPr>
          <a:xfrm>
            <a:off x="6553080" y="6356520"/>
            <a:ext cx="2130120" cy="36144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4AA32CD3-0472-4DAB-9386-F0B8D9ADEDF5}"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699" name="PlaceHolder 3"/>
          <p:cNvSpPr>
            <a:spLocks noGrp="1"/>
          </p:cNvSpPr>
          <p:nvPr>
            <p:ph type="dt" idx="54"/>
          </p:nvPr>
        </p:nvSpPr>
        <p:spPr>
          <a:xfrm>
            <a:off x="457200" y="6356520"/>
            <a:ext cx="2130120" cy="36144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0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0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8" name="PlaceHolder 1"/>
          <p:cNvSpPr>
            <a:spLocks noGrp="1"/>
          </p:cNvSpPr>
          <p:nvPr>
            <p:ph type="ftr" idx="55"/>
          </p:nvPr>
        </p:nvSpPr>
        <p:spPr>
          <a:xfrm>
            <a:off x="3124080" y="6356520"/>
            <a:ext cx="2892240" cy="36180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9" name="PlaceHolder 2"/>
          <p:cNvSpPr>
            <a:spLocks noGrp="1"/>
          </p:cNvSpPr>
          <p:nvPr>
            <p:ph type="sldNum" idx="56"/>
          </p:nvPr>
        </p:nvSpPr>
        <p:spPr>
          <a:xfrm>
            <a:off x="6553080" y="6356520"/>
            <a:ext cx="2130480" cy="36180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4646382D-6CCE-4E5B-A118-9192665FF213}"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740" name="PlaceHolder 3"/>
          <p:cNvSpPr>
            <a:spLocks noGrp="1"/>
          </p:cNvSpPr>
          <p:nvPr>
            <p:ph type="dt" idx="57"/>
          </p:nvPr>
        </p:nvSpPr>
        <p:spPr>
          <a:xfrm>
            <a:off x="457200" y="6356520"/>
            <a:ext cx="2130480" cy="36180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41"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42"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9" name="PlaceHolder 1"/>
          <p:cNvSpPr>
            <a:spLocks noGrp="1"/>
          </p:cNvSpPr>
          <p:nvPr>
            <p:ph type="ftr" idx="58"/>
          </p:nvPr>
        </p:nvSpPr>
        <p:spPr>
          <a:xfrm>
            <a:off x="3124080" y="6356520"/>
            <a:ext cx="2892600" cy="3621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80" name="PlaceHolder 2"/>
          <p:cNvSpPr>
            <a:spLocks noGrp="1"/>
          </p:cNvSpPr>
          <p:nvPr>
            <p:ph type="sldNum" idx="59"/>
          </p:nvPr>
        </p:nvSpPr>
        <p:spPr>
          <a:xfrm>
            <a:off x="6553080" y="6356520"/>
            <a:ext cx="2130840" cy="36216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D38141F4-DC5C-42D4-BED3-F4DC5F61C5F2}"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781" name="PlaceHolder 3"/>
          <p:cNvSpPr>
            <a:spLocks noGrp="1"/>
          </p:cNvSpPr>
          <p:nvPr>
            <p:ph type="dt" idx="60"/>
          </p:nvPr>
        </p:nvSpPr>
        <p:spPr>
          <a:xfrm>
            <a:off x="457200" y="6356520"/>
            <a:ext cx="2130840" cy="36216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82"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78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0" name="PlaceHolder 1"/>
          <p:cNvSpPr>
            <a:spLocks noGrp="1"/>
          </p:cNvSpPr>
          <p:nvPr>
            <p:ph type="ftr" idx="61"/>
          </p:nvPr>
        </p:nvSpPr>
        <p:spPr>
          <a:xfrm>
            <a:off x="3124080" y="6356520"/>
            <a:ext cx="2892960" cy="36252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21" name="PlaceHolder 2"/>
          <p:cNvSpPr>
            <a:spLocks noGrp="1"/>
          </p:cNvSpPr>
          <p:nvPr>
            <p:ph type="sldNum" idx="62"/>
          </p:nvPr>
        </p:nvSpPr>
        <p:spPr>
          <a:xfrm>
            <a:off x="6553080" y="6356520"/>
            <a:ext cx="2131200" cy="36252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588007BF-BCD4-4CE5-8635-0BB975DF3B27}"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822" name="PlaceHolder 3"/>
          <p:cNvSpPr>
            <a:spLocks noGrp="1"/>
          </p:cNvSpPr>
          <p:nvPr>
            <p:ph type="dt" idx="63"/>
          </p:nvPr>
        </p:nvSpPr>
        <p:spPr>
          <a:xfrm>
            <a:off x="457200" y="6356520"/>
            <a:ext cx="2131200" cy="36252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23"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2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1" name="PlaceHolder 1"/>
          <p:cNvSpPr>
            <a:spLocks noGrp="1"/>
          </p:cNvSpPr>
          <p:nvPr>
            <p:ph type="ftr" idx="64"/>
          </p:nvPr>
        </p:nvSpPr>
        <p:spPr>
          <a:xfrm>
            <a:off x="3124080" y="6356520"/>
            <a:ext cx="2893320" cy="36288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62" name="PlaceHolder 2"/>
          <p:cNvSpPr>
            <a:spLocks noGrp="1"/>
          </p:cNvSpPr>
          <p:nvPr>
            <p:ph type="sldNum" idx="65"/>
          </p:nvPr>
        </p:nvSpPr>
        <p:spPr>
          <a:xfrm>
            <a:off x="6553080" y="6356520"/>
            <a:ext cx="2131560" cy="362880"/>
          </a:xfrm>
          <a:prstGeom prst="rect">
            <a:avLst/>
          </a:prstGeom>
          <a:noFill/>
          <a:ln w="0">
            <a:noFill/>
          </a:ln>
        </p:spPr>
        <p:txBody>
          <a:bodyPr lIns="90000" rIns="90000" tIns="45000" bIns="45000" anchor="ctr">
            <a:noAutofit/>
          </a:bodyPr>
          <a:lstStyle>
            <a:lvl1pPr indent="0" algn="r">
              <a:lnSpc>
                <a:spcPct val="100000"/>
              </a:lnSpc>
              <a:buNone/>
              <a:tabLst>
                <a:tab algn="l" pos="0"/>
              </a:tabLst>
              <a:defRPr b="0" lang="en-US" sz="1200" spc="-1" strike="noStrike">
                <a:solidFill>
                  <a:srgbClr val="8b8b8b"/>
                </a:solidFill>
                <a:latin typeface="Calibri"/>
              </a:defRPr>
            </a:lvl1pPr>
          </a:lstStyle>
          <a:p>
            <a:pPr indent="0" algn="r">
              <a:lnSpc>
                <a:spcPct val="100000"/>
              </a:lnSpc>
              <a:buNone/>
              <a:tabLst>
                <a:tab algn="l" pos="0"/>
              </a:tabLst>
            </a:pPr>
            <a:fld id="{1533F6C7-D543-4D36-A44B-2E14FEC51F0D}" type="slidenum">
              <a:rPr b="0" lang="en-US" sz="1200" spc="-1" strike="noStrike">
                <a:solidFill>
                  <a:srgbClr val="8b8b8b"/>
                </a:solidFill>
                <a:latin typeface="Calibri"/>
              </a:rPr>
              <a:t>&lt;number&gt;</a:t>
            </a:fld>
            <a:endParaRPr b="0" lang="en-US" sz="1200" spc="-1" strike="noStrike">
              <a:solidFill>
                <a:srgbClr val="000000"/>
              </a:solidFill>
              <a:latin typeface="Times New Roman"/>
            </a:endParaRPr>
          </a:p>
        </p:txBody>
      </p:sp>
      <p:sp>
        <p:nvSpPr>
          <p:cNvPr id="863" name="PlaceHolder 3"/>
          <p:cNvSpPr>
            <a:spLocks noGrp="1"/>
          </p:cNvSpPr>
          <p:nvPr>
            <p:ph type="dt" idx="66"/>
          </p:nvPr>
        </p:nvSpPr>
        <p:spPr>
          <a:xfrm>
            <a:off x="457200" y="6356520"/>
            <a:ext cx="2131560" cy="362880"/>
          </a:xfrm>
          <a:prstGeom prst="rect">
            <a:avLst/>
          </a:prstGeom>
          <a:noFill/>
          <a:ln w="0">
            <a:noFill/>
          </a:ln>
        </p:spPr>
        <p:txBody>
          <a:bodyPr lIns="90000" rIns="90000" tIns="45000" bIns="4500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64"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865"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2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57.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9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0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17.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1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2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4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5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Rectangle 1"/>
          <p:cNvSpPr/>
          <p:nvPr/>
        </p:nvSpPr>
        <p:spPr>
          <a:xfrm>
            <a:off x="0" y="0"/>
            <a:ext cx="12178080" cy="68472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3" name="Rectangle 2"/>
          <p:cNvSpPr/>
          <p:nvPr/>
        </p:nvSpPr>
        <p:spPr>
          <a:xfrm>
            <a:off x="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4" name="Rectangle 3"/>
          <p:cNvSpPr/>
          <p:nvPr/>
        </p:nvSpPr>
        <p:spPr>
          <a:xfrm>
            <a:off x="914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5" name="Rectangle 4"/>
          <p:cNvSpPr/>
          <p:nvPr/>
        </p:nvSpPr>
        <p:spPr>
          <a:xfrm>
            <a:off x="1828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6" name="Rectangle 5"/>
          <p:cNvSpPr/>
          <p:nvPr/>
        </p:nvSpPr>
        <p:spPr>
          <a:xfrm>
            <a:off x="2743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7" name="Rectangle 6"/>
          <p:cNvSpPr/>
          <p:nvPr/>
        </p:nvSpPr>
        <p:spPr>
          <a:xfrm>
            <a:off x="36576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8" name="Rectangle 7"/>
          <p:cNvSpPr/>
          <p:nvPr/>
        </p:nvSpPr>
        <p:spPr>
          <a:xfrm>
            <a:off x="45720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09" name="Rectangle 8"/>
          <p:cNvSpPr/>
          <p:nvPr/>
        </p:nvSpPr>
        <p:spPr>
          <a:xfrm>
            <a:off x="5486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0" name="Rectangle 9"/>
          <p:cNvSpPr/>
          <p:nvPr/>
        </p:nvSpPr>
        <p:spPr>
          <a:xfrm>
            <a:off x="6400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1" name="Rectangle 10"/>
          <p:cNvSpPr/>
          <p:nvPr/>
        </p:nvSpPr>
        <p:spPr>
          <a:xfrm>
            <a:off x="7315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2" name="Rectangle 11"/>
          <p:cNvSpPr/>
          <p:nvPr/>
        </p:nvSpPr>
        <p:spPr>
          <a:xfrm>
            <a:off x="82296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3" name="Rectangle 12"/>
          <p:cNvSpPr/>
          <p:nvPr/>
        </p:nvSpPr>
        <p:spPr>
          <a:xfrm>
            <a:off x="91440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4" name="Rectangle 13"/>
          <p:cNvSpPr/>
          <p:nvPr/>
        </p:nvSpPr>
        <p:spPr>
          <a:xfrm>
            <a:off x="10058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5" name="Rectangle 14"/>
          <p:cNvSpPr/>
          <p:nvPr/>
        </p:nvSpPr>
        <p:spPr>
          <a:xfrm>
            <a:off x="10972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6" name="Rectangle 15"/>
          <p:cNvSpPr/>
          <p:nvPr/>
        </p:nvSpPr>
        <p:spPr>
          <a:xfrm>
            <a:off x="11887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7" name="Rectangle 16"/>
          <p:cNvSpPr/>
          <p:nvPr/>
        </p:nvSpPr>
        <p:spPr>
          <a:xfrm>
            <a:off x="0" y="0"/>
            <a:ext cx="309240" cy="68472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18" name="Rounded Rectangle 17"/>
          <p:cNvSpPr/>
          <p:nvPr/>
        </p:nvSpPr>
        <p:spPr>
          <a:xfrm>
            <a:off x="9875520" y="365760"/>
            <a:ext cx="2000880" cy="4921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919" name="TextBox 18"/>
          <p:cNvSpPr/>
          <p:nvPr/>
        </p:nvSpPr>
        <p:spPr>
          <a:xfrm>
            <a:off x="3340800" y="1005840"/>
            <a:ext cx="428976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JAVA VARIABLES</a:t>
            </a:r>
            <a:endParaRPr b="0" lang="en-US" sz="4800" spc="-1" strike="noStrike">
              <a:solidFill>
                <a:srgbClr val="000000"/>
              </a:solidFill>
              <a:latin typeface="Arial"/>
            </a:endParaRPr>
          </a:p>
        </p:txBody>
      </p:sp>
      <p:sp>
        <p:nvSpPr>
          <p:cNvPr id="920" name="TextBox 19"/>
          <p:cNvSpPr/>
          <p:nvPr/>
        </p:nvSpPr>
        <p:spPr>
          <a:xfrm>
            <a:off x="1470960" y="2057400"/>
            <a:ext cx="950184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Variables are named memory locations used to store data in a program.</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In Java, every variable must have a specific data type that defines what kind of data it can store.</a:t>
            </a:r>
            <a:endParaRPr b="0" lang="en-US" sz="1900" spc="-1" strike="noStrike">
              <a:solidFill>
                <a:srgbClr val="000000"/>
              </a:solidFill>
              <a:latin typeface="Arial"/>
            </a:endParaRPr>
          </a:p>
        </p:txBody>
      </p:sp>
      <p:sp>
        <p:nvSpPr>
          <p:cNvPr id="921" name="Rounded Rectangle 20"/>
          <p:cNvSpPr/>
          <p:nvPr/>
        </p:nvSpPr>
        <p:spPr>
          <a:xfrm>
            <a:off x="98748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22" name="Rounded Rectangle 21"/>
          <p:cNvSpPr/>
          <p:nvPr/>
        </p:nvSpPr>
        <p:spPr>
          <a:xfrm>
            <a:off x="914400" y="3108960"/>
            <a:ext cx="3281040" cy="3282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100" spc="-1" strike="noStrike">
                <a:solidFill>
                  <a:schemeClr val="lt1"/>
                </a:solidFill>
                <a:latin typeface="Calibri"/>
                <a:ea typeface="DejaVu Sans"/>
              </a:rPr>
              <a:t>Variable Definition</a:t>
            </a:r>
            <a:endParaRPr b="0" lang="en-US" sz="1100" spc="-1" strike="noStrike">
              <a:solidFill>
                <a:srgbClr val="ffffff"/>
              </a:solidFill>
              <a:latin typeface="Arial"/>
            </a:endParaRPr>
          </a:p>
          <a:p>
            <a:pPr>
              <a:lnSpc>
                <a:spcPct val="100000"/>
              </a:lnSpc>
            </a:pPr>
            <a:r>
              <a:rPr b="0" lang="en-US" sz="1100" spc="-1" strike="noStrike">
                <a:solidFill>
                  <a:schemeClr val="lt1"/>
                </a:solidFill>
                <a:latin typeface="Calibri"/>
                <a:ea typeface="DejaVu Sans"/>
              </a:rPr>
              <a:t>A variable is a named memory location used to store data.</a:t>
            </a:r>
            <a:endParaRPr b="0" lang="en-US" sz="1100" spc="-1" strike="noStrike">
              <a:solidFill>
                <a:srgbClr val="ffffff"/>
              </a:solidFill>
              <a:latin typeface="Arial"/>
            </a:endParaRPr>
          </a:p>
          <a:p>
            <a:pPr>
              <a:lnSpc>
                <a:spcPct val="100000"/>
              </a:lnSpc>
            </a:pPr>
            <a:endParaRPr b="0" lang="en-US" sz="1100" spc="-1" strike="noStrike">
              <a:solidFill>
                <a:srgbClr val="ffffff"/>
              </a:solidFill>
              <a:latin typeface="Arial"/>
            </a:endParaRPr>
          </a:p>
          <a:p>
            <a:pPr>
              <a:lnSpc>
                <a:spcPct val="100000"/>
              </a:lnSpc>
            </a:pPr>
            <a:r>
              <a:rPr b="1" lang="en-US" sz="1100" spc="-1" strike="noStrike">
                <a:solidFill>
                  <a:schemeClr val="lt1"/>
                </a:solidFill>
                <a:latin typeface="Calibri"/>
                <a:ea typeface="DejaVu Sans"/>
              </a:rPr>
              <a:t>Data Type Requirement</a:t>
            </a:r>
            <a:endParaRPr b="0" lang="en-US" sz="1100" spc="-1" strike="noStrike">
              <a:solidFill>
                <a:srgbClr val="ffffff"/>
              </a:solidFill>
              <a:latin typeface="Arial"/>
            </a:endParaRPr>
          </a:p>
          <a:p>
            <a:pPr>
              <a:lnSpc>
                <a:spcPct val="100000"/>
              </a:lnSpc>
            </a:pPr>
            <a:r>
              <a:rPr b="0" lang="en-US" sz="1100" spc="-1" strike="noStrike">
                <a:solidFill>
                  <a:schemeClr val="lt1"/>
                </a:solidFill>
                <a:latin typeface="Calibri"/>
                <a:ea typeface="DejaVu Sans"/>
              </a:rPr>
              <a:t>In Java, every variable must be declared with a specific data type.</a:t>
            </a:r>
            <a:endParaRPr b="0" lang="en-US" sz="1100" spc="-1" strike="noStrike">
              <a:solidFill>
                <a:srgbClr val="ffffff"/>
              </a:solidFill>
              <a:latin typeface="Arial"/>
            </a:endParaRPr>
          </a:p>
          <a:p>
            <a:pPr>
              <a:lnSpc>
                <a:spcPct val="100000"/>
              </a:lnSpc>
            </a:pPr>
            <a:endParaRPr b="0" lang="en-US" sz="1100" spc="-1" strike="noStrike">
              <a:solidFill>
                <a:srgbClr val="ffffff"/>
              </a:solidFill>
              <a:latin typeface="Arial"/>
            </a:endParaRPr>
          </a:p>
          <a:p>
            <a:pPr>
              <a:lnSpc>
                <a:spcPct val="100000"/>
              </a:lnSpc>
            </a:pPr>
            <a:r>
              <a:rPr b="1" lang="en-US" sz="1100" spc="-1" strike="noStrike">
                <a:solidFill>
                  <a:schemeClr val="lt1"/>
                </a:solidFill>
                <a:latin typeface="Calibri"/>
                <a:ea typeface="DejaVu Sans"/>
              </a:rPr>
              <a:t>Memory Allocation</a:t>
            </a:r>
            <a:endParaRPr b="0" lang="en-US" sz="1100" spc="-1" strike="noStrike">
              <a:solidFill>
                <a:srgbClr val="ffffff"/>
              </a:solidFill>
              <a:latin typeface="Arial"/>
            </a:endParaRPr>
          </a:p>
          <a:p>
            <a:pPr>
              <a:lnSpc>
                <a:spcPct val="100000"/>
              </a:lnSpc>
            </a:pPr>
            <a:r>
              <a:rPr b="0" lang="en-US" sz="1100" spc="-1" strike="noStrike">
                <a:solidFill>
                  <a:schemeClr val="lt1"/>
                </a:solidFill>
                <a:latin typeface="Calibri"/>
                <a:ea typeface="DejaVu Sans"/>
              </a:rPr>
              <a:t>The data type determines the type of value and the memory size.</a:t>
            </a:r>
            <a:endParaRPr b="0" lang="en-US" sz="1100" spc="-1" strike="noStrike">
              <a:solidFill>
                <a:srgbClr val="ffffff"/>
              </a:solidFill>
              <a:latin typeface="Arial"/>
            </a:endParaRPr>
          </a:p>
          <a:p>
            <a:pPr>
              <a:lnSpc>
                <a:spcPct val="100000"/>
              </a:lnSpc>
            </a:pPr>
            <a:endParaRPr b="0" lang="en-US" sz="1100" spc="-1" strike="noStrike">
              <a:solidFill>
                <a:srgbClr val="ffffff"/>
              </a:solidFill>
              <a:latin typeface="Arial"/>
            </a:endParaRPr>
          </a:p>
          <a:p>
            <a:pPr>
              <a:lnSpc>
                <a:spcPct val="100000"/>
              </a:lnSpc>
            </a:pPr>
            <a:r>
              <a:rPr b="1" lang="en-US" sz="1100" spc="-1" strike="noStrike">
                <a:solidFill>
                  <a:schemeClr val="lt1"/>
                </a:solidFill>
                <a:latin typeface="Calibri"/>
                <a:ea typeface="DejaVu Sans"/>
              </a:rPr>
              <a:t>Example Data Types</a:t>
            </a:r>
            <a:endParaRPr b="0" lang="en-US" sz="1100" spc="-1" strike="noStrike">
              <a:solidFill>
                <a:srgbClr val="ffffff"/>
              </a:solidFill>
              <a:latin typeface="Arial"/>
            </a:endParaRPr>
          </a:p>
          <a:p>
            <a:pPr>
              <a:lnSpc>
                <a:spcPct val="100000"/>
              </a:lnSpc>
            </a:pPr>
            <a:r>
              <a:rPr b="0" lang="en-US" sz="1100" spc="-1" strike="noStrike">
                <a:solidFill>
                  <a:schemeClr val="lt1"/>
                </a:solidFill>
                <a:latin typeface="Calibri"/>
                <a:ea typeface="DejaVu Sans"/>
              </a:rPr>
              <a:t>For example, int stores whole numbers, double stores decimals, and String stores text.</a:t>
            </a:r>
            <a:endParaRPr b="0" lang="en-US" sz="1100" spc="-1" strike="noStrike">
              <a:solidFill>
                <a:srgbClr val="ffffff"/>
              </a:solidFill>
              <a:latin typeface="Arial"/>
            </a:endParaRPr>
          </a:p>
          <a:p>
            <a:pPr>
              <a:lnSpc>
                <a:spcPct val="100000"/>
              </a:lnSpc>
            </a:pPr>
            <a:endParaRPr b="0" lang="en-US" sz="1100" spc="-1" strike="noStrike">
              <a:solidFill>
                <a:srgbClr val="ffffff"/>
              </a:solidFill>
              <a:latin typeface="Arial"/>
            </a:endParaRPr>
          </a:p>
          <a:p>
            <a:pPr>
              <a:lnSpc>
                <a:spcPct val="100000"/>
              </a:lnSpc>
            </a:pPr>
            <a:r>
              <a:rPr b="1" lang="en-US" sz="1100" spc="-1" strike="noStrike">
                <a:solidFill>
                  <a:schemeClr val="lt1"/>
                </a:solidFill>
                <a:latin typeface="Calibri"/>
                <a:ea typeface="DejaVu Sans"/>
              </a:rPr>
              <a:t>Program Flexibility</a:t>
            </a:r>
            <a:endParaRPr b="0" lang="en-US" sz="1100" spc="-1" strike="noStrike">
              <a:solidFill>
                <a:srgbClr val="ffffff"/>
              </a:solidFill>
              <a:latin typeface="Arial"/>
            </a:endParaRPr>
          </a:p>
          <a:p>
            <a:pPr>
              <a:lnSpc>
                <a:spcPct val="100000"/>
              </a:lnSpc>
            </a:pPr>
            <a:r>
              <a:rPr b="0" lang="en-US" sz="1100" spc="-1" strike="noStrike">
                <a:solidFill>
                  <a:schemeClr val="lt1"/>
                </a:solidFill>
                <a:latin typeface="Calibri"/>
                <a:ea typeface="DejaVu Sans"/>
              </a:rPr>
              <a:t>Variables allow programs to store and modify data during execution.</a:t>
            </a:r>
            <a:endParaRPr b="0" lang="en-US" sz="1100" spc="-1" strike="noStrike">
              <a:solidFill>
                <a:srgbClr val="ffffff"/>
              </a:solidFill>
              <a:latin typeface="Arial"/>
            </a:endParaRPr>
          </a:p>
        </p:txBody>
      </p:sp>
      <p:sp>
        <p:nvSpPr>
          <p:cNvPr id="923" name="Rounded Rectangle 22"/>
          <p:cNvSpPr/>
          <p:nvPr/>
        </p:nvSpPr>
        <p:spPr>
          <a:xfrm>
            <a:off x="450792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24" name="Rounded Rectangle 23"/>
          <p:cNvSpPr/>
          <p:nvPr/>
        </p:nvSpPr>
        <p:spPr>
          <a:xfrm>
            <a:off x="4434840" y="3108960"/>
            <a:ext cx="3281040" cy="27324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Start Program</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Declare Variable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(data type + name)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Assign Value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Use Variable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(print / calculate)</a:t>
            </a:r>
            <a:endParaRPr b="0" lang="en-US" sz="1800" spc="-1" strike="noStrike">
              <a:solidFill>
                <a:srgbClr val="ffffff"/>
              </a:solidFill>
              <a:latin typeface="Arial"/>
            </a:endParaRPr>
          </a:p>
        </p:txBody>
      </p:sp>
      <p:sp>
        <p:nvSpPr>
          <p:cNvPr id="925" name="Rounded Rectangle 24"/>
          <p:cNvSpPr/>
          <p:nvPr/>
        </p:nvSpPr>
        <p:spPr>
          <a:xfrm>
            <a:off x="802836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a typeface="DejaVu Sans"/>
            </a:endParaRPr>
          </a:p>
        </p:txBody>
      </p:sp>
      <p:sp>
        <p:nvSpPr>
          <p:cNvPr id="926" name="Rounded Rectangle 25"/>
          <p:cNvSpPr/>
          <p:nvPr/>
        </p:nvSpPr>
        <p:spPr>
          <a:xfrm>
            <a:off x="7955280" y="3108960"/>
            <a:ext cx="3465000" cy="3282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400" spc="-1" strike="noStrike">
                <a:solidFill>
                  <a:srgbClr val="78ffc8"/>
                </a:solidFill>
                <a:latin typeface="Consolas"/>
                <a:ea typeface="DejaVu Sans"/>
              </a:rPr>
              <a:t>public class VariableExample{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public static void main(String[] args) {</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int age = 21;</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double price = 49.99;</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String name = "Java";</a:t>
            </a:r>
            <a:br>
              <a:rPr sz="1400"/>
            </a:b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System.out.println(age);</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System.out.println(price);    System.out.println(name);</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a:t>
            </a:r>
            <a:endParaRPr b="0" lang="en-US" sz="1400" spc="-1" strike="noStrike">
              <a:solidFill>
                <a:srgbClr val="ffffff"/>
              </a:solidFill>
              <a:latin typeface="Arial"/>
            </a:endParaRPr>
          </a:p>
        </p:txBody>
      </p:sp>
      <p:sp>
        <p:nvSpPr>
          <p:cNvPr id="927" name="TextBox 26"/>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Rectangle 32"/>
          <p:cNvSpPr/>
          <p:nvPr/>
        </p:nvSpPr>
        <p:spPr>
          <a:xfrm>
            <a:off x="0" y="0"/>
            <a:ext cx="12178080" cy="68472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29" name="Rectangle 33"/>
          <p:cNvSpPr/>
          <p:nvPr/>
        </p:nvSpPr>
        <p:spPr>
          <a:xfrm>
            <a:off x="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0" name="Rectangle 34"/>
          <p:cNvSpPr/>
          <p:nvPr/>
        </p:nvSpPr>
        <p:spPr>
          <a:xfrm>
            <a:off x="914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1" name="Rectangle 35"/>
          <p:cNvSpPr/>
          <p:nvPr/>
        </p:nvSpPr>
        <p:spPr>
          <a:xfrm>
            <a:off x="1828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2" name="Rectangle 36"/>
          <p:cNvSpPr/>
          <p:nvPr/>
        </p:nvSpPr>
        <p:spPr>
          <a:xfrm>
            <a:off x="2743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3" name="Rectangle 37"/>
          <p:cNvSpPr/>
          <p:nvPr/>
        </p:nvSpPr>
        <p:spPr>
          <a:xfrm>
            <a:off x="36576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4" name="Rectangle 38"/>
          <p:cNvSpPr/>
          <p:nvPr/>
        </p:nvSpPr>
        <p:spPr>
          <a:xfrm>
            <a:off x="45720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5" name="Rectangle 39"/>
          <p:cNvSpPr/>
          <p:nvPr/>
        </p:nvSpPr>
        <p:spPr>
          <a:xfrm>
            <a:off x="5486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6" name="Rectangle 40"/>
          <p:cNvSpPr/>
          <p:nvPr/>
        </p:nvSpPr>
        <p:spPr>
          <a:xfrm>
            <a:off x="6400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7" name="Rectangle 41"/>
          <p:cNvSpPr/>
          <p:nvPr/>
        </p:nvSpPr>
        <p:spPr>
          <a:xfrm>
            <a:off x="7315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8" name="Rectangle 42"/>
          <p:cNvSpPr/>
          <p:nvPr/>
        </p:nvSpPr>
        <p:spPr>
          <a:xfrm>
            <a:off x="82296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39" name="Rectangle 43"/>
          <p:cNvSpPr/>
          <p:nvPr/>
        </p:nvSpPr>
        <p:spPr>
          <a:xfrm>
            <a:off x="91440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40" name="Rectangle 44"/>
          <p:cNvSpPr/>
          <p:nvPr/>
        </p:nvSpPr>
        <p:spPr>
          <a:xfrm>
            <a:off x="10058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41" name="Rectangle 45"/>
          <p:cNvSpPr/>
          <p:nvPr/>
        </p:nvSpPr>
        <p:spPr>
          <a:xfrm>
            <a:off x="10972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42" name="Rectangle 46"/>
          <p:cNvSpPr/>
          <p:nvPr/>
        </p:nvSpPr>
        <p:spPr>
          <a:xfrm>
            <a:off x="11887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43" name="Rectangle 47"/>
          <p:cNvSpPr/>
          <p:nvPr/>
        </p:nvSpPr>
        <p:spPr>
          <a:xfrm>
            <a:off x="0" y="0"/>
            <a:ext cx="309240" cy="68472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44" name="Rounded Rectangle 8"/>
          <p:cNvSpPr/>
          <p:nvPr/>
        </p:nvSpPr>
        <p:spPr>
          <a:xfrm>
            <a:off x="9875520" y="365760"/>
            <a:ext cx="2000880" cy="4921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945" name="TextBox 4"/>
          <p:cNvSpPr/>
          <p:nvPr/>
        </p:nvSpPr>
        <p:spPr>
          <a:xfrm>
            <a:off x="2652120" y="1005840"/>
            <a:ext cx="56674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JAVA VARIABLE TYPES</a:t>
            </a:r>
            <a:endParaRPr b="0" lang="en-US" sz="4800" spc="-1" strike="noStrike">
              <a:solidFill>
                <a:srgbClr val="000000"/>
              </a:solidFill>
              <a:latin typeface="Arial"/>
            </a:endParaRPr>
          </a:p>
        </p:txBody>
      </p:sp>
      <p:sp>
        <p:nvSpPr>
          <p:cNvPr id="946" name="TextBox 5"/>
          <p:cNvSpPr/>
          <p:nvPr/>
        </p:nvSpPr>
        <p:spPr>
          <a:xfrm>
            <a:off x="712800" y="2057400"/>
            <a:ext cx="11018160" cy="379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Java variables are classified based on where they are declared and how they are used within a class or method.</a:t>
            </a:r>
            <a:endParaRPr b="0" lang="en-US" sz="1900" spc="-1" strike="noStrike">
              <a:solidFill>
                <a:srgbClr val="000000"/>
              </a:solidFill>
              <a:latin typeface="Arial"/>
            </a:endParaRPr>
          </a:p>
        </p:txBody>
      </p:sp>
      <p:sp>
        <p:nvSpPr>
          <p:cNvPr id="947" name="Rounded Rectangle 9"/>
          <p:cNvSpPr/>
          <p:nvPr/>
        </p:nvSpPr>
        <p:spPr>
          <a:xfrm>
            <a:off x="98748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48" name="Rounded Rectangle 10"/>
          <p:cNvSpPr/>
          <p:nvPr/>
        </p:nvSpPr>
        <p:spPr>
          <a:xfrm>
            <a:off x="826200" y="2925720"/>
            <a:ext cx="3384720" cy="3696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300" spc="-1" strike="noStrike">
                <a:solidFill>
                  <a:schemeClr val="lt1"/>
                </a:solidFill>
                <a:latin typeface="Calibri"/>
                <a:ea typeface="DejaVu Sans"/>
              </a:rPr>
              <a:t>Local Variables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Local variables are declared inside a method, constructor, or block. They can only be accessed within that specific method or block where they are created.</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Instance Variables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Instance variables are declared inside a class but outside methods. Each object of the class has its own copy of these variables.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Static Variables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Static variables are declared using the static keyword. They belong to the class itself and are shared among all objects of that class.</a:t>
            </a:r>
            <a:endParaRPr b="0" lang="en-US" sz="1300" spc="-1" strike="noStrike">
              <a:solidFill>
                <a:srgbClr val="ffffff"/>
              </a:solidFill>
              <a:latin typeface="Arial"/>
            </a:endParaRPr>
          </a:p>
        </p:txBody>
      </p:sp>
      <p:sp>
        <p:nvSpPr>
          <p:cNvPr id="949" name="Rounded Rectangle 11"/>
          <p:cNvSpPr/>
          <p:nvPr/>
        </p:nvSpPr>
        <p:spPr>
          <a:xfrm>
            <a:off x="450792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0" name="Rounded Rectangle 12"/>
          <p:cNvSpPr/>
          <p:nvPr/>
        </p:nvSpPr>
        <p:spPr>
          <a:xfrm>
            <a:off x="4434840" y="3108960"/>
            <a:ext cx="3281040" cy="30535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Class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Static Variable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Instance Variable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Method</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Local Variable</a:t>
            </a:r>
            <a:endParaRPr b="0" lang="en-US" sz="1800" spc="-1" strike="noStrike">
              <a:solidFill>
                <a:srgbClr val="ffffff"/>
              </a:solidFill>
              <a:latin typeface="Arial"/>
            </a:endParaRPr>
          </a:p>
        </p:txBody>
      </p:sp>
      <p:sp>
        <p:nvSpPr>
          <p:cNvPr id="951" name="Rounded Rectangle 13"/>
          <p:cNvSpPr/>
          <p:nvPr/>
        </p:nvSpPr>
        <p:spPr>
          <a:xfrm>
            <a:off x="802836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2" name="Rounded Rectangle 14"/>
          <p:cNvSpPr/>
          <p:nvPr/>
        </p:nvSpPr>
        <p:spPr>
          <a:xfrm>
            <a:off x="7955280" y="3108960"/>
            <a:ext cx="3465000" cy="3282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public class VariableTypes {</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instanceVar = 10;        // instance variable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static int staticVar = 20;   // static variable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void showVariables() {</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localVar = 30;       // local variable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System.out.println(localVar);        System.out.println(instanceVar);        System.out.println(staticVar);</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p:txBody>
      </p:sp>
      <p:sp>
        <p:nvSpPr>
          <p:cNvPr id="953" name="TextBox 6"/>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Rectangle 160"/>
          <p:cNvSpPr/>
          <p:nvPr/>
        </p:nvSpPr>
        <p:spPr>
          <a:xfrm>
            <a:off x="0" y="0"/>
            <a:ext cx="12180240" cy="68493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5" name="Rectangle 161"/>
          <p:cNvSpPr/>
          <p:nvPr/>
        </p:nvSpPr>
        <p:spPr>
          <a:xfrm>
            <a:off x="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6" name="Rectangle 162"/>
          <p:cNvSpPr/>
          <p:nvPr/>
        </p:nvSpPr>
        <p:spPr>
          <a:xfrm>
            <a:off x="9144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7" name="Rectangle 163"/>
          <p:cNvSpPr/>
          <p:nvPr/>
        </p:nvSpPr>
        <p:spPr>
          <a:xfrm>
            <a:off x="18288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8" name="Rectangle 164"/>
          <p:cNvSpPr/>
          <p:nvPr/>
        </p:nvSpPr>
        <p:spPr>
          <a:xfrm>
            <a:off x="27432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59" name="Rectangle 165"/>
          <p:cNvSpPr/>
          <p:nvPr/>
        </p:nvSpPr>
        <p:spPr>
          <a:xfrm>
            <a:off x="36576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0" name="Rectangle 166"/>
          <p:cNvSpPr/>
          <p:nvPr/>
        </p:nvSpPr>
        <p:spPr>
          <a:xfrm>
            <a:off x="45720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1" name="Rectangle 167"/>
          <p:cNvSpPr/>
          <p:nvPr/>
        </p:nvSpPr>
        <p:spPr>
          <a:xfrm>
            <a:off x="54864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2" name="Rectangle 168"/>
          <p:cNvSpPr/>
          <p:nvPr/>
        </p:nvSpPr>
        <p:spPr>
          <a:xfrm>
            <a:off x="64008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3" name="Rectangle 169"/>
          <p:cNvSpPr/>
          <p:nvPr/>
        </p:nvSpPr>
        <p:spPr>
          <a:xfrm>
            <a:off x="73152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4" name="Rectangle 170"/>
          <p:cNvSpPr/>
          <p:nvPr/>
        </p:nvSpPr>
        <p:spPr>
          <a:xfrm>
            <a:off x="82296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5" name="Rectangle 171"/>
          <p:cNvSpPr/>
          <p:nvPr/>
        </p:nvSpPr>
        <p:spPr>
          <a:xfrm>
            <a:off x="91440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6" name="Rectangle 172"/>
          <p:cNvSpPr/>
          <p:nvPr/>
        </p:nvSpPr>
        <p:spPr>
          <a:xfrm>
            <a:off x="100584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7" name="Rectangle 173"/>
          <p:cNvSpPr/>
          <p:nvPr/>
        </p:nvSpPr>
        <p:spPr>
          <a:xfrm>
            <a:off x="109728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8" name="Rectangle 174"/>
          <p:cNvSpPr/>
          <p:nvPr/>
        </p:nvSpPr>
        <p:spPr>
          <a:xfrm>
            <a:off x="118872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69" name="Rectangle 175"/>
          <p:cNvSpPr/>
          <p:nvPr/>
        </p:nvSpPr>
        <p:spPr>
          <a:xfrm>
            <a:off x="0" y="0"/>
            <a:ext cx="311400" cy="68493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70" name="Rounded Rectangle 71"/>
          <p:cNvSpPr/>
          <p:nvPr/>
        </p:nvSpPr>
        <p:spPr>
          <a:xfrm>
            <a:off x="9875520" y="365760"/>
            <a:ext cx="2003040" cy="4942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971" name="TextBox 31"/>
          <p:cNvSpPr/>
          <p:nvPr/>
        </p:nvSpPr>
        <p:spPr>
          <a:xfrm>
            <a:off x="2074320" y="685800"/>
            <a:ext cx="68410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JAVA VARIABLES EXAMPLE</a:t>
            </a:r>
            <a:endParaRPr b="0" lang="en-US" sz="4800" spc="-1" strike="noStrike">
              <a:solidFill>
                <a:srgbClr val="000000"/>
              </a:solidFill>
              <a:latin typeface="Arial"/>
            </a:endParaRPr>
          </a:p>
        </p:txBody>
      </p:sp>
      <p:sp>
        <p:nvSpPr>
          <p:cNvPr id="972" name="TextBox 32"/>
          <p:cNvSpPr/>
          <p:nvPr/>
        </p:nvSpPr>
        <p:spPr>
          <a:xfrm>
            <a:off x="2312280" y="1679400"/>
            <a:ext cx="6373080" cy="1063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600" spc="-1" strike="noStrike">
                <a:solidFill>
                  <a:srgbClr val="aaaaaa"/>
                </a:solidFill>
                <a:latin typeface="Calibri"/>
                <a:ea typeface="DejaVu Sans"/>
              </a:rPr>
              <a:t>Java programs use different variable types together.</a:t>
            </a:r>
            <a:endParaRPr b="0" lang="en-US" sz="1600" spc="-1" strike="noStrike">
              <a:solidFill>
                <a:srgbClr val="000000"/>
              </a:solidFill>
              <a:latin typeface="Arial"/>
            </a:endParaRPr>
          </a:p>
          <a:p>
            <a:pPr>
              <a:lnSpc>
                <a:spcPct val="100000"/>
              </a:lnSpc>
            </a:pPr>
            <a:r>
              <a:rPr b="0" lang="en-US" sz="1600" spc="-1" strike="noStrike">
                <a:solidFill>
                  <a:srgbClr val="aaaaaa"/>
                </a:solidFill>
                <a:latin typeface="Calibri"/>
                <a:ea typeface="DejaVu Sans"/>
              </a:rPr>
              <a:t>Each type has a different scope and lifetime.</a:t>
            </a:r>
            <a:endParaRPr b="0" lang="en-US" sz="1600" spc="-1" strike="noStrike">
              <a:solidFill>
                <a:srgbClr val="000000"/>
              </a:solidFill>
              <a:latin typeface="Arial"/>
            </a:endParaRPr>
          </a:p>
          <a:p>
            <a:pPr>
              <a:lnSpc>
                <a:spcPct val="100000"/>
              </a:lnSpc>
            </a:pPr>
            <a:r>
              <a:rPr b="0" lang="en-US" sz="1600" spc="-1" strike="noStrike">
                <a:solidFill>
                  <a:srgbClr val="aaaaaa"/>
                </a:solidFill>
                <a:latin typeface="Calibri"/>
                <a:ea typeface="DejaVu Sans"/>
              </a:rPr>
              <a:t>Local variables exist in methods, I</a:t>
            </a:r>
            <a:endParaRPr b="0" lang="en-US" sz="1600" spc="-1" strike="noStrike">
              <a:solidFill>
                <a:srgbClr val="000000"/>
              </a:solidFill>
              <a:latin typeface="Arial"/>
            </a:endParaRPr>
          </a:p>
          <a:p>
            <a:pPr>
              <a:lnSpc>
                <a:spcPct val="100000"/>
              </a:lnSpc>
            </a:pPr>
            <a:r>
              <a:rPr b="0" lang="en-US" sz="1600" spc="-1" strike="noStrike">
                <a:solidFill>
                  <a:srgbClr val="aaaaaa"/>
                </a:solidFill>
                <a:latin typeface="Calibri"/>
                <a:ea typeface="DejaVu Sans"/>
              </a:rPr>
              <a:t>nstance variables belong to objects, and static variables belong to the class.</a:t>
            </a:r>
            <a:endParaRPr b="0" lang="en-US" sz="1600" spc="-1" strike="noStrike">
              <a:solidFill>
                <a:srgbClr val="000000"/>
              </a:solidFill>
              <a:latin typeface="Arial"/>
            </a:endParaRPr>
          </a:p>
        </p:txBody>
      </p:sp>
      <p:sp>
        <p:nvSpPr>
          <p:cNvPr id="973" name="Rounded Rectangle 72"/>
          <p:cNvSpPr/>
          <p:nvPr/>
        </p:nvSpPr>
        <p:spPr>
          <a:xfrm>
            <a:off x="987480" y="3182040"/>
            <a:ext cx="3283200" cy="27345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74" name="Rounded Rectangle 73"/>
          <p:cNvSpPr/>
          <p:nvPr/>
        </p:nvSpPr>
        <p:spPr>
          <a:xfrm>
            <a:off x="685800" y="2971800"/>
            <a:ext cx="3511800" cy="31928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400" spc="-1" strike="noStrike">
                <a:solidFill>
                  <a:schemeClr val="lt1"/>
                </a:solidFill>
                <a:latin typeface="Calibri"/>
                <a:ea typeface="DejaVu Sans"/>
              </a:rPr>
              <a:t>Değişken Kapsamı</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Yerel Değişken (Local Variable)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Sadece bir metod içinde bulunur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Metod başladığında oluşturulur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Metod bittiğinde yok edilir</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Instance Değişken (Instance Variable)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Bir nesneye aittir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Her nesnenin kendine ait kopyası vardır</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Static Değişken (Static Variable)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Tüm nesneler tarafından paylaşılır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Sınıfın kendisine aittir</a:t>
            </a:r>
            <a:endParaRPr b="0" lang="en-US" sz="1400" spc="-1" strike="noStrike">
              <a:solidFill>
                <a:srgbClr val="ffffff"/>
              </a:solidFill>
              <a:latin typeface="Arial"/>
            </a:endParaRPr>
          </a:p>
        </p:txBody>
      </p:sp>
      <p:sp>
        <p:nvSpPr>
          <p:cNvPr id="975" name="Rounded Rectangle 74"/>
          <p:cNvSpPr/>
          <p:nvPr/>
        </p:nvSpPr>
        <p:spPr>
          <a:xfrm>
            <a:off x="4507920" y="3182040"/>
            <a:ext cx="3283200" cy="27345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76" name="Rounded Rectangle 75"/>
          <p:cNvSpPr/>
          <p:nvPr/>
        </p:nvSpPr>
        <p:spPr>
          <a:xfrm>
            <a:off x="4434840" y="3108960"/>
            <a:ext cx="3283200" cy="30556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Program Execution</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Create Class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Static Variable (shared)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Create Object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Instance Variable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Call Method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Local Variable</a:t>
            </a:r>
            <a:endParaRPr b="0" lang="en-US" sz="1400" spc="-1" strike="noStrike">
              <a:solidFill>
                <a:srgbClr val="ffffff"/>
              </a:solidFill>
              <a:latin typeface="Arial"/>
            </a:endParaRPr>
          </a:p>
        </p:txBody>
      </p:sp>
      <p:sp>
        <p:nvSpPr>
          <p:cNvPr id="977" name="Rounded Rectangle 76"/>
          <p:cNvSpPr/>
          <p:nvPr/>
        </p:nvSpPr>
        <p:spPr>
          <a:xfrm>
            <a:off x="8028360" y="3182040"/>
            <a:ext cx="3283200" cy="27345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78" name="Rounded Rectangle 77"/>
          <p:cNvSpPr/>
          <p:nvPr/>
        </p:nvSpPr>
        <p:spPr>
          <a:xfrm>
            <a:off x="7955280" y="2971800"/>
            <a:ext cx="3695760" cy="34214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050" spc="-1" strike="noStrike">
                <a:solidFill>
                  <a:srgbClr val="78ffc8"/>
                </a:solidFill>
                <a:latin typeface="Consolas"/>
                <a:ea typeface="DejaVu Sans"/>
              </a:rPr>
              <a:t>public class VariableDemo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static String university = "Tech University"; // static variable</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String studentName; // instance variable</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public void showInfo()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int year = 2; // local variable</a:t>
            </a:r>
            <a:endParaRPr b="0" lang="en-US" sz="1050" spc="-1" strike="noStrike">
              <a:solidFill>
                <a:srgbClr val="ffffff"/>
              </a:solidFill>
              <a:latin typeface="Arial"/>
            </a:endParaRPr>
          </a:p>
          <a:p>
            <a:pPr algn="ctr">
              <a:lnSpc>
                <a:spcPct val="100000"/>
              </a:lnSpc>
            </a:pP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System.out.println(studentName);</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System.out.println(university);</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System.out.println(year);</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public static void main(String[] args)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VariableDemo s1 = new VariableDemo();</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s1.studentName = "Tuna";</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s1.showInfo();</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a:t>
            </a:r>
            <a:endParaRPr b="0" lang="en-US" sz="1050" spc="-1" strike="noStrike">
              <a:solidFill>
                <a:srgbClr val="ffffff"/>
              </a:solidFill>
              <a:latin typeface="Arial"/>
            </a:endParaRPr>
          </a:p>
        </p:txBody>
      </p:sp>
      <p:sp>
        <p:nvSpPr>
          <p:cNvPr id="979" name="TextBox 33"/>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Rectangle 144"/>
          <p:cNvSpPr/>
          <p:nvPr/>
        </p:nvSpPr>
        <p:spPr>
          <a:xfrm>
            <a:off x="0" y="0"/>
            <a:ext cx="12179880" cy="68490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1" name="Rectangle 145"/>
          <p:cNvSpPr/>
          <p:nvPr/>
        </p:nvSpPr>
        <p:spPr>
          <a:xfrm>
            <a:off x="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2" name="Rectangle 146"/>
          <p:cNvSpPr/>
          <p:nvPr/>
        </p:nvSpPr>
        <p:spPr>
          <a:xfrm>
            <a:off x="9144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3" name="Rectangle 147"/>
          <p:cNvSpPr/>
          <p:nvPr/>
        </p:nvSpPr>
        <p:spPr>
          <a:xfrm>
            <a:off x="18288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4" name="Rectangle 148"/>
          <p:cNvSpPr/>
          <p:nvPr/>
        </p:nvSpPr>
        <p:spPr>
          <a:xfrm>
            <a:off x="27432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5" name="Rectangle 149"/>
          <p:cNvSpPr/>
          <p:nvPr/>
        </p:nvSpPr>
        <p:spPr>
          <a:xfrm>
            <a:off x="36576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6" name="Rectangle 150"/>
          <p:cNvSpPr/>
          <p:nvPr/>
        </p:nvSpPr>
        <p:spPr>
          <a:xfrm>
            <a:off x="45720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7" name="Rectangle 151"/>
          <p:cNvSpPr/>
          <p:nvPr/>
        </p:nvSpPr>
        <p:spPr>
          <a:xfrm>
            <a:off x="54864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8" name="Rectangle 152"/>
          <p:cNvSpPr/>
          <p:nvPr/>
        </p:nvSpPr>
        <p:spPr>
          <a:xfrm>
            <a:off x="64008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89" name="Rectangle 153"/>
          <p:cNvSpPr/>
          <p:nvPr/>
        </p:nvSpPr>
        <p:spPr>
          <a:xfrm>
            <a:off x="73152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0" name="Rectangle 154"/>
          <p:cNvSpPr/>
          <p:nvPr/>
        </p:nvSpPr>
        <p:spPr>
          <a:xfrm>
            <a:off x="82296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1" name="Rectangle 155"/>
          <p:cNvSpPr/>
          <p:nvPr/>
        </p:nvSpPr>
        <p:spPr>
          <a:xfrm>
            <a:off x="91440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2" name="Rectangle 156"/>
          <p:cNvSpPr/>
          <p:nvPr/>
        </p:nvSpPr>
        <p:spPr>
          <a:xfrm>
            <a:off x="100584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3" name="Rectangle 157"/>
          <p:cNvSpPr/>
          <p:nvPr/>
        </p:nvSpPr>
        <p:spPr>
          <a:xfrm>
            <a:off x="109728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4" name="Rectangle 158"/>
          <p:cNvSpPr/>
          <p:nvPr/>
        </p:nvSpPr>
        <p:spPr>
          <a:xfrm>
            <a:off x="11887200" y="0"/>
            <a:ext cx="9360" cy="68490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5" name="Rectangle 159"/>
          <p:cNvSpPr/>
          <p:nvPr/>
        </p:nvSpPr>
        <p:spPr>
          <a:xfrm>
            <a:off x="0" y="0"/>
            <a:ext cx="311040" cy="68490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996" name="Rounded Rectangle 64"/>
          <p:cNvSpPr/>
          <p:nvPr/>
        </p:nvSpPr>
        <p:spPr>
          <a:xfrm>
            <a:off x="9875520" y="365760"/>
            <a:ext cx="2002680" cy="4939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997" name="TextBox 28"/>
          <p:cNvSpPr/>
          <p:nvPr/>
        </p:nvSpPr>
        <p:spPr>
          <a:xfrm>
            <a:off x="3228120" y="1005840"/>
            <a:ext cx="45154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JAVA DATA TYPES</a:t>
            </a:r>
            <a:endParaRPr b="0" lang="en-US" sz="4800" spc="-1" strike="noStrike">
              <a:solidFill>
                <a:srgbClr val="000000"/>
              </a:solidFill>
              <a:latin typeface="Arial"/>
            </a:endParaRPr>
          </a:p>
        </p:txBody>
      </p:sp>
      <p:sp>
        <p:nvSpPr>
          <p:cNvPr id="998" name="TextBox 29"/>
          <p:cNvSpPr/>
          <p:nvPr/>
        </p:nvSpPr>
        <p:spPr>
          <a:xfrm>
            <a:off x="2229120" y="2194560"/>
            <a:ext cx="651204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Data types define what kind of value a variable can store in Java.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Every variable must have a specific data type</a:t>
            </a:r>
            <a:endParaRPr b="0" lang="en-US" sz="1900" spc="-1" strike="noStrike">
              <a:solidFill>
                <a:srgbClr val="000000"/>
              </a:solidFill>
              <a:latin typeface="Arial"/>
            </a:endParaRPr>
          </a:p>
        </p:txBody>
      </p:sp>
      <p:sp>
        <p:nvSpPr>
          <p:cNvPr id="999" name="Rounded Rectangle 65"/>
          <p:cNvSpPr/>
          <p:nvPr/>
        </p:nvSpPr>
        <p:spPr>
          <a:xfrm>
            <a:off x="987480" y="3182040"/>
            <a:ext cx="3282840" cy="27342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00" name="Rounded Rectangle 66"/>
          <p:cNvSpPr/>
          <p:nvPr/>
        </p:nvSpPr>
        <p:spPr>
          <a:xfrm>
            <a:off x="685800" y="3108960"/>
            <a:ext cx="3511440" cy="32839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500" spc="-1" strike="noStrike">
                <a:solidFill>
                  <a:schemeClr val="lt1"/>
                </a:solidFill>
                <a:latin typeface="Calibri"/>
                <a:ea typeface="DejaVu Sans"/>
              </a:rPr>
              <a:t>Data Types</a:t>
            </a:r>
            <a:r>
              <a:rPr b="0" lang="en-US" sz="1500" spc="-1" strike="noStrike">
                <a:solidFill>
                  <a:schemeClr val="lt1"/>
                </a:solidFill>
                <a:latin typeface="Calibri"/>
                <a:ea typeface="DejaVu Sans"/>
              </a:rPr>
              <a:t> specify the type of data stored in a variable.</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Java has </a:t>
            </a:r>
            <a:r>
              <a:rPr b="1" lang="en-US" sz="1500" spc="-1" strike="noStrike">
                <a:solidFill>
                  <a:schemeClr val="lt1"/>
                </a:solidFill>
                <a:latin typeface="Calibri"/>
                <a:ea typeface="DejaVu Sans"/>
              </a:rPr>
              <a:t>two main data type categories</a:t>
            </a:r>
            <a:r>
              <a:rPr b="0" lang="en-US" sz="1500" spc="-1" strike="noStrike">
                <a:solidFill>
                  <a:schemeClr val="lt1"/>
                </a:solidFill>
                <a:latin typeface="Calibri"/>
                <a:ea typeface="DejaVu Sans"/>
              </a:rPr>
              <a:t>.</a:t>
            </a:r>
            <a:endParaRPr b="0" lang="en-US" sz="1500" spc="-1" strike="noStrike">
              <a:solidFill>
                <a:srgbClr val="ffffff"/>
              </a:solidFill>
              <a:latin typeface="Arial"/>
            </a:endParaRPr>
          </a:p>
          <a:p>
            <a:pPr>
              <a:lnSpc>
                <a:spcPct val="100000"/>
              </a:lnSpc>
            </a:pPr>
            <a:endParaRPr b="0" lang="en-US" sz="1500" spc="-1" strike="noStrike">
              <a:solidFill>
                <a:srgbClr val="ffffff"/>
              </a:solidFill>
              <a:latin typeface="Arial"/>
            </a:endParaRPr>
          </a:p>
          <a:p>
            <a:pPr>
              <a:lnSpc>
                <a:spcPct val="100000"/>
              </a:lnSpc>
            </a:pPr>
            <a:r>
              <a:rPr b="1" lang="en-US" sz="1500" spc="-1" strike="noStrike">
                <a:solidFill>
                  <a:schemeClr val="lt1"/>
                </a:solidFill>
                <a:latin typeface="Calibri"/>
                <a:ea typeface="DejaVu Sans"/>
              </a:rPr>
              <a:t>Primitive Types</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Store simple values directly in memory.</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Examples: </a:t>
            </a:r>
            <a:r>
              <a:rPr b="1" lang="en-US" sz="1500" spc="-1" strike="noStrike">
                <a:solidFill>
                  <a:schemeClr val="lt1"/>
                </a:solidFill>
                <a:latin typeface="Calibri"/>
                <a:ea typeface="DejaVu Sans"/>
              </a:rPr>
              <a:t>int, double, char, boolean.</a:t>
            </a:r>
            <a:endParaRPr b="0" lang="en-US" sz="1500" spc="-1" strike="noStrike">
              <a:solidFill>
                <a:srgbClr val="ffffff"/>
              </a:solidFill>
              <a:latin typeface="Arial"/>
            </a:endParaRPr>
          </a:p>
          <a:p>
            <a:pPr>
              <a:lnSpc>
                <a:spcPct val="100000"/>
              </a:lnSpc>
            </a:pPr>
            <a:endParaRPr b="0" lang="en-US" sz="1500" spc="-1" strike="noStrike">
              <a:solidFill>
                <a:srgbClr val="ffffff"/>
              </a:solidFill>
              <a:latin typeface="Arial"/>
            </a:endParaRPr>
          </a:p>
          <a:p>
            <a:pPr>
              <a:lnSpc>
                <a:spcPct val="100000"/>
              </a:lnSpc>
            </a:pPr>
            <a:r>
              <a:rPr b="1" lang="en-US" sz="1500" spc="-1" strike="noStrike">
                <a:solidFill>
                  <a:schemeClr val="lt1"/>
                </a:solidFill>
                <a:latin typeface="Calibri"/>
                <a:ea typeface="DejaVu Sans"/>
              </a:rPr>
              <a:t>Non-Primitive Types</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Store references to objects.</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Examples: String, Arrays, Classes.</a:t>
            </a:r>
            <a:endParaRPr b="0" lang="en-US" sz="1500" spc="-1" strike="noStrike">
              <a:solidFill>
                <a:srgbClr val="ffffff"/>
              </a:solidFill>
              <a:latin typeface="Arial"/>
            </a:endParaRPr>
          </a:p>
        </p:txBody>
      </p:sp>
      <p:sp>
        <p:nvSpPr>
          <p:cNvPr id="1001" name="Rounded Rectangle 67"/>
          <p:cNvSpPr/>
          <p:nvPr/>
        </p:nvSpPr>
        <p:spPr>
          <a:xfrm>
            <a:off x="4507920" y="3182040"/>
            <a:ext cx="3282840" cy="27342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02" name="Rounded Rectangle 68"/>
          <p:cNvSpPr/>
          <p:nvPr/>
        </p:nvSpPr>
        <p:spPr>
          <a:xfrm>
            <a:off x="4434840" y="3108960"/>
            <a:ext cx="3282840" cy="30553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500" spc="-1" strike="noStrike">
                <a:solidFill>
                  <a:schemeClr val="lt1"/>
                </a:solidFill>
                <a:latin typeface="Calibri"/>
                <a:ea typeface="DejaVu Sans"/>
              </a:rPr>
              <a:t>Java Data Types</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a:t>
            </a:r>
            <a:r>
              <a:rPr b="0" lang="en-US" sz="1500" spc="-1" strike="noStrike">
                <a:solidFill>
                  <a:schemeClr val="lt1"/>
                </a:solidFill>
                <a:latin typeface="Calibri"/>
                <a:ea typeface="DejaVu Sans"/>
              </a:rPr>
              <a:t>Primitive Types</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 </a:t>
            </a:r>
            <a:r>
              <a:rPr b="0" lang="en-US" sz="1500" spc="-1" strike="noStrike">
                <a:solidFill>
                  <a:schemeClr val="lt1"/>
                </a:solidFill>
                <a:latin typeface="Calibri"/>
                <a:ea typeface="DejaVu Sans"/>
              </a:rPr>
              <a:t>int</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 </a:t>
            </a:r>
            <a:r>
              <a:rPr b="0" lang="en-US" sz="1500" spc="-1" strike="noStrike">
                <a:solidFill>
                  <a:schemeClr val="lt1"/>
                </a:solidFill>
                <a:latin typeface="Calibri"/>
                <a:ea typeface="DejaVu Sans"/>
              </a:rPr>
              <a:t>double</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 </a:t>
            </a:r>
            <a:r>
              <a:rPr b="0" lang="en-US" sz="1500" spc="-1" strike="noStrike">
                <a:solidFill>
                  <a:schemeClr val="lt1"/>
                </a:solidFill>
                <a:latin typeface="Calibri"/>
                <a:ea typeface="DejaVu Sans"/>
              </a:rPr>
              <a:t>char</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 </a:t>
            </a:r>
            <a:r>
              <a:rPr b="0" lang="en-US" sz="1500" spc="-1" strike="noStrike">
                <a:solidFill>
                  <a:schemeClr val="lt1"/>
                </a:solidFill>
                <a:latin typeface="Calibri"/>
                <a:ea typeface="DejaVu Sans"/>
              </a:rPr>
              <a:t>boolean</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a:t>
            </a:r>
            <a:r>
              <a:rPr b="0" lang="en-US" sz="1500" spc="-1" strike="noStrike">
                <a:solidFill>
                  <a:schemeClr val="lt1"/>
                </a:solidFill>
                <a:latin typeface="Calibri"/>
                <a:ea typeface="DejaVu Sans"/>
              </a:rPr>
              <a:t>Non-Primitive Types</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a:t>
            </a:r>
            <a:r>
              <a:rPr b="0" lang="en-US" sz="1500" spc="-1" strike="noStrike">
                <a:solidFill>
                  <a:schemeClr val="lt1"/>
                </a:solidFill>
                <a:latin typeface="Calibri"/>
                <a:ea typeface="DejaVu Sans"/>
              </a:rPr>
              <a:t>String</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a:t>
            </a:r>
            <a:r>
              <a:rPr b="0" lang="en-US" sz="1500" spc="-1" strike="noStrike">
                <a:solidFill>
                  <a:schemeClr val="lt1"/>
                </a:solidFill>
                <a:latin typeface="Calibri"/>
                <a:ea typeface="DejaVu Sans"/>
              </a:rPr>
              <a:t>Array</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 </a:t>
            </a:r>
            <a:r>
              <a:rPr b="0" lang="en-US" sz="1500" spc="-1" strike="noStrike">
                <a:solidFill>
                  <a:schemeClr val="lt1"/>
                </a:solidFill>
                <a:latin typeface="Calibri"/>
                <a:ea typeface="DejaVu Sans"/>
              </a:rPr>
              <a:t>Class</a:t>
            </a:r>
            <a:endParaRPr b="0" lang="en-US" sz="1500" spc="-1" strike="noStrike">
              <a:solidFill>
                <a:srgbClr val="ffffff"/>
              </a:solidFill>
              <a:latin typeface="Arial"/>
            </a:endParaRPr>
          </a:p>
        </p:txBody>
      </p:sp>
      <p:sp>
        <p:nvSpPr>
          <p:cNvPr id="1003" name="Rounded Rectangle 69"/>
          <p:cNvSpPr/>
          <p:nvPr/>
        </p:nvSpPr>
        <p:spPr>
          <a:xfrm>
            <a:off x="8028360" y="3182040"/>
            <a:ext cx="3282840" cy="27342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04" name="Rounded Rectangle 70"/>
          <p:cNvSpPr/>
          <p:nvPr/>
        </p:nvSpPr>
        <p:spPr>
          <a:xfrm>
            <a:off x="7955280" y="3108960"/>
            <a:ext cx="3695400" cy="30553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400" spc="-1" strike="noStrike">
                <a:solidFill>
                  <a:srgbClr val="78ffc8"/>
                </a:solidFill>
                <a:latin typeface="Consolas"/>
                <a:ea typeface="DejaVu Sans"/>
              </a:rPr>
              <a:t>public class DataTypesExample {</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public static void main(String[] args) {</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int age = 25;</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double salary = 5500.5;</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char grade = 'A';</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boolean isStudent = true;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String name = "Tuna";</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System.out.println(name);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System.out.println(age);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a:t>
            </a:r>
            <a:endParaRPr b="0" lang="en-US" sz="1400" spc="-1" strike="noStrike">
              <a:solidFill>
                <a:srgbClr val="ffffff"/>
              </a:solidFill>
              <a:latin typeface="Arial"/>
            </a:endParaRPr>
          </a:p>
        </p:txBody>
      </p:sp>
      <p:sp>
        <p:nvSpPr>
          <p:cNvPr id="1005" name="TextBox 30"/>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Rectangle 48"/>
          <p:cNvSpPr/>
          <p:nvPr/>
        </p:nvSpPr>
        <p:spPr>
          <a:xfrm>
            <a:off x="0" y="0"/>
            <a:ext cx="12178080" cy="68472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07" name="Rectangle 49"/>
          <p:cNvSpPr/>
          <p:nvPr/>
        </p:nvSpPr>
        <p:spPr>
          <a:xfrm>
            <a:off x="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08" name="Rectangle 50"/>
          <p:cNvSpPr/>
          <p:nvPr/>
        </p:nvSpPr>
        <p:spPr>
          <a:xfrm>
            <a:off x="914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09" name="Rectangle 51"/>
          <p:cNvSpPr/>
          <p:nvPr/>
        </p:nvSpPr>
        <p:spPr>
          <a:xfrm>
            <a:off x="1828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0" name="Rectangle 52"/>
          <p:cNvSpPr/>
          <p:nvPr/>
        </p:nvSpPr>
        <p:spPr>
          <a:xfrm>
            <a:off x="2743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1" name="Rectangle 53"/>
          <p:cNvSpPr/>
          <p:nvPr/>
        </p:nvSpPr>
        <p:spPr>
          <a:xfrm>
            <a:off x="36576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2" name="Rectangle 54"/>
          <p:cNvSpPr/>
          <p:nvPr/>
        </p:nvSpPr>
        <p:spPr>
          <a:xfrm>
            <a:off x="45720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3" name="Rectangle 55"/>
          <p:cNvSpPr/>
          <p:nvPr/>
        </p:nvSpPr>
        <p:spPr>
          <a:xfrm>
            <a:off x="5486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4" name="Rectangle 56"/>
          <p:cNvSpPr/>
          <p:nvPr/>
        </p:nvSpPr>
        <p:spPr>
          <a:xfrm>
            <a:off x="6400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5" name="Rectangle 57"/>
          <p:cNvSpPr/>
          <p:nvPr/>
        </p:nvSpPr>
        <p:spPr>
          <a:xfrm>
            <a:off x="7315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6" name="Rectangle 58"/>
          <p:cNvSpPr/>
          <p:nvPr/>
        </p:nvSpPr>
        <p:spPr>
          <a:xfrm>
            <a:off x="82296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7" name="Rectangle 59"/>
          <p:cNvSpPr/>
          <p:nvPr/>
        </p:nvSpPr>
        <p:spPr>
          <a:xfrm>
            <a:off x="91440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8" name="Rectangle 60"/>
          <p:cNvSpPr/>
          <p:nvPr/>
        </p:nvSpPr>
        <p:spPr>
          <a:xfrm>
            <a:off x="100584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19" name="Rectangle 61"/>
          <p:cNvSpPr/>
          <p:nvPr/>
        </p:nvSpPr>
        <p:spPr>
          <a:xfrm>
            <a:off x="109728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20" name="Rectangle 62"/>
          <p:cNvSpPr/>
          <p:nvPr/>
        </p:nvSpPr>
        <p:spPr>
          <a:xfrm>
            <a:off x="11887200" y="0"/>
            <a:ext cx="7560" cy="68472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21" name="Rectangle 63"/>
          <p:cNvSpPr/>
          <p:nvPr/>
        </p:nvSpPr>
        <p:spPr>
          <a:xfrm>
            <a:off x="0" y="0"/>
            <a:ext cx="309240" cy="68472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22" name="Rounded Rectangle 15"/>
          <p:cNvSpPr/>
          <p:nvPr/>
        </p:nvSpPr>
        <p:spPr>
          <a:xfrm>
            <a:off x="9875520" y="365760"/>
            <a:ext cx="2000880" cy="4921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023" name="TextBox 7"/>
          <p:cNvSpPr/>
          <p:nvPr/>
        </p:nvSpPr>
        <p:spPr>
          <a:xfrm>
            <a:off x="1629000" y="1005840"/>
            <a:ext cx="771444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   </a:t>
            </a:r>
            <a:r>
              <a:rPr b="1" lang="en-US" sz="4800" spc="-1" strike="noStrike">
                <a:solidFill>
                  <a:srgbClr val="f5f5f5"/>
                </a:solidFill>
                <a:latin typeface="Calibri"/>
                <a:ea typeface="DejaVu Sans"/>
              </a:rPr>
              <a:t>JAVA PRIMITIVE DATA TYPES</a:t>
            </a:r>
            <a:endParaRPr b="0" lang="en-US" sz="4800" spc="-1" strike="noStrike">
              <a:solidFill>
                <a:srgbClr val="000000"/>
              </a:solidFill>
              <a:latin typeface="Arial"/>
            </a:endParaRPr>
          </a:p>
        </p:txBody>
      </p:sp>
      <p:sp>
        <p:nvSpPr>
          <p:cNvPr id="1024" name="TextBox 8"/>
          <p:cNvSpPr/>
          <p:nvPr/>
        </p:nvSpPr>
        <p:spPr>
          <a:xfrm>
            <a:off x="1870560" y="1846080"/>
            <a:ext cx="728928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Primitive data types are the basic data types in Java used to store simple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values such as numbers, characters, and boolean values.</a:t>
            </a:r>
            <a:endParaRPr b="0" lang="en-US" sz="1900" spc="-1" strike="noStrike">
              <a:solidFill>
                <a:srgbClr val="000000"/>
              </a:solidFill>
              <a:latin typeface="Arial"/>
            </a:endParaRPr>
          </a:p>
        </p:txBody>
      </p:sp>
      <p:sp>
        <p:nvSpPr>
          <p:cNvPr id="1025" name="Rounded Rectangle 16"/>
          <p:cNvSpPr/>
          <p:nvPr/>
        </p:nvSpPr>
        <p:spPr>
          <a:xfrm>
            <a:off x="98748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26" name="Rounded Rectangle 18"/>
          <p:cNvSpPr/>
          <p:nvPr/>
        </p:nvSpPr>
        <p:spPr>
          <a:xfrm>
            <a:off x="685800" y="2743200"/>
            <a:ext cx="3509640" cy="34192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300" spc="-1" strike="noStrike">
                <a:solidFill>
                  <a:schemeClr val="lt1"/>
                </a:solidFill>
                <a:latin typeface="Calibri"/>
                <a:ea typeface="DejaVu Sans"/>
              </a:rPr>
              <a:t>Numeric Types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Java provides numeric data types such as byte, short, int, long, float, and double to store different kinds of numbers.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Character Type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The char data type is used to store a single character based on the Unicode system.</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Boolean Type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The boolean data type represents logical values and can only store true or false.</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Memory Efficiency</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Primitive types are stored directly in memory and are faster and more memory-efficient than reference types.</a:t>
            </a:r>
            <a:endParaRPr b="0" lang="en-US" sz="1300" spc="-1" strike="noStrike">
              <a:solidFill>
                <a:srgbClr val="ffffff"/>
              </a:solidFill>
              <a:latin typeface="Arial"/>
            </a:endParaRPr>
          </a:p>
        </p:txBody>
      </p:sp>
      <p:sp>
        <p:nvSpPr>
          <p:cNvPr id="1027" name="Rounded Rectangle 19"/>
          <p:cNvSpPr/>
          <p:nvPr/>
        </p:nvSpPr>
        <p:spPr>
          <a:xfrm>
            <a:off x="450792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28" name="Rounded Rectangle 26"/>
          <p:cNvSpPr/>
          <p:nvPr/>
        </p:nvSpPr>
        <p:spPr>
          <a:xfrm>
            <a:off x="4343400" y="2743200"/>
            <a:ext cx="3372480" cy="3647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Primitive Data Types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Numeric Types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byte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short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int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long</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float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double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Character Type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 </a:t>
            </a:r>
            <a:r>
              <a:rPr b="0" lang="en-US" sz="1400" spc="-1" strike="noStrike">
                <a:solidFill>
                  <a:schemeClr val="lt1"/>
                </a:solidFill>
                <a:latin typeface="Calibri"/>
                <a:ea typeface="DejaVu Sans"/>
              </a:rPr>
              <a:t>char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Boolean Type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 </a:t>
            </a:r>
            <a:r>
              <a:rPr b="0" lang="en-US" sz="1400" spc="-1" strike="noStrike">
                <a:solidFill>
                  <a:schemeClr val="lt1"/>
                </a:solidFill>
                <a:latin typeface="Calibri"/>
                <a:ea typeface="DejaVu Sans"/>
              </a:rPr>
              <a:t>boolean</a:t>
            </a:r>
            <a:endParaRPr b="0" lang="en-US" sz="1400" spc="-1" strike="noStrike">
              <a:solidFill>
                <a:srgbClr val="ffffff"/>
              </a:solidFill>
              <a:latin typeface="Arial"/>
            </a:endParaRPr>
          </a:p>
        </p:txBody>
      </p:sp>
      <p:sp>
        <p:nvSpPr>
          <p:cNvPr id="1029" name="Rounded Rectangle 27"/>
          <p:cNvSpPr/>
          <p:nvPr/>
        </p:nvSpPr>
        <p:spPr>
          <a:xfrm>
            <a:off x="8028360" y="3182040"/>
            <a:ext cx="3281040" cy="27324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0" name="Rounded Rectangle 28"/>
          <p:cNvSpPr/>
          <p:nvPr/>
        </p:nvSpPr>
        <p:spPr>
          <a:xfrm>
            <a:off x="7955280" y="2971800"/>
            <a:ext cx="3693600" cy="31906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PrimitiveExample {</a:t>
            </a:r>
            <a:endParaRPr b="0" lang="en-US" sz="1300" spc="-1" strike="noStrike">
              <a:solidFill>
                <a:srgbClr val="ffffff"/>
              </a:solidFill>
              <a:latin typeface="Arial"/>
            </a:endParaRPr>
          </a:p>
          <a:p>
            <a:pPr algn="ctr">
              <a:lnSpc>
                <a:spcPct val="100000"/>
              </a:lnSpc>
            </a:pP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age = 25;</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price = 19.99;</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char grade = 'A';</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boolean isStudent = true;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System.out.println(age);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System.out.println(price);      System.out.println(grade);    System.out.println(isStudent);</a:t>
            </a:r>
            <a:endParaRPr b="0" lang="en-US" sz="1300" spc="-1" strike="noStrike">
              <a:solidFill>
                <a:srgbClr val="ffffff"/>
              </a:solidFill>
              <a:latin typeface="Arial"/>
            </a:endParaRPr>
          </a:p>
          <a:p>
            <a:pPr algn="ctr">
              <a:lnSpc>
                <a:spcPct val="100000"/>
              </a:lnSpc>
            </a:pP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031" name="TextBox 9"/>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 name="Rectangle 80"/>
          <p:cNvSpPr/>
          <p:nvPr/>
        </p:nvSpPr>
        <p:spPr>
          <a:xfrm>
            <a:off x="0" y="0"/>
            <a:ext cx="12178440" cy="68475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3" name="Rectangle 81"/>
          <p:cNvSpPr/>
          <p:nvPr/>
        </p:nvSpPr>
        <p:spPr>
          <a:xfrm>
            <a:off x="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4" name="Rectangle 82"/>
          <p:cNvSpPr/>
          <p:nvPr/>
        </p:nvSpPr>
        <p:spPr>
          <a:xfrm>
            <a:off x="9144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5" name="Rectangle 83"/>
          <p:cNvSpPr/>
          <p:nvPr/>
        </p:nvSpPr>
        <p:spPr>
          <a:xfrm>
            <a:off x="18288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6" name="Rectangle 84"/>
          <p:cNvSpPr/>
          <p:nvPr/>
        </p:nvSpPr>
        <p:spPr>
          <a:xfrm>
            <a:off x="27432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7" name="Rectangle 85"/>
          <p:cNvSpPr/>
          <p:nvPr/>
        </p:nvSpPr>
        <p:spPr>
          <a:xfrm>
            <a:off x="36576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8" name="Rectangle 86"/>
          <p:cNvSpPr/>
          <p:nvPr/>
        </p:nvSpPr>
        <p:spPr>
          <a:xfrm>
            <a:off x="45720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39" name="Rectangle 87"/>
          <p:cNvSpPr/>
          <p:nvPr/>
        </p:nvSpPr>
        <p:spPr>
          <a:xfrm>
            <a:off x="54864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0" name="Rectangle 88"/>
          <p:cNvSpPr/>
          <p:nvPr/>
        </p:nvSpPr>
        <p:spPr>
          <a:xfrm>
            <a:off x="64008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1" name="Rectangle 89"/>
          <p:cNvSpPr/>
          <p:nvPr/>
        </p:nvSpPr>
        <p:spPr>
          <a:xfrm>
            <a:off x="73152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2" name="Rectangle 90"/>
          <p:cNvSpPr/>
          <p:nvPr/>
        </p:nvSpPr>
        <p:spPr>
          <a:xfrm>
            <a:off x="82296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3" name="Rectangle 91"/>
          <p:cNvSpPr/>
          <p:nvPr/>
        </p:nvSpPr>
        <p:spPr>
          <a:xfrm>
            <a:off x="91440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4" name="Rectangle 92"/>
          <p:cNvSpPr/>
          <p:nvPr/>
        </p:nvSpPr>
        <p:spPr>
          <a:xfrm>
            <a:off x="100584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5" name="Rectangle 93"/>
          <p:cNvSpPr/>
          <p:nvPr/>
        </p:nvSpPr>
        <p:spPr>
          <a:xfrm>
            <a:off x="109728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6" name="Rectangle 94"/>
          <p:cNvSpPr/>
          <p:nvPr/>
        </p:nvSpPr>
        <p:spPr>
          <a:xfrm>
            <a:off x="118872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7" name="Rectangle 95"/>
          <p:cNvSpPr/>
          <p:nvPr/>
        </p:nvSpPr>
        <p:spPr>
          <a:xfrm>
            <a:off x="0" y="0"/>
            <a:ext cx="309600" cy="68475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48" name="Rounded Rectangle 36"/>
          <p:cNvSpPr/>
          <p:nvPr/>
        </p:nvSpPr>
        <p:spPr>
          <a:xfrm>
            <a:off x="9875520" y="365760"/>
            <a:ext cx="2001240" cy="4924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049" name="TextBox 13"/>
          <p:cNvSpPr/>
          <p:nvPr/>
        </p:nvSpPr>
        <p:spPr>
          <a:xfrm>
            <a:off x="2400480" y="1005840"/>
            <a:ext cx="617040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REFERENCE DATA TYPES</a:t>
            </a:r>
            <a:endParaRPr b="0" lang="en-US" sz="4800" spc="-1" strike="noStrike">
              <a:solidFill>
                <a:srgbClr val="000000"/>
              </a:solidFill>
              <a:latin typeface="Arial"/>
            </a:endParaRPr>
          </a:p>
        </p:txBody>
      </p:sp>
      <p:sp>
        <p:nvSpPr>
          <p:cNvPr id="1050" name="TextBox 14"/>
          <p:cNvSpPr/>
          <p:nvPr/>
        </p:nvSpPr>
        <p:spPr>
          <a:xfrm>
            <a:off x="2493720" y="2194560"/>
            <a:ext cx="598320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Reference data types store references (memory addresses)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to objects rather than the actual values.</a:t>
            </a:r>
            <a:endParaRPr b="0" lang="en-US" sz="1900" spc="-1" strike="noStrike">
              <a:solidFill>
                <a:srgbClr val="000000"/>
              </a:solidFill>
              <a:latin typeface="Arial"/>
            </a:endParaRPr>
          </a:p>
        </p:txBody>
      </p:sp>
      <p:sp>
        <p:nvSpPr>
          <p:cNvPr id="1051" name="Rounded Rectangle 37"/>
          <p:cNvSpPr/>
          <p:nvPr/>
        </p:nvSpPr>
        <p:spPr>
          <a:xfrm>
            <a:off x="987480" y="3182040"/>
            <a:ext cx="3281400" cy="27327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52" name="Rounded Rectangle 38"/>
          <p:cNvSpPr/>
          <p:nvPr/>
        </p:nvSpPr>
        <p:spPr>
          <a:xfrm>
            <a:off x="685800" y="3108960"/>
            <a:ext cx="3510000" cy="32824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 </a:t>
            </a:r>
            <a:r>
              <a:rPr b="1" lang="en-US" sz="1400" spc="-1" strike="noStrike">
                <a:solidFill>
                  <a:schemeClr val="lt1"/>
                </a:solidFill>
                <a:latin typeface="Calibri"/>
                <a:ea typeface="DejaVu Sans"/>
              </a:rPr>
              <a:t>Object-Based Types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Reference types represent objects created from classes.</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1" lang="en-US" sz="1400" spc="-1" strike="noStrike">
                <a:solidFill>
                  <a:schemeClr val="lt1"/>
                </a:solidFill>
                <a:latin typeface="Calibri"/>
                <a:ea typeface="DejaVu Sans"/>
              </a:rPr>
              <a:t>Memory Reference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They store the memory address of the object instead of the actual data.</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1" lang="en-US" sz="1400" spc="-1" strike="noStrike">
                <a:solidFill>
                  <a:schemeClr val="lt1"/>
                </a:solidFill>
                <a:latin typeface="Calibri"/>
                <a:ea typeface="DejaVu Sans"/>
              </a:rPr>
              <a:t>Common Examples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Examples include String, arrays, classes, and objects.</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1" lang="en-US" sz="1400" spc="-1" strike="noStrike">
                <a:solidFill>
                  <a:schemeClr val="lt1"/>
                </a:solidFill>
                <a:latin typeface="Calibri"/>
                <a:ea typeface="DejaVu Sans"/>
              </a:rPr>
              <a:t>Flexible Structure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Reference types allow storing complex data structures and multiple values.</a:t>
            </a:r>
            <a:endParaRPr b="0" lang="en-US" sz="1400" spc="-1" strike="noStrike">
              <a:solidFill>
                <a:srgbClr val="ffffff"/>
              </a:solidFill>
              <a:latin typeface="Arial"/>
            </a:endParaRPr>
          </a:p>
        </p:txBody>
      </p:sp>
      <p:sp>
        <p:nvSpPr>
          <p:cNvPr id="1053" name="Rounded Rectangle 39"/>
          <p:cNvSpPr/>
          <p:nvPr/>
        </p:nvSpPr>
        <p:spPr>
          <a:xfrm>
            <a:off x="4507920" y="3182040"/>
            <a:ext cx="3281400" cy="27327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54" name="Rounded Rectangle 40"/>
          <p:cNvSpPr/>
          <p:nvPr/>
        </p:nvSpPr>
        <p:spPr>
          <a:xfrm>
            <a:off x="4434840" y="3108960"/>
            <a:ext cx="3281400" cy="27327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2200" spc="-1" strike="noStrike">
                <a:solidFill>
                  <a:schemeClr val="lt1"/>
                </a:solidFill>
                <a:latin typeface="Calibri"/>
                <a:ea typeface="DejaVu Sans"/>
              </a:rPr>
              <a:t>Reference Types</a:t>
            </a:r>
            <a:endParaRPr b="0" lang="en-US" sz="2200" spc="-1" strike="noStrike">
              <a:solidFill>
                <a:srgbClr val="ffffff"/>
              </a:solidFill>
              <a:latin typeface="Arial"/>
            </a:endParaRPr>
          </a:p>
          <a:p>
            <a:pPr>
              <a:lnSpc>
                <a:spcPct val="100000"/>
              </a:lnSpc>
            </a:pPr>
            <a:r>
              <a:rPr b="0" lang="en-US" sz="2200" spc="-1" strike="noStrike">
                <a:solidFill>
                  <a:schemeClr val="lt1"/>
                </a:solidFill>
                <a:latin typeface="Calibri"/>
                <a:ea typeface="DejaVu Sans"/>
              </a:rPr>
              <a:t>      │</a:t>
            </a:r>
            <a:endParaRPr b="0" lang="en-US" sz="2200" spc="-1" strike="noStrike">
              <a:solidFill>
                <a:srgbClr val="ffffff"/>
              </a:solidFill>
              <a:latin typeface="Arial"/>
            </a:endParaRPr>
          </a:p>
          <a:p>
            <a:pPr>
              <a:lnSpc>
                <a:spcPct val="100000"/>
              </a:lnSpc>
            </a:pPr>
            <a:r>
              <a:rPr b="0" lang="en-US" sz="2200" spc="-1" strike="noStrike">
                <a:solidFill>
                  <a:schemeClr val="lt1"/>
                </a:solidFill>
                <a:latin typeface="Calibri"/>
                <a:ea typeface="DejaVu Sans"/>
              </a:rPr>
              <a:t>      ├── </a:t>
            </a:r>
            <a:r>
              <a:rPr b="0" lang="en-US" sz="2200" spc="-1" strike="noStrike">
                <a:solidFill>
                  <a:schemeClr val="lt1"/>
                </a:solidFill>
                <a:latin typeface="Calibri"/>
                <a:ea typeface="DejaVu Sans"/>
              </a:rPr>
              <a:t>String</a:t>
            </a:r>
            <a:endParaRPr b="0" lang="en-US" sz="2200" spc="-1" strike="noStrike">
              <a:solidFill>
                <a:srgbClr val="ffffff"/>
              </a:solidFill>
              <a:latin typeface="Arial"/>
            </a:endParaRPr>
          </a:p>
          <a:p>
            <a:pPr>
              <a:lnSpc>
                <a:spcPct val="100000"/>
              </a:lnSpc>
            </a:pPr>
            <a:r>
              <a:rPr b="0" lang="en-US" sz="2200" spc="-1" strike="noStrike">
                <a:solidFill>
                  <a:schemeClr val="lt1"/>
                </a:solidFill>
                <a:latin typeface="Calibri"/>
                <a:ea typeface="DejaVu Sans"/>
              </a:rPr>
              <a:t>      ├── </a:t>
            </a:r>
            <a:r>
              <a:rPr b="0" lang="en-US" sz="2200" spc="-1" strike="noStrike">
                <a:solidFill>
                  <a:schemeClr val="lt1"/>
                </a:solidFill>
                <a:latin typeface="Calibri"/>
                <a:ea typeface="DejaVu Sans"/>
              </a:rPr>
              <a:t>Arrays</a:t>
            </a:r>
            <a:endParaRPr b="0" lang="en-US" sz="2200" spc="-1" strike="noStrike">
              <a:solidFill>
                <a:srgbClr val="ffffff"/>
              </a:solidFill>
              <a:latin typeface="Arial"/>
            </a:endParaRPr>
          </a:p>
          <a:p>
            <a:pPr>
              <a:lnSpc>
                <a:spcPct val="100000"/>
              </a:lnSpc>
            </a:pPr>
            <a:r>
              <a:rPr b="0" lang="en-US" sz="2200" spc="-1" strike="noStrike">
                <a:solidFill>
                  <a:schemeClr val="lt1"/>
                </a:solidFill>
                <a:latin typeface="Calibri"/>
                <a:ea typeface="DejaVu Sans"/>
              </a:rPr>
              <a:t>      ├── </a:t>
            </a:r>
            <a:r>
              <a:rPr b="0" lang="en-US" sz="2200" spc="-1" strike="noStrike">
                <a:solidFill>
                  <a:schemeClr val="lt1"/>
                </a:solidFill>
                <a:latin typeface="Calibri"/>
                <a:ea typeface="DejaVu Sans"/>
              </a:rPr>
              <a:t>Classes</a:t>
            </a:r>
            <a:endParaRPr b="0" lang="en-US" sz="2200" spc="-1" strike="noStrike">
              <a:solidFill>
                <a:srgbClr val="ffffff"/>
              </a:solidFill>
              <a:latin typeface="Arial"/>
            </a:endParaRPr>
          </a:p>
          <a:p>
            <a:pPr>
              <a:lnSpc>
                <a:spcPct val="100000"/>
              </a:lnSpc>
            </a:pPr>
            <a:r>
              <a:rPr b="0" lang="en-US" sz="2200" spc="-1" strike="noStrike">
                <a:solidFill>
                  <a:schemeClr val="lt1"/>
                </a:solidFill>
                <a:latin typeface="Calibri"/>
                <a:ea typeface="DejaVu Sans"/>
              </a:rPr>
              <a:t>      └── </a:t>
            </a:r>
            <a:r>
              <a:rPr b="0" lang="en-US" sz="2200" spc="-1" strike="noStrike">
                <a:solidFill>
                  <a:schemeClr val="lt1"/>
                </a:solidFill>
                <a:latin typeface="Calibri"/>
                <a:ea typeface="DejaVu Sans"/>
              </a:rPr>
              <a:t>Objects</a:t>
            </a:r>
            <a:endParaRPr b="0" lang="en-US" sz="2200" spc="-1" strike="noStrike">
              <a:solidFill>
                <a:srgbClr val="ffffff"/>
              </a:solidFill>
              <a:latin typeface="Arial"/>
            </a:endParaRPr>
          </a:p>
        </p:txBody>
      </p:sp>
      <p:sp>
        <p:nvSpPr>
          <p:cNvPr id="1055" name="Rounded Rectangle 41"/>
          <p:cNvSpPr/>
          <p:nvPr/>
        </p:nvSpPr>
        <p:spPr>
          <a:xfrm>
            <a:off x="8028360" y="3182040"/>
            <a:ext cx="3281400" cy="27327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56" name="Rounded Rectangle 42"/>
          <p:cNvSpPr/>
          <p:nvPr/>
        </p:nvSpPr>
        <p:spPr>
          <a:xfrm>
            <a:off x="7955280" y="3108960"/>
            <a:ext cx="3693960" cy="3053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400" spc="-1" strike="noStrike">
                <a:solidFill>
                  <a:srgbClr val="78ffc8"/>
                </a:solidFill>
                <a:latin typeface="Consolas"/>
                <a:ea typeface="DejaVu Sans"/>
              </a:rPr>
              <a:t>public class ReferenceExample {</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public static void main(String[] args) {</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String name = "Java";</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int[] numbers = {10, 20, 30};</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System.out.println(name);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System.out.println(numbers[0]);</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a:t>
            </a:r>
            <a:endParaRPr b="0" lang="en-US" sz="1400" spc="-1" strike="noStrike">
              <a:solidFill>
                <a:srgbClr val="ffffff"/>
              </a:solidFill>
              <a:latin typeface="Arial"/>
            </a:endParaRPr>
          </a:p>
        </p:txBody>
      </p:sp>
      <p:sp>
        <p:nvSpPr>
          <p:cNvPr id="1057" name="TextBox 15"/>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 name="Rectangle 64"/>
          <p:cNvSpPr/>
          <p:nvPr/>
        </p:nvSpPr>
        <p:spPr>
          <a:xfrm>
            <a:off x="0" y="0"/>
            <a:ext cx="12178440" cy="68475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59" name="Rectangle 65"/>
          <p:cNvSpPr/>
          <p:nvPr/>
        </p:nvSpPr>
        <p:spPr>
          <a:xfrm>
            <a:off x="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0" name="Rectangle 66"/>
          <p:cNvSpPr/>
          <p:nvPr/>
        </p:nvSpPr>
        <p:spPr>
          <a:xfrm>
            <a:off x="9144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1" name="Rectangle 67"/>
          <p:cNvSpPr/>
          <p:nvPr/>
        </p:nvSpPr>
        <p:spPr>
          <a:xfrm>
            <a:off x="18288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2" name="Rectangle 68"/>
          <p:cNvSpPr/>
          <p:nvPr/>
        </p:nvSpPr>
        <p:spPr>
          <a:xfrm>
            <a:off x="27432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3" name="Rectangle 69"/>
          <p:cNvSpPr/>
          <p:nvPr/>
        </p:nvSpPr>
        <p:spPr>
          <a:xfrm>
            <a:off x="36576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4" name="Rectangle 70"/>
          <p:cNvSpPr/>
          <p:nvPr/>
        </p:nvSpPr>
        <p:spPr>
          <a:xfrm>
            <a:off x="45720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5" name="Rectangle 71"/>
          <p:cNvSpPr/>
          <p:nvPr/>
        </p:nvSpPr>
        <p:spPr>
          <a:xfrm>
            <a:off x="54864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6" name="Rectangle 72"/>
          <p:cNvSpPr/>
          <p:nvPr/>
        </p:nvSpPr>
        <p:spPr>
          <a:xfrm>
            <a:off x="64008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7" name="Rectangle 73"/>
          <p:cNvSpPr/>
          <p:nvPr/>
        </p:nvSpPr>
        <p:spPr>
          <a:xfrm>
            <a:off x="73152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8" name="Rectangle 74"/>
          <p:cNvSpPr/>
          <p:nvPr/>
        </p:nvSpPr>
        <p:spPr>
          <a:xfrm>
            <a:off x="82296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69" name="Rectangle 75"/>
          <p:cNvSpPr/>
          <p:nvPr/>
        </p:nvSpPr>
        <p:spPr>
          <a:xfrm>
            <a:off x="91440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70" name="Rectangle 76"/>
          <p:cNvSpPr/>
          <p:nvPr/>
        </p:nvSpPr>
        <p:spPr>
          <a:xfrm>
            <a:off x="100584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71" name="Rectangle 77"/>
          <p:cNvSpPr/>
          <p:nvPr/>
        </p:nvSpPr>
        <p:spPr>
          <a:xfrm>
            <a:off x="109728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72" name="Rectangle 78"/>
          <p:cNvSpPr/>
          <p:nvPr/>
        </p:nvSpPr>
        <p:spPr>
          <a:xfrm>
            <a:off x="11887200" y="0"/>
            <a:ext cx="7920" cy="68475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73" name="Rectangle 79"/>
          <p:cNvSpPr/>
          <p:nvPr/>
        </p:nvSpPr>
        <p:spPr>
          <a:xfrm>
            <a:off x="0" y="0"/>
            <a:ext cx="309600" cy="68475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74" name="Rounded Rectangle 29"/>
          <p:cNvSpPr/>
          <p:nvPr/>
        </p:nvSpPr>
        <p:spPr>
          <a:xfrm>
            <a:off x="9875520" y="365760"/>
            <a:ext cx="2001240" cy="4924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075" name="TextBox 10"/>
          <p:cNvSpPr/>
          <p:nvPr/>
        </p:nvSpPr>
        <p:spPr>
          <a:xfrm>
            <a:off x="1342800" y="1005840"/>
            <a:ext cx="828576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PRIMITIVE VS REFERENCE TYPES</a:t>
            </a:r>
            <a:endParaRPr b="0" lang="en-US" sz="4800" spc="-1" strike="noStrike">
              <a:solidFill>
                <a:srgbClr val="000000"/>
              </a:solidFill>
              <a:latin typeface="Arial"/>
            </a:endParaRPr>
          </a:p>
        </p:txBody>
      </p:sp>
      <p:sp>
        <p:nvSpPr>
          <p:cNvPr id="1076" name="TextBox 11"/>
          <p:cNvSpPr/>
          <p:nvPr/>
        </p:nvSpPr>
        <p:spPr>
          <a:xfrm>
            <a:off x="1143000" y="2057400"/>
            <a:ext cx="927324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Java data types are divided into primitive types and reference types.</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Primitive types store actual values, while reference types store memory addresses of objects.</a:t>
            </a:r>
            <a:endParaRPr b="0" lang="en-US" sz="1900" spc="-1" strike="noStrike">
              <a:solidFill>
                <a:srgbClr val="000000"/>
              </a:solidFill>
              <a:latin typeface="Arial"/>
            </a:endParaRPr>
          </a:p>
        </p:txBody>
      </p:sp>
      <p:sp>
        <p:nvSpPr>
          <p:cNvPr id="1077" name="Rounded Rectangle 30"/>
          <p:cNvSpPr/>
          <p:nvPr/>
        </p:nvSpPr>
        <p:spPr>
          <a:xfrm>
            <a:off x="987480" y="3182040"/>
            <a:ext cx="3281400" cy="27327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78" name="Rounded Rectangle 31"/>
          <p:cNvSpPr/>
          <p:nvPr/>
        </p:nvSpPr>
        <p:spPr>
          <a:xfrm>
            <a:off x="457200" y="2971800"/>
            <a:ext cx="3738600" cy="34196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200" spc="-1" strike="noStrike">
                <a:solidFill>
                  <a:schemeClr val="lt1"/>
                </a:solidFill>
                <a:latin typeface="Calibri"/>
                <a:ea typeface="DejaVu Sans"/>
              </a:rPr>
              <a:t>Primitive Types</a:t>
            </a:r>
            <a:endParaRPr b="0" lang="en-US" sz="1200" spc="-1" strike="noStrike">
              <a:solidFill>
                <a:srgbClr val="ffffff"/>
              </a:solidFill>
              <a:latin typeface="Arial"/>
            </a:endParaRPr>
          </a:p>
          <a:p>
            <a:pPr>
              <a:lnSpc>
                <a:spcPct val="100000"/>
              </a:lnSpc>
            </a:pPr>
            <a:r>
              <a:rPr b="0" lang="en-US" sz="1200" spc="-1" strike="noStrike">
                <a:solidFill>
                  <a:schemeClr val="lt1"/>
                </a:solidFill>
                <a:latin typeface="Calibri"/>
                <a:ea typeface="DejaVu Sans"/>
              </a:rPr>
              <a:t>Primitive types store the actual value directly in memory. Examples include int, double, char, and boolean.</a:t>
            </a: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r>
              <a:rPr b="1" lang="en-US" sz="1200" spc="-1" strike="noStrike">
                <a:solidFill>
                  <a:schemeClr val="lt1"/>
                </a:solidFill>
                <a:latin typeface="Calibri"/>
                <a:ea typeface="DejaVu Sans"/>
              </a:rPr>
              <a:t>Reference Types</a:t>
            </a:r>
            <a:endParaRPr b="0" lang="en-US" sz="1200" spc="-1" strike="noStrike">
              <a:solidFill>
                <a:srgbClr val="ffffff"/>
              </a:solidFill>
              <a:latin typeface="Arial"/>
            </a:endParaRPr>
          </a:p>
          <a:p>
            <a:pPr>
              <a:lnSpc>
                <a:spcPct val="100000"/>
              </a:lnSpc>
            </a:pPr>
            <a:r>
              <a:rPr b="0" lang="en-US" sz="1200" spc="-1" strike="noStrike">
                <a:solidFill>
                  <a:schemeClr val="lt1"/>
                </a:solidFill>
                <a:latin typeface="Calibri"/>
                <a:ea typeface="DejaVu Sans"/>
              </a:rPr>
              <a:t>Reference types store the memory address of an object. Examples include String, arrays, and class objects.</a:t>
            </a: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r>
              <a:rPr b="1" lang="en-US" sz="1200" spc="-1" strike="noStrike">
                <a:solidFill>
                  <a:schemeClr val="lt1"/>
                </a:solidFill>
                <a:latin typeface="Calibri"/>
                <a:ea typeface="DejaVu Sans"/>
              </a:rPr>
              <a:t>Memory Storage</a:t>
            </a:r>
            <a:endParaRPr b="0" lang="en-US" sz="1200" spc="-1" strike="noStrike">
              <a:solidFill>
                <a:srgbClr val="ffffff"/>
              </a:solidFill>
              <a:latin typeface="Arial"/>
            </a:endParaRPr>
          </a:p>
          <a:p>
            <a:pPr>
              <a:lnSpc>
                <a:spcPct val="100000"/>
              </a:lnSpc>
            </a:pPr>
            <a:r>
              <a:rPr b="0" lang="en-US" sz="1200" spc="-1" strike="noStrike">
                <a:solidFill>
                  <a:schemeClr val="lt1"/>
                </a:solidFill>
                <a:latin typeface="Calibri"/>
                <a:ea typeface="DejaVu Sans"/>
              </a:rPr>
              <a:t>Primitive values are stored directly, while reference types point to objects in memory.</a:t>
            </a: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r>
              <a:rPr b="1" lang="en-US" sz="1200" spc="-1" strike="noStrike">
                <a:solidFill>
                  <a:schemeClr val="lt1"/>
                </a:solidFill>
                <a:latin typeface="Calibri"/>
                <a:ea typeface="DejaVu Sans"/>
              </a:rPr>
              <a:t>Usage Difference</a:t>
            </a:r>
            <a:endParaRPr b="0" lang="en-US" sz="1200" spc="-1" strike="noStrike">
              <a:solidFill>
                <a:srgbClr val="ffffff"/>
              </a:solidFill>
              <a:latin typeface="Arial"/>
            </a:endParaRPr>
          </a:p>
          <a:p>
            <a:pPr>
              <a:lnSpc>
                <a:spcPct val="100000"/>
              </a:lnSpc>
            </a:pPr>
            <a:r>
              <a:rPr b="0" lang="en-US" sz="1200" spc="-1" strike="noStrike">
                <a:solidFill>
                  <a:schemeClr val="lt1"/>
                </a:solidFill>
                <a:latin typeface="Calibri"/>
                <a:ea typeface="DejaVu Sans"/>
              </a:rPr>
              <a:t>Primitive types are used for simple values, while reference types handle complex data and objects.</a:t>
            </a:r>
            <a:endParaRPr b="0" lang="en-US" sz="1200" spc="-1" strike="noStrike">
              <a:solidFill>
                <a:srgbClr val="ffffff"/>
              </a:solidFill>
              <a:latin typeface="Arial"/>
            </a:endParaRPr>
          </a:p>
        </p:txBody>
      </p:sp>
      <p:sp>
        <p:nvSpPr>
          <p:cNvPr id="1079" name="Rounded Rectangle 32"/>
          <p:cNvSpPr/>
          <p:nvPr/>
        </p:nvSpPr>
        <p:spPr>
          <a:xfrm>
            <a:off x="4507920" y="3182040"/>
            <a:ext cx="3281400" cy="27327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0" name="Rounded Rectangle 33"/>
          <p:cNvSpPr/>
          <p:nvPr/>
        </p:nvSpPr>
        <p:spPr>
          <a:xfrm>
            <a:off x="4343400" y="2971800"/>
            <a:ext cx="3419640" cy="32824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Java Data Types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Primitive Types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 </a:t>
            </a:r>
            <a:r>
              <a:rPr b="0" lang="en-US" sz="1800" spc="-1" strike="noStrike">
                <a:solidFill>
                  <a:schemeClr val="lt1"/>
                </a:solidFill>
                <a:latin typeface="Calibri"/>
                <a:ea typeface="DejaVu Sans"/>
              </a:rPr>
              <a:t>int</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 </a:t>
            </a:r>
            <a:r>
              <a:rPr b="0" lang="en-US" sz="1800" spc="-1" strike="noStrike">
                <a:solidFill>
                  <a:schemeClr val="lt1"/>
                </a:solidFill>
                <a:latin typeface="Calibri"/>
                <a:ea typeface="DejaVu Sans"/>
              </a:rPr>
              <a:t>double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 </a:t>
            </a:r>
            <a:r>
              <a:rPr b="0" lang="en-US" sz="1800" spc="-1" strike="noStrike">
                <a:solidFill>
                  <a:schemeClr val="lt1"/>
                </a:solidFill>
                <a:latin typeface="Calibri"/>
                <a:ea typeface="DejaVu Sans"/>
              </a:rPr>
              <a:t>char</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 </a:t>
            </a:r>
            <a:r>
              <a:rPr b="0" lang="en-US" sz="1800" spc="-1" strike="noStrike">
                <a:solidFill>
                  <a:schemeClr val="lt1"/>
                </a:solidFill>
                <a:latin typeface="Calibri"/>
                <a:ea typeface="DejaVu Sans"/>
              </a:rPr>
              <a:t>boolean</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Reference Types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String</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Arrays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Objects</a:t>
            </a:r>
            <a:endParaRPr b="0" lang="en-US" sz="1800" spc="-1" strike="noStrike">
              <a:solidFill>
                <a:srgbClr val="ffffff"/>
              </a:solidFill>
              <a:latin typeface="Arial"/>
            </a:endParaRPr>
          </a:p>
        </p:txBody>
      </p:sp>
      <p:sp>
        <p:nvSpPr>
          <p:cNvPr id="1081" name="Rounded Rectangle 34"/>
          <p:cNvSpPr/>
          <p:nvPr/>
        </p:nvSpPr>
        <p:spPr>
          <a:xfrm>
            <a:off x="8028360" y="3182040"/>
            <a:ext cx="3281400" cy="27327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2" name="Rounded Rectangle 35"/>
          <p:cNvSpPr/>
          <p:nvPr/>
        </p:nvSpPr>
        <p:spPr>
          <a:xfrm>
            <a:off x="7955280" y="3108960"/>
            <a:ext cx="3693960" cy="3053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100" spc="-1" strike="noStrike">
                <a:solidFill>
                  <a:srgbClr val="78ffc8"/>
                </a:solidFill>
                <a:latin typeface="Consolas"/>
                <a:ea typeface="DejaVu Sans"/>
              </a:rPr>
              <a:t>public class PrimitiveVsReference {</a:t>
            </a:r>
            <a:endParaRPr b="0" lang="en-US" sz="1100" spc="-1" strike="noStrike">
              <a:solidFill>
                <a:srgbClr val="ffffff"/>
              </a:solidFill>
              <a:latin typeface="Arial"/>
            </a:endParaRPr>
          </a:p>
          <a:p>
            <a:pPr algn="ctr">
              <a:lnSpc>
                <a:spcPct val="100000"/>
              </a:lnSpc>
            </a:pP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public static void main(String[] args) {</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int number = 10;           // primitive type</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double price = 19.99;     // primitive type</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String text = "Java";     // reference type</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int[] numbers = {1, 2, 3}; // reference type</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System.out.println(number);</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System.out.println(price);</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System.out.println(text);</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System.out.println(numbers[0]);</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    </a:t>
            </a:r>
            <a:r>
              <a:rPr b="0" lang="en-US" sz="1100" spc="-1" strike="noStrike">
                <a:solidFill>
                  <a:srgbClr val="78ffc8"/>
                </a:solidFill>
                <a:latin typeface="Consolas"/>
                <a:ea typeface="DejaVu Sans"/>
              </a:rPr>
              <a:t>}</a:t>
            </a:r>
            <a:endParaRPr b="0" lang="en-US" sz="1100" spc="-1" strike="noStrike">
              <a:solidFill>
                <a:srgbClr val="ffffff"/>
              </a:solidFill>
              <a:latin typeface="Arial"/>
            </a:endParaRPr>
          </a:p>
          <a:p>
            <a:pPr algn="ctr">
              <a:lnSpc>
                <a:spcPct val="100000"/>
              </a:lnSpc>
            </a:pPr>
            <a:r>
              <a:rPr b="0" lang="en-US" sz="1100" spc="-1" strike="noStrike">
                <a:solidFill>
                  <a:srgbClr val="78ffc8"/>
                </a:solidFill>
                <a:latin typeface="Consolas"/>
                <a:ea typeface="DejaVu Sans"/>
              </a:rPr>
              <a:t>}</a:t>
            </a:r>
            <a:endParaRPr b="0" lang="en-US" sz="1100" spc="-1" strike="noStrike">
              <a:solidFill>
                <a:srgbClr val="ffffff"/>
              </a:solidFill>
              <a:latin typeface="Arial"/>
            </a:endParaRPr>
          </a:p>
        </p:txBody>
      </p:sp>
      <p:sp>
        <p:nvSpPr>
          <p:cNvPr id="1083" name="TextBox 12"/>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 name="Rectangle 96"/>
          <p:cNvSpPr/>
          <p:nvPr/>
        </p:nvSpPr>
        <p:spPr>
          <a:xfrm>
            <a:off x="0" y="0"/>
            <a:ext cx="12178800" cy="684792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5" name="Rectangle 97"/>
          <p:cNvSpPr/>
          <p:nvPr/>
        </p:nvSpPr>
        <p:spPr>
          <a:xfrm>
            <a:off x="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6" name="Rectangle 98"/>
          <p:cNvSpPr/>
          <p:nvPr/>
        </p:nvSpPr>
        <p:spPr>
          <a:xfrm>
            <a:off x="9144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7" name="Rectangle 99"/>
          <p:cNvSpPr/>
          <p:nvPr/>
        </p:nvSpPr>
        <p:spPr>
          <a:xfrm>
            <a:off x="18288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8" name="Rectangle 100"/>
          <p:cNvSpPr/>
          <p:nvPr/>
        </p:nvSpPr>
        <p:spPr>
          <a:xfrm>
            <a:off x="27432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89" name="Rectangle 101"/>
          <p:cNvSpPr/>
          <p:nvPr/>
        </p:nvSpPr>
        <p:spPr>
          <a:xfrm>
            <a:off x="36576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0" name="Rectangle 102"/>
          <p:cNvSpPr/>
          <p:nvPr/>
        </p:nvSpPr>
        <p:spPr>
          <a:xfrm>
            <a:off x="45720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1" name="Rectangle 103"/>
          <p:cNvSpPr/>
          <p:nvPr/>
        </p:nvSpPr>
        <p:spPr>
          <a:xfrm>
            <a:off x="54864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2" name="Rectangle 104"/>
          <p:cNvSpPr/>
          <p:nvPr/>
        </p:nvSpPr>
        <p:spPr>
          <a:xfrm>
            <a:off x="64008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3" name="Rectangle 105"/>
          <p:cNvSpPr/>
          <p:nvPr/>
        </p:nvSpPr>
        <p:spPr>
          <a:xfrm>
            <a:off x="73152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4" name="Rectangle 106"/>
          <p:cNvSpPr/>
          <p:nvPr/>
        </p:nvSpPr>
        <p:spPr>
          <a:xfrm>
            <a:off x="82296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5" name="Rectangle 107"/>
          <p:cNvSpPr/>
          <p:nvPr/>
        </p:nvSpPr>
        <p:spPr>
          <a:xfrm>
            <a:off x="91440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6" name="Rectangle 108"/>
          <p:cNvSpPr/>
          <p:nvPr/>
        </p:nvSpPr>
        <p:spPr>
          <a:xfrm>
            <a:off x="100584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7" name="Rectangle 109"/>
          <p:cNvSpPr/>
          <p:nvPr/>
        </p:nvSpPr>
        <p:spPr>
          <a:xfrm>
            <a:off x="109728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8" name="Rectangle 110"/>
          <p:cNvSpPr/>
          <p:nvPr/>
        </p:nvSpPr>
        <p:spPr>
          <a:xfrm>
            <a:off x="118872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099" name="Rectangle 111"/>
          <p:cNvSpPr/>
          <p:nvPr/>
        </p:nvSpPr>
        <p:spPr>
          <a:xfrm>
            <a:off x="0" y="0"/>
            <a:ext cx="309960" cy="684792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00" name="Rounded Rectangle 43"/>
          <p:cNvSpPr/>
          <p:nvPr/>
        </p:nvSpPr>
        <p:spPr>
          <a:xfrm>
            <a:off x="9875520" y="365760"/>
            <a:ext cx="2001600" cy="49284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101" name="TextBox 16"/>
          <p:cNvSpPr/>
          <p:nvPr/>
        </p:nvSpPr>
        <p:spPr>
          <a:xfrm>
            <a:off x="2108520" y="1005840"/>
            <a:ext cx="675432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VARIABLE NAMING RULES</a:t>
            </a:r>
            <a:endParaRPr b="0" lang="en-US" sz="4800" spc="-1" strike="noStrike">
              <a:solidFill>
                <a:srgbClr val="000000"/>
              </a:solidFill>
              <a:latin typeface="Arial"/>
            </a:endParaRPr>
          </a:p>
        </p:txBody>
      </p:sp>
      <p:sp>
        <p:nvSpPr>
          <p:cNvPr id="1102" name="TextBox 17"/>
          <p:cNvSpPr/>
          <p:nvPr/>
        </p:nvSpPr>
        <p:spPr>
          <a:xfrm>
            <a:off x="2305080" y="1826640"/>
            <a:ext cx="650412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Variable naming rules specify how variables should be written in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Java to ensure valid and readable code.</a:t>
            </a:r>
            <a:endParaRPr b="0" lang="en-US" sz="1900" spc="-1" strike="noStrike">
              <a:solidFill>
                <a:srgbClr val="000000"/>
              </a:solidFill>
              <a:latin typeface="Arial"/>
            </a:endParaRPr>
          </a:p>
        </p:txBody>
      </p:sp>
      <p:sp>
        <p:nvSpPr>
          <p:cNvPr id="1103" name="Rounded Rectangle 44"/>
          <p:cNvSpPr/>
          <p:nvPr/>
        </p:nvSpPr>
        <p:spPr>
          <a:xfrm>
            <a:off x="987480" y="3182040"/>
            <a:ext cx="3281760" cy="27331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04" name="Rounded Rectangle 45"/>
          <p:cNvSpPr/>
          <p:nvPr/>
        </p:nvSpPr>
        <p:spPr>
          <a:xfrm>
            <a:off x="475560" y="2514600"/>
            <a:ext cx="3720600" cy="38772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300" spc="-1" strike="noStrike">
                <a:solidFill>
                  <a:schemeClr val="lt1"/>
                </a:solidFill>
                <a:latin typeface="Calibri"/>
                <a:ea typeface="DejaVu Sans"/>
              </a:rPr>
              <a:t>Start with Letter, _ or $</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 variable name must start with a letter, underscore _, or dollar sign $.</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No Spaces Allowed</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Variable names cannot contain spaces.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Case Sensitive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Java variable names are case sensitive (age and Age are different).</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Cannot Use Keywords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Java reserved keywords such as int, class, or public cannot be used as variable names.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Meaningful Names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Variable names should be meaningful and descriptive to improve code readability.</a:t>
            </a:r>
            <a:endParaRPr b="0" lang="en-US" sz="1300" spc="-1" strike="noStrike">
              <a:solidFill>
                <a:srgbClr val="ffffff"/>
              </a:solidFill>
              <a:latin typeface="Arial"/>
            </a:endParaRPr>
          </a:p>
        </p:txBody>
      </p:sp>
      <p:sp>
        <p:nvSpPr>
          <p:cNvPr id="1105" name="Rounded Rectangle 46"/>
          <p:cNvSpPr/>
          <p:nvPr/>
        </p:nvSpPr>
        <p:spPr>
          <a:xfrm>
            <a:off x="4507920" y="3182040"/>
            <a:ext cx="3281760" cy="27331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06" name="Rounded Rectangle 47"/>
          <p:cNvSpPr/>
          <p:nvPr/>
        </p:nvSpPr>
        <p:spPr>
          <a:xfrm>
            <a:off x="4434840" y="3108960"/>
            <a:ext cx="3281760" cy="2733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Variable Name Rules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Start with letter / _ /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No spaces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Case sensitive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Not a keyword</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Use meaningful names</a:t>
            </a:r>
            <a:endParaRPr b="0" lang="en-US" sz="1800" spc="-1" strike="noStrike">
              <a:solidFill>
                <a:srgbClr val="ffffff"/>
              </a:solidFill>
              <a:latin typeface="Arial"/>
            </a:endParaRPr>
          </a:p>
        </p:txBody>
      </p:sp>
      <p:sp>
        <p:nvSpPr>
          <p:cNvPr id="1107" name="Rounded Rectangle 48"/>
          <p:cNvSpPr/>
          <p:nvPr/>
        </p:nvSpPr>
        <p:spPr>
          <a:xfrm>
            <a:off x="8028360" y="3182040"/>
            <a:ext cx="3281760" cy="27331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08" name="Rounded Rectangle 49"/>
          <p:cNvSpPr/>
          <p:nvPr/>
        </p:nvSpPr>
        <p:spPr>
          <a:xfrm>
            <a:off x="7955280" y="2514600"/>
            <a:ext cx="3694320" cy="3400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public class VariableNaming {</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static void main(String[] args)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age = 25;          // valid</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studentCount = 30; // valid</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 int 2age = 20;      // invalid (cannot start with number)</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 int student age = 5; // invalid (space not allowed)</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 int class = 10;     // invalid (keyword)</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System.out.println(age); System.out.println(studentCount);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p:txBody>
      </p:sp>
      <p:sp>
        <p:nvSpPr>
          <p:cNvPr id="1109" name="TextBox 20"/>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 name="Rectangle 112"/>
          <p:cNvSpPr/>
          <p:nvPr/>
        </p:nvSpPr>
        <p:spPr>
          <a:xfrm>
            <a:off x="0" y="0"/>
            <a:ext cx="12178800" cy="684792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1" name="Rectangle 113"/>
          <p:cNvSpPr/>
          <p:nvPr/>
        </p:nvSpPr>
        <p:spPr>
          <a:xfrm>
            <a:off x="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2" name="Rectangle 114"/>
          <p:cNvSpPr/>
          <p:nvPr/>
        </p:nvSpPr>
        <p:spPr>
          <a:xfrm>
            <a:off x="9144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3" name="Rectangle 115"/>
          <p:cNvSpPr/>
          <p:nvPr/>
        </p:nvSpPr>
        <p:spPr>
          <a:xfrm>
            <a:off x="18288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4" name="Rectangle 116"/>
          <p:cNvSpPr/>
          <p:nvPr/>
        </p:nvSpPr>
        <p:spPr>
          <a:xfrm>
            <a:off x="27432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5" name="Rectangle 117"/>
          <p:cNvSpPr/>
          <p:nvPr/>
        </p:nvSpPr>
        <p:spPr>
          <a:xfrm>
            <a:off x="36576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6" name="Rectangle 118"/>
          <p:cNvSpPr/>
          <p:nvPr/>
        </p:nvSpPr>
        <p:spPr>
          <a:xfrm>
            <a:off x="45720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7" name="Rectangle 119"/>
          <p:cNvSpPr/>
          <p:nvPr/>
        </p:nvSpPr>
        <p:spPr>
          <a:xfrm>
            <a:off x="54864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8" name="Rectangle 120"/>
          <p:cNvSpPr/>
          <p:nvPr/>
        </p:nvSpPr>
        <p:spPr>
          <a:xfrm>
            <a:off x="64008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19" name="Rectangle 121"/>
          <p:cNvSpPr/>
          <p:nvPr/>
        </p:nvSpPr>
        <p:spPr>
          <a:xfrm>
            <a:off x="73152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0" name="Rectangle 122"/>
          <p:cNvSpPr/>
          <p:nvPr/>
        </p:nvSpPr>
        <p:spPr>
          <a:xfrm>
            <a:off x="82296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1" name="Rectangle 123"/>
          <p:cNvSpPr/>
          <p:nvPr/>
        </p:nvSpPr>
        <p:spPr>
          <a:xfrm>
            <a:off x="91440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2" name="Rectangle 124"/>
          <p:cNvSpPr/>
          <p:nvPr/>
        </p:nvSpPr>
        <p:spPr>
          <a:xfrm>
            <a:off x="100584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3" name="Rectangle 125"/>
          <p:cNvSpPr/>
          <p:nvPr/>
        </p:nvSpPr>
        <p:spPr>
          <a:xfrm>
            <a:off x="109728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4" name="Rectangle 126"/>
          <p:cNvSpPr/>
          <p:nvPr/>
        </p:nvSpPr>
        <p:spPr>
          <a:xfrm>
            <a:off x="11887200" y="0"/>
            <a:ext cx="8280" cy="68479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5" name="Rectangle 127"/>
          <p:cNvSpPr/>
          <p:nvPr/>
        </p:nvSpPr>
        <p:spPr>
          <a:xfrm>
            <a:off x="0" y="0"/>
            <a:ext cx="309960" cy="684792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26" name="Rounded Rectangle 50"/>
          <p:cNvSpPr/>
          <p:nvPr/>
        </p:nvSpPr>
        <p:spPr>
          <a:xfrm>
            <a:off x="9875520" y="365760"/>
            <a:ext cx="2001600" cy="49284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127" name="TextBox 21"/>
          <p:cNvSpPr/>
          <p:nvPr/>
        </p:nvSpPr>
        <p:spPr>
          <a:xfrm>
            <a:off x="2159640" y="1005840"/>
            <a:ext cx="66520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VARIABLE INITIALIZATION</a:t>
            </a:r>
            <a:endParaRPr b="0" lang="en-US" sz="4800" spc="-1" strike="noStrike">
              <a:solidFill>
                <a:srgbClr val="000000"/>
              </a:solidFill>
              <a:latin typeface="Arial"/>
            </a:endParaRPr>
          </a:p>
        </p:txBody>
      </p:sp>
      <p:sp>
        <p:nvSpPr>
          <p:cNvPr id="1128" name="TextBox 22"/>
          <p:cNvSpPr/>
          <p:nvPr/>
        </p:nvSpPr>
        <p:spPr>
          <a:xfrm>
            <a:off x="2057400" y="2074680"/>
            <a:ext cx="687168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Variable initialization is the process of assigning a value to a variable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when it is declared or before it is used.</a:t>
            </a:r>
            <a:endParaRPr b="0" lang="en-US" sz="1900" spc="-1" strike="noStrike">
              <a:solidFill>
                <a:srgbClr val="000000"/>
              </a:solidFill>
              <a:latin typeface="Arial"/>
            </a:endParaRPr>
          </a:p>
        </p:txBody>
      </p:sp>
      <p:sp>
        <p:nvSpPr>
          <p:cNvPr id="1129" name="Rounded Rectangle 51"/>
          <p:cNvSpPr/>
          <p:nvPr/>
        </p:nvSpPr>
        <p:spPr>
          <a:xfrm>
            <a:off x="987480" y="3182040"/>
            <a:ext cx="3281760" cy="27331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30" name="Rounded Rectangle 52"/>
          <p:cNvSpPr/>
          <p:nvPr/>
        </p:nvSpPr>
        <p:spPr>
          <a:xfrm>
            <a:off x="685800" y="2971800"/>
            <a:ext cx="3510360" cy="31914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400" spc="-1" strike="noStrike">
                <a:solidFill>
                  <a:schemeClr val="lt1"/>
                </a:solidFill>
                <a:latin typeface="Calibri"/>
                <a:ea typeface="DejaVu Sans"/>
              </a:rPr>
              <a:t>Declaration</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 variable must first be declared with a data type and name.</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Initialization</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Initialization means assigning an initial value to the variable.</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Default Values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Some variables receive default values automatically depending on their type.</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Before Usage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Local variables must be initialized before they are used in a program.</a:t>
            </a:r>
            <a:endParaRPr b="0" lang="en-US" sz="1400" spc="-1" strike="noStrike">
              <a:solidFill>
                <a:srgbClr val="ffffff"/>
              </a:solidFill>
              <a:latin typeface="Arial"/>
            </a:endParaRPr>
          </a:p>
        </p:txBody>
      </p:sp>
      <p:sp>
        <p:nvSpPr>
          <p:cNvPr id="1131" name="Rounded Rectangle 53"/>
          <p:cNvSpPr/>
          <p:nvPr/>
        </p:nvSpPr>
        <p:spPr>
          <a:xfrm>
            <a:off x="4507920" y="3182040"/>
            <a:ext cx="3281760" cy="27331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32" name="Rounded Rectangle 54"/>
          <p:cNvSpPr/>
          <p:nvPr/>
        </p:nvSpPr>
        <p:spPr>
          <a:xfrm>
            <a:off x="4434840" y="3108960"/>
            <a:ext cx="3281760" cy="2733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600" spc="-1" strike="noStrike">
                <a:solidFill>
                  <a:schemeClr val="lt1"/>
                </a:solidFill>
                <a:latin typeface="Calibri"/>
                <a:ea typeface="DejaVu Sans"/>
              </a:rPr>
              <a:t>Variable Initialization</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 </a:t>
            </a:r>
            <a:r>
              <a:rPr b="0" lang="en-US" sz="1600" spc="-1" strike="noStrike">
                <a:solidFill>
                  <a:schemeClr val="lt1"/>
                </a:solidFill>
                <a:latin typeface="Calibri"/>
                <a:ea typeface="DejaVu Sans"/>
              </a:rPr>
              <a:t>Declare Variable</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       </a:t>
            </a:r>
            <a:r>
              <a:rPr b="0" lang="en-US" sz="1600" spc="-1" strike="noStrike">
                <a:solidFill>
                  <a:schemeClr val="lt1"/>
                </a:solidFill>
                <a:latin typeface="Calibri"/>
                <a:ea typeface="DejaVu Sans"/>
              </a:rPr>
              <a:t>int age;</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 </a:t>
            </a:r>
            <a:r>
              <a:rPr b="0" lang="en-US" sz="1600" spc="-1" strike="noStrike">
                <a:solidFill>
                  <a:schemeClr val="lt1"/>
                </a:solidFill>
                <a:latin typeface="Calibri"/>
                <a:ea typeface="DejaVu Sans"/>
              </a:rPr>
              <a:t>Assign Value</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       </a:t>
            </a:r>
            <a:r>
              <a:rPr b="0" lang="en-US" sz="1600" spc="-1" strike="noStrike">
                <a:solidFill>
                  <a:schemeClr val="lt1"/>
                </a:solidFill>
                <a:latin typeface="Calibri"/>
                <a:ea typeface="DejaVu Sans"/>
              </a:rPr>
              <a:t>age = 20;</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 </a:t>
            </a:r>
            <a:r>
              <a:rPr b="0" lang="en-US" sz="1600" spc="-1" strike="noStrike">
                <a:solidFill>
                  <a:schemeClr val="lt1"/>
                </a:solidFill>
                <a:latin typeface="Calibri"/>
                <a:ea typeface="DejaVu Sans"/>
              </a:rPr>
              <a:t>Use Variable</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                </a:t>
            </a:r>
            <a:r>
              <a:rPr b="0" lang="en-US" sz="1600" spc="-1" strike="noStrike">
                <a:solidFill>
                  <a:schemeClr val="lt1"/>
                </a:solidFill>
                <a:latin typeface="Calibri"/>
                <a:ea typeface="DejaVu Sans"/>
              </a:rPr>
              <a:t>System.out.println(age);</a:t>
            </a:r>
            <a:endParaRPr b="0" lang="en-US" sz="1600" spc="-1" strike="noStrike">
              <a:solidFill>
                <a:srgbClr val="ffffff"/>
              </a:solidFill>
              <a:latin typeface="Arial"/>
            </a:endParaRPr>
          </a:p>
        </p:txBody>
      </p:sp>
      <p:sp>
        <p:nvSpPr>
          <p:cNvPr id="1133" name="Rounded Rectangle 55"/>
          <p:cNvSpPr/>
          <p:nvPr/>
        </p:nvSpPr>
        <p:spPr>
          <a:xfrm>
            <a:off x="8028360" y="3182040"/>
            <a:ext cx="3281760" cy="27331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34" name="Rounded Rectangle 56"/>
          <p:cNvSpPr/>
          <p:nvPr/>
        </p:nvSpPr>
        <p:spPr>
          <a:xfrm>
            <a:off x="7955280" y="2971800"/>
            <a:ext cx="3465720" cy="29628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VariableInitialization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age;      // declaration</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age = 20;     // initialization</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price = 19.99; // declaration + initialization</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System.out.println(age);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135" name="TextBox 23"/>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Rectangle 128"/>
          <p:cNvSpPr/>
          <p:nvPr/>
        </p:nvSpPr>
        <p:spPr>
          <a:xfrm>
            <a:off x="0" y="0"/>
            <a:ext cx="12179520" cy="684864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37" name="Rectangle 129"/>
          <p:cNvSpPr/>
          <p:nvPr/>
        </p:nvSpPr>
        <p:spPr>
          <a:xfrm>
            <a:off x="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38" name="Rectangle 130"/>
          <p:cNvSpPr/>
          <p:nvPr/>
        </p:nvSpPr>
        <p:spPr>
          <a:xfrm>
            <a:off x="9144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39" name="Rectangle 131"/>
          <p:cNvSpPr/>
          <p:nvPr/>
        </p:nvSpPr>
        <p:spPr>
          <a:xfrm>
            <a:off x="18288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0" name="Rectangle 132"/>
          <p:cNvSpPr/>
          <p:nvPr/>
        </p:nvSpPr>
        <p:spPr>
          <a:xfrm>
            <a:off x="27432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1" name="Rectangle 133"/>
          <p:cNvSpPr/>
          <p:nvPr/>
        </p:nvSpPr>
        <p:spPr>
          <a:xfrm>
            <a:off x="36576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2" name="Rectangle 134"/>
          <p:cNvSpPr/>
          <p:nvPr/>
        </p:nvSpPr>
        <p:spPr>
          <a:xfrm>
            <a:off x="45720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3" name="Rectangle 135"/>
          <p:cNvSpPr/>
          <p:nvPr/>
        </p:nvSpPr>
        <p:spPr>
          <a:xfrm>
            <a:off x="54864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4" name="Rectangle 136"/>
          <p:cNvSpPr/>
          <p:nvPr/>
        </p:nvSpPr>
        <p:spPr>
          <a:xfrm>
            <a:off x="64008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5" name="Rectangle 137"/>
          <p:cNvSpPr/>
          <p:nvPr/>
        </p:nvSpPr>
        <p:spPr>
          <a:xfrm>
            <a:off x="73152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6" name="Rectangle 138"/>
          <p:cNvSpPr/>
          <p:nvPr/>
        </p:nvSpPr>
        <p:spPr>
          <a:xfrm>
            <a:off x="82296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7" name="Rectangle 139"/>
          <p:cNvSpPr/>
          <p:nvPr/>
        </p:nvSpPr>
        <p:spPr>
          <a:xfrm>
            <a:off x="91440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8" name="Rectangle 140"/>
          <p:cNvSpPr/>
          <p:nvPr/>
        </p:nvSpPr>
        <p:spPr>
          <a:xfrm>
            <a:off x="100584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49" name="Rectangle 141"/>
          <p:cNvSpPr/>
          <p:nvPr/>
        </p:nvSpPr>
        <p:spPr>
          <a:xfrm>
            <a:off x="109728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50" name="Rectangle 142"/>
          <p:cNvSpPr/>
          <p:nvPr/>
        </p:nvSpPr>
        <p:spPr>
          <a:xfrm>
            <a:off x="11887200" y="0"/>
            <a:ext cx="9000" cy="68486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51" name="Rectangle 143"/>
          <p:cNvSpPr/>
          <p:nvPr/>
        </p:nvSpPr>
        <p:spPr>
          <a:xfrm>
            <a:off x="0" y="0"/>
            <a:ext cx="310680" cy="684864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52" name="Rounded Rectangle 57"/>
          <p:cNvSpPr/>
          <p:nvPr/>
        </p:nvSpPr>
        <p:spPr>
          <a:xfrm>
            <a:off x="9875520" y="365760"/>
            <a:ext cx="2002320" cy="49356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153" name="TextBox 24"/>
          <p:cNvSpPr/>
          <p:nvPr/>
        </p:nvSpPr>
        <p:spPr>
          <a:xfrm>
            <a:off x="2999160" y="1005840"/>
            <a:ext cx="497556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WRAPPER CLASSES</a:t>
            </a:r>
            <a:endParaRPr b="0" lang="en-US" sz="4800" spc="-1" strike="noStrike">
              <a:solidFill>
                <a:srgbClr val="000000"/>
              </a:solidFill>
              <a:latin typeface="Arial"/>
            </a:endParaRPr>
          </a:p>
        </p:txBody>
      </p:sp>
      <p:sp>
        <p:nvSpPr>
          <p:cNvPr id="1154" name="TextBox 25"/>
          <p:cNvSpPr/>
          <p:nvPr/>
        </p:nvSpPr>
        <p:spPr>
          <a:xfrm>
            <a:off x="1873440" y="2194560"/>
            <a:ext cx="7225200" cy="379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Wrapper classes allow primitive data types to be used as objects in Java.</a:t>
            </a:r>
            <a:endParaRPr b="0" lang="en-US" sz="1900" spc="-1" strike="noStrike">
              <a:solidFill>
                <a:srgbClr val="000000"/>
              </a:solidFill>
              <a:latin typeface="Arial"/>
            </a:endParaRPr>
          </a:p>
        </p:txBody>
      </p:sp>
      <p:sp>
        <p:nvSpPr>
          <p:cNvPr id="1155" name="Rounded Rectangle 58"/>
          <p:cNvSpPr/>
          <p:nvPr/>
        </p:nvSpPr>
        <p:spPr>
          <a:xfrm>
            <a:off x="987480" y="3182040"/>
            <a:ext cx="3282480" cy="27338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56" name="Rounded Rectangle 59"/>
          <p:cNvSpPr/>
          <p:nvPr/>
        </p:nvSpPr>
        <p:spPr>
          <a:xfrm>
            <a:off x="685800" y="3108960"/>
            <a:ext cx="3511080" cy="3283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Wrapper classes convert primitive values into objects.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They are commonly used in collections and object-based operations.</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Primitive</a:t>
            </a:r>
            <a:r>
              <a:rPr b="0" lang="en-US" sz="1400" spc="-1" strike="noStrike">
                <a:solidFill>
                  <a:schemeClr val="lt1"/>
                </a:solidFill>
                <a:latin typeface="Calibri"/>
                <a:ea typeface="DejaVu Sans"/>
              </a:rPr>
              <a:t> → Wrapper examples</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int</a:t>
            </a:r>
            <a:r>
              <a:rPr b="0" lang="en-US" sz="1400" spc="-1" strike="noStrike">
                <a:solidFill>
                  <a:schemeClr val="lt1"/>
                </a:solidFill>
                <a:latin typeface="Calibri"/>
                <a:ea typeface="DejaVu Sans"/>
              </a:rPr>
              <a:t> → Integer</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double</a:t>
            </a:r>
            <a:r>
              <a:rPr b="0" lang="en-US" sz="1400" spc="-1" strike="noStrike">
                <a:solidFill>
                  <a:schemeClr val="lt1"/>
                </a:solidFill>
                <a:latin typeface="Calibri"/>
                <a:ea typeface="DejaVu Sans"/>
              </a:rPr>
              <a:t> → Double</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char</a:t>
            </a:r>
            <a:r>
              <a:rPr b="0" lang="en-US" sz="1400" spc="-1" strike="noStrike">
                <a:solidFill>
                  <a:schemeClr val="lt1"/>
                </a:solidFill>
                <a:latin typeface="Calibri"/>
                <a:ea typeface="DejaVu Sans"/>
              </a:rPr>
              <a:t> → Character</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boolean</a:t>
            </a:r>
            <a:r>
              <a:rPr b="0" lang="en-US" sz="1400" spc="-1" strike="noStrike">
                <a:solidFill>
                  <a:schemeClr val="lt1"/>
                </a:solidFill>
                <a:latin typeface="Calibri"/>
                <a:ea typeface="DejaVu Sans"/>
              </a:rPr>
              <a:t> → Boolean</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Wrapper classes</a:t>
            </a:r>
            <a:r>
              <a:rPr b="0" lang="en-US" sz="1400" spc="-1" strike="noStrike">
                <a:solidFill>
                  <a:schemeClr val="lt1"/>
                </a:solidFill>
                <a:latin typeface="Calibri"/>
                <a:ea typeface="DejaVu Sans"/>
              </a:rPr>
              <a:t> provide useful methods for conversion and data handling.</a:t>
            </a:r>
            <a:endParaRPr b="0" lang="en-US" sz="1400" spc="-1" strike="noStrike">
              <a:solidFill>
                <a:srgbClr val="ffffff"/>
              </a:solidFill>
              <a:latin typeface="Arial"/>
            </a:endParaRPr>
          </a:p>
        </p:txBody>
      </p:sp>
      <p:sp>
        <p:nvSpPr>
          <p:cNvPr id="1157" name="Rounded Rectangle 60"/>
          <p:cNvSpPr/>
          <p:nvPr/>
        </p:nvSpPr>
        <p:spPr>
          <a:xfrm>
            <a:off x="4507920" y="3182040"/>
            <a:ext cx="3282480" cy="27338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58" name="Rounded Rectangle 61"/>
          <p:cNvSpPr/>
          <p:nvPr/>
        </p:nvSpPr>
        <p:spPr>
          <a:xfrm>
            <a:off x="4434840" y="3108960"/>
            <a:ext cx="3282480" cy="27338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300" spc="-1" strike="noStrike">
                <a:solidFill>
                  <a:schemeClr val="lt1"/>
                </a:solidFill>
                <a:latin typeface="Calibri"/>
                <a:ea typeface="DejaVu Sans"/>
              </a:rPr>
              <a:t>Primitive Value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Wrapper Class Conversion</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Object Representation</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Use in Collections / Methods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Examples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int → Integer</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double → Double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boolean → Boolean</a:t>
            </a:r>
            <a:endParaRPr b="0" lang="en-US" sz="1300" spc="-1" strike="noStrike">
              <a:solidFill>
                <a:srgbClr val="ffffff"/>
              </a:solidFill>
              <a:latin typeface="Arial"/>
            </a:endParaRPr>
          </a:p>
        </p:txBody>
      </p:sp>
      <p:sp>
        <p:nvSpPr>
          <p:cNvPr id="1159" name="Rounded Rectangle 62"/>
          <p:cNvSpPr/>
          <p:nvPr/>
        </p:nvSpPr>
        <p:spPr>
          <a:xfrm>
            <a:off x="8028360" y="3182040"/>
            <a:ext cx="3282480" cy="27338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0" name="Rounded Rectangle 63"/>
          <p:cNvSpPr/>
          <p:nvPr/>
        </p:nvSpPr>
        <p:spPr>
          <a:xfrm>
            <a:off x="7955280" y="3108960"/>
            <a:ext cx="3466440" cy="3283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WrapperExample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number = 10;</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Integer wrapperNumber = number;   // autoboxing</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price = 19.99;</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wrapperPrice = 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System.out.println(wrapperNumber);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System.out.println(wrapperPrice);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161" name="TextBox 27"/>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2" name="Rectangle 176"/>
          <p:cNvSpPr/>
          <p:nvPr/>
        </p:nvSpPr>
        <p:spPr>
          <a:xfrm>
            <a:off x="0" y="0"/>
            <a:ext cx="12180240" cy="68493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3" name="Rectangle 177"/>
          <p:cNvSpPr/>
          <p:nvPr/>
        </p:nvSpPr>
        <p:spPr>
          <a:xfrm>
            <a:off x="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4" name="Rectangle 178"/>
          <p:cNvSpPr/>
          <p:nvPr/>
        </p:nvSpPr>
        <p:spPr>
          <a:xfrm>
            <a:off x="9144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5" name="Rectangle 179"/>
          <p:cNvSpPr/>
          <p:nvPr/>
        </p:nvSpPr>
        <p:spPr>
          <a:xfrm>
            <a:off x="18288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6" name="Rectangle 180"/>
          <p:cNvSpPr/>
          <p:nvPr/>
        </p:nvSpPr>
        <p:spPr>
          <a:xfrm>
            <a:off x="27432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7" name="Rectangle 181"/>
          <p:cNvSpPr/>
          <p:nvPr/>
        </p:nvSpPr>
        <p:spPr>
          <a:xfrm>
            <a:off x="36576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8" name="Rectangle 182"/>
          <p:cNvSpPr/>
          <p:nvPr/>
        </p:nvSpPr>
        <p:spPr>
          <a:xfrm>
            <a:off x="45720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69" name="Rectangle 183"/>
          <p:cNvSpPr/>
          <p:nvPr/>
        </p:nvSpPr>
        <p:spPr>
          <a:xfrm>
            <a:off x="54864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0" name="Rectangle 184"/>
          <p:cNvSpPr/>
          <p:nvPr/>
        </p:nvSpPr>
        <p:spPr>
          <a:xfrm>
            <a:off x="64008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1" name="Rectangle 185"/>
          <p:cNvSpPr/>
          <p:nvPr/>
        </p:nvSpPr>
        <p:spPr>
          <a:xfrm>
            <a:off x="73152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2" name="Rectangle 186"/>
          <p:cNvSpPr/>
          <p:nvPr/>
        </p:nvSpPr>
        <p:spPr>
          <a:xfrm>
            <a:off x="82296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3" name="Rectangle 187"/>
          <p:cNvSpPr/>
          <p:nvPr/>
        </p:nvSpPr>
        <p:spPr>
          <a:xfrm>
            <a:off x="91440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4" name="Rectangle 188"/>
          <p:cNvSpPr/>
          <p:nvPr/>
        </p:nvSpPr>
        <p:spPr>
          <a:xfrm>
            <a:off x="100584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5" name="Rectangle 189"/>
          <p:cNvSpPr/>
          <p:nvPr/>
        </p:nvSpPr>
        <p:spPr>
          <a:xfrm>
            <a:off x="109728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6" name="Rectangle 190"/>
          <p:cNvSpPr/>
          <p:nvPr/>
        </p:nvSpPr>
        <p:spPr>
          <a:xfrm>
            <a:off x="11887200" y="0"/>
            <a:ext cx="9720" cy="68493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7" name="Rectangle 191"/>
          <p:cNvSpPr/>
          <p:nvPr/>
        </p:nvSpPr>
        <p:spPr>
          <a:xfrm>
            <a:off x="0" y="0"/>
            <a:ext cx="311400" cy="68493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78" name="Rounded Rectangle 78"/>
          <p:cNvSpPr/>
          <p:nvPr/>
        </p:nvSpPr>
        <p:spPr>
          <a:xfrm>
            <a:off x="9875520" y="365760"/>
            <a:ext cx="2003040" cy="4942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179" name="TextBox 34"/>
          <p:cNvSpPr/>
          <p:nvPr/>
        </p:nvSpPr>
        <p:spPr>
          <a:xfrm>
            <a:off x="2912760" y="1005840"/>
            <a:ext cx="514620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JAVA TYPE CASTING</a:t>
            </a:r>
            <a:endParaRPr b="0" lang="en-US" sz="4800" spc="-1" strike="noStrike">
              <a:solidFill>
                <a:srgbClr val="000000"/>
              </a:solidFill>
              <a:latin typeface="Arial"/>
            </a:endParaRPr>
          </a:p>
        </p:txBody>
      </p:sp>
      <p:sp>
        <p:nvSpPr>
          <p:cNvPr id="1180" name="TextBox 35"/>
          <p:cNvSpPr/>
          <p:nvPr/>
        </p:nvSpPr>
        <p:spPr>
          <a:xfrm>
            <a:off x="2356200" y="2057400"/>
            <a:ext cx="632916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Type casting converts one data type into another in Java.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There are two types: implicit (automatic) and explicit (manual).</a:t>
            </a:r>
            <a:endParaRPr b="0" lang="en-US" sz="1900" spc="-1" strike="noStrike">
              <a:solidFill>
                <a:srgbClr val="000000"/>
              </a:solidFill>
              <a:latin typeface="Arial"/>
            </a:endParaRPr>
          </a:p>
        </p:txBody>
      </p:sp>
      <p:sp>
        <p:nvSpPr>
          <p:cNvPr id="1181" name="Rounded Rectangle 79"/>
          <p:cNvSpPr/>
          <p:nvPr/>
        </p:nvSpPr>
        <p:spPr>
          <a:xfrm>
            <a:off x="987480" y="3182040"/>
            <a:ext cx="3283200" cy="27345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82" name="Rounded Rectangle 80"/>
          <p:cNvSpPr/>
          <p:nvPr/>
        </p:nvSpPr>
        <p:spPr>
          <a:xfrm>
            <a:off x="914400" y="3108960"/>
            <a:ext cx="3283200" cy="2734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300" spc="-1" strike="noStrike">
                <a:solidFill>
                  <a:schemeClr val="lt1"/>
                </a:solidFill>
                <a:latin typeface="Calibri"/>
                <a:ea typeface="DejaVu Sans"/>
              </a:rPr>
              <a:t>Implicit Casting (Widening)</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Performed automatically by Java</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Converts smaller types to larger types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Example: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int → long → float → double</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Explicit Casting (Narrowing)</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Performed manually by the programmer</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Converts larger types to smaller types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Example: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double → float → int → byte</a:t>
            </a:r>
            <a:endParaRPr b="0" lang="en-US" sz="1300" spc="-1" strike="noStrike">
              <a:solidFill>
                <a:srgbClr val="ffffff"/>
              </a:solidFill>
              <a:latin typeface="Arial"/>
            </a:endParaRPr>
          </a:p>
        </p:txBody>
      </p:sp>
      <p:sp>
        <p:nvSpPr>
          <p:cNvPr id="1183" name="Rounded Rectangle 81"/>
          <p:cNvSpPr/>
          <p:nvPr/>
        </p:nvSpPr>
        <p:spPr>
          <a:xfrm>
            <a:off x="4507920" y="3182040"/>
            <a:ext cx="3283200" cy="27345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84" name="Rounded Rectangle 82"/>
          <p:cNvSpPr/>
          <p:nvPr/>
        </p:nvSpPr>
        <p:spPr>
          <a:xfrm>
            <a:off x="4434840" y="3108960"/>
            <a:ext cx="3283200" cy="2734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300" spc="-1" strike="noStrike">
                <a:solidFill>
                  <a:schemeClr val="lt1"/>
                </a:solidFill>
                <a:latin typeface="Calibri"/>
                <a:ea typeface="DejaVu Sans"/>
              </a:rPr>
              <a:t>Type Casting</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Implicit Casting</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(Automatic)</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byte → short → int → long → float → double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Explicit Casting</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    </a:t>
            </a:r>
            <a:r>
              <a:rPr b="0" lang="en-US" sz="1300" spc="-1" strike="noStrike">
                <a:solidFill>
                  <a:schemeClr val="lt1"/>
                </a:solidFill>
                <a:latin typeface="Calibri"/>
                <a:ea typeface="DejaVu Sans"/>
              </a:rPr>
              <a:t>(Manual)</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double → float → long → int → short → byte</a:t>
            </a:r>
            <a:endParaRPr b="0" lang="en-US" sz="1300" spc="-1" strike="noStrike">
              <a:solidFill>
                <a:srgbClr val="ffffff"/>
              </a:solidFill>
              <a:latin typeface="Arial"/>
            </a:endParaRPr>
          </a:p>
        </p:txBody>
      </p:sp>
      <p:sp>
        <p:nvSpPr>
          <p:cNvPr id="1185" name="Rounded Rectangle 83"/>
          <p:cNvSpPr/>
          <p:nvPr/>
        </p:nvSpPr>
        <p:spPr>
          <a:xfrm>
            <a:off x="8028360" y="3182040"/>
            <a:ext cx="3283200" cy="27345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86" name="Rounded Rectangle 84"/>
          <p:cNvSpPr/>
          <p:nvPr/>
        </p:nvSpPr>
        <p:spPr>
          <a:xfrm>
            <a:off x="7955280" y="2971800"/>
            <a:ext cx="3695760" cy="31928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TypeCastingExample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 Implicit Casting</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number = 25;</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result = number;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System.out.println(result);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 Explicit Casting</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price = 49.99;</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newPrice = (int) 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System.out.println(newPrice);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187" name="TextBox 36"/>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8" name="Rectangle 192"/>
          <p:cNvSpPr/>
          <p:nvPr/>
        </p:nvSpPr>
        <p:spPr>
          <a:xfrm>
            <a:off x="0" y="0"/>
            <a:ext cx="12180600" cy="684972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89" name="Rectangle 193"/>
          <p:cNvSpPr/>
          <p:nvPr/>
        </p:nvSpPr>
        <p:spPr>
          <a:xfrm>
            <a:off x="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0" name="Rectangle 194"/>
          <p:cNvSpPr/>
          <p:nvPr/>
        </p:nvSpPr>
        <p:spPr>
          <a:xfrm>
            <a:off x="9144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1" name="Rectangle 195"/>
          <p:cNvSpPr/>
          <p:nvPr/>
        </p:nvSpPr>
        <p:spPr>
          <a:xfrm>
            <a:off x="18288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2" name="Rectangle 196"/>
          <p:cNvSpPr/>
          <p:nvPr/>
        </p:nvSpPr>
        <p:spPr>
          <a:xfrm>
            <a:off x="27432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3" name="Rectangle 197"/>
          <p:cNvSpPr/>
          <p:nvPr/>
        </p:nvSpPr>
        <p:spPr>
          <a:xfrm>
            <a:off x="36576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4" name="Rectangle 198"/>
          <p:cNvSpPr/>
          <p:nvPr/>
        </p:nvSpPr>
        <p:spPr>
          <a:xfrm>
            <a:off x="45720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5" name="Rectangle 199"/>
          <p:cNvSpPr/>
          <p:nvPr/>
        </p:nvSpPr>
        <p:spPr>
          <a:xfrm>
            <a:off x="54864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6" name="Rectangle 200"/>
          <p:cNvSpPr/>
          <p:nvPr/>
        </p:nvSpPr>
        <p:spPr>
          <a:xfrm>
            <a:off x="64008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7" name="Rectangle 201"/>
          <p:cNvSpPr/>
          <p:nvPr/>
        </p:nvSpPr>
        <p:spPr>
          <a:xfrm>
            <a:off x="73152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8" name="Rectangle 202"/>
          <p:cNvSpPr/>
          <p:nvPr/>
        </p:nvSpPr>
        <p:spPr>
          <a:xfrm>
            <a:off x="82296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199" name="Rectangle 203"/>
          <p:cNvSpPr/>
          <p:nvPr/>
        </p:nvSpPr>
        <p:spPr>
          <a:xfrm>
            <a:off x="91440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00" name="Rectangle 204"/>
          <p:cNvSpPr/>
          <p:nvPr/>
        </p:nvSpPr>
        <p:spPr>
          <a:xfrm>
            <a:off x="100584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01" name="Rectangle 205"/>
          <p:cNvSpPr/>
          <p:nvPr/>
        </p:nvSpPr>
        <p:spPr>
          <a:xfrm>
            <a:off x="109728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02" name="Rectangle 206"/>
          <p:cNvSpPr/>
          <p:nvPr/>
        </p:nvSpPr>
        <p:spPr>
          <a:xfrm>
            <a:off x="11887200" y="0"/>
            <a:ext cx="10080" cy="68497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03" name="Rectangle 207"/>
          <p:cNvSpPr/>
          <p:nvPr/>
        </p:nvSpPr>
        <p:spPr>
          <a:xfrm>
            <a:off x="0" y="0"/>
            <a:ext cx="311760" cy="684972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04" name="Rounded Rectangle 85"/>
          <p:cNvSpPr/>
          <p:nvPr/>
        </p:nvSpPr>
        <p:spPr>
          <a:xfrm>
            <a:off x="9875520" y="365760"/>
            <a:ext cx="2003400" cy="49464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205" name="TextBox 37"/>
          <p:cNvSpPr/>
          <p:nvPr/>
        </p:nvSpPr>
        <p:spPr>
          <a:xfrm>
            <a:off x="1242720" y="900360"/>
            <a:ext cx="8483760" cy="699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000" spc="-1" strike="noStrike">
                <a:solidFill>
                  <a:srgbClr val="f5f5f5"/>
                </a:solidFill>
                <a:latin typeface="Calibri"/>
                <a:ea typeface="DejaVu Sans"/>
              </a:rPr>
              <a:t>Implicit Casting (Automatic Conversion)</a:t>
            </a:r>
            <a:endParaRPr b="0" lang="en-US" sz="4000" spc="-1" strike="noStrike">
              <a:solidFill>
                <a:srgbClr val="000000"/>
              </a:solidFill>
              <a:latin typeface="Arial"/>
            </a:endParaRPr>
          </a:p>
        </p:txBody>
      </p:sp>
      <p:sp>
        <p:nvSpPr>
          <p:cNvPr id="1206" name="TextBox 38"/>
          <p:cNvSpPr/>
          <p:nvPr/>
        </p:nvSpPr>
        <p:spPr>
          <a:xfrm>
            <a:off x="3011040" y="1600200"/>
            <a:ext cx="4995720" cy="1002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500" spc="-1" strike="noStrike">
                <a:solidFill>
                  <a:srgbClr val="aaaaaa"/>
                </a:solidFill>
                <a:latin typeface="Calibri"/>
                <a:ea typeface="DejaVu Sans"/>
              </a:rPr>
              <a:t>Implicit casting occurs when Java automatically converts a </a:t>
            </a:r>
            <a:endParaRPr b="0" lang="en-US" sz="1500" spc="-1" strike="noStrike">
              <a:solidFill>
                <a:srgbClr val="000000"/>
              </a:solidFill>
              <a:latin typeface="Arial"/>
            </a:endParaRPr>
          </a:p>
          <a:p>
            <a:pPr>
              <a:lnSpc>
                <a:spcPct val="100000"/>
              </a:lnSpc>
            </a:pPr>
            <a:r>
              <a:rPr b="0" lang="en-US" sz="1500" spc="-1" strike="noStrike">
                <a:solidFill>
                  <a:srgbClr val="aaaaaa"/>
                </a:solidFill>
                <a:latin typeface="Calibri"/>
                <a:ea typeface="DejaVu Sans"/>
              </a:rPr>
              <a:t>smaller data type into a larger data type.</a:t>
            </a:r>
            <a:endParaRPr b="0" lang="en-US" sz="1500" spc="-1" strike="noStrike">
              <a:solidFill>
                <a:srgbClr val="000000"/>
              </a:solidFill>
              <a:latin typeface="Arial"/>
            </a:endParaRPr>
          </a:p>
          <a:p>
            <a:pPr>
              <a:lnSpc>
                <a:spcPct val="100000"/>
              </a:lnSpc>
            </a:pPr>
            <a:r>
              <a:rPr b="0" lang="en-US" sz="1500" spc="-1" strike="noStrike">
                <a:solidFill>
                  <a:srgbClr val="aaaaaa"/>
                </a:solidFill>
                <a:latin typeface="Calibri"/>
                <a:ea typeface="DejaVu Sans"/>
              </a:rPr>
              <a:t>This conversion is safe because the larger data type</a:t>
            </a:r>
            <a:endParaRPr b="0" lang="en-US" sz="1500" spc="-1" strike="noStrike">
              <a:solidFill>
                <a:srgbClr val="000000"/>
              </a:solidFill>
              <a:latin typeface="Arial"/>
            </a:endParaRPr>
          </a:p>
          <a:p>
            <a:pPr>
              <a:lnSpc>
                <a:spcPct val="100000"/>
              </a:lnSpc>
            </a:pPr>
            <a:r>
              <a:rPr b="0" lang="en-US" sz="1500" spc="-1" strike="noStrike">
                <a:solidFill>
                  <a:srgbClr val="aaaaaa"/>
                </a:solidFill>
                <a:latin typeface="Calibri"/>
                <a:ea typeface="DejaVu Sans"/>
              </a:rPr>
              <a:t> </a:t>
            </a:r>
            <a:r>
              <a:rPr b="0" lang="en-US" sz="1500" spc="-1" strike="noStrike">
                <a:solidFill>
                  <a:srgbClr val="aaaaaa"/>
                </a:solidFill>
                <a:latin typeface="Calibri"/>
                <a:ea typeface="DejaVu Sans"/>
              </a:rPr>
              <a:t>can store all values of the smaller data type without data loss.</a:t>
            </a:r>
            <a:endParaRPr b="0" lang="en-US" sz="1500" spc="-1" strike="noStrike">
              <a:solidFill>
                <a:srgbClr val="000000"/>
              </a:solidFill>
              <a:latin typeface="Arial"/>
            </a:endParaRPr>
          </a:p>
        </p:txBody>
      </p:sp>
      <p:sp>
        <p:nvSpPr>
          <p:cNvPr id="1207" name="Rounded Rectangle 86"/>
          <p:cNvSpPr/>
          <p:nvPr/>
        </p:nvSpPr>
        <p:spPr>
          <a:xfrm>
            <a:off x="987480" y="3182040"/>
            <a:ext cx="3283560" cy="27349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08" name="Rounded Rectangle 87"/>
          <p:cNvSpPr/>
          <p:nvPr/>
        </p:nvSpPr>
        <p:spPr>
          <a:xfrm>
            <a:off x="595440" y="2743200"/>
            <a:ext cx="3512160" cy="36504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300" spc="-1" strike="noStrike">
                <a:solidFill>
                  <a:schemeClr val="lt1"/>
                </a:solidFill>
                <a:latin typeface="Calibri"/>
                <a:ea typeface="DejaVu Sans"/>
              </a:rPr>
              <a:t>Implicit Casting is the automatic conversion of a smaller data type to a larger data type in Java.</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Java performs this conversion automatically when there is no risk of data loss.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Also called Widening Casting.</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Key points:</a:t>
            </a: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 </a:t>
            </a:r>
            <a:r>
              <a:rPr b="1" lang="en-US" sz="1300" spc="-1" strike="noStrike">
                <a:solidFill>
                  <a:schemeClr val="lt1"/>
                </a:solidFill>
                <a:latin typeface="Calibri"/>
                <a:ea typeface="DejaVu Sans"/>
              </a:rPr>
              <a:t>Done automatically by the compiler</a:t>
            </a: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 </a:t>
            </a:r>
            <a:r>
              <a:rPr b="1" lang="en-US" sz="1300" spc="-1" strike="noStrike">
                <a:solidFill>
                  <a:schemeClr val="lt1"/>
                </a:solidFill>
                <a:latin typeface="Calibri"/>
                <a:ea typeface="DejaVu Sans"/>
              </a:rPr>
              <a:t>Converts smaller types to larger types</a:t>
            </a: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 </a:t>
            </a:r>
            <a:r>
              <a:rPr b="1" lang="en-US" sz="1300" spc="-1" strike="noStrike">
                <a:solidFill>
                  <a:schemeClr val="lt1"/>
                </a:solidFill>
                <a:latin typeface="Calibri"/>
                <a:ea typeface="DejaVu Sans"/>
              </a:rPr>
              <a:t>No manual casting needed</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Example: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int → long → float → double</a:t>
            </a:r>
            <a:endParaRPr b="0" lang="en-US" sz="1300" spc="-1" strike="noStrike">
              <a:solidFill>
                <a:srgbClr val="ffffff"/>
              </a:solidFill>
              <a:latin typeface="Arial"/>
            </a:endParaRPr>
          </a:p>
        </p:txBody>
      </p:sp>
      <p:sp>
        <p:nvSpPr>
          <p:cNvPr id="1209" name="Rounded Rectangle 88"/>
          <p:cNvSpPr/>
          <p:nvPr/>
        </p:nvSpPr>
        <p:spPr>
          <a:xfrm>
            <a:off x="4507920" y="3182040"/>
            <a:ext cx="3283560" cy="27349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0" name="Rounded Rectangle 89"/>
          <p:cNvSpPr/>
          <p:nvPr/>
        </p:nvSpPr>
        <p:spPr>
          <a:xfrm>
            <a:off x="4343400" y="2880360"/>
            <a:ext cx="3650400" cy="34218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Implicit Casting Flow (Widening Conversion)</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byte</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short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int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long</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float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double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Each step represents a data type that can store the previous type safely.</a:t>
            </a:r>
            <a:endParaRPr b="0" lang="en-US" sz="1400" spc="-1" strike="noStrike">
              <a:solidFill>
                <a:srgbClr val="ffffff"/>
              </a:solidFill>
              <a:latin typeface="Arial"/>
            </a:endParaRPr>
          </a:p>
        </p:txBody>
      </p:sp>
      <p:sp>
        <p:nvSpPr>
          <p:cNvPr id="1211" name="Rounded Rectangle 90"/>
          <p:cNvSpPr/>
          <p:nvPr/>
        </p:nvSpPr>
        <p:spPr>
          <a:xfrm>
            <a:off x="8028360" y="3182040"/>
            <a:ext cx="3283560" cy="27349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2" name="Rounded Rectangle 91"/>
          <p:cNvSpPr/>
          <p:nvPr/>
        </p:nvSpPr>
        <p:spPr>
          <a:xfrm>
            <a:off x="8229600" y="2972880"/>
            <a:ext cx="3650400" cy="31921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ImplicitCastingExample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number = 25;</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 Automatic conversion from int to double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result = number;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System.out.println("Number: " + number);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System.out.println("Converted value: " + result);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213" name="TextBox 39"/>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4" name="Rectangle 208"/>
          <p:cNvSpPr/>
          <p:nvPr/>
        </p:nvSpPr>
        <p:spPr>
          <a:xfrm>
            <a:off x="0" y="0"/>
            <a:ext cx="12180960" cy="685008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5" name="Rectangle 209"/>
          <p:cNvSpPr/>
          <p:nvPr/>
        </p:nvSpPr>
        <p:spPr>
          <a:xfrm>
            <a:off x="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6" name="Rectangle 210"/>
          <p:cNvSpPr/>
          <p:nvPr/>
        </p:nvSpPr>
        <p:spPr>
          <a:xfrm>
            <a:off x="9144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7" name="Rectangle 211"/>
          <p:cNvSpPr/>
          <p:nvPr/>
        </p:nvSpPr>
        <p:spPr>
          <a:xfrm>
            <a:off x="18288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8" name="Rectangle 212"/>
          <p:cNvSpPr/>
          <p:nvPr/>
        </p:nvSpPr>
        <p:spPr>
          <a:xfrm>
            <a:off x="27432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19" name="Rectangle 213"/>
          <p:cNvSpPr/>
          <p:nvPr/>
        </p:nvSpPr>
        <p:spPr>
          <a:xfrm>
            <a:off x="36576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0" name="Rectangle 214"/>
          <p:cNvSpPr/>
          <p:nvPr/>
        </p:nvSpPr>
        <p:spPr>
          <a:xfrm>
            <a:off x="45720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1" name="Rectangle 215"/>
          <p:cNvSpPr/>
          <p:nvPr/>
        </p:nvSpPr>
        <p:spPr>
          <a:xfrm>
            <a:off x="54864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2" name="Rectangle 216"/>
          <p:cNvSpPr/>
          <p:nvPr/>
        </p:nvSpPr>
        <p:spPr>
          <a:xfrm>
            <a:off x="64008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3" name="Rectangle 217"/>
          <p:cNvSpPr/>
          <p:nvPr/>
        </p:nvSpPr>
        <p:spPr>
          <a:xfrm>
            <a:off x="73152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4" name="Rectangle 218"/>
          <p:cNvSpPr/>
          <p:nvPr/>
        </p:nvSpPr>
        <p:spPr>
          <a:xfrm>
            <a:off x="82296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5" name="Rectangle 219"/>
          <p:cNvSpPr/>
          <p:nvPr/>
        </p:nvSpPr>
        <p:spPr>
          <a:xfrm>
            <a:off x="91440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6" name="Rectangle 220"/>
          <p:cNvSpPr/>
          <p:nvPr/>
        </p:nvSpPr>
        <p:spPr>
          <a:xfrm>
            <a:off x="100584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7" name="Rectangle 221"/>
          <p:cNvSpPr/>
          <p:nvPr/>
        </p:nvSpPr>
        <p:spPr>
          <a:xfrm>
            <a:off x="109728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8" name="Rectangle 222"/>
          <p:cNvSpPr/>
          <p:nvPr/>
        </p:nvSpPr>
        <p:spPr>
          <a:xfrm>
            <a:off x="11887200" y="0"/>
            <a:ext cx="10440" cy="68500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29" name="Rectangle 223"/>
          <p:cNvSpPr/>
          <p:nvPr/>
        </p:nvSpPr>
        <p:spPr>
          <a:xfrm>
            <a:off x="0" y="0"/>
            <a:ext cx="312120" cy="685008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30" name="Rounded Rectangle 92"/>
          <p:cNvSpPr/>
          <p:nvPr/>
        </p:nvSpPr>
        <p:spPr>
          <a:xfrm>
            <a:off x="9875520" y="365760"/>
            <a:ext cx="2003760" cy="49500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231" name="TextBox 40"/>
          <p:cNvSpPr/>
          <p:nvPr/>
        </p:nvSpPr>
        <p:spPr>
          <a:xfrm>
            <a:off x="2514600" y="685800"/>
            <a:ext cx="607140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JAVA EXPLICIT CASTING</a:t>
            </a:r>
            <a:endParaRPr b="0" lang="en-US" sz="4800" spc="-1" strike="noStrike">
              <a:solidFill>
                <a:srgbClr val="000000"/>
              </a:solidFill>
              <a:latin typeface="Arial"/>
            </a:endParaRPr>
          </a:p>
        </p:txBody>
      </p:sp>
      <p:sp>
        <p:nvSpPr>
          <p:cNvPr id="1232" name="TextBox 41"/>
          <p:cNvSpPr/>
          <p:nvPr/>
        </p:nvSpPr>
        <p:spPr>
          <a:xfrm>
            <a:off x="2647440" y="1600200"/>
            <a:ext cx="5809320" cy="957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Explicit casting is the manual conversion of a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larger data type to a smaller data type in Java.</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It is required when there is a risk of data or precision loss.</a:t>
            </a:r>
            <a:endParaRPr b="0" lang="en-US" sz="1900" spc="-1" strike="noStrike">
              <a:solidFill>
                <a:srgbClr val="000000"/>
              </a:solidFill>
              <a:latin typeface="Arial"/>
            </a:endParaRPr>
          </a:p>
        </p:txBody>
      </p:sp>
      <p:sp>
        <p:nvSpPr>
          <p:cNvPr id="1233" name="Rounded Rectangle 93"/>
          <p:cNvSpPr/>
          <p:nvPr/>
        </p:nvSpPr>
        <p:spPr>
          <a:xfrm>
            <a:off x="987480" y="3182040"/>
            <a:ext cx="3283920" cy="273528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34" name="Rounded Rectangle 94"/>
          <p:cNvSpPr/>
          <p:nvPr/>
        </p:nvSpPr>
        <p:spPr>
          <a:xfrm>
            <a:off x="457200" y="2743200"/>
            <a:ext cx="3741120" cy="38793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300" spc="-1" strike="noStrike">
                <a:solidFill>
                  <a:schemeClr val="lt1"/>
                </a:solidFill>
                <a:latin typeface="Calibri"/>
                <a:ea typeface="DejaVu Sans"/>
              </a:rPr>
              <a:t>Explicit Casting is the manual conversion of a larger data type to a smaller data type.</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Java does not perform this conversion automatically because the smaller type may not store all values.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1" lang="en-US" sz="1300" spc="-1" strike="noStrike">
                <a:solidFill>
                  <a:schemeClr val="lt1"/>
                </a:solidFill>
                <a:latin typeface="Calibri"/>
                <a:ea typeface="DejaVu Sans"/>
              </a:rPr>
              <a:t>Also called Narrowing Casting.</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Key points:</a:t>
            </a:r>
            <a:endParaRPr b="0" lang="en-US" sz="1300" spc="-1" strike="noStrike">
              <a:solidFill>
                <a:srgbClr val="ffffff"/>
              </a:solidFill>
              <a:latin typeface="Arial"/>
            </a:endParaRPr>
          </a:p>
          <a:p>
            <a:pPr>
              <a:lnSpc>
                <a:spcPct val="100000"/>
              </a:lnSpc>
            </a:pPr>
            <a:endParaRPr b="0" lang="en-US" sz="1300" spc="-1" strike="noStrike">
              <a:solidFill>
                <a:srgbClr val="ffffff"/>
              </a:solidFill>
              <a:latin typeface="Arial"/>
            </a:endParaRPr>
          </a:p>
          <a:p>
            <a:pPr marL="216000" indent="-216000">
              <a:lnSpc>
                <a:spcPct val="100000"/>
              </a:lnSpc>
              <a:buClr>
                <a:srgbClr val="ffffff"/>
              </a:buClr>
              <a:buFont typeface="Wingdings" charset="2"/>
              <a:buChar char=""/>
            </a:pPr>
            <a:r>
              <a:rPr b="1" lang="en-US" sz="1300" spc="-1" strike="noStrike">
                <a:solidFill>
                  <a:schemeClr val="lt1"/>
                </a:solidFill>
                <a:latin typeface="Calibri"/>
                <a:ea typeface="DejaVu Sans"/>
              </a:rPr>
              <a:t>Performed manually by the programmer</a:t>
            </a:r>
            <a:endParaRPr b="0" lang="en-US" sz="1300" spc="-1" strike="noStrike">
              <a:solidFill>
                <a:srgbClr val="ffffff"/>
              </a:solidFill>
              <a:latin typeface="Arial"/>
            </a:endParaRPr>
          </a:p>
          <a:p>
            <a:pPr marL="216000" indent="-216000">
              <a:lnSpc>
                <a:spcPct val="100000"/>
              </a:lnSpc>
              <a:buClr>
                <a:srgbClr val="ffffff"/>
              </a:buClr>
              <a:buFont typeface="Wingdings" charset="2"/>
              <a:buChar char=""/>
            </a:pPr>
            <a:r>
              <a:rPr b="1" lang="en-US" sz="1300" spc="-1" strike="noStrike">
                <a:solidFill>
                  <a:schemeClr val="lt1"/>
                </a:solidFill>
                <a:latin typeface="Calibri"/>
                <a:ea typeface="DejaVu Sans"/>
              </a:rPr>
              <a:t>Converts larger numeric types to smaller ones</a:t>
            </a:r>
            <a:endParaRPr b="0" lang="en-US" sz="1300" spc="-1" strike="noStrike">
              <a:solidFill>
                <a:srgbClr val="ffffff"/>
              </a:solidFill>
              <a:latin typeface="Arial"/>
            </a:endParaRPr>
          </a:p>
          <a:p>
            <a:pPr marL="216000" indent="-216000">
              <a:lnSpc>
                <a:spcPct val="100000"/>
              </a:lnSpc>
              <a:buClr>
                <a:srgbClr val="ffffff"/>
              </a:buClr>
              <a:buFont typeface="Wingdings" charset="2"/>
              <a:buChar char=""/>
            </a:pPr>
            <a:r>
              <a:rPr b="0" lang="en-US" sz="1300" spc="-1" strike="noStrike">
                <a:solidFill>
                  <a:schemeClr val="lt1"/>
                </a:solidFill>
                <a:latin typeface="Calibri"/>
                <a:ea typeface="DejaVu Sans"/>
              </a:rPr>
              <a:t> </a:t>
            </a:r>
            <a:r>
              <a:rPr b="1" lang="en-US" sz="1300" spc="-1" strike="noStrike">
                <a:solidFill>
                  <a:schemeClr val="lt1"/>
                </a:solidFill>
                <a:latin typeface="Calibri"/>
                <a:ea typeface="DejaVu Sans"/>
              </a:rPr>
              <a:t>Requires casting syntax (type)</a:t>
            </a:r>
            <a:endParaRPr b="0" lang="en-US" sz="1300" spc="-1" strike="noStrike">
              <a:solidFill>
                <a:srgbClr val="ffffff"/>
              </a:solidFill>
              <a:latin typeface="Arial"/>
            </a:endParaRPr>
          </a:p>
          <a:p>
            <a:pPr marL="216000" indent="-216000">
              <a:lnSpc>
                <a:spcPct val="100000"/>
              </a:lnSpc>
              <a:buClr>
                <a:srgbClr val="ffffff"/>
              </a:buClr>
              <a:buFont typeface="Wingdings" charset="2"/>
              <a:buChar char=""/>
            </a:pPr>
            <a:r>
              <a:rPr b="0" lang="en-US" sz="1300" spc="-1" strike="noStrike">
                <a:solidFill>
                  <a:schemeClr val="lt1"/>
                </a:solidFill>
                <a:latin typeface="Calibri"/>
                <a:ea typeface="DejaVu Sans"/>
              </a:rPr>
              <a:t> </a:t>
            </a:r>
            <a:r>
              <a:rPr b="1" lang="en-US" sz="1300" spc="-1" strike="noStrike">
                <a:solidFill>
                  <a:schemeClr val="lt1"/>
                </a:solidFill>
                <a:latin typeface="Calibri"/>
                <a:ea typeface="DejaVu Sans"/>
              </a:rPr>
              <a:t>May cause data or precision loss</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Example: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double → float → long → int → short → byte</a:t>
            </a:r>
            <a:endParaRPr b="0" lang="en-US" sz="1300" spc="-1" strike="noStrike">
              <a:solidFill>
                <a:srgbClr val="ffffff"/>
              </a:solidFill>
              <a:latin typeface="Arial"/>
            </a:endParaRPr>
          </a:p>
        </p:txBody>
      </p:sp>
      <p:sp>
        <p:nvSpPr>
          <p:cNvPr id="1235" name="Rounded Rectangle 95"/>
          <p:cNvSpPr/>
          <p:nvPr/>
        </p:nvSpPr>
        <p:spPr>
          <a:xfrm>
            <a:off x="4507920" y="3182040"/>
            <a:ext cx="3283920" cy="273528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36" name="Rounded Rectangle 96"/>
          <p:cNvSpPr/>
          <p:nvPr/>
        </p:nvSpPr>
        <p:spPr>
          <a:xfrm>
            <a:off x="4434840" y="2971800"/>
            <a:ext cx="3283920" cy="34221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200" spc="-1" strike="noStrike">
                <a:solidFill>
                  <a:schemeClr val="lt1"/>
                </a:solidFill>
                <a:latin typeface="Calibri"/>
                <a:ea typeface="DejaVu Sans"/>
              </a:rPr>
              <a:t>Explicit Casting Flow (Narrowing)</a:t>
            </a:r>
            <a:endParaRPr b="0" lang="en-US" sz="12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double</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float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long</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int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short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a:t>
            </a:r>
            <a:endParaRPr b="0" lang="en-US" sz="1300" spc="-1" strike="noStrike">
              <a:solidFill>
                <a:srgbClr val="ffffff"/>
              </a:solidFill>
              <a:latin typeface="Arial"/>
            </a:endParaRPr>
          </a:p>
          <a:p>
            <a:pPr>
              <a:lnSpc>
                <a:spcPct val="100000"/>
              </a:lnSpc>
            </a:pPr>
            <a:r>
              <a:rPr b="0" lang="en-US" sz="1300" spc="-1" strike="noStrike">
                <a:solidFill>
                  <a:schemeClr val="lt1"/>
                </a:solidFill>
                <a:latin typeface="Calibri"/>
                <a:ea typeface="DejaVu Sans"/>
              </a:rPr>
              <a:t>byte</a:t>
            </a:r>
            <a:endParaRPr b="0" lang="en-US" sz="1300" spc="-1" strike="noStrike">
              <a:solidFill>
                <a:srgbClr val="ffffff"/>
              </a:solidFill>
              <a:latin typeface="Arial"/>
            </a:endParaRPr>
          </a:p>
          <a:p>
            <a:pPr>
              <a:lnSpc>
                <a:spcPct val="100000"/>
              </a:lnSpc>
            </a:pPr>
            <a:endParaRPr b="0" lang="en-US" sz="1200" spc="-1" strike="noStrike">
              <a:solidFill>
                <a:srgbClr val="ffffff"/>
              </a:solidFill>
              <a:latin typeface="Arial"/>
            </a:endParaRPr>
          </a:p>
          <a:p>
            <a:pPr>
              <a:lnSpc>
                <a:spcPct val="100000"/>
              </a:lnSpc>
            </a:pPr>
            <a:r>
              <a:rPr b="0" lang="en-US" sz="1200" spc="-1" strike="noStrike">
                <a:solidFill>
                  <a:schemeClr val="lt1"/>
                </a:solidFill>
                <a:latin typeface="Calibri"/>
                <a:ea typeface="DejaVu Sans"/>
              </a:rPr>
              <a:t>Each step converts the value to a smaller storage type, which may remove decimal values or overflow.</a:t>
            </a:r>
            <a:endParaRPr b="0" lang="en-US" sz="1200" spc="-1" strike="noStrike">
              <a:solidFill>
                <a:srgbClr val="ffffff"/>
              </a:solidFill>
              <a:latin typeface="Arial"/>
            </a:endParaRPr>
          </a:p>
        </p:txBody>
      </p:sp>
      <p:sp>
        <p:nvSpPr>
          <p:cNvPr id="1237" name="Rounded Rectangle 97"/>
          <p:cNvSpPr/>
          <p:nvPr/>
        </p:nvSpPr>
        <p:spPr>
          <a:xfrm>
            <a:off x="8028360" y="3182040"/>
            <a:ext cx="3283920" cy="273528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38" name="Rounded Rectangle 98"/>
          <p:cNvSpPr/>
          <p:nvPr/>
        </p:nvSpPr>
        <p:spPr>
          <a:xfrm>
            <a:off x="7955280" y="2514600"/>
            <a:ext cx="3925080" cy="41079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400" spc="-1" strike="noStrike">
                <a:solidFill>
                  <a:srgbClr val="78ffc8"/>
                </a:solidFill>
                <a:latin typeface="Consolas"/>
                <a:ea typeface="DejaVu Sans"/>
              </a:rPr>
              <a:t>public class ExplicitCastingExample {</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public static void main(String[] args) {</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double price = 49.99;</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 Explicit casting from double to int</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int newPrice = (int) price;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System.out.println("Original value: " + price);</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System.out.println("Converted value: " + newPrice);</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    </a:t>
            </a:r>
            <a:r>
              <a:rPr b="0" lang="en-US" sz="1400" spc="-1" strike="noStrike">
                <a:solidFill>
                  <a:srgbClr val="78ffc8"/>
                </a:solidFill>
                <a:latin typeface="Consolas"/>
                <a:ea typeface="DejaVu Sans"/>
              </a:rPr>
              <a:t>}</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a:t>
            </a:r>
            <a:endParaRPr b="0" lang="en-US" sz="1400" spc="-1" strike="noStrike">
              <a:solidFill>
                <a:srgbClr val="ffffff"/>
              </a:solidFill>
              <a:latin typeface="Arial"/>
            </a:endParaRPr>
          </a:p>
        </p:txBody>
      </p:sp>
      <p:sp>
        <p:nvSpPr>
          <p:cNvPr id="1239" name="TextBox 42"/>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0" name="Rectangle 224"/>
          <p:cNvSpPr/>
          <p:nvPr/>
        </p:nvSpPr>
        <p:spPr>
          <a:xfrm>
            <a:off x="0" y="0"/>
            <a:ext cx="12181320" cy="685044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1" name="Rectangle 225"/>
          <p:cNvSpPr/>
          <p:nvPr/>
        </p:nvSpPr>
        <p:spPr>
          <a:xfrm>
            <a:off x="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2" name="Rectangle 226"/>
          <p:cNvSpPr/>
          <p:nvPr/>
        </p:nvSpPr>
        <p:spPr>
          <a:xfrm>
            <a:off x="9144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3" name="Rectangle 227"/>
          <p:cNvSpPr/>
          <p:nvPr/>
        </p:nvSpPr>
        <p:spPr>
          <a:xfrm>
            <a:off x="18288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4" name="Rectangle 228"/>
          <p:cNvSpPr/>
          <p:nvPr/>
        </p:nvSpPr>
        <p:spPr>
          <a:xfrm>
            <a:off x="27432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5" name="Rectangle 229"/>
          <p:cNvSpPr/>
          <p:nvPr/>
        </p:nvSpPr>
        <p:spPr>
          <a:xfrm>
            <a:off x="36576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6" name="Rectangle 230"/>
          <p:cNvSpPr/>
          <p:nvPr/>
        </p:nvSpPr>
        <p:spPr>
          <a:xfrm>
            <a:off x="45720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7" name="Rectangle 231"/>
          <p:cNvSpPr/>
          <p:nvPr/>
        </p:nvSpPr>
        <p:spPr>
          <a:xfrm>
            <a:off x="54864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8" name="Rectangle 232"/>
          <p:cNvSpPr/>
          <p:nvPr/>
        </p:nvSpPr>
        <p:spPr>
          <a:xfrm>
            <a:off x="64008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49" name="Rectangle 233"/>
          <p:cNvSpPr/>
          <p:nvPr/>
        </p:nvSpPr>
        <p:spPr>
          <a:xfrm>
            <a:off x="73152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0" name="Rectangle 234"/>
          <p:cNvSpPr/>
          <p:nvPr/>
        </p:nvSpPr>
        <p:spPr>
          <a:xfrm>
            <a:off x="82296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1" name="Rectangle 235"/>
          <p:cNvSpPr/>
          <p:nvPr/>
        </p:nvSpPr>
        <p:spPr>
          <a:xfrm>
            <a:off x="91440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2" name="Rectangle 236"/>
          <p:cNvSpPr/>
          <p:nvPr/>
        </p:nvSpPr>
        <p:spPr>
          <a:xfrm>
            <a:off x="100584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3" name="Rectangle 237"/>
          <p:cNvSpPr/>
          <p:nvPr/>
        </p:nvSpPr>
        <p:spPr>
          <a:xfrm>
            <a:off x="109728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4" name="Rectangle 238"/>
          <p:cNvSpPr/>
          <p:nvPr/>
        </p:nvSpPr>
        <p:spPr>
          <a:xfrm>
            <a:off x="11887200" y="0"/>
            <a:ext cx="10800" cy="68504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5" name="Rectangle 239"/>
          <p:cNvSpPr/>
          <p:nvPr/>
        </p:nvSpPr>
        <p:spPr>
          <a:xfrm>
            <a:off x="0" y="0"/>
            <a:ext cx="312480" cy="685044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56" name="Rounded Rectangle 99"/>
          <p:cNvSpPr/>
          <p:nvPr/>
        </p:nvSpPr>
        <p:spPr>
          <a:xfrm>
            <a:off x="9875520" y="365760"/>
            <a:ext cx="2004120" cy="49536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257" name="TextBox 43"/>
          <p:cNvSpPr/>
          <p:nvPr/>
        </p:nvSpPr>
        <p:spPr>
          <a:xfrm>
            <a:off x="2148480" y="1005840"/>
            <a:ext cx="667476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Implicit vs Explicit Casting</a:t>
            </a:r>
            <a:endParaRPr b="0" lang="en-US" sz="4800" spc="-1" strike="noStrike">
              <a:solidFill>
                <a:srgbClr val="000000"/>
              </a:solidFill>
              <a:latin typeface="Arial"/>
            </a:endParaRPr>
          </a:p>
        </p:txBody>
      </p:sp>
      <p:sp>
        <p:nvSpPr>
          <p:cNvPr id="1258" name="TextBox 44"/>
          <p:cNvSpPr/>
          <p:nvPr/>
        </p:nvSpPr>
        <p:spPr>
          <a:xfrm>
            <a:off x="2094480" y="2057400"/>
            <a:ext cx="678168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Understanding the difference between implicit and explicit casting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helps prevent data loss and ensures correct type conversion in Java.</a:t>
            </a:r>
            <a:endParaRPr b="0" lang="en-US" sz="1900" spc="-1" strike="noStrike">
              <a:solidFill>
                <a:srgbClr val="000000"/>
              </a:solidFill>
              <a:latin typeface="Arial"/>
            </a:endParaRPr>
          </a:p>
        </p:txBody>
      </p:sp>
      <p:sp>
        <p:nvSpPr>
          <p:cNvPr id="1259" name="Rounded Rectangle 100"/>
          <p:cNvSpPr/>
          <p:nvPr/>
        </p:nvSpPr>
        <p:spPr>
          <a:xfrm>
            <a:off x="987480" y="3182040"/>
            <a:ext cx="3284280" cy="27356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60" name="Rounded Rectangle 101"/>
          <p:cNvSpPr/>
          <p:nvPr/>
        </p:nvSpPr>
        <p:spPr>
          <a:xfrm>
            <a:off x="914400" y="3108960"/>
            <a:ext cx="3284280" cy="27356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500" spc="-1" strike="noStrike">
                <a:solidFill>
                  <a:schemeClr val="lt1"/>
                </a:solidFill>
                <a:latin typeface="Calibri"/>
                <a:ea typeface="DejaVu Sans"/>
              </a:rPr>
              <a:t>Implicit Casting (Widening)</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Smaller → Larger data type</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Done automatically</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No data loss</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No syntax required</a:t>
            </a:r>
            <a:endParaRPr b="0" lang="en-US" sz="1500" spc="-1" strike="noStrike">
              <a:solidFill>
                <a:srgbClr val="ffffff"/>
              </a:solidFill>
              <a:latin typeface="Arial"/>
            </a:endParaRPr>
          </a:p>
          <a:p>
            <a:pPr>
              <a:lnSpc>
                <a:spcPct val="100000"/>
              </a:lnSpc>
            </a:pPr>
            <a:endParaRPr b="0" lang="en-US" sz="1500" spc="-1" strike="noStrike">
              <a:solidFill>
                <a:srgbClr val="ffffff"/>
              </a:solidFill>
              <a:latin typeface="Arial"/>
            </a:endParaRPr>
          </a:p>
          <a:p>
            <a:pPr>
              <a:lnSpc>
                <a:spcPct val="100000"/>
              </a:lnSpc>
            </a:pPr>
            <a:r>
              <a:rPr b="1" lang="en-US" sz="1500" spc="-1" strike="noStrike">
                <a:solidFill>
                  <a:schemeClr val="lt1"/>
                </a:solidFill>
                <a:latin typeface="Calibri"/>
                <a:ea typeface="DejaVu Sans"/>
              </a:rPr>
              <a:t>Explicit Casting (Narrowing)</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Larger → Smaller data type</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Done manually</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May cause data loss</a:t>
            </a:r>
            <a:endParaRPr b="0" lang="en-US" sz="1500" spc="-1" strike="noStrike">
              <a:solidFill>
                <a:srgbClr val="ffffff"/>
              </a:solidFill>
              <a:latin typeface="Arial"/>
            </a:endParaRPr>
          </a:p>
          <a:p>
            <a:pPr marL="216000" indent="-216000">
              <a:lnSpc>
                <a:spcPct val="100000"/>
              </a:lnSpc>
              <a:buClr>
                <a:srgbClr val="ffffff"/>
              </a:buClr>
              <a:buFont typeface="Wingdings" charset="2"/>
              <a:buChar char=""/>
            </a:pPr>
            <a:r>
              <a:rPr b="0" lang="en-US" sz="1500" spc="-1" strike="noStrike">
                <a:solidFill>
                  <a:schemeClr val="lt1"/>
                </a:solidFill>
                <a:latin typeface="Calibri"/>
                <a:ea typeface="DejaVu Sans"/>
              </a:rPr>
              <a:t>Requires (type) syntax</a:t>
            </a:r>
            <a:endParaRPr b="0" lang="en-US" sz="1500" spc="-1" strike="noStrike">
              <a:solidFill>
                <a:srgbClr val="ffffff"/>
              </a:solidFill>
              <a:latin typeface="Arial"/>
            </a:endParaRPr>
          </a:p>
        </p:txBody>
      </p:sp>
      <p:sp>
        <p:nvSpPr>
          <p:cNvPr id="1261" name="Rounded Rectangle 102"/>
          <p:cNvSpPr/>
          <p:nvPr/>
        </p:nvSpPr>
        <p:spPr>
          <a:xfrm>
            <a:off x="4507920" y="3182040"/>
            <a:ext cx="3284280" cy="27356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62" name="Rounded Rectangle 103"/>
          <p:cNvSpPr/>
          <p:nvPr/>
        </p:nvSpPr>
        <p:spPr>
          <a:xfrm>
            <a:off x="4434840" y="3108960"/>
            <a:ext cx="3284280" cy="27356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800" spc="-1" strike="noStrike">
                <a:solidFill>
                  <a:schemeClr val="lt1"/>
                </a:solidFill>
                <a:latin typeface="Calibri"/>
                <a:ea typeface="DejaVu Sans"/>
              </a:rPr>
              <a:t>Implicit Casting Flow:</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byte → short → int → long → float → double</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1" lang="en-US" sz="1800" spc="-1" strike="noStrike">
                <a:solidFill>
                  <a:schemeClr val="lt1"/>
                </a:solidFill>
                <a:latin typeface="Calibri"/>
                <a:ea typeface="DejaVu Sans"/>
              </a:rPr>
              <a:t>Explicit Casting Flow:</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double → float → long → int → short → byte</a:t>
            </a:r>
            <a:endParaRPr b="0" lang="en-US" sz="1800" spc="-1" strike="noStrike">
              <a:solidFill>
                <a:srgbClr val="ffffff"/>
              </a:solidFill>
              <a:latin typeface="Arial"/>
            </a:endParaRPr>
          </a:p>
        </p:txBody>
      </p:sp>
      <p:sp>
        <p:nvSpPr>
          <p:cNvPr id="1263" name="Rounded Rectangle 104"/>
          <p:cNvSpPr/>
          <p:nvPr/>
        </p:nvSpPr>
        <p:spPr>
          <a:xfrm>
            <a:off x="8028360" y="3182040"/>
            <a:ext cx="3284280" cy="27356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64" name="Rounded Rectangle 105"/>
          <p:cNvSpPr/>
          <p:nvPr/>
        </p:nvSpPr>
        <p:spPr>
          <a:xfrm>
            <a:off x="7955280" y="3108960"/>
            <a:ext cx="3696840" cy="30567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CastingComparison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 Implicit Casting</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num = 25;</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result = num;</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 Explicit Casting</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double price = 49.99;</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newPrice = (int) 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System.out.println(result);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System.out.println(newPrice);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265" name="TextBox 45"/>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6" name="Rectangle 240"/>
          <p:cNvSpPr/>
          <p:nvPr/>
        </p:nvSpPr>
        <p:spPr>
          <a:xfrm>
            <a:off x="0" y="0"/>
            <a:ext cx="12181680" cy="68508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67" name="Rectangle 241"/>
          <p:cNvSpPr/>
          <p:nvPr/>
        </p:nvSpPr>
        <p:spPr>
          <a:xfrm>
            <a:off x="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68" name="Rectangle 242"/>
          <p:cNvSpPr/>
          <p:nvPr/>
        </p:nvSpPr>
        <p:spPr>
          <a:xfrm>
            <a:off x="9144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69" name="Rectangle 243"/>
          <p:cNvSpPr/>
          <p:nvPr/>
        </p:nvSpPr>
        <p:spPr>
          <a:xfrm>
            <a:off x="18288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0" name="Rectangle 244"/>
          <p:cNvSpPr/>
          <p:nvPr/>
        </p:nvSpPr>
        <p:spPr>
          <a:xfrm>
            <a:off x="27432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1" name="Rectangle 245"/>
          <p:cNvSpPr/>
          <p:nvPr/>
        </p:nvSpPr>
        <p:spPr>
          <a:xfrm>
            <a:off x="36576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2" name="Rectangle 246"/>
          <p:cNvSpPr/>
          <p:nvPr/>
        </p:nvSpPr>
        <p:spPr>
          <a:xfrm>
            <a:off x="45720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3" name="Rectangle 247"/>
          <p:cNvSpPr/>
          <p:nvPr/>
        </p:nvSpPr>
        <p:spPr>
          <a:xfrm>
            <a:off x="54864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4" name="Rectangle 248"/>
          <p:cNvSpPr/>
          <p:nvPr/>
        </p:nvSpPr>
        <p:spPr>
          <a:xfrm>
            <a:off x="64008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5" name="Rectangle 249"/>
          <p:cNvSpPr/>
          <p:nvPr/>
        </p:nvSpPr>
        <p:spPr>
          <a:xfrm>
            <a:off x="73152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6" name="Rectangle 250"/>
          <p:cNvSpPr/>
          <p:nvPr/>
        </p:nvSpPr>
        <p:spPr>
          <a:xfrm>
            <a:off x="82296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7" name="Rectangle 251"/>
          <p:cNvSpPr/>
          <p:nvPr/>
        </p:nvSpPr>
        <p:spPr>
          <a:xfrm>
            <a:off x="91440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8" name="Rectangle 252"/>
          <p:cNvSpPr/>
          <p:nvPr/>
        </p:nvSpPr>
        <p:spPr>
          <a:xfrm>
            <a:off x="100584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79" name="Rectangle 253"/>
          <p:cNvSpPr/>
          <p:nvPr/>
        </p:nvSpPr>
        <p:spPr>
          <a:xfrm>
            <a:off x="109728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80" name="Rectangle 254"/>
          <p:cNvSpPr/>
          <p:nvPr/>
        </p:nvSpPr>
        <p:spPr>
          <a:xfrm>
            <a:off x="11887200" y="0"/>
            <a:ext cx="11160" cy="68508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81" name="Rectangle 255"/>
          <p:cNvSpPr/>
          <p:nvPr/>
        </p:nvSpPr>
        <p:spPr>
          <a:xfrm>
            <a:off x="0" y="0"/>
            <a:ext cx="312840" cy="68508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82" name="Rounded Rectangle 106"/>
          <p:cNvSpPr/>
          <p:nvPr/>
        </p:nvSpPr>
        <p:spPr>
          <a:xfrm>
            <a:off x="9875520" y="365760"/>
            <a:ext cx="2004480" cy="4957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283" name="TextBox 46"/>
          <p:cNvSpPr/>
          <p:nvPr/>
        </p:nvSpPr>
        <p:spPr>
          <a:xfrm>
            <a:off x="1659960" y="1005840"/>
            <a:ext cx="765180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DATA LOSS &amp; PRECISION LOSS</a:t>
            </a:r>
            <a:endParaRPr b="0" lang="en-US" sz="4800" spc="-1" strike="noStrike">
              <a:solidFill>
                <a:srgbClr val="000000"/>
              </a:solidFill>
              <a:latin typeface="Arial"/>
            </a:endParaRPr>
          </a:p>
        </p:txBody>
      </p:sp>
      <p:sp>
        <p:nvSpPr>
          <p:cNvPr id="1284" name="TextBox 47"/>
          <p:cNvSpPr/>
          <p:nvPr/>
        </p:nvSpPr>
        <p:spPr>
          <a:xfrm>
            <a:off x="2286000" y="1826640"/>
            <a:ext cx="6431040" cy="957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Type casting may cause data loss when converting from a larger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data type to a smaller one.</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Decimal values can be removed and large values may overflow.</a:t>
            </a:r>
            <a:endParaRPr b="0" lang="en-US" sz="1900" spc="-1" strike="noStrike">
              <a:solidFill>
                <a:srgbClr val="000000"/>
              </a:solidFill>
              <a:latin typeface="Arial"/>
            </a:endParaRPr>
          </a:p>
        </p:txBody>
      </p:sp>
      <p:sp>
        <p:nvSpPr>
          <p:cNvPr id="1285" name="Rounded Rectangle 107"/>
          <p:cNvSpPr/>
          <p:nvPr/>
        </p:nvSpPr>
        <p:spPr>
          <a:xfrm>
            <a:off x="987480" y="3182040"/>
            <a:ext cx="3284640" cy="27360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86" name="Rounded Rectangle 108"/>
          <p:cNvSpPr/>
          <p:nvPr/>
        </p:nvSpPr>
        <p:spPr>
          <a:xfrm>
            <a:off x="914400" y="3108960"/>
            <a:ext cx="3284640" cy="27360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Occurs in explicit (narrowing) casting</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Decimal part is truncated (not rounded)</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Smaller types cannot store full value</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May lead to incorrect results</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Precision loss happens especially with float → int</a:t>
            </a:r>
            <a:endParaRPr b="0" lang="en-US" sz="1800" spc="-1" strike="noStrike">
              <a:solidFill>
                <a:srgbClr val="ffffff"/>
              </a:solidFill>
              <a:latin typeface="Arial"/>
            </a:endParaRPr>
          </a:p>
        </p:txBody>
      </p:sp>
      <p:sp>
        <p:nvSpPr>
          <p:cNvPr id="1287" name="Rounded Rectangle 109"/>
          <p:cNvSpPr/>
          <p:nvPr/>
        </p:nvSpPr>
        <p:spPr>
          <a:xfrm>
            <a:off x="4507920" y="3182040"/>
            <a:ext cx="3284640" cy="27360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88" name="Rounded Rectangle 110"/>
          <p:cNvSpPr/>
          <p:nvPr/>
        </p:nvSpPr>
        <p:spPr>
          <a:xfrm>
            <a:off x="4343400" y="3108960"/>
            <a:ext cx="3376080" cy="32857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double (9.78)</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(casting)</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Int (9)</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float (123456.789)</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Int (123456)</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1" lang="en-US" sz="1800" spc="-1" strike="noStrike">
                <a:solidFill>
                  <a:schemeClr val="lt1"/>
                </a:solidFill>
                <a:latin typeface="Calibri"/>
                <a:ea typeface="DejaVu Sans"/>
              </a:rPr>
              <a:t>Decimal part is completely removed</a:t>
            </a:r>
            <a:endParaRPr b="0" lang="en-US" sz="1800" spc="-1" strike="noStrike">
              <a:solidFill>
                <a:srgbClr val="ffffff"/>
              </a:solidFill>
              <a:latin typeface="Arial"/>
            </a:endParaRPr>
          </a:p>
          <a:p>
            <a:pPr>
              <a:lnSpc>
                <a:spcPct val="100000"/>
              </a:lnSpc>
            </a:pPr>
            <a:r>
              <a:rPr b="1" lang="en-US" sz="1800" spc="-1" strike="noStrike">
                <a:solidFill>
                  <a:schemeClr val="lt1"/>
                </a:solidFill>
                <a:latin typeface="Calibri"/>
                <a:ea typeface="DejaVu Sans"/>
              </a:rPr>
              <a:t>No rounding happens</a:t>
            </a:r>
            <a:endParaRPr b="0" lang="en-US" sz="1800" spc="-1" strike="noStrike">
              <a:solidFill>
                <a:srgbClr val="ffffff"/>
              </a:solidFill>
              <a:latin typeface="Arial"/>
            </a:endParaRPr>
          </a:p>
        </p:txBody>
      </p:sp>
      <p:sp>
        <p:nvSpPr>
          <p:cNvPr id="1289" name="Rounded Rectangle 111"/>
          <p:cNvSpPr/>
          <p:nvPr/>
        </p:nvSpPr>
        <p:spPr>
          <a:xfrm>
            <a:off x="8028360" y="3182040"/>
            <a:ext cx="3284640" cy="27360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0" name="Rounded Rectangle 112"/>
          <p:cNvSpPr/>
          <p:nvPr/>
        </p:nvSpPr>
        <p:spPr>
          <a:xfrm>
            <a:off x="7955280" y="2971800"/>
            <a:ext cx="3925800" cy="3422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public class DataLossExample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static void main(String[] args)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double value = 9.78;</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 Explicit casting</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result = (int) value;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System.out.println("Original: " + value);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System.out.println("After casting: " + result);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float bigValue = 123456.789f;</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converted = (int) bigValue;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System.out.println("Float: " + bigValue);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System.out.println("Int: " + converted);</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p:txBody>
      </p:sp>
      <p:sp>
        <p:nvSpPr>
          <p:cNvPr id="1291" name="TextBox 48"/>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2" name="Rectangle 256"/>
          <p:cNvSpPr/>
          <p:nvPr/>
        </p:nvSpPr>
        <p:spPr>
          <a:xfrm>
            <a:off x="0" y="0"/>
            <a:ext cx="12182400" cy="685152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3" name="Rectangle 257"/>
          <p:cNvSpPr/>
          <p:nvPr/>
        </p:nvSpPr>
        <p:spPr>
          <a:xfrm>
            <a:off x="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4" name="Rectangle 258"/>
          <p:cNvSpPr/>
          <p:nvPr/>
        </p:nvSpPr>
        <p:spPr>
          <a:xfrm>
            <a:off x="9144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5" name="Rectangle 259"/>
          <p:cNvSpPr/>
          <p:nvPr/>
        </p:nvSpPr>
        <p:spPr>
          <a:xfrm>
            <a:off x="18288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6" name="Rectangle 260"/>
          <p:cNvSpPr/>
          <p:nvPr/>
        </p:nvSpPr>
        <p:spPr>
          <a:xfrm>
            <a:off x="27432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7" name="Rectangle 261"/>
          <p:cNvSpPr/>
          <p:nvPr/>
        </p:nvSpPr>
        <p:spPr>
          <a:xfrm>
            <a:off x="36576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8" name="Rectangle 262"/>
          <p:cNvSpPr/>
          <p:nvPr/>
        </p:nvSpPr>
        <p:spPr>
          <a:xfrm>
            <a:off x="45720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299" name="Rectangle 263"/>
          <p:cNvSpPr/>
          <p:nvPr/>
        </p:nvSpPr>
        <p:spPr>
          <a:xfrm>
            <a:off x="54864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0" name="Rectangle 264"/>
          <p:cNvSpPr/>
          <p:nvPr/>
        </p:nvSpPr>
        <p:spPr>
          <a:xfrm>
            <a:off x="64008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1" name="Rectangle 265"/>
          <p:cNvSpPr/>
          <p:nvPr/>
        </p:nvSpPr>
        <p:spPr>
          <a:xfrm>
            <a:off x="73152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2" name="Rectangle 266"/>
          <p:cNvSpPr/>
          <p:nvPr/>
        </p:nvSpPr>
        <p:spPr>
          <a:xfrm>
            <a:off x="82296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3" name="Rectangle 267"/>
          <p:cNvSpPr/>
          <p:nvPr/>
        </p:nvSpPr>
        <p:spPr>
          <a:xfrm>
            <a:off x="91440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4" name="Rectangle 268"/>
          <p:cNvSpPr/>
          <p:nvPr/>
        </p:nvSpPr>
        <p:spPr>
          <a:xfrm>
            <a:off x="100584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5" name="Rectangle 269"/>
          <p:cNvSpPr/>
          <p:nvPr/>
        </p:nvSpPr>
        <p:spPr>
          <a:xfrm>
            <a:off x="109728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6" name="Rectangle 270"/>
          <p:cNvSpPr/>
          <p:nvPr/>
        </p:nvSpPr>
        <p:spPr>
          <a:xfrm>
            <a:off x="11887200" y="0"/>
            <a:ext cx="11880" cy="68515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7" name="Rectangle 271"/>
          <p:cNvSpPr/>
          <p:nvPr/>
        </p:nvSpPr>
        <p:spPr>
          <a:xfrm>
            <a:off x="0" y="0"/>
            <a:ext cx="313560" cy="685152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08" name="Rounded Rectangle 113"/>
          <p:cNvSpPr/>
          <p:nvPr/>
        </p:nvSpPr>
        <p:spPr>
          <a:xfrm>
            <a:off x="9875520" y="365760"/>
            <a:ext cx="2005200" cy="49644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309" name="TextBox 49"/>
          <p:cNvSpPr/>
          <p:nvPr/>
        </p:nvSpPr>
        <p:spPr>
          <a:xfrm>
            <a:off x="1458000" y="1005840"/>
            <a:ext cx="805572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TYPE CASTING IN EXPRESSIONS</a:t>
            </a:r>
            <a:endParaRPr b="0" lang="en-US" sz="4800" spc="-1" strike="noStrike">
              <a:solidFill>
                <a:srgbClr val="000000"/>
              </a:solidFill>
              <a:latin typeface="Arial"/>
            </a:endParaRPr>
          </a:p>
        </p:txBody>
      </p:sp>
      <p:sp>
        <p:nvSpPr>
          <p:cNvPr id="1310" name="TextBox 50"/>
          <p:cNvSpPr/>
          <p:nvPr/>
        </p:nvSpPr>
        <p:spPr>
          <a:xfrm>
            <a:off x="2283480" y="2194560"/>
            <a:ext cx="6405120" cy="3790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Automatic type conversion during arithmetic operations in Java.</a:t>
            </a:r>
            <a:endParaRPr b="0" lang="en-US" sz="1900" spc="-1" strike="noStrike">
              <a:solidFill>
                <a:srgbClr val="000000"/>
              </a:solidFill>
              <a:latin typeface="Arial"/>
            </a:endParaRPr>
          </a:p>
        </p:txBody>
      </p:sp>
      <p:sp>
        <p:nvSpPr>
          <p:cNvPr id="1311" name="Rounded Rectangle 114"/>
          <p:cNvSpPr/>
          <p:nvPr/>
        </p:nvSpPr>
        <p:spPr>
          <a:xfrm>
            <a:off x="987480" y="3182040"/>
            <a:ext cx="3285360" cy="27367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12" name="Rounded Rectangle 115"/>
          <p:cNvSpPr/>
          <p:nvPr/>
        </p:nvSpPr>
        <p:spPr>
          <a:xfrm>
            <a:off x="914400" y="3108960"/>
            <a:ext cx="3285360" cy="27367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Java promotes smaller types in expressions</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Operations follow the largest data type</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No manual casting needed (in most cases)</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byte, short → converted to int automatically</a:t>
            </a:r>
            <a:endParaRPr b="0" lang="en-US" sz="1800" spc="-1" strike="noStrike">
              <a:solidFill>
                <a:srgbClr val="ffffff"/>
              </a:solidFill>
              <a:latin typeface="Arial"/>
            </a:endParaRPr>
          </a:p>
        </p:txBody>
      </p:sp>
      <p:sp>
        <p:nvSpPr>
          <p:cNvPr id="1313" name="Rounded Rectangle 116"/>
          <p:cNvSpPr/>
          <p:nvPr/>
        </p:nvSpPr>
        <p:spPr>
          <a:xfrm>
            <a:off x="4507920" y="3182040"/>
            <a:ext cx="3285360" cy="27367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14" name="Rounded Rectangle 117"/>
          <p:cNvSpPr/>
          <p:nvPr/>
        </p:nvSpPr>
        <p:spPr>
          <a:xfrm>
            <a:off x="4434840" y="3108960"/>
            <a:ext cx="3285360" cy="27367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byte → short → int → long → float → double</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int + double → double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float + long → float</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short + short → int</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1" lang="en-US" sz="1800" spc="-1" strike="noStrike">
                <a:solidFill>
                  <a:schemeClr val="lt1"/>
                </a:solidFill>
                <a:latin typeface="Calibri"/>
                <a:ea typeface="DejaVu Sans"/>
              </a:rPr>
              <a:t>Result = largest type</a:t>
            </a:r>
            <a:endParaRPr b="0" lang="en-US" sz="1800" spc="-1" strike="noStrike">
              <a:solidFill>
                <a:srgbClr val="ffffff"/>
              </a:solidFill>
              <a:latin typeface="Arial"/>
            </a:endParaRPr>
          </a:p>
        </p:txBody>
      </p:sp>
      <p:sp>
        <p:nvSpPr>
          <p:cNvPr id="1315" name="Rounded Rectangle 118"/>
          <p:cNvSpPr/>
          <p:nvPr/>
        </p:nvSpPr>
        <p:spPr>
          <a:xfrm>
            <a:off x="8028360" y="3182040"/>
            <a:ext cx="3285360" cy="27367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16" name="Rounded Rectangle 119"/>
          <p:cNvSpPr/>
          <p:nvPr/>
        </p:nvSpPr>
        <p:spPr>
          <a:xfrm>
            <a:off x="7955280" y="2971800"/>
            <a:ext cx="3697920" cy="2873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400" spc="-1" strike="noStrike">
                <a:solidFill>
                  <a:srgbClr val="78ffc8"/>
                </a:solidFill>
                <a:latin typeface="Consolas"/>
                <a:ea typeface="DejaVu Sans"/>
              </a:rPr>
              <a:t>int a = 10;</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double b = 5.5;</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double result = a + b; // int → double</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System.out.println(result);</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byte x = 5;</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byte y = 10;</a:t>
            </a:r>
            <a:endParaRPr b="0" lang="en-US" sz="1400" spc="-1" strike="noStrike">
              <a:solidFill>
                <a:srgbClr val="ffffff"/>
              </a:solidFill>
              <a:latin typeface="Arial"/>
            </a:endParaRPr>
          </a:p>
          <a:p>
            <a:pPr algn="ctr">
              <a:lnSpc>
                <a:spcPct val="100000"/>
              </a:lnSpc>
            </a:pP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int sum = x + y; // byte → int</a:t>
            </a:r>
            <a:endParaRPr b="0" lang="en-US" sz="1400" spc="-1" strike="noStrike">
              <a:solidFill>
                <a:srgbClr val="ffffff"/>
              </a:solidFill>
              <a:latin typeface="Arial"/>
            </a:endParaRPr>
          </a:p>
          <a:p>
            <a:pPr algn="ctr">
              <a:lnSpc>
                <a:spcPct val="100000"/>
              </a:lnSpc>
            </a:pPr>
            <a:r>
              <a:rPr b="0" lang="en-US" sz="1400" spc="-1" strike="noStrike">
                <a:solidFill>
                  <a:srgbClr val="78ffc8"/>
                </a:solidFill>
                <a:latin typeface="Consolas"/>
                <a:ea typeface="DejaVu Sans"/>
              </a:rPr>
              <a:t>System.out.println(sum);</a:t>
            </a:r>
            <a:endParaRPr b="0" lang="en-US" sz="1400" spc="-1" strike="noStrike">
              <a:solidFill>
                <a:srgbClr val="ffffff"/>
              </a:solidFill>
              <a:latin typeface="Arial"/>
            </a:endParaRPr>
          </a:p>
        </p:txBody>
      </p:sp>
      <p:sp>
        <p:nvSpPr>
          <p:cNvPr id="1317" name="TextBox 51"/>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8" name="Rectangle 272"/>
          <p:cNvSpPr/>
          <p:nvPr/>
        </p:nvSpPr>
        <p:spPr>
          <a:xfrm>
            <a:off x="0" y="0"/>
            <a:ext cx="12183120" cy="685224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19" name="Rectangle 273"/>
          <p:cNvSpPr/>
          <p:nvPr/>
        </p:nvSpPr>
        <p:spPr>
          <a:xfrm>
            <a:off x="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0" name="Rectangle 274"/>
          <p:cNvSpPr/>
          <p:nvPr/>
        </p:nvSpPr>
        <p:spPr>
          <a:xfrm>
            <a:off x="9144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1" name="Rectangle 275"/>
          <p:cNvSpPr/>
          <p:nvPr/>
        </p:nvSpPr>
        <p:spPr>
          <a:xfrm>
            <a:off x="18288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2" name="Rectangle 276"/>
          <p:cNvSpPr/>
          <p:nvPr/>
        </p:nvSpPr>
        <p:spPr>
          <a:xfrm>
            <a:off x="27432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3" name="Rectangle 277"/>
          <p:cNvSpPr/>
          <p:nvPr/>
        </p:nvSpPr>
        <p:spPr>
          <a:xfrm>
            <a:off x="36576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4" name="Rectangle 278"/>
          <p:cNvSpPr/>
          <p:nvPr/>
        </p:nvSpPr>
        <p:spPr>
          <a:xfrm>
            <a:off x="45720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5" name="Rectangle 279"/>
          <p:cNvSpPr/>
          <p:nvPr/>
        </p:nvSpPr>
        <p:spPr>
          <a:xfrm>
            <a:off x="54864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6" name="Rectangle 280"/>
          <p:cNvSpPr/>
          <p:nvPr/>
        </p:nvSpPr>
        <p:spPr>
          <a:xfrm>
            <a:off x="64008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7" name="Rectangle 281"/>
          <p:cNvSpPr/>
          <p:nvPr/>
        </p:nvSpPr>
        <p:spPr>
          <a:xfrm>
            <a:off x="73152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8" name="Rectangle 282"/>
          <p:cNvSpPr/>
          <p:nvPr/>
        </p:nvSpPr>
        <p:spPr>
          <a:xfrm>
            <a:off x="82296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29" name="Rectangle 283"/>
          <p:cNvSpPr/>
          <p:nvPr/>
        </p:nvSpPr>
        <p:spPr>
          <a:xfrm>
            <a:off x="91440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30" name="Rectangle 284"/>
          <p:cNvSpPr/>
          <p:nvPr/>
        </p:nvSpPr>
        <p:spPr>
          <a:xfrm>
            <a:off x="100584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31" name="Rectangle 285"/>
          <p:cNvSpPr/>
          <p:nvPr/>
        </p:nvSpPr>
        <p:spPr>
          <a:xfrm>
            <a:off x="109728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32" name="Rectangle 286"/>
          <p:cNvSpPr/>
          <p:nvPr/>
        </p:nvSpPr>
        <p:spPr>
          <a:xfrm>
            <a:off x="11887200" y="0"/>
            <a:ext cx="12600" cy="68522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33" name="Rectangle 287"/>
          <p:cNvSpPr/>
          <p:nvPr/>
        </p:nvSpPr>
        <p:spPr>
          <a:xfrm>
            <a:off x="0" y="0"/>
            <a:ext cx="314280" cy="685224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34" name="Rounded Rectangle 120"/>
          <p:cNvSpPr/>
          <p:nvPr/>
        </p:nvSpPr>
        <p:spPr>
          <a:xfrm>
            <a:off x="9875520" y="365760"/>
            <a:ext cx="2005920" cy="49716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335" name="TextBox 52"/>
          <p:cNvSpPr/>
          <p:nvPr/>
        </p:nvSpPr>
        <p:spPr>
          <a:xfrm>
            <a:off x="1514160" y="1005840"/>
            <a:ext cx="794304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Unicode System – Introduction</a:t>
            </a:r>
            <a:endParaRPr b="0" lang="en-US" sz="4800" spc="-1" strike="noStrike">
              <a:solidFill>
                <a:srgbClr val="000000"/>
              </a:solidFill>
              <a:latin typeface="Arial"/>
            </a:endParaRPr>
          </a:p>
        </p:txBody>
      </p:sp>
      <p:sp>
        <p:nvSpPr>
          <p:cNvPr id="1336" name="TextBox 53"/>
          <p:cNvSpPr/>
          <p:nvPr/>
        </p:nvSpPr>
        <p:spPr>
          <a:xfrm>
            <a:off x="1787760" y="2074680"/>
            <a:ext cx="758340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Unicode is a universal character encoding standard that allows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Java to represent text from multiple languages consistently across platforms</a:t>
            </a:r>
            <a:endParaRPr b="0" lang="en-US" sz="1900" spc="-1" strike="noStrike">
              <a:solidFill>
                <a:srgbClr val="000000"/>
              </a:solidFill>
              <a:latin typeface="Arial"/>
            </a:endParaRPr>
          </a:p>
        </p:txBody>
      </p:sp>
      <p:sp>
        <p:nvSpPr>
          <p:cNvPr id="1337" name="Rounded Rectangle 121"/>
          <p:cNvSpPr/>
          <p:nvPr/>
        </p:nvSpPr>
        <p:spPr>
          <a:xfrm>
            <a:off x="987480" y="3182040"/>
            <a:ext cx="3286080" cy="27374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38" name="Rounded Rectangle 122"/>
          <p:cNvSpPr/>
          <p:nvPr/>
        </p:nvSpPr>
        <p:spPr>
          <a:xfrm>
            <a:off x="914400" y="3108960"/>
            <a:ext cx="3286080" cy="3058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Unicode is a global character set</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Each character has a unique code point (e.g., \u0041)</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Replaced older encodings like ASCII and ISO</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Supports almost all world languages</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Java uses Unicode internally (UTF-16)</a:t>
            </a:r>
            <a:endParaRPr b="0" lang="en-US" sz="1800" spc="-1" strike="noStrike">
              <a:solidFill>
                <a:srgbClr val="ffffff"/>
              </a:solidFill>
              <a:latin typeface="Arial"/>
            </a:endParaRPr>
          </a:p>
        </p:txBody>
      </p:sp>
      <p:sp>
        <p:nvSpPr>
          <p:cNvPr id="1339" name="Rounded Rectangle 123"/>
          <p:cNvSpPr/>
          <p:nvPr/>
        </p:nvSpPr>
        <p:spPr>
          <a:xfrm>
            <a:off x="4507920" y="3182040"/>
            <a:ext cx="3286080" cy="27374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40" name="Rounded Rectangle 124"/>
          <p:cNvSpPr/>
          <p:nvPr/>
        </p:nvSpPr>
        <p:spPr>
          <a:xfrm>
            <a:off x="4434840" y="3108960"/>
            <a:ext cx="3286080" cy="27374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Character → Unicode Code Point → Encoding (UTF-16) → Stored in Java → Displayed</a:t>
            </a:r>
            <a:endParaRPr b="0" lang="en-US" sz="1800" spc="-1" strike="noStrike">
              <a:solidFill>
                <a:srgbClr val="ffffff"/>
              </a:solidFill>
              <a:latin typeface="Arial"/>
            </a:endParaRPr>
          </a:p>
        </p:txBody>
      </p:sp>
      <p:sp>
        <p:nvSpPr>
          <p:cNvPr id="1341" name="Rounded Rectangle 125"/>
          <p:cNvSpPr/>
          <p:nvPr/>
        </p:nvSpPr>
        <p:spPr>
          <a:xfrm>
            <a:off x="8028360" y="3182040"/>
            <a:ext cx="3286080" cy="27374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42" name="Rounded Rectangle 126"/>
          <p:cNvSpPr/>
          <p:nvPr/>
        </p:nvSpPr>
        <p:spPr>
          <a:xfrm>
            <a:off x="7955280" y="3108960"/>
            <a:ext cx="3698640" cy="32871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500" spc="-1" strike="noStrike">
                <a:solidFill>
                  <a:srgbClr val="78ffc8"/>
                </a:solidFill>
                <a:latin typeface="Consolas"/>
                <a:ea typeface="DejaVu Sans"/>
              </a:rPr>
              <a:t>public class UnicodeExample {</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    </a:t>
            </a:r>
            <a:r>
              <a:rPr b="0" lang="en-US" sz="1500" spc="-1" strike="noStrike">
                <a:solidFill>
                  <a:srgbClr val="78ffc8"/>
                </a:solidFill>
                <a:latin typeface="Consolas"/>
                <a:ea typeface="DejaVu Sans"/>
              </a:rPr>
              <a:t>public static void main(String[] args) {</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        </a:t>
            </a:r>
            <a:r>
              <a:rPr b="0" lang="en-US" sz="1500" spc="-1" strike="noStrike">
                <a:solidFill>
                  <a:srgbClr val="78ffc8"/>
                </a:solidFill>
                <a:latin typeface="Consolas"/>
                <a:ea typeface="DejaVu Sans"/>
              </a:rPr>
              <a:t>char ch = '\u0041'; // Unicode for 'A'</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        </a:t>
            </a:r>
            <a:r>
              <a:rPr b="0" lang="en-US" sz="1500" spc="-1" strike="noStrike">
                <a:solidFill>
                  <a:srgbClr val="78ffc8"/>
                </a:solidFill>
                <a:latin typeface="Consolas"/>
                <a:ea typeface="DejaVu Sans"/>
              </a:rPr>
              <a:t>System.out.println(ch);</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        </a:t>
            </a:r>
            <a:r>
              <a:rPr b="0" lang="en-US" sz="1500" spc="-1" strike="noStrike">
                <a:solidFill>
                  <a:srgbClr val="78ffc8"/>
                </a:solidFill>
                <a:latin typeface="Consolas"/>
                <a:ea typeface="DejaVu Sans"/>
              </a:rPr>
              <a:t>char symbol = '\u00AB'; // «</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        </a:t>
            </a:r>
            <a:r>
              <a:rPr b="0" lang="en-US" sz="1500" spc="-1" strike="noStrike">
                <a:solidFill>
                  <a:srgbClr val="78ffc8"/>
                </a:solidFill>
                <a:latin typeface="Consolas"/>
                <a:ea typeface="DejaVu Sans"/>
              </a:rPr>
              <a:t>System.out.println(symbol);</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    </a:t>
            </a:r>
            <a:r>
              <a:rPr b="0" lang="en-US" sz="1500" spc="-1" strike="noStrike">
                <a:solidFill>
                  <a:srgbClr val="78ffc8"/>
                </a:solidFill>
                <a:latin typeface="Consolas"/>
                <a:ea typeface="DejaVu Sans"/>
              </a:rPr>
              <a:t>}</a:t>
            </a:r>
            <a:endParaRPr b="0" lang="en-US" sz="1500" spc="-1" strike="noStrike">
              <a:solidFill>
                <a:srgbClr val="ffffff"/>
              </a:solidFill>
              <a:latin typeface="Arial"/>
            </a:endParaRPr>
          </a:p>
          <a:p>
            <a:pPr algn="ctr">
              <a:lnSpc>
                <a:spcPct val="100000"/>
              </a:lnSpc>
            </a:pPr>
            <a:r>
              <a:rPr b="0" lang="en-US" sz="1500" spc="-1" strike="noStrike">
                <a:solidFill>
                  <a:srgbClr val="78ffc8"/>
                </a:solidFill>
                <a:latin typeface="Consolas"/>
                <a:ea typeface="DejaVu Sans"/>
              </a:rPr>
              <a:t>}</a:t>
            </a:r>
            <a:endParaRPr b="0" lang="en-US" sz="1500" spc="-1" strike="noStrike">
              <a:solidFill>
                <a:srgbClr val="ffffff"/>
              </a:solidFill>
              <a:latin typeface="Arial"/>
            </a:endParaRPr>
          </a:p>
        </p:txBody>
      </p:sp>
      <p:sp>
        <p:nvSpPr>
          <p:cNvPr id="1343" name="TextBox 54"/>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pic>
        <p:nvPicPr>
          <p:cNvPr id="1344" name="" descr=""/>
          <p:cNvPicPr/>
          <p:nvPr/>
        </p:nvPicPr>
        <p:blipFill>
          <a:blip r:embed="rId1"/>
          <a:stretch/>
        </p:blipFill>
        <p:spPr>
          <a:xfrm>
            <a:off x="4589280" y="5029200"/>
            <a:ext cx="2647080" cy="5025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5" name="Rectangle 288"/>
          <p:cNvSpPr/>
          <p:nvPr/>
        </p:nvSpPr>
        <p:spPr>
          <a:xfrm>
            <a:off x="0" y="0"/>
            <a:ext cx="12183480" cy="68526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46" name="Rectangle 289"/>
          <p:cNvSpPr/>
          <p:nvPr/>
        </p:nvSpPr>
        <p:spPr>
          <a:xfrm>
            <a:off x="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47" name="Rectangle 290"/>
          <p:cNvSpPr/>
          <p:nvPr/>
        </p:nvSpPr>
        <p:spPr>
          <a:xfrm>
            <a:off x="9144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48" name="Rectangle 291"/>
          <p:cNvSpPr/>
          <p:nvPr/>
        </p:nvSpPr>
        <p:spPr>
          <a:xfrm>
            <a:off x="18288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49" name="Rectangle 292"/>
          <p:cNvSpPr/>
          <p:nvPr/>
        </p:nvSpPr>
        <p:spPr>
          <a:xfrm>
            <a:off x="27432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0" name="Rectangle 293"/>
          <p:cNvSpPr/>
          <p:nvPr/>
        </p:nvSpPr>
        <p:spPr>
          <a:xfrm>
            <a:off x="36576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1" name="Rectangle 294"/>
          <p:cNvSpPr/>
          <p:nvPr/>
        </p:nvSpPr>
        <p:spPr>
          <a:xfrm>
            <a:off x="45720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2" name="Rectangle 295"/>
          <p:cNvSpPr/>
          <p:nvPr/>
        </p:nvSpPr>
        <p:spPr>
          <a:xfrm>
            <a:off x="54864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3" name="Rectangle 296"/>
          <p:cNvSpPr/>
          <p:nvPr/>
        </p:nvSpPr>
        <p:spPr>
          <a:xfrm>
            <a:off x="64008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4" name="Rectangle 297"/>
          <p:cNvSpPr/>
          <p:nvPr/>
        </p:nvSpPr>
        <p:spPr>
          <a:xfrm>
            <a:off x="73152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5" name="Rectangle 298"/>
          <p:cNvSpPr/>
          <p:nvPr/>
        </p:nvSpPr>
        <p:spPr>
          <a:xfrm>
            <a:off x="82296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6" name="Rectangle 299"/>
          <p:cNvSpPr/>
          <p:nvPr/>
        </p:nvSpPr>
        <p:spPr>
          <a:xfrm>
            <a:off x="91440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7" name="Rectangle 300"/>
          <p:cNvSpPr/>
          <p:nvPr/>
        </p:nvSpPr>
        <p:spPr>
          <a:xfrm>
            <a:off x="100584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8" name="Rectangle 301"/>
          <p:cNvSpPr/>
          <p:nvPr/>
        </p:nvSpPr>
        <p:spPr>
          <a:xfrm>
            <a:off x="109728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59" name="Rectangle 302"/>
          <p:cNvSpPr/>
          <p:nvPr/>
        </p:nvSpPr>
        <p:spPr>
          <a:xfrm>
            <a:off x="118872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60" name="Rectangle 303"/>
          <p:cNvSpPr/>
          <p:nvPr/>
        </p:nvSpPr>
        <p:spPr>
          <a:xfrm>
            <a:off x="0" y="0"/>
            <a:ext cx="314640" cy="68526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61" name="Rounded Rectangle 127"/>
          <p:cNvSpPr/>
          <p:nvPr/>
        </p:nvSpPr>
        <p:spPr>
          <a:xfrm>
            <a:off x="9875520" y="365760"/>
            <a:ext cx="2006280" cy="4975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362" name="TextBox 55"/>
          <p:cNvSpPr/>
          <p:nvPr/>
        </p:nvSpPr>
        <p:spPr>
          <a:xfrm>
            <a:off x="2830320" y="1005840"/>
            <a:ext cx="53110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How Unicode Works</a:t>
            </a:r>
            <a:endParaRPr b="0" lang="en-US" sz="4800" spc="-1" strike="noStrike">
              <a:solidFill>
                <a:srgbClr val="000000"/>
              </a:solidFill>
              <a:latin typeface="Arial"/>
            </a:endParaRPr>
          </a:p>
        </p:txBody>
      </p:sp>
      <p:sp>
        <p:nvSpPr>
          <p:cNvPr id="1363" name="TextBox 56"/>
          <p:cNvSpPr/>
          <p:nvPr/>
        </p:nvSpPr>
        <p:spPr>
          <a:xfrm>
            <a:off x="2163600" y="1846080"/>
            <a:ext cx="664308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Unicode assigns a unique number (code point) to every character,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regardless of platform, language, or program.</a:t>
            </a:r>
            <a:endParaRPr b="0" lang="en-US" sz="1900" spc="-1" strike="noStrike">
              <a:solidFill>
                <a:srgbClr val="000000"/>
              </a:solidFill>
              <a:latin typeface="Arial"/>
            </a:endParaRPr>
          </a:p>
        </p:txBody>
      </p:sp>
      <p:sp>
        <p:nvSpPr>
          <p:cNvPr id="1364" name="Rounded Rectangle 128"/>
          <p:cNvSpPr/>
          <p:nvPr/>
        </p:nvSpPr>
        <p:spPr>
          <a:xfrm>
            <a:off x="987480" y="3182040"/>
            <a:ext cx="3286440" cy="27378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65" name="Rounded Rectangle 129"/>
          <p:cNvSpPr/>
          <p:nvPr/>
        </p:nvSpPr>
        <p:spPr>
          <a:xfrm>
            <a:off x="685800" y="3108960"/>
            <a:ext cx="3515040" cy="30589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Each character → Code Point (U+XXXX format)</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Example:</a:t>
            </a:r>
            <a:r>
              <a:rPr b="0" lang="en-US" sz="1800" spc="-1" strike="noStrike">
                <a:solidFill>
                  <a:schemeClr val="lt1"/>
                </a:solidFill>
                <a:latin typeface="Calibri"/>
                <a:ea typeface="DejaVu Sans"/>
              </a:rPr>
              <a:t>	</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A → U+0041</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ç → U+00E7</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0" lang="en-US" sz="1800" spc="-1" strike="noStrike">
                <a:solidFill>
                  <a:schemeClr val="lt1"/>
                </a:solidFill>
                <a:latin typeface="Calibri"/>
                <a:ea typeface="DejaVu Sans"/>
              </a:rPr>
              <a:t>😀 → </a:t>
            </a:r>
            <a:r>
              <a:rPr b="0" lang="en-US" sz="1800" spc="-1" strike="noStrike">
                <a:solidFill>
                  <a:schemeClr val="lt1"/>
                </a:solidFill>
                <a:latin typeface="Calibri"/>
                <a:ea typeface="DejaVu Sans"/>
              </a:rPr>
              <a:t>U+1F600</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Unicode is universal → same meaning everywhere</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Encoding systems (UTF-8, UTF-16, UTF-32) define how these are stored</a:t>
            </a:r>
            <a:endParaRPr b="0" lang="en-US" sz="1800" spc="-1" strike="noStrike">
              <a:solidFill>
                <a:srgbClr val="ffffff"/>
              </a:solidFill>
              <a:latin typeface="Arial"/>
            </a:endParaRPr>
          </a:p>
        </p:txBody>
      </p:sp>
      <p:sp>
        <p:nvSpPr>
          <p:cNvPr id="1366" name="Rounded Rectangle 130"/>
          <p:cNvSpPr/>
          <p:nvPr/>
        </p:nvSpPr>
        <p:spPr>
          <a:xfrm>
            <a:off x="4507920" y="3182040"/>
            <a:ext cx="3286440" cy="27378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67" name="Rounded Rectangle 131"/>
          <p:cNvSpPr/>
          <p:nvPr/>
        </p:nvSpPr>
        <p:spPr>
          <a:xfrm>
            <a:off x="4434840" y="3108960"/>
            <a:ext cx="3286440" cy="27378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Character → Unicode Code Point → Encoding → Binary → Display</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'A' → U+0041 → UTF-8 → 01000001 → Screen</a:t>
            </a:r>
            <a:endParaRPr b="0" lang="en-US" sz="1800" spc="-1" strike="noStrike">
              <a:solidFill>
                <a:srgbClr val="ffffff"/>
              </a:solidFill>
              <a:latin typeface="Arial"/>
            </a:endParaRPr>
          </a:p>
        </p:txBody>
      </p:sp>
      <p:sp>
        <p:nvSpPr>
          <p:cNvPr id="1368" name="Rounded Rectangle 132"/>
          <p:cNvSpPr/>
          <p:nvPr/>
        </p:nvSpPr>
        <p:spPr>
          <a:xfrm>
            <a:off x="8028360" y="3182040"/>
            <a:ext cx="3286440" cy="27378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69" name="Rounded Rectangle 133"/>
          <p:cNvSpPr/>
          <p:nvPr/>
        </p:nvSpPr>
        <p:spPr>
          <a:xfrm>
            <a:off x="7955280" y="2514600"/>
            <a:ext cx="3927600" cy="36532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UnicodeExample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char letter = 'A';</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codePoint = letter;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System.out.println("Character: " + letter);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System.out.println("Unicode Code Point: U+" + Integer.toHexString(codePoint).toUpperCase());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 Unicode escape usage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char unicodeChar = '\u0041';</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System.out.println("Unicode Escape: " + unicodeChar);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370" name="TextBox 57"/>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1" name="Rectangle 17"/>
          <p:cNvSpPr/>
          <p:nvPr/>
        </p:nvSpPr>
        <p:spPr>
          <a:xfrm>
            <a:off x="0" y="0"/>
            <a:ext cx="12183480" cy="68526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2" name="Rectangle 18"/>
          <p:cNvSpPr/>
          <p:nvPr/>
        </p:nvSpPr>
        <p:spPr>
          <a:xfrm>
            <a:off x="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3" name="Rectangle 19"/>
          <p:cNvSpPr/>
          <p:nvPr/>
        </p:nvSpPr>
        <p:spPr>
          <a:xfrm>
            <a:off x="9144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4" name="Rectangle 20"/>
          <p:cNvSpPr/>
          <p:nvPr/>
        </p:nvSpPr>
        <p:spPr>
          <a:xfrm>
            <a:off x="18288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5" name="Rectangle 21"/>
          <p:cNvSpPr/>
          <p:nvPr/>
        </p:nvSpPr>
        <p:spPr>
          <a:xfrm>
            <a:off x="27432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6" name="Rectangle 22"/>
          <p:cNvSpPr/>
          <p:nvPr/>
        </p:nvSpPr>
        <p:spPr>
          <a:xfrm>
            <a:off x="36576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7" name="Rectangle 23"/>
          <p:cNvSpPr/>
          <p:nvPr/>
        </p:nvSpPr>
        <p:spPr>
          <a:xfrm>
            <a:off x="45720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8" name="Rectangle 24"/>
          <p:cNvSpPr/>
          <p:nvPr/>
        </p:nvSpPr>
        <p:spPr>
          <a:xfrm>
            <a:off x="54864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79" name="Rectangle 25"/>
          <p:cNvSpPr/>
          <p:nvPr/>
        </p:nvSpPr>
        <p:spPr>
          <a:xfrm>
            <a:off x="64008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0" name="Rectangle 26"/>
          <p:cNvSpPr/>
          <p:nvPr/>
        </p:nvSpPr>
        <p:spPr>
          <a:xfrm>
            <a:off x="73152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1" name="Rectangle 27"/>
          <p:cNvSpPr/>
          <p:nvPr/>
        </p:nvSpPr>
        <p:spPr>
          <a:xfrm>
            <a:off x="82296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2" name="Rectangle 28"/>
          <p:cNvSpPr/>
          <p:nvPr/>
        </p:nvSpPr>
        <p:spPr>
          <a:xfrm>
            <a:off x="91440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3" name="Rectangle 29"/>
          <p:cNvSpPr/>
          <p:nvPr/>
        </p:nvSpPr>
        <p:spPr>
          <a:xfrm>
            <a:off x="100584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4" name="Rectangle 30"/>
          <p:cNvSpPr/>
          <p:nvPr/>
        </p:nvSpPr>
        <p:spPr>
          <a:xfrm>
            <a:off x="109728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5" name="Rectangle 31"/>
          <p:cNvSpPr/>
          <p:nvPr/>
        </p:nvSpPr>
        <p:spPr>
          <a:xfrm>
            <a:off x="11887200" y="0"/>
            <a:ext cx="12960" cy="68526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6" name="Rectangle 304"/>
          <p:cNvSpPr/>
          <p:nvPr/>
        </p:nvSpPr>
        <p:spPr>
          <a:xfrm>
            <a:off x="0" y="0"/>
            <a:ext cx="314640" cy="68526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87" name="Rounded Rectangle 134"/>
          <p:cNvSpPr/>
          <p:nvPr/>
        </p:nvSpPr>
        <p:spPr>
          <a:xfrm>
            <a:off x="9875520" y="365760"/>
            <a:ext cx="2006280" cy="4975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388" name="TextBox 58"/>
          <p:cNvSpPr/>
          <p:nvPr/>
        </p:nvSpPr>
        <p:spPr>
          <a:xfrm>
            <a:off x="1035720" y="1008000"/>
            <a:ext cx="883152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Unicode Encoding (UTF-8 / UTF16)</a:t>
            </a:r>
            <a:endParaRPr b="0" lang="en-US" sz="4800" spc="-1" strike="noStrike">
              <a:solidFill>
                <a:srgbClr val="000000"/>
              </a:solidFill>
              <a:latin typeface="Arial"/>
            </a:endParaRPr>
          </a:p>
        </p:txBody>
      </p:sp>
      <p:sp>
        <p:nvSpPr>
          <p:cNvPr id="1389" name="TextBox 59"/>
          <p:cNvSpPr/>
          <p:nvPr/>
        </p:nvSpPr>
        <p:spPr>
          <a:xfrm>
            <a:off x="2163600" y="1846080"/>
            <a:ext cx="664308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Unicode assigns a unique number (code point) to every character,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regardless of platform, language, or program.</a:t>
            </a:r>
            <a:endParaRPr b="0" lang="en-US" sz="1900" spc="-1" strike="noStrike">
              <a:solidFill>
                <a:srgbClr val="000000"/>
              </a:solidFill>
              <a:latin typeface="Arial"/>
            </a:endParaRPr>
          </a:p>
        </p:txBody>
      </p:sp>
      <p:sp>
        <p:nvSpPr>
          <p:cNvPr id="1390" name="Rounded Rectangle 135"/>
          <p:cNvSpPr/>
          <p:nvPr/>
        </p:nvSpPr>
        <p:spPr>
          <a:xfrm>
            <a:off x="987480" y="3182040"/>
            <a:ext cx="3286440" cy="27378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91" name="Rounded Rectangle 136"/>
          <p:cNvSpPr/>
          <p:nvPr/>
        </p:nvSpPr>
        <p:spPr>
          <a:xfrm>
            <a:off x="528480" y="2851200"/>
            <a:ext cx="3810960" cy="33166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rgbClr val="ffffff"/>
              </a:solidFill>
              <a:latin typeface="Arial"/>
              <a:ea typeface="DejaVu Sans"/>
            </a:endParaRPr>
          </a:p>
        </p:txBody>
      </p:sp>
      <p:sp>
        <p:nvSpPr>
          <p:cNvPr id="1392" name="Rounded Rectangle 137"/>
          <p:cNvSpPr/>
          <p:nvPr/>
        </p:nvSpPr>
        <p:spPr>
          <a:xfrm>
            <a:off x="4507920" y="3182040"/>
            <a:ext cx="3286440" cy="27378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93" name="Rounded Rectangle 138"/>
          <p:cNvSpPr/>
          <p:nvPr/>
        </p:nvSpPr>
        <p:spPr>
          <a:xfrm>
            <a:off x="4482000" y="3099600"/>
            <a:ext cx="3286440" cy="27378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500" spc="-1" strike="noStrike">
                <a:solidFill>
                  <a:schemeClr val="lt1"/>
                </a:solidFill>
                <a:latin typeface="Calibri"/>
                <a:ea typeface="DejaVu Sans"/>
              </a:rPr>
              <a:t>Character</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Unicode Code Point (U+XXXX)</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Choose Encoding (UTF-8 / UTF-16)</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Convert to Binary</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Store in Memory</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Display on Screen</a:t>
            </a:r>
            <a:endParaRPr b="0" lang="en-US" sz="1500" spc="-1" strike="noStrike">
              <a:solidFill>
                <a:srgbClr val="ffffff"/>
              </a:solidFill>
              <a:latin typeface="Arial"/>
            </a:endParaRPr>
          </a:p>
          <a:p>
            <a:pPr>
              <a:lnSpc>
                <a:spcPct val="100000"/>
              </a:lnSpc>
            </a:pP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Example:</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'A' → U+0041</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UTF-8 → 01000001</a:t>
            </a:r>
            <a:endParaRPr b="0" lang="en-US" sz="1500" spc="-1" strike="noStrike">
              <a:solidFill>
                <a:srgbClr val="ffffff"/>
              </a:solidFill>
              <a:latin typeface="Arial"/>
            </a:endParaRPr>
          </a:p>
          <a:p>
            <a:pPr>
              <a:lnSpc>
                <a:spcPct val="100000"/>
              </a:lnSpc>
            </a:pPr>
            <a:r>
              <a:rPr b="0" lang="en-US" sz="1500" spc="-1" strike="noStrike">
                <a:solidFill>
                  <a:schemeClr val="lt1"/>
                </a:solidFill>
                <a:latin typeface="Calibri"/>
                <a:ea typeface="DejaVu Sans"/>
              </a:rPr>
              <a:t>→ </a:t>
            </a:r>
            <a:r>
              <a:rPr b="0" lang="en-US" sz="1500" spc="-1" strike="noStrike">
                <a:solidFill>
                  <a:schemeClr val="lt1"/>
                </a:solidFill>
                <a:latin typeface="Calibri"/>
                <a:ea typeface="DejaVu Sans"/>
              </a:rPr>
              <a:t>UTF-16 → 00000000 01000001</a:t>
            </a:r>
            <a:endParaRPr b="0" lang="en-US" sz="1500" spc="-1" strike="noStrike">
              <a:solidFill>
                <a:srgbClr val="ffffff"/>
              </a:solidFill>
              <a:latin typeface="Arial"/>
            </a:endParaRPr>
          </a:p>
        </p:txBody>
      </p:sp>
      <p:sp>
        <p:nvSpPr>
          <p:cNvPr id="1394" name="Rounded Rectangle 139"/>
          <p:cNvSpPr/>
          <p:nvPr/>
        </p:nvSpPr>
        <p:spPr>
          <a:xfrm>
            <a:off x="8028360" y="3182040"/>
            <a:ext cx="3286440" cy="27378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95" name="Rounded Rectangle 140"/>
          <p:cNvSpPr/>
          <p:nvPr/>
        </p:nvSpPr>
        <p:spPr>
          <a:xfrm>
            <a:off x="7955280" y="2286000"/>
            <a:ext cx="3927600" cy="3881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000" spc="-1" strike="noStrike">
                <a:solidFill>
                  <a:srgbClr val="78ffc8"/>
                </a:solidFill>
                <a:latin typeface="Consolas"/>
                <a:ea typeface="DejaVu Sans"/>
              </a:rPr>
              <a:t>public class EncodingExample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public static void main(String[] args)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String text = "A";</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 UTF-8 byte array</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byte[] utf8Bytes = text.getBytes(java.nio.charset.StandardCharsets.UTF_8);</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 UTF-16 byte array</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byte[] utf16Bytes = text.getBytes(java.nio.charset.StandardCharsets.UTF_16);</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System.out.println("UTF-8:");</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for (byte b : utf8Bytes)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System.out.print(Integer.toBinaryString(b &amp; 0xFF) + "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System.out.println("\nUTF-16:");</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for (byte b : utf16Bytes)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System.out.print(Integer.toBinaryString(b &amp; 0xFF) + "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a:t>
            </a:r>
            <a:endParaRPr b="0" lang="en-US" sz="1000" spc="-1" strike="noStrike">
              <a:solidFill>
                <a:srgbClr val="ffffff"/>
              </a:solidFill>
              <a:latin typeface="Arial"/>
            </a:endParaRPr>
          </a:p>
        </p:txBody>
      </p:sp>
      <p:sp>
        <p:nvSpPr>
          <p:cNvPr id="1396" name="TextBox 60"/>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pic>
        <p:nvPicPr>
          <p:cNvPr id="1397" name="" descr=""/>
          <p:cNvPicPr/>
          <p:nvPr/>
        </p:nvPicPr>
        <p:blipFill>
          <a:blip r:embed="rId1"/>
          <a:stretch/>
        </p:blipFill>
        <p:spPr>
          <a:xfrm>
            <a:off x="585720" y="3429000"/>
            <a:ext cx="3726360" cy="21139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8" name="Rectangle 305"/>
          <p:cNvSpPr/>
          <p:nvPr/>
        </p:nvSpPr>
        <p:spPr>
          <a:xfrm>
            <a:off x="0" y="0"/>
            <a:ext cx="12183840" cy="68529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399" name="Rectangle 306"/>
          <p:cNvSpPr/>
          <p:nvPr/>
        </p:nvSpPr>
        <p:spPr>
          <a:xfrm>
            <a:off x="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0" name="Rectangle 307"/>
          <p:cNvSpPr/>
          <p:nvPr/>
        </p:nvSpPr>
        <p:spPr>
          <a:xfrm>
            <a:off x="9144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1" name="Rectangle 308"/>
          <p:cNvSpPr/>
          <p:nvPr/>
        </p:nvSpPr>
        <p:spPr>
          <a:xfrm>
            <a:off x="18288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2" name="Rectangle 309"/>
          <p:cNvSpPr/>
          <p:nvPr/>
        </p:nvSpPr>
        <p:spPr>
          <a:xfrm>
            <a:off x="27432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3" name="Rectangle 310"/>
          <p:cNvSpPr/>
          <p:nvPr/>
        </p:nvSpPr>
        <p:spPr>
          <a:xfrm>
            <a:off x="36576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4" name="Rectangle 311"/>
          <p:cNvSpPr/>
          <p:nvPr/>
        </p:nvSpPr>
        <p:spPr>
          <a:xfrm>
            <a:off x="45720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5" name="Rectangle 312"/>
          <p:cNvSpPr/>
          <p:nvPr/>
        </p:nvSpPr>
        <p:spPr>
          <a:xfrm>
            <a:off x="54864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6" name="Rectangle 313"/>
          <p:cNvSpPr/>
          <p:nvPr/>
        </p:nvSpPr>
        <p:spPr>
          <a:xfrm>
            <a:off x="64008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7" name="Rectangle 314"/>
          <p:cNvSpPr/>
          <p:nvPr/>
        </p:nvSpPr>
        <p:spPr>
          <a:xfrm>
            <a:off x="73152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8" name="Rectangle 315"/>
          <p:cNvSpPr/>
          <p:nvPr/>
        </p:nvSpPr>
        <p:spPr>
          <a:xfrm>
            <a:off x="82296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09" name="Rectangle 316"/>
          <p:cNvSpPr/>
          <p:nvPr/>
        </p:nvSpPr>
        <p:spPr>
          <a:xfrm>
            <a:off x="91440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10" name="Rectangle 317"/>
          <p:cNvSpPr/>
          <p:nvPr/>
        </p:nvSpPr>
        <p:spPr>
          <a:xfrm>
            <a:off x="100584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11" name="Rectangle 318"/>
          <p:cNvSpPr/>
          <p:nvPr/>
        </p:nvSpPr>
        <p:spPr>
          <a:xfrm>
            <a:off x="109728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12" name="Rectangle 319"/>
          <p:cNvSpPr/>
          <p:nvPr/>
        </p:nvSpPr>
        <p:spPr>
          <a:xfrm>
            <a:off x="11887200" y="0"/>
            <a:ext cx="13320" cy="68529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13" name="Rectangle 320"/>
          <p:cNvSpPr/>
          <p:nvPr/>
        </p:nvSpPr>
        <p:spPr>
          <a:xfrm>
            <a:off x="0" y="0"/>
            <a:ext cx="315000" cy="68529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14" name="Rounded Rectangle 141"/>
          <p:cNvSpPr/>
          <p:nvPr/>
        </p:nvSpPr>
        <p:spPr>
          <a:xfrm>
            <a:off x="9875520" y="365760"/>
            <a:ext cx="2006640" cy="4978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415" name="TextBox 61"/>
          <p:cNvSpPr/>
          <p:nvPr/>
        </p:nvSpPr>
        <p:spPr>
          <a:xfrm>
            <a:off x="2571840" y="1005840"/>
            <a:ext cx="5826240" cy="699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000" spc="-1" strike="noStrike">
                <a:solidFill>
                  <a:srgbClr val="f5f5f5"/>
                </a:solidFill>
                <a:latin typeface="Calibri"/>
                <a:ea typeface="DejaVu Sans"/>
              </a:rPr>
              <a:t>Unicode Escape Sequences</a:t>
            </a:r>
            <a:endParaRPr b="0" lang="en-US" sz="4000" spc="-1" strike="noStrike">
              <a:solidFill>
                <a:srgbClr val="000000"/>
              </a:solidFill>
              <a:latin typeface="Arial"/>
            </a:endParaRPr>
          </a:p>
        </p:txBody>
      </p:sp>
      <p:sp>
        <p:nvSpPr>
          <p:cNvPr id="1416" name="TextBox 62"/>
          <p:cNvSpPr/>
          <p:nvPr/>
        </p:nvSpPr>
        <p:spPr>
          <a:xfrm>
            <a:off x="2514600" y="1828800"/>
            <a:ext cx="6784560" cy="957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In Java, Unicode characters can be written using escape sequences,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even if they are not directly available on the keyboard.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This allows all characters to be safely represented within the code.</a:t>
            </a:r>
            <a:endParaRPr b="0" lang="en-US" sz="1900" spc="-1" strike="noStrike">
              <a:solidFill>
                <a:srgbClr val="000000"/>
              </a:solidFill>
              <a:latin typeface="Arial"/>
            </a:endParaRPr>
          </a:p>
        </p:txBody>
      </p:sp>
      <p:sp>
        <p:nvSpPr>
          <p:cNvPr id="1417" name="Rounded Rectangle 142"/>
          <p:cNvSpPr/>
          <p:nvPr/>
        </p:nvSpPr>
        <p:spPr>
          <a:xfrm>
            <a:off x="987480" y="3182040"/>
            <a:ext cx="3286800" cy="27381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18" name="Rounded Rectangle 143"/>
          <p:cNvSpPr/>
          <p:nvPr/>
        </p:nvSpPr>
        <p:spPr>
          <a:xfrm>
            <a:off x="685800" y="2971800"/>
            <a:ext cx="3515400" cy="34250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In Java, Unicode characters are written in the format \uXXXX</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XXXX → hexadecimal values (0–9, A–F)</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Every Unicode character has a unique code point</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Examples: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\u0041 → 'A'</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\u00E7 → 'ç'</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\u0131 → 'ı'</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\u2665 → ♥</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Java char type uses Unicode (UTF-16)</a:t>
            </a: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This allows support for all world languages</a:t>
            </a:r>
            <a:endParaRPr b="0" lang="en-US" sz="1400" spc="-1" strike="noStrike">
              <a:solidFill>
                <a:srgbClr val="ffffff"/>
              </a:solidFill>
              <a:latin typeface="Arial"/>
            </a:endParaRPr>
          </a:p>
        </p:txBody>
      </p:sp>
      <p:sp>
        <p:nvSpPr>
          <p:cNvPr id="1419" name="Rounded Rectangle 144"/>
          <p:cNvSpPr/>
          <p:nvPr/>
        </p:nvSpPr>
        <p:spPr>
          <a:xfrm>
            <a:off x="4507920" y="3182040"/>
            <a:ext cx="3286800" cy="27381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0" name="Rounded Rectangle 145"/>
          <p:cNvSpPr/>
          <p:nvPr/>
        </p:nvSpPr>
        <p:spPr>
          <a:xfrm>
            <a:off x="4434840" y="3108960"/>
            <a:ext cx="3286800" cy="27381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Character → Unicode Code Point (U+XXXX)</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Escape Sequence (\uXXXX)</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Stored as char in Java</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Printed to screen</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1" lang="en-US" sz="1800" spc="-1" strike="noStrike">
                <a:solidFill>
                  <a:schemeClr val="lt1"/>
                </a:solidFill>
                <a:latin typeface="Calibri"/>
                <a:ea typeface="DejaVu Sans"/>
              </a:rPr>
              <a:t>Example flow:</a:t>
            </a:r>
            <a:endParaRPr b="0" lang="en-US" sz="1800" spc="-1" strike="noStrike">
              <a:solidFill>
                <a:srgbClr val="ffffff"/>
              </a:solidFill>
              <a:latin typeface="Arial"/>
            </a:endParaRPr>
          </a:p>
          <a:p>
            <a:pPr>
              <a:lnSpc>
                <a:spcPct val="100000"/>
              </a:lnSpc>
            </a:pPr>
            <a:r>
              <a:rPr b="1" lang="en-US" sz="1800" spc="-1" strike="noStrike">
                <a:solidFill>
                  <a:schemeClr val="lt1"/>
                </a:solidFill>
                <a:latin typeface="Calibri"/>
                <a:ea typeface="DejaVu Sans"/>
              </a:rPr>
              <a:t>'ç' → U+00E7 → \u00E7 → char → output</a:t>
            </a:r>
            <a:endParaRPr b="0" lang="en-US" sz="1800" spc="-1" strike="noStrike">
              <a:solidFill>
                <a:srgbClr val="ffffff"/>
              </a:solidFill>
              <a:latin typeface="Arial"/>
            </a:endParaRPr>
          </a:p>
        </p:txBody>
      </p:sp>
      <p:sp>
        <p:nvSpPr>
          <p:cNvPr id="1421" name="Rounded Rectangle 146"/>
          <p:cNvSpPr/>
          <p:nvPr/>
        </p:nvSpPr>
        <p:spPr>
          <a:xfrm>
            <a:off x="8028360" y="3182040"/>
            <a:ext cx="3286800" cy="27381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2" name="Rounded Rectangle 147"/>
          <p:cNvSpPr/>
          <p:nvPr/>
        </p:nvSpPr>
        <p:spPr>
          <a:xfrm>
            <a:off x="7955280" y="3108960"/>
            <a:ext cx="3470760" cy="28306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public class UnicodeEscapeExample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static void main(String[] args)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char a = '\u0041';   // A</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char c = '\u00E7';   // ç</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char dotlessI = '\u0131'; // ı</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char heart = '\u2665'; //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System.out.println(a);</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System.out.println(c);</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System.out.println(dotlessI);</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System.out.println(heart);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p:txBody>
      </p:sp>
      <p:sp>
        <p:nvSpPr>
          <p:cNvPr id="1423" name="TextBox 63"/>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4" name="Rectangle 321"/>
          <p:cNvSpPr/>
          <p:nvPr/>
        </p:nvSpPr>
        <p:spPr>
          <a:xfrm>
            <a:off x="0" y="0"/>
            <a:ext cx="12184200" cy="685332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5" name="Rectangle 322"/>
          <p:cNvSpPr/>
          <p:nvPr/>
        </p:nvSpPr>
        <p:spPr>
          <a:xfrm>
            <a:off x="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6" name="Rectangle 323"/>
          <p:cNvSpPr/>
          <p:nvPr/>
        </p:nvSpPr>
        <p:spPr>
          <a:xfrm>
            <a:off x="9144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7" name="Rectangle 324"/>
          <p:cNvSpPr/>
          <p:nvPr/>
        </p:nvSpPr>
        <p:spPr>
          <a:xfrm>
            <a:off x="18288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8" name="Rectangle 325"/>
          <p:cNvSpPr/>
          <p:nvPr/>
        </p:nvSpPr>
        <p:spPr>
          <a:xfrm>
            <a:off x="27432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29" name="Rectangle 326"/>
          <p:cNvSpPr/>
          <p:nvPr/>
        </p:nvSpPr>
        <p:spPr>
          <a:xfrm>
            <a:off x="36576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0" name="Rectangle 327"/>
          <p:cNvSpPr/>
          <p:nvPr/>
        </p:nvSpPr>
        <p:spPr>
          <a:xfrm>
            <a:off x="45720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1" name="Rectangle 328"/>
          <p:cNvSpPr/>
          <p:nvPr/>
        </p:nvSpPr>
        <p:spPr>
          <a:xfrm>
            <a:off x="54864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2" name="Rectangle 329"/>
          <p:cNvSpPr/>
          <p:nvPr/>
        </p:nvSpPr>
        <p:spPr>
          <a:xfrm>
            <a:off x="64008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3" name="Rectangle 330"/>
          <p:cNvSpPr/>
          <p:nvPr/>
        </p:nvSpPr>
        <p:spPr>
          <a:xfrm>
            <a:off x="73152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4" name="Rectangle 331"/>
          <p:cNvSpPr/>
          <p:nvPr/>
        </p:nvSpPr>
        <p:spPr>
          <a:xfrm>
            <a:off x="82296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5" name="Rectangle 332"/>
          <p:cNvSpPr/>
          <p:nvPr/>
        </p:nvSpPr>
        <p:spPr>
          <a:xfrm>
            <a:off x="91440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6" name="Rectangle 333"/>
          <p:cNvSpPr/>
          <p:nvPr/>
        </p:nvSpPr>
        <p:spPr>
          <a:xfrm>
            <a:off x="100584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7" name="Rectangle 334"/>
          <p:cNvSpPr/>
          <p:nvPr/>
        </p:nvSpPr>
        <p:spPr>
          <a:xfrm>
            <a:off x="109728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8" name="Rectangle 335"/>
          <p:cNvSpPr/>
          <p:nvPr/>
        </p:nvSpPr>
        <p:spPr>
          <a:xfrm>
            <a:off x="11887200" y="0"/>
            <a:ext cx="13680" cy="68533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39" name="Rectangle 336"/>
          <p:cNvSpPr/>
          <p:nvPr/>
        </p:nvSpPr>
        <p:spPr>
          <a:xfrm>
            <a:off x="0" y="0"/>
            <a:ext cx="315360" cy="685332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40" name="Rounded Rectangle 148"/>
          <p:cNvSpPr/>
          <p:nvPr/>
        </p:nvSpPr>
        <p:spPr>
          <a:xfrm>
            <a:off x="9875520" y="365760"/>
            <a:ext cx="2007000" cy="49824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441" name="TextBox 64"/>
          <p:cNvSpPr/>
          <p:nvPr/>
        </p:nvSpPr>
        <p:spPr>
          <a:xfrm>
            <a:off x="954360" y="1005840"/>
            <a:ext cx="906300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Unicode and String Structure (Java)</a:t>
            </a:r>
            <a:endParaRPr b="0" lang="en-US" sz="4800" spc="-1" strike="noStrike">
              <a:solidFill>
                <a:srgbClr val="000000"/>
              </a:solidFill>
              <a:latin typeface="Arial"/>
            </a:endParaRPr>
          </a:p>
        </p:txBody>
      </p:sp>
      <p:sp>
        <p:nvSpPr>
          <p:cNvPr id="1442" name="TextBox 65"/>
          <p:cNvSpPr/>
          <p:nvPr/>
        </p:nvSpPr>
        <p:spPr>
          <a:xfrm>
            <a:off x="1874160" y="2194560"/>
            <a:ext cx="722196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In Java, texts (Strings) are actually sequences of Unicode characters and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each character is stored using UTF-16 encoding.</a:t>
            </a:r>
            <a:endParaRPr b="0" lang="en-US" sz="1900" spc="-1" strike="noStrike">
              <a:solidFill>
                <a:srgbClr val="000000"/>
              </a:solidFill>
              <a:latin typeface="Arial"/>
            </a:endParaRPr>
          </a:p>
        </p:txBody>
      </p:sp>
      <p:sp>
        <p:nvSpPr>
          <p:cNvPr id="1443" name="Rounded Rectangle 149"/>
          <p:cNvSpPr/>
          <p:nvPr/>
        </p:nvSpPr>
        <p:spPr>
          <a:xfrm>
            <a:off x="987480" y="3182040"/>
            <a:ext cx="3287160" cy="27385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44" name="Rounded Rectangle 150"/>
          <p:cNvSpPr/>
          <p:nvPr/>
        </p:nvSpPr>
        <p:spPr>
          <a:xfrm>
            <a:off x="685800" y="3108960"/>
            <a:ext cx="3515760" cy="28314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600" spc="-1" strike="noStrike">
                <a:solidFill>
                  <a:schemeClr val="lt1"/>
                </a:solidFill>
                <a:latin typeface="Calibri"/>
                <a:ea typeface="DejaVu Sans"/>
              </a:rPr>
              <a:t>Basic Information</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0" lang="en-US" sz="1600" spc="-1" strike="noStrike">
                <a:solidFill>
                  <a:schemeClr val="lt1"/>
                </a:solidFill>
                <a:latin typeface="Calibri"/>
                <a:ea typeface="DejaVu Sans"/>
              </a:rPr>
              <a:t>String → combination of multiple char values</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0" lang="en-US" sz="1600" spc="-1" strike="noStrike">
                <a:solidFill>
                  <a:schemeClr val="lt1"/>
                </a:solidFill>
                <a:latin typeface="Calibri"/>
                <a:ea typeface="DejaVu Sans"/>
              </a:rPr>
              <a:t>Java String internally uses Unicode (UTF-16)</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0" lang="en-US" sz="1600" spc="-1" strike="noStrike">
                <a:solidFill>
                  <a:schemeClr val="lt1"/>
                </a:solidFill>
                <a:latin typeface="Calibri"/>
                <a:ea typeface="DejaVu Sans"/>
              </a:rPr>
              <a:t>Each character = Unicode code point</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0" lang="en-US" sz="1600" spc="-1" strike="noStrike">
                <a:solidFill>
                  <a:schemeClr val="lt1"/>
                </a:solidFill>
                <a:latin typeface="Calibri"/>
                <a:ea typeface="DejaVu Sans"/>
              </a:rPr>
              <a:t>length() → returns number of char units, not actual characters</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0" lang="en-US" sz="1600" spc="-1" strike="noStrike">
                <a:solidFill>
                  <a:schemeClr val="lt1"/>
                </a:solidFill>
                <a:latin typeface="Calibri"/>
                <a:ea typeface="DejaVu Sans"/>
              </a:rPr>
              <a:t>Some characters (like emojis) may use 2 chars</a:t>
            </a:r>
            <a:endParaRPr b="0" lang="en-US" sz="1600" spc="-1" strike="noStrike">
              <a:solidFill>
                <a:srgbClr val="ffffff"/>
              </a:solidFill>
              <a:latin typeface="Arial"/>
            </a:endParaRPr>
          </a:p>
        </p:txBody>
      </p:sp>
      <p:sp>
        <p:nvSpPr>
          <p:cNvPr id="1445" name="Rounded Rectangle 151"/>
          <p:cNvSpPr/>
          <p:nvPr/>
        </p:nvSpPr>
        <p:spPr>
          <a:xfrm>
            <a:off x="4507920" y="3182040"/>
            <a:ext cx="3287160" cy="27385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46" name="Rounded Rectangle 152"/>
          <p:cNvSpPr/>
          <p:nvPr/>
        </p:nvSpPr>
        <p:spPr>
          <a:xfrm>
            <a:off x="4434840" y="2971800"/>
            <a:ext cx="3287160" cy="36540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800" spc="-1" strike="noStrike">
                <a:solidFill>
                  <a:schemeClr val="lt1"/>
                </a:solidFill>
                <a:latin typeface="Calibri"/>
                <a:ea typeface="DejaVu Sans"/>
              </a:rPr>
              <a:t>(Flow)</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Text (String)</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Unicode characters</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UTF-16 encoding</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char array</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Stored in memory</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 </a:t>
            </a:r>
            <a:r>
              <a:rPr b="0" lang="en-US" sz="1800" spc="-1" strike="noStrike">
                <a:solidFill>
                  <a:schemeClr val="lt1"/>
                </a:solidFill>
                <a:latin typeface="Calibri"/>
                <a:ea typeface="DejaVu Sans"/>
              </a:rPr>
              <a:t>Printed to screen</a:t>
            </a:r>
            <a:endParaRPr b="0" lang="en-US" sz="1800" spc="-1" strike="noStrike">
              <a:solidFill>
                <a:srgbClr val="ffffff"/>
              </a:solidFill>
              <a:latin typeface="Arial"/>
            </a:endParaRPr>
          </a:p>
          <a:p>
            <a:pPr>
              <a:lnSpc>
                <a:spcPct val="100000"/>
              </a:lnSpc>
            </a:pP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Example:</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"Hi 😊" → H + i + (2-char emoji) → length = 4</a:t>
            </a:r>
            <a:endParaRPr b="0" lang="en-US" sz="1800" spc="-1" strike="noStrike">
              <a:solidFill>
                <a:srgbClr val="ffffff"/>
              </a:solidFill>
              <a:latin typeface="Arial"/>
            </a:endParaRPr>
          </a:p>
        </p:txBody>
      </p:sp>
      <p:sp>
        <p:nvSpPr>
          <p:cNvPr id="1447" name="Rounded Rectangle 153"/>
          <p:cNvSpPr/>
          <p:nvPr/>
        </p:nvSpPr>
        <p:spPr>
          <a:xfrm>
            <a:off x="8028360" y="3182040"/>
            <a:ext cx="3287160" cy="27385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48" name="Rounded Rectangle 154"/>
          <p:cNvSpPr/>
          <p:nvPr/>
        </p:nvSpPr>
        <p:spPr>
          <a:xfrm>
            <a:off x="7955280" y="2743200"/>
            <a:ext cx="3699720" cy="36540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public class StringUnicodeExample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String text = "Hi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System.out.println("Text: " + text);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System.out.println("Length: " + text.length());</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for (int i = 0; i &lt; text.length(); i++)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System.out.println(text.charAt(i));</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449" name="TextBox 66"/>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0" name="Rectangle 337"/>
          <p:cNvSpPr/>
          <p:nvPr/>
        </p:nvSpPr>
        <p:spPr>
          <a:xfrm>
            <a:off x="0" y="0"/>
            <a:ext cx="12184920" cy="685404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1" name="Rectangle 338"/>
          <p:cNvSpPr/>
          <p:nvPr/>
        </p:nvSpPr>
        <p:spPr>
          <a:xfrm>
            <a:off x="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2" name="Rectangle 339"/>
          <p:cNvSpPr/>
          <p:nvPr/>
        </p:nvSpPr>
        <p:spPr>
          <a:xfrm>
            <a:off x="9144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3" name="Rectangle 340"/>
          <p:cNvSpPr/>
          <p:nvPr/>
        </p:nvSpPr>
        <p:spPr>
          <a:xfrm>
            <a:off x="18288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4" name="Rectangle 341"/>
          <p:cNvSpPr/>
          <p:nvPr/>
        </p:nvSpPr>
        <p:spPr>
          <a:xfrm>
            <a:off x="27432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5" name="Rectangle 342"/>
          <p:cNvSpPr/>
          <p:nvPr/>
        </p:nvSpPr>
        <p:spPr>
          <a:xfrm>
            <a:off x="36576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6" name="Rectangle 343"/>
          <p:cNvSpPr/>
          <p:nvPr/>
        </p:nvSpPr>
        <p:spPr>
          <a:xfrm>
            <a:off x="45720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7" name="Rectangle 344"/>
          <p:cNvSpPr/>
          <p:nvPr/>
        </p:nvSpPr>
        <p:spPr>
          <a:xfrm>
            <a:off x="54864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8" name="Rectangle 345"/>
          <p:cNvSpPr/>
          <p:nvPr/>
        </p:nvSpPr>
        <p:spPr>
          <a:xfrm>
            <a:off x="64008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59" name="Rectangle 346"/>
          <p:cNvSpPr/>
          <p:nvPr/>
        </p:nvSpPr>
        <p:spPr>
          <a:xfrm>
            <a:off x="73152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0" name="Rectangle 347"/>
          <p:cNvSpPr/>
          <p:nvPr/>
        </p:nvSpPr>
        <p:spPr>
          <a:xfrm>
            <a:off x="82296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1" name="Rectangle 348"/>
          <p:cNvSpPr/>
          <p:nvPr/>
        </p:nvSpPr>
        <p:spPr>
          <a:xfrm>
            <a:off x="91440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2" name="Rectangle 349"/>
          <p:cNvSpPr/>
          <p:nvPr/>
        </p:nvSpPr>
        <p:spPr>
          <a:xfrm>
            <a:off x="100584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3" name="Rectangle 350"/>
          <p:cNvSpPr/>
          <p:nvPr/>
        </p:nvSpPr>
        <p:spPr>
          <a:xfrm>
            <a:off x="109728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4" name="Rectangle 351"/>
          <p:cNvSpPr/>
          <p:nvPr/>
        </p:nvSpPr>
        <p:spPr>
          <a:xfrm>
            <a:off x="11887200" y="0"/>
            <a:ext cx="14400" cy="68540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5" name="Rectangle 352"/>
          <p:cNvSpPr/>
          <p:nvPr/>
        </p:nvSpPr>
        <p:spPr>
          <a:xfrm>
            <a:off x="0" y="0"/>
            <a:ext cx="316080" cy="685404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66" name="Rounded Rectangle 155"/>
          <p:cNvSpPr/>
          <p:nvPr/>
        </p:nvSpPr>
        <p:spPr>
          <a:xfrm>
            <a:off x="9875520" y="365760"/>
            <a:ext cx="2007720" cy="49896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467" name="TextBox 67"/>
          <p:cNvSpPr/>
          <p:nvPr/>
        </p:nvSpPr>
        <p:spPr>
          <a:xfrm>
            <a:off x="1267920" y="1005840"/>
            <a:ext cx="8433720" cy="1551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Unicode in Java – Final Overview</a:t>
            </a:r>
            <a:endParaRPr b="0" lang="en-US" sz="4800" spc="-1" strike="noStrike">
              <a:solidFill>
                <a:srgbClr val="000000"/>
              </a:solidFill>
              <a:latin typeface="Arial"/>
            </a:endParaRPr>
          </a:p>
          <a:p>
            <a:pPr>
              <a:lnSpc>
                <a:spcPct val="100000"/>
              </a:lnSpc>
            </a:pPr>
            <a:endParaRPr b="0" lang="en-US" sz="4800" spc="-1" strike="noStrike">
              <a:solidFill>
                <a:srgbClr val="000000"/>
              </a:solidFill>
              <a:latin typeface="Arial"/>
            </a:endParaRPr>
          </a:p>
        </p:txBody>
      </p:sp>
      <p:sp>
        <p:nvSpPr>
          <p:cNvPr id="1468" name="TextBox 68"/>
          <p:cNvSpPr/>
          <p:nvPr/>
        </p:nvSpPr>
        <p:spPr>
          <a:xfrm>
            <a:off x="737280" y="2057400"/>
            <a:ext cx="949752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Unicode enables Java to represent text in a universal and standardized way.</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This allows characters from different languages ​​to be processed securely within a single system.</a:t>
            </a:r>
            <a:endParaRPr b="0" lang="en-US" sz="1900" spc="-1" strike="noStrike">
              <a:solidFill>
                <a:srgbClr val="000000"/>
              </a:solidFill>
              <a:latin typeface="Arial"/>
            </a:endParaRPr>
          </a:p>
        </p:txBody>
      </p:sp>
      <p:sp>
        <p:nvSpPr>
          <p:cNvPr id="1469" name="Rounded Rectangle 156"/>
          <p:cNvSpPr/>
          <p:nvPr/>
        </p:nvSpPr>
        <p:spPr>
          <a:xfrm>
            <a:off x="987480" y="3182040"/>
            <a:ext cx="3287880" cy="27392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70" name="Rounded Rectangle 157"/>
          <p:cNvSpPr/>
          <p:nvPr/>
        </p:nvSpPr>
        <p:spPr>
          <a:xfrm>
            <a:off x="914400" y="3108960"/>
            <a:ext cx="3287880" cy="27392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Java uses the Unicode standard when processing characters. The `char` data type operates on the UTF-16 principle with its 16-bit structure and directly represents many characters. Thanks to this structure, Java can work not only with English characters but also with symbols from Turkish, Arabic, Chinese, and many other languages. Unicode support is of great importance in multilingual software development.</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p:txBody>
      </p:sp>
      <p:sp>
        <p:nvSpPr>
          <p:cNvPr id="1471" name="Rounded Rectangle 158"/>
          <p:cNvSpPr/>
          <p:nvPr/>
        </p:nvSpPr>
        <p:spPr>
          <a:xfrm>
            <a:off x="4507920" y="3182040"/>
            <a:ext cx="3287880" cy="27392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72" name="Rounded Rectangle 159"/>
          <p:cNvSpPr/>
          <p:nvPr/>
        </p:nvSpPr>
        <p:spPr>
          <a:xfrm>
            <a:off x="4434840" y="3108960"/>
            <a:ext cx="3287880" cy="27392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800" spc="-1" strike="noStrike">
                <a:solidFill>
                  <a:schemeClr val="lt1"/>
                </a:solidFill>
                <a:latin typeface="Calibri"/>
                <a:ea typeface="DejaVu Sans"/>
              </a:rPr>
              <a:t>Character</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Unicode Code Point</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UTF Encoding</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a:t>
            </a:r>
            <a:endParaRPr b="0" lang="en-US" sz="1800" spc="-1" strike="noStrike">
              <a:solidFill>
                <a:srgbClr val="ffffff"/>
              </a:solidFill>
              <a:latin typeface="Arial"/>
            </a:endParaRPr>
          </a:p>
          <a:p>
            <a:pPr>
              <a:lnSpc>
                <a:spcPct val="100000"/>
              </a:lnSpc>
            </a:pPr>
            <a:r>
              <a:rPr b="0" lang="en-US" sz="1800" spc="-1" strike="noStrike">
                <a:solidFill>
                  <a:schemeClr val="lt1"/>
                </a:solidFill>
                <a:latin typeface="Calibri"/>
                <a:ea typeface="DejaVu Sans"/>
              </a:rPr>
              <a:t>Stored and Processed in Java</a:t>
            </a:r>
            <a:endParaRPr b="0" lang="en-US" sz="1800" spc="-1" strike="noStrike">
              <a:solidFill>
                <a:srgbClr val="ffffff"/>
              </a:solidFill>
              <a:latin typeface="Arial"/>
            </a:endParaRPr>
          </a:p>
        </p:txBody>
      </p:sp>
      <p:sp>
        <p:nvSpPr>
          <p:cNvPr id="1473" name="Rounded Rectangle 160"/>
          <p:cNvSpPr/>
          <p:nvPr/>
        </p:nvSpPr>
        <p:spPr>
          <a:xfrm>
            <a:off x="8028360" y="3182040"/>
            <a:ext cx="3287880" cy="27392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74" name="Rounded Rectangle 161"/>
          <p:cNvSpPr/>
          <p:nvPr/>
        </p:nvSpPr>
        <p:spPr>
          <a:xfrm>
            <a:off x="7955280" y="3108960"/>
            <a:ext cx="3929040" cy="32889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public class UnicodeSummary {</a:t>
            </a: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    </a:t>
            </a:r>
            <a:r>
              <a:rPr b="0" lang="en-US" sz="1600" spc="-1" strike="noStrike">
                <a:solidFill>
                  <a:srgbClr val="78ffc8"/>
                </a:solidFill>
                <a:latin typeface="Consolas"/>
                <a:ea typeface="DejaVu Sans"/>
              </a:rPr>
              <a:t>public static void main(String[] args) {</a:t>
            </a: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        </a:t>
            </a:r>
            <a:r>
              <a:rPr b="0" lang="en-US" sz="1600" spc="-1" strike="noStrike">
                <a:solidFill>
                  <a:srgbClr val="78ffc8"/>
                </a:solidFill>
                <a:latin typeface="Consolas"/>
                <a:ea typeface="DejaVu Sans"/>
              </a:rPr>
              <a:t>char letter = 'Ç';</a:t>
            </a: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        </a:t>
            </a:r>
            <a:r>
              <a:rPr b="0" lang="en-US" sz="1600" spc="-1" strike="noStrike">
                <a:solidFill>
                  <a:srgbClr val="78ffc8"/>
                </a:solidFill>
                <a:latin typeface="Consolas"/>
                <a:ea typeface="DejaVu Sans"/>
              </a:rPr>
              <a:t>System.out.println("Character: " + letter);</a:t>
            </a: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        </a:t>
            </a:r>
            <a:r>
              <a:rPr b="0" lang="en-US" sz="1600" spc="-1" strike="noStrike">
                <a:solidFill>
                  <a:srgbClr val="78ffc8"/>
                </a:solidFill>
                <a:latin typeface="Consolas"/>
                <a:ea typeface="DejaVu Sans"/>
              </a:rPr>
              <a:t>System.out.println("Unicode Value: " + (int) letter);</a:t>
            </a: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    </a:t>
            </a:r>
            <a:r>
              <a:rPr b="0" lang="en-US" sz="1600" spc="-1" strike="noStrike">
                <a:solidFill>
                  <a:srgbClr val="78ffc8"/>
                </a:solidFill>
                <a:latin typeface="Consolas"/>
                <a:ea typeface="DejaVu Sans"/>
              </a:rPr>
              <a:t>}</a:t>
            </a:r>
            <a:endParaRPr b="0" lang="en-US" sz="1600" spc="-1" strike="noStrike">
              <a:solidFill>
                <a:srgbClr val="ffffff"/>
              </a:solidFill>
              <a:latin typeface="Arial"/>
            </a:endParaRPr>
          </a:p>
          <a:p>
            <a:pPr algn="ctr">
              <a:lnSpc>
                <a:spcPct val="100000"/>
              </a:lnSpc>
            </a:pPr>
            <a:r>
              <a:rPr b="0" lang="en-US" sz="1600" spc="-1" strike="noStrike">
                <a:solidFill>
                  <a:srgbClr val="78ffc8"/>
                </a:solidFill>
                <a:latin typeface="Consolas"/>
                <a:ea typeface="DejaVu Sans"/>
              </a:rPr>
              <a:t>}</a:t>
            </a:r>
            <a:endParaRPr b="0" lang="en-US" sz="1600" spc="-1" strike="noStrike">
              <a:solidFill>
                <a:srgbClr val="ffffff"/>
              </a:solidFill>
              <a:latin typeface="Arial"/>
            </a:endParaRPr>
          </a:p>
        </p:txBody>
      </p:sp>
      <p:sp>
        <p:nvSpPr>
          <p:cNvPr id="1475" name="TextBox 69"/>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6" name="Rectangle 353"/>
          <p:cNvSpPr/>
          <p:nvPr/>
        </p:nvSpPr>
        <p:spPr>
          <a:xfrm>
            <a:off x="0" y="0"/>
            <a:ext cx="12185280" cy="685440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77" name="Rectangle 354"/>
          <p:cNvSpPr/>
          <p:nvPr/>
        </p:nvSpPr>
        <p:spPr>
          <a:xfrm>
            <a:off x="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78" name="Rectangle 355"/>
          <p:cNvSpPr/>
          <p:nvPr/>
        </p:nvSpPr>
        <p:spPr>
          <a:xfrm>
            <a:off x="9144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79" name="Rectangle 356"/>
          <p:cNvSpPr/>
          <p:nvPr/>
        </p:nvSpPr>
        <p:spPr>
          <a:xfrm>
            <a:off x="18288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0" name="Rectangle 357"/>
          <p:cNvSpPr/>
          <p:nvPr/>
        </p:nvSpPr>
        <p:spPr>
          <a:xfrm>
            <a:off x="27432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1" name="Rectangle 358"/>
          <p:cNvSpPr/>
          <p:nvPr/>
        </p:nvSpPr>
        <p:spPr>
          <a:xfrm>
            <a:off x="36576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2" name="Rectangle 359"/>
          <p:cNvSpPr/>
          <p:nvPr/>
        </p:nvSpPr>
        <p:spPr>
          <a:xfrm>
            <a:off x="45720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3" name="Rectangle 360"/>
          <p:cNvSpPr/>
          <p:nvPr/>
        </p:nvSpPr>
        <p:spPr>
          <a:xfrm>
            <a:off x="54864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4" name="Rectangle 361"/>
          <p:cNvSpPr/>
          <p:nvPr/>
        </p:nvSpPr>
        <p:spPr>
          <a:xfrm>
            <a:off x="64008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5" name="Rectangle 362"/>
          <p:cNvSpPr/>
          <p:nvPr/>
        </p:nvSpPr>
        <p:spPr>
          <a:xfrm>
            <a:off x="73152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6" name="Rectangle 363"/>
          <p:cNvSpPr/>
          <p:nvPr/>
        </p:nvSpPr>
        <p:spPr>
          <a:xfrm>
            <a:off x="82296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7" name="Rectangle 364"/>
          <p:cNvSpPr/>
          <p:nvPr/>
        </p:nvSpPr>
        <p:spPr>
          <a:xfrm>
            <a:off x="91440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8" name="Rectangle 365"/>
          <p:cNvSpPr/>
          <p:nvPr/>
        </p:nvSpPr>
        <p:spPr>
          <a:xfrm>
            <a:off x="100584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89" name="Rectangle 366"/>
          <p:cNvSpPr/>
          <p:nvPr/>
        </p:nvSpPr>
        <p:spPr>
          <a:xfrm>
            <a:off x="109728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90" name="Rectangle 367"/>
          <p:cNvSpPr/>
          <p:nvPr/>
        </p:nvSpPr>
        <p:spPr>
          <a:xfrm>
            <a:off x="11887200" y="0"/>
            <a:ext cx="14760" cy="685440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91" name="Rectangle 368"/>
          <p:cNvSpPr/>
          <p:nvPr/>
        </p:nvSpPr>
        <p:spPr>
          <a:xfrm>
            <a:off x="0" y="0"/>
            <a:ext cx="316440" cy="685440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92" name="Rounded Rectangle 162"/>
          <p:cNvSpPr/>
          <p:nvPr/>
        </p:nvSpPr>
        <p:spPr>
          <a:xfrm>
            <a:off x="9875520" y="365760"/>
            <a:ext cx="2008080" cy="49932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493" name="TextBox 70"/>
          <p:cNvSpPr/>
          <p:nvPr/>
        </p:nvSpPr>
        <p:spPr>
          <a:xfrm>
            <a:off x="1162440" y="1005840"/>
            <a:ext cx="8645400" cy="699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000" spc="-1" strike="noStrike">
                <a:solidFill>
                  <a:srgbClr val="f5f5f5"/>
                </a:solidFill>
                <a:latin typeface="Calibri"/>
                <a:ea typeface="DejaVu Sans"/>
              </a:rPr>
              <a:t>User Input (Getting Input from the User)</a:t>
            </a:r>
            <a:endParaRPr b="0" lang="en-US" sz="4000" spc="-1" strike="noStrike">
              <a:solidFill>
                <a:srgbClr val="000000"/>
              </a:solidFill>
              <a:latin typeface="Arial"/>
            </a:endParaRPr>
          </a:p>
        </p:txBody>
      </p:sp>
      <p:sp>
        <p:nvSpPr>
          <p:cNvPr id="1494" name="TextBox 71"/>
          <p:cNvSpPr/>
          <p:nvPr/>
        </p:nvSpPr>
        <p:spPr>
          <a:xfrm>
            <a:off x="984960" y="2057400"/>
            <a:ext cx="900216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In Java, user input is typically handled using the Scanner class.</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This class allows us to read data entered from the keyboard and use it within our program.</a:t>
            </a:r>
            <a:endParaRPr b="0" lang="en-US" sz="1900" spc="-1" strike="noStrike">
              <a:solidFill>
                <a:srgbClr val="000000"/>
              </a:solidFill>
              <a:latin typeface="Arial"/>
            </a:endParaRPr>
          </a:p>
        </p:txBody>
      </p:sp>
      <p:sp>
        <p:nvSpPr>
          <p:cNvPr id="1495" name="Rounded Rectangle 163"/>
          <p:cNvSpPr/>
          <p:nvPr/>
        </p:nvSpPr>
        <p:spPr>
          <a:xfrm>
            <a:off x="987480" y="3182040"/>
            <a:ext cx="3288240" cy="27396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96" name="Rounded Rectangle 164"/>
          <p:cNvSpPr/>
          <p:nvPr/>
        </p:nvSpPr>
        <p:spPr>
          <a:xfrm>
            <a:off x="685800" y="3108960"/>
            <a:ext cx="3516840" cy="32893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To use Scanner, we need to import it:</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import java.util.Scanner;</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1" lang="en-US" sz="1400" spc="-1" strike="noStrike">
                <a:solidFill>
                  <a:schemeClr val="lt1"/>
                </a:solidFill>
                <a:latin typeface="Calibri"/>
                <a:ea typeface="DejaVu Sans"/>
              </a:rPr>
              <a:t>Creating a Scanner Object</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Scanner input = new Scanner(System.in);</a:t>
            </a:r>
            <a:endParaRPr b="0" lang="en-US" sz="1400" spc="-1" strike="noStrike">
              <a:solidFill>
                <a:srgbClr val="ffffff"/>
              </a:solidFill>
              <a:latin typeface="Arial"/>
            </a:endParaRPr>
          </a:p>
          <a:p>
            <a:pPr>
              <a:lnSpc>
                <a:spcPct val="100000"/>
              </a:lnSpc>
            </a:pP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How User Input Works in Java</a:t>
            </a:r>
            <a:endParaRPr b="0" lang="en-US" sz="1400" spc="-1" strike="noStrike">
              <a:solidFill>
                <a:srgbClr val="ffffff"/>
              </a:solidFill>
              <a:latin typeface="Arial"/>
            </a:endParaRPr>
          </a:p>
          <a:p>
            <a:pPr marL="216000" indent="-216000">
              <a:lnSpc>
                <a:spcPct val="100000"/>
              </a:lnSpc>
              <a:buClr>
                <a:srgbClr val="ffffff"/>
              </a:buClr>
              <a:buFont typeface="Wingdings" charset="2"/>
              <a:buChar char=""/>
            </a:pPr>
            <a:r>
              <a:rPr b="1" lang="en-US" sz="1400" spc="-1" strike="noStrike">
                <a:solidFill>
                  <a:schemeClr val="lt1"/>
                </a:solidFill>
                <a:latin typeface="Calibri"/>
                <a:ea typeface="DejaVu Sans"/>
              </a:rPr>
              <a:t>System.in → Represents keyboard input</a:t>
            </a:r>
            <a:endParaRPr b="0" lang="en-US" sz="1400" spc="-1" strike="noStrike">
              <a:solidFill>
                <a:srgbClr val="ffffff"/>
              </a:solidFill>
              <a:latin typeface="Arial"/>
            </a:endParaRPr>
          </a:p>
          <a:p>
            <a:pPr marL="216000" indent="-216000">
              <a:lnSpc>
                <a:spcPct val="100000"/>
              </a:lnSpc>
              <a:buClr>
                <a:srgbClr val="ffffff"/>
              </a:buClr>
              <a:buFont typeface="Wingdings" charset="2"/>
              <a:buChar char=""/>
            </a:pPr>
            <a:r>
              <a:rPr b="1" lang="en-US" sz="1400" spc="-1" strike="noStrike">
                <a:solidFill>
                  <a:schemeClr val="lt1"/>
                </a:solidFill>
                <a:latin typeface="Calibri"/>
                <a:ea typeface="DejaVu Sans"/>
              </a:rPr>
              <a:t>Scanner → Reads the input</a:t>
            </a:r>
            <a:endParaRPr b="0" lang="en-US" sz="1400" spc="-1" strike="noStrike">
              <a:solidFill>
                <a:srgbClr val="ffffff"/>
              </a:solidFill>
              <a:latin typeface="Arial"/>
            </a:endParaRPr>
          </a:p>
          <a:p>
            <a:pPr marL="216000" indent="-216000">
              <a:lnSpc>
                <a:spcPct val="100000"/>
              </a:lnSpc>
              <a:buClr>
                <a:srgbClr val="ffffff"/>
              </a:buClr>
              <a:buFont typeface="Wingdings" charset="2"/>
              <a:buChar char=""/>
            </a:pPr>
            <a:r>
              <a:rPr b="1" lang="en-US" sz="1400" spc="-1" strike="noStrike">
                <a:solidFill>
                  <a:schemeClr val="lt1"/>
                </a:solidFill>
                <a:latin typeface="Calibri"/>
                <a:ea typeface="DejaVu Sans"/>
              </a:rPr>
              <a:t>Used for different data types (e.g., nextLine(), nextInt())</a:t>
            </a:r>
            <a:endParaRPr b="0" lang="en-US" sz="1400" spc="-1" strike="noStrike">
              <a:solidFill>
                <a:srgbClr val="ffffff"/>
              </a:solidFill>
              <a:latin typeface="Arial"/>
            </a:endParaRPr>
          </a:p>
        </p:txBody>
      </p:sp>
      <p:sp>
        <p:nvSpPr>
          <p:cNvPr id="1497" name="Rounded Rectangle 165"/>
          <p:cNvSpPr/>
          <p:nvPr/>
        </p:nvSpPr>
        <p:spPr>
          <a:xfrm>
            <a:off x="4507920" y="3182040"/>
            <a:ext cx="3288240" cy="27396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498" name="Rounded Rectangle 166"/>
          <p:cNvSpPr/>
          <p:nvPr/>
        </p:nvSpPr>
        <p:spPr>
          <a:xfrm>
            <a:off x="4434840" y="2971800"/>
            <a:ext cx="3335040" cy="34264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600" spc="-1" strike="noStrike">
                <a:solidFill>
                  <a:schemeClr val="lt1"/>
                </a:solidFill>
                <a:latin typeface="Calibri"/>
                <a:ea typeface="DejaVu Sans"/>
              </a:rPr>
              <a:t>Program starts</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Scanner object is created</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User is prompted for input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User enters data</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Scanner reads the data</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Data is assigned to variables</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Program continues execution</a:t>
            </a:r>
            <a:endParaRPr b="0" lang="en-US" sz="1600" spc="-1" strike="noStrike">
              <a:solidFill>
                <a:srgbClr val="ffffff"/>
              </a:solidFill>
              <a:latin typeface="Arial"/>
            </a:endParaRPr>
          </a:p>
        </p:txBody>
      </p:sp>
      <p:sp>
        <p:nvSpPr>
          <p:cNvPr id="1499" name="Rounded Rectangle 167"/>
          <p:cNvSpPr/>
          <p:nvPr/>
        </p:nvSpPr>
        <p:spPr>
          <a:xfrm>
            <a:off x="8028360" y="3182040"/>
            <a:ext cx="3288240" cy="273960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0" name="Rounded Rectangle 168"/>
          <p:cNvSpPr/>
          <p:nvPr/>
        </p:nvSpPr>
        <p:spPr>
          <a:xfrm>
            <a:off x="7955280" y="3108960"/>
            <a:ext cx="3700800" cy="32893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import java.util.Scanner;</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public class UserInputExample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static void main(String[] args)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Scanner input = new Scanner(System.in);</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System.out.print("Enter your name: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String name = input.nextLine();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System.out.print("Enter your age: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age = input.nextInt();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System.out.println("Hello " + name + ", your age is: " + age);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input.close();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p:txBody>
      </p:sp>
      <p:sp>
        <p:nvSpPr>
          <p:cNvPr id="1501" name="TextBox 72"/>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2" name="Rectangle 369"/>
          <p:cNvSpPr/>
          <p:nvPr/>
        </p:nvSpPr>
        <p:spPr>
          <a:xfrm>
            <a:off x="0" y="0"/>
            <a:ext cx="12185640" cy="68547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3" name="Rectangle 370"/>
          <p:cNvSpPr/>
          <p:nvPr/>
        </p:nvSpPr>
        <p:spPr>
          <a:xfrm>
            <a:off x="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4" name="Rectangle 371"/>
          <p:cNvSpPr/>
          <p:nvPr/>
        </p:nvSpPr>
        <p:spPr>
          <a:xfrm>
            <a:off x="9144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5" name="Rectangle 372"/>
          <p:cNvSpPr/>
          <p:nvPr/>
        </p:nvSpPr>
        <p:spPr>
          <a:xfrm>
            <a:off x="18288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6" name="Rectangle 373"/>
          <p:cNvSpPr/>
          <p:nvPr/>
        </p:nvSpPr>
        <p:spPr>
          <a:xfrm>
            <a:off x="27432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7" name="Rectangle 374"/>
          <p:cNvSpPr/>
          <p:nvPr/>
        </p:nvSpPr>
        <p:spPr>
          <a:xfrm>
            <a:off x="36576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8" name="Rectangle 375"/>
          <p:cNvSpPr/>
          <p:nvPr/>
        </p:nvSpPr>
        <p:spPr>
          <a:xfrm>
            <a:off x="45720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09" name="Rectangle 376"/>
          <p:cNvSpPr/>
          <p:nvPr/>
        </p:nvSpPr>
        <p:spPr>
          <a:xfrm>
            <a:off x="54864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0" name="Rectangle 377"/>
          <p:cNvSpPr/>
          <p:nvPr/>
        </p:nvSpPr>
        <p:spPr>
          <a:xfrm>
            <a:off x="64008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1" name="Rectangle 378"/>
          <p:cNvSpPr/>
          <p:nvPr/>
        </p:nvSpPr>
        <p:spPr>
          <a:xfrm>
            <a:off x="73152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2" name="Rectangle 379"/>
          <p:cNvSpPr/>
          <p:nvPr/>
        </p:nvSpPr>
        <p:spPr>
          <a:xfrm>
            <a:off x="82296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3" name="Rectangle 380"/>
          <p:cNvSpPr/>
          <p:nvPr/>
        </p:nvSpPr>
        <p:spPr>
          <a:xfrm>
            <a:off x="91440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4" name="Rectangle 381"/>
          <p:cNvSpPr/>
          <p:nvPr/>
        </p:nvSpPr>
        <p:spPr>
          <a:xfrm>
            <a:off x="100584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5" name="Rectangle 382"/>
          <p:cNvSpPr/>
          <p:nvPr/>
        </p:nvSpPr>
        <p:spPr>
          <a:xfrm>
            <a:off x="109728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6" name="Rectangle 383"/>
          <p:cNvSpPr/>
          <p:nvPr/>
        </p:nvSpPr>
        <p:spPr>
          <a:xfrm>
            <a:off x="118872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7" name="Rectangle 384"/>
          <p:cNvSpPr/>
          <p:nvPr/>
        </p:nvSpPr>
        <p:spPr>
          <a:xfrm>
            <a:off x="0" y="0"/>
            <a:ext cx="316800" cy="68547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18" name="Rounded Rectangle 169"/>
          <p:cNvSpPr/>
          <p:nvPr/>
        </p:nvSpPr>
        <p:spPr>
          <a:xfrm>
            <a:off x="9875520" y="365760"/>
            <a:ext cx="2008440" cy="4996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519" name="TextBox 73"/>
          <p:cNvSpPr/>
          <p:nvPr/>
        </p:nvSpPr>
        <p:spPr>
          <a:xfrm>
            <a:off x="2031840" y="1005840"/>
            <a:ext cx="690804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Types of User Input in Java</a:t>
            </a:r>
            <a:endParaRPr b="0" lang="en-US" sz="4800" spc="-1" strike="noStrike">
              <a:solidFill>
                <a:srgbClr val="000000"/>
              </a:solidFill>
              <a:latin typeface="Arial"/>
            </a:endParaRPr>
          </a:p>
        </p:txBody>
      </p:sp>
      <p:sp>
        <p:nvSpPr>
          <p:cNvPr id="1520" name="TextBox 74"/>
          <p:cNvSpPr/>
          <p:nvPr/>
        </p:nvSpPr>
        <p:spPr>
          <a:xfrm>
            <a:off x="978840" y="2074680"/>
            <a:ext cx="907812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The Scanner class provides different methods to read different types of data from the user,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such as integers, floats, and strings. Each method is designed for a specific data type</a:t>
            </a:r>
            <a:endParaRPr b="0" lang="en-US" sz="1900" spc="-1" strike="noStrike">
              <a:solidFill>
                <a:srgbClr val="000000"/>
              </a:solidFill>
              <a:latin typeface="Arial"/>
            </a:endParaRPr>
          </a:p>
        </p:txBody>
      </p:sp>
      <p:sp>
        <p:nvSpPr>
          <p:cNvPr id="1521" name="Rounded Rectangle 170"/>
          <p:cNvSpPr/>
          <p:nvPr/>
        </p:nvSpPr>
        <p:spPr>
          <a:xfrm>
            <a:off x="987480" y="3182040"/>
            <a:ext cx="3288600" cy="27399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22" name="Rounded Rectangle 171"/>
          <p:cNvSpPr/>
          <p:nvPr/>
        </p:nvSpPr>
        <p:spPr>
          <a:xfrm>
            <a:off x="914400" y="3108960"/>
            <a:ext cx="3288600" cy="27399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nextInt() reads an integer.</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nextFloat() reads a floating-point number.</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nextLine() reads an entire line.</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These methods allow Java programs to receive input from the user in the correct format.</a:t>
            </a:r>
            <a:endParaRPr b="0" lang="en-US" sz="1800" spc="-1" strike="noStrike">
              <a:solidFill>
                <a:srgbClr val="ffffff"/>
              </a:solidFill>
              <a:latin typeface="Arial"/>
            </a:endParaRPr>
          </a:p>
        </p:txBody>
      </p:sp>
      <p:sp>
        <p:nvSpPr>
          <p:cNvPr id="1523" name="Rounded Rectangle 172"/>
          <p:cNvSpPr/>
          <p:nvPr/>
        </p:nvSpPr>
        <p:spPr>
          <a:xfrm>
            <a:off x="4507920" y="3182040"/>
            <a:ext cx="3288600" cy="27399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24" name="Rounded Rectangle 173"/>
          <p:cNvSpPr/>
          <p:nvPr/>
        </p:nvSpPr>
        <p:spPr>
          <a:xfrm>
            <a:off x="4434840" y="3108960"/>
            <a:ext cx="3288600" cy="32896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Program starts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Scanner object is created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Program asks for a specific type of input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User enters data</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Matching Scanner method reads the value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Value is stored in a variable</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Program continues with that data</a:t>
            </a:r>
            <a:endParaRPr b="0" lang="en-US" sz="1400" spc="-1" strike="noStrike">
              <a:solidFill>
                <a:srgbClr val="ffffff"/>
              </a:solidFill>
              <a:latin typeface="Arial"/>
            </a:endParaRPr>
          </a:p>
        </p:txBody>
      </p:sp>
      <p:sp>
        <p:nvSpPr>
          <p:cNvPr id="1525" name="Rounded Rectangle 174"/>
          <p:cNvSpPr/>
          <p:nvPr/>
        </p:nvSpPr>
        <p:spPr>
          <a:xfrm>
            <a:off x="8028360" y="3182040"/>
            <a:ext cx="3288600" cy="27399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26" name="Rounded Rectangle 175"/>
          <p:cNvSpPr/>
          <p:nvPr/>
        </p:nvSpPr>
        <p:spPr>
          <a:xfrm>
            <a:off x="7955280" y="2971800"/>
            <a:ext cx="3701160" cy="342684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000" spc="-1" strike="noStrike">
                <a:solidFill>
                  <a:srgbClr val="78ffc8"/>
                </a:solidFill>
                <a:latin typeface="Consolas"/>
                <a:ea typeface="DejaVu Sans"/>
              </a:rPr>
              <a:t>import java.util.Scanner;</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public class InputTypesExample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public static void main(String[] args)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Scanner sc = new Scanner(System.in);</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System.out.print("Enter an integer: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int number = sc.nextInt();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System.out.print("Enter a float: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float decimal = sc.nextFloat();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sc.nextLine(); // clears the buffer</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System.out.print("Enter a text: ");</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String text = sc.nextLine();</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System.out.println("Integer: " + number);</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System.out.println("Float: " + decimal);</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System.out.println("Text: " + text);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sc.close();</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    </a:t>
            </a:r>
            <a:r>
              <a:rPr b="0" lang="en-US" sz="1000" spc="-1" strike="noStrike">
                <a:solidFill>
                  <a:srgbClr val="78ffc8"/>
                </a:solidFill>
                <a:latin typeface="Consolas"/>
                <a:ea typeface="DejaVu Sans"/>
              </a:rPr>
              <a:t>}</a:t>
            </a:r>
            <a:endParaRPr b="0" lang="en-US" sz="1000" spc="-1" strike="noStrike">
              <a:solidFill>
                <a:srgbClr val="ffffff"/>
              </a:solidFill>
              <a:latin typeface="Arial"/>
            </a:endParaRPr>
          </a:p>
          <a:p>
            <a:pPr algn="ctr">
              <a:lnSpc>
                <a:spcPct val="100000"/>
              </a:lnSpc>
            </a:pPr>
            <a:r>
              <a:rPr b="0" lang="en-US" sz="1000" spc="-1" strike="noStrike">
                <a:solidFill>
                  <a:srgbClr val="78ffc8"/>
                </a:solidFill>
                <a:latin typeface="Consolas"/>
                <a:ea typeface="DejaVu Sans"/>
              </a:rPr>
              <a:t>}</a:t>
            </a:r>
            <a:endParaRPr b="0" lang="en-US" sz="1000" spc="-1" strike="noStrike">
              <a:solidFill>
                <a:srgbClr val="ffffff"/>
              </a:solidFill>
              <a:latin typeface="Arial"/>
            </a:endParaRPr>
          </a:p>
        </p:txBody>
      </p:sp>
      <p:sp>
        <p:nvSpPr>
          <p:cNvPr id="1527" name="TextBox 75"/>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8" name="Rectangle 385"/>
          <p:cNvSpPr/>
          <p:nvPr/>
        </p:nvSpPr>
        <p:spPr>
          <a:xfrm>
            <a:off x="0" y="0"/>
            <a:ext cx="12185640" cy="685476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29" name="Rectangle 386"/>
          <p:cNvSpPr/>
          <p:nvPr/>
        </p:nvSpPr>
        <p:spPr>
          <a:xfrm>
            <a:off x="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0" name="Rectangle 387"/>
          <p:cNvSpPr/>
          <p:nvPr/>
        </p:nvSpPr>
        <p:spPr>
          <a:xfrm>
            <a:off x="9144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1" name="Rectangle 388"/>
          <p:cNvSpPr/>
          <p:nvPr/>
        </p:nvSpPr>
        <p:spPr>
          <a:xfrm>
            <a:off x="18288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2" name="Rectangle 389"/>
          <p:cNvSpPr/>
          <p:nvPr/>
        </p:nvSpPr>
        <p:spPr>
          <a:xfrm>
            <a:off x="27432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3" name="Rectangle 390"/>
          <p:cNvSpPr/>
          <p:nvPr/>
        </p:nvSpPr>
        <p:spPr>
          <a:xfrm>
            <a:off x="36576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4" name="Rectangle 391"/>
          <p:cNvSpPr/>
          <p:nvPr/>
        </p:nvSpPr>
        <p:spPr>
          <a:xfrm>
            <a:off x="45720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5" name="Rectangle 392"/>
          <p:cNvSpPr/>
          <p:nvPr/>
        </p:nvSpPr>
        <p:spPr>
          <a:xfrm>
            <a:off x="54864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6" name="Rectangle 393"/>
          <p:cNvSpPr/>
          <p:nvPr/>
        </p:nvSpPr>
        <p:spPr>
          <a:xfrm>
            <a:off x="64008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7" name="Rectangle 394"/>
          <p:cNvSpPr/>
          <p:nvPr/>
        </p:nvSpPr>
        <p:spPr>
          <a:xfrm>
            <a:off x="73152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8" name="Rectangle 395"/>
          <p:cNvSpPr/>
          <p:nvPr/>
        </p:nvSpPr>
        <p:spPr>
          <a:xfrm>
            <a:off x="82296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39" name="Rectangle 396"/>
          <p:cNvSpPr/>
          <p:nvPr/>
        </p:nvSpPr>
        <p:spPr>
          <a:xfrm>
            <a:off x="91440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40" name="Rectangle 397"/>
          <p:cNvSpPr/>
          <p:nvPr/>
        </p:nvSpPr>
        <p:spPr>
          <a:xfrm>
            <a:off x="100584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41" name="Rectangle 398"/>
          <p:cNvSpPr/>
          <p:nvPr/>
        </p:nvSpPr>
        <p:spPr>
          <a:xfrm>
            <a:off x="109728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42" name="Rectangle 399"/>
          <p:cNvSpPr/>
          <p:nvPr/>
        </p:nvSpPr>
        <p:spPr>
          <a:xfrm>
            <a:off x="11887200" y="0"/>
            <a:ext cx="15120" cy="685476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43" name="Rectangle 400"/>
          <p:cNvSpPr/>
          <p:nvPr/>
        </p:nvSpPr>
        <p:spPr>
          <a:xfrm>
            <a:off x="0" y="0"/>
            <a:ext cx="316800" cy="685476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44" name="Rounded Rectangle 176"/>
          <p:cNvSpPr/>
          <p:nvPr/>
        </p:nvSpPr>
        <p:spPr>
          <a:xfrm>
            <a:off x="9875520" y="365760"/>
            <a:ext cx="2008440" cy="49968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545" name="TextBox 76"/>
          <p:cNvSpPr/>
          <p:nvPr/>
        </p:nvSpPr>
        <p:spPr>
          <a:xfrm>
            <a:off x="1600200" y="914400"/>
            <a:ext cx="76060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Example of User Input in Java</a:t>
            </a:r>
            <a:endParaRPr b="0" lang="en-US" sz="4800" spc="-1" strike="noStrike">
              <a:solidFill>
                <a:srgbClr val="000000"/>
              </a:solidFill>
              <a:latin typeface="Arial"/>
            </a:endParaRPr>
          </a:p>
        </p:txBody>
      </p:sp>
      <p:sp>
        <p:nvSpPr>
          <p:cNvPr id="1546" name="TextBox 77"/>
          <p:cNvSpPr/>
          <p:nvPr/>
        </p:nvSpPr>
        <p:spPr>
          <a:xfrm>
            <a:off x="817200" y="1828800"/>
            <a:ext cx="9696960" cy="957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A common example of user input in Java is reading numbers from the keyboard, processing them,</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 </a:t>
            </a:r>
            <a:r>
              <a:rPr b="0" lang="en-US" sz="1900" spc="-1" strike="noStrike">
                <a:solidFill>
                  <a:srgbClr val="aaaaaa"/>
                </a:solidFill>
                <a:latin typeface="Calibri"/>
                <a:ea typeface="DejaVu Sans"/>
              </a:rPr>
              <a:t>and displaying the result.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With Scanner, this can be done in a simple and structured way.</a:t>
            </a:r>
            <a:endParaRPr b="0" lang="en-US" sz="1900" spc="-1" strike="noStrike">
              <a:solidFill>
                <a:srgbClr val="000000"/>
              </a:solidFill>
              <a:latin typeface="Arial"/>
            </a:endParaRPr>
          </a:p>
        </p:txBody>
      </p:sp>
      <p:sp>
        <p:nvSpPr>
          <p:cNvPr id="1547" name="Rounded Rectangle 177"/>
          <p:cNvSpPr/>
          <p:nvPr/>
        </p:nvSpPr>
        <p:spPr>
          <a:xfrm>
            <a:off x="987480" y="3182040"/>
            <a:ext cx="3288600" cy="27399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48" name="Rounded Rectangle 178"/>
          <p:cNvSpPr/>
          <p:nvPr/>
        </p:nvSpPr>
        <p:spPr>
          <a:xfrm>
            <a:off x="914400" y="3108960"/>
            <a:ext cx="3288600" cy="27399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First, import java.util.Scanner.</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Then create a Scanner object with System.in.</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Use input methods like nextInt() to read values.</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After reading the values, the program can process them, such as calculating a sum.</a:t>
            </a:r>
            <a:endParaRPr b="0" lang="en-US" sz="1800" spc="-1" strike="noStrike">
              <a:solidFill>
                <a:srgbClr val="ffffff"/>
              </a:solidFill>
              <a:latin typeface="Arial"/>
            </a:endParaRPr>
          </a:p>
        </p:txBody>
      </p:sp>
      <p:sp>
        <p:nvSpPr>
          <p:cNvPr id="1549" name="Rounded Rectangle 179"/>
          <p:cNvSpPr/>
          <p:nvPr/>
        </p:nvSpPr>
        <p:spPr>
          <a:xfrm>
            <a:off x="4507920" y="3182040"/>
            <a:ext cx="3288600" cy="27399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0" name="Rounded Rectangle 180"/>
          <p:cNvSpPr/>
          <p:nvPr/>
        </p:nvSpPr>
        <p:spPr>
          <a:xfrm>
            <a:off x="4434840" y="2971800"/>
            <a:ext cx="3288600" cy="34725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Import Scanner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Create Scanner sc = new Scanner(System.in);</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Ask for first number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Read first number with nextInt()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Ask for second number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Read second number with nextInt()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Calculate sum</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Display result</a:t>
            </a:r>
            <a:endParaRPr b="0" lang="en-US" sz="1400" spc="-1" strike="noStrike">
              <a:solidFill>
                <a:srgbClr val="ffffff"/>
              </a:solidFill>
              <a:latin typeface="Arial"/>
            </a:endParaRPr>
          </a:p>
        </p:txBody>
      </p:sp>
      <p:sp>
        <p:nvSpPr>
          <p:cNvPr id="1551" name="Rounded Rectangle 181"/>
          <p:cNvSpPr/>
          <p:nvPr/>
        </p:nvSpPr>
        <p:spPr>
          <a:xfrm>
            <a:off x="8028360" y="3182040"/>
            <a:ext cx="3288600" cy="273996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2" name="Rounded Rectangle 182"/>
          <p:cNvSpPr/>
          <p:nvPr/>
        </p:nvSpPr>
        <p:spPr>
          <a:xfrm>
            <a:off x="7955280" y="2786760"/>
            <a:ext cx="3701160" cy="36118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300" spc="-1" strike="noStrike">
                <a:solidFill>
                  <a:srgbClr val="78ffc8"/>
                </a:solidFill>
                <a:latin typeface="Consolas"/>
                <a:ea typeface="DejaVu Sans"/>
              </a:rPr>
              <a:t>import java.util.Scanner;</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public class AddTwoNumbers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public static void main(String[] args)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Scanner sc = new Scanner(System.in);</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System.out.print("Enter the first number: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num1 = sc.nextInt();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System.out.print("Enter the second number: ");</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num2 = sc.nextInt();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int sum = num1 + num2;</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System.out.println("The sum of the two numbers is: " + sum);</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sc.close();</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    </a:t>
            </a:r>
            <a:r>
              <a:rPr b="0" lang="en-US" sz="1300" spc="-1" strike="noStrike">
                <a:solidFill>
                  <a:srgbClr val="78ffc8"/>
                </a:solidFill>
                <a:latin typeface="Consolas"/>
                <a:ea typeface="DejaVu Sans"/>
              </a:rPr>
              <a:t>}</a:t>
            </a:r>
            <a:endParaRPr b="0" lang="en-US" sz="1300" spc="-1" strike="noStrike">
              <a:solidFill>
                <a:srgbClr val="ffffff"/>
              </a:solidFill>
              <a:latin typeface="Arial"/>
            </a:endParaRPr>
          </a:p>
          <a:p>
            <a:pPr algn="ctr">
              <a:lnSpc>
                <a:spcPct val="100000"/>
              </a:lnSpc>
            </a:pPr>
            <a:r>
              <a:rPr b="0" lang="en-US" sz="1300" spc="-1" strike="noStrike">
                <a:solidFill>
                  <a:srgbClr val="78ffc8"/>
                </a:solidFill>
                <a:latin typeface="Consolas"/>
                <a:ea typeface="DejaVu Sans"/>
              </a:rPr>
              <a:t>}</a:t>
            </a:r>
            <a:endParaRPr b="0" lang="en-US" sz="1300" spc="-1" strike="noStrike">
              <a:solidFill>
                <a:srgbClr val="ffffff"/>
              </a:solidFill>
              <a:latin typeface="Arial"/>
            </a:endParaRPr>
          </a:p>
        </p:txBody>
      </p:sp>
      <p:sp>
        <p:nvSpPr>
          <p:cNvPr id="1553" name="TextBox 78"/>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4" name="Rectangle 401"/>
          <p:cNvSpPr/>
          <p:nvPr/>
        </p:nvSpPr>
        <p:spPr>
          <a:xfrm>
            <a:off x="0" y="0"/>
            <a:ext cx="12186000" cy="685512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5" name="Rectangle 402"/>
          <p:cNvSpPr/>
          <p:nvPr/>
        </p:nvSpPr>
        <p:spPr>
          <a:xfrm>
            <a:off x="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6" name="Rectangle 403"/>
          <p:cNvSpPr/>
          <p:nvPr/>
        </p:nvSpPr>
        <p:spPr>
          <a:xfrm>
            <a:off x="9144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7" name="Rectangle 404"/>
          <p:cNvSpPr/>
          <p:nvPr/>
        </p:nvSpPr>
        <p:spPr>
          <a:xfrm>
            <a:off x="18288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8" name="Rectangle 405"/>
          <p:cNvSpPr/>
          <p:nvPr/>
        </p:nvSpPr>
        <p:spPr>
          <a:xfrm>
            <a:off x="27432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59" name="Rectangle 406"/>
          <p:cNvSpPr/>
          <p:nvPr/>
        </p:nvSpPr>
        <p:spPr>
          <a:xfrm>
            <a:off x="36576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0" name="Rectangle 407"/>
          <p:cNvSpPr/>
          <p:nvPr/>
        </p:nvSpPr>
        <p:spPr>
          <a:xfrm>
            <a:off x="45720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1" name="Rectangle 408"/>
          <p:cNvSpPr/>
          <p:nvPr/>
        </p:nvSpPr>
        <p:spPr>
          <a:xfrm>
            <a:off x="54864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2" name="Rectangle 409"/>
          <p:cNvSpPr/>
          <p:nvPr/>
        </p:nvSpPr>
        <p:spPr>
          <a:xfrm>
            <a:off x="64008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3" name="Rectangle 410"/>
          <p:cNvSpPr/>
          <p:nvPr/>
        </p:nvSpPr>
        <p:spPr>
          <a:xfrm>
            <a:off x="73152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4" name="Rectangle 411"/>
          <p:cNvSpPr/>
          <p:nvPr/>
        </p:nvSpPr>
        <p:spPr>
          <a:xfrm>
            <a:off x="82296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5" name="Rectangle 412"/>
          <p:cNvSpPr/>
          <p:nvPr/>
        </p:nvSpPr>
        <p:spPr>
          <a:xfrm>
            <a:off x="91440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6" name="Rectangle 413"/>
          <p:cNvSpPr/>
          <p:nvPr/>
        </p:nvSpPr>
        <p:spPr>
          <a:xfrm>
            <a:off x="100584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7" name="Rectangle 414"/>
          <p:cNvSpPr/>
          <p:nvPr/>
        </p:nvSpPr>
        <p:spPr>
          <a:xfrm>
            <a:off x="109728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8" name="Rectangle 415"/>
          <p:cNvSpPr/>
          <p:nvPr/>
        </p:nvSpPr>
        <p:spPr>
          <a:xfrm>
            <a:off x="11887200" y="0"/>
            <a:ext cx="15480" cy="685512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69" name="Rectangle 416"/>
          <p:cNvSpPr/>
          <p:nvPr/>
        </p:nvSpPr>
        <p:spPr>
          <a:xfrm>
            <a:off x="0" y="0"/>
            <a:ext cx="317160" cy="685512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70" name="Rounded Rectangle 183"/>
          <p:cNvSpPr/>
          <p:nvPr/>
        </p:nvSpPr>
        <p:spPr>
          <a:xfrm>
            <a:off x="9875520" y="365760"/>
            <a:ext cx="2008800" cy="50004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571" name="TextBox 79"/>
          <p:cNvSpPr/>
          <p:nvPr/>
        </p:nvSpPr>
        <p:spPr>
          <a:xfrm>
            <a:off x="1697040" y="1005840"/>
            <a:ext cx="757728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Common Issues with Scanner</a:t>
            </a:r>
            <a:endParaRPr b="0" lang="en-US" sz="4800" spc="-1" strike="noStrike">
              <a:solidFill>
                <a:srgbClr val="000000"/>
              </a:solidFill>
              <a:latin typeface="Arial"/>
            </a:endParaRPr>
          </a:p>
        </p:txBody>
      </p:sp>
      <p:sp>
        <p:nvSpPr>
          <p:cNvPr id="1572" name="TextBox 80"/>
          <p:cNvSpPr/>
          <p:nvPr/>
        </p:nvSpPr>
        <p:spPr>
          <a:xfrm>
            <a:off x="2522520" y="2074680"/>
            <a:ext cx="5934240" cy="66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When using Scanner in Java, unexpected issues may occur,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especially when nextInt() and nextLine() are used together.</a:t>
            </a:r>
            <a:endParaRPr b="0" lang="en-US" sz="1900" spc="-1" strike="noStrike">
              <a:solidFill>
                <a:srgbClr val="000000"/>
              </a:solidFill>
              <a:latin typeface="Arial"/>
            </a:endParaRPr>
          </a:p>
        </p:txBody>
      </p:sp>
      <p:sp>
        <p:nvSpPr>
          <p:cNvPr id="1573" name="Rounded Rectangle 184"/>
          <p:cNvSpPr/>
          <p:nvPr/>
        </p:nvSpPr>
        <p:spPr>
          <a:xfrm>
            <a:off x="987480" y="3182040"/>
            <a:ext cx="3288960" cy="27403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74" name="Rounded Rectangle 185"/>
          <p:cNvSpPr/>
          <p:nvPr/>
        </p:nvSpPr>
        <p:spPr>
          <a:xfrm>
            <a:off x="685800" y="2971800"/>
            <a:ext cx="3517560" cy="31986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600" spc="-1" strike="noStrike">
                <a:solidFill>
                  <a:schemeClr val="lt1"/>
                </a:solidFill>
                <a:latin typeface="Calibri"/>
                <a:ea typeface="DejaVu Sans"/>
              </a:rPr>
              <a:t>nextInt() only reads the number</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1" lang="en-US" sz="1600" spc="-1" strike="noStrike">
                <a:solidFill>
                  <a:schemeClr val="lt1"/>
                </a:solidFill>
                <a:latin typeface="Calibri"/>
                <a:ea typeface="DejaVu Sans"/>
              </a:rPr>
              <a:t>The Enter (newline) character remains in the buffer</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1" lang="en-US" sz="1600" spc="-1" strike="noStrike">
                <a:solidFill>
                  <a:schemeClr val="lt1"/>
                </a:solidFill>
                <a:latin typeface="Calibri"/>
                <a:ea typeface="DejaVu Sans"/>
              </a:rPr>
              <a:t>The next nextLine() reads this leftover input directly</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1" lang="en-US" sz="1600" spc="-1" strike="noStrike">
                <a:solidFill>
                  <a:schemeClr val="lt1"/>
                </a:solidFill>
                <a:latin typeface="Calibri"/>
                <a:ea typeface="DejaVu Sans"/>
              </a:rPr>
              <a:t>It may return an empty string without waiting for user input</a:t>
            </a:r>
            <a:endParaRPr b="0" lang="en-US" sz="1600" spc="-1" strike="noStrike">
              <a:solidFill>
                <a:srgbClr val="ffffff"/>
              </a:solidFill>
              <a:latin typeface="Arial"/>
            </a:endParaRPr>
          </a:p>
          <a:p>
            <a:pPr marL="216000" indent="-216000">
              <a:lnSpc>
                <a:spcPct val="100000"/>
              </a:lnSpc>
              <a:buClr>
                <a:srgbClr val="ffffff"/>
              </a:buClr>
              <a:buFont typeface="Wingdings" charset="2"/>
              <a:buChar char=""/>
            </a:pPr>
            <a:r>
              <a:rPr b="1" lang="en-US" sz="1600" spc="-1" strike="noStrike">
                <a:solidFill>
                  <a:schemeClr val="lt1"/>
                </a:solidFill>
                <a:latin typeface="Calibri"/>
                <a:ea typeface="DejaVu Sans"/>
              </a:rPr>
              <a:t>This is a very common mistake</a:t>
            </a:r>
            <a:endParaRPr b="0" lang="en-US" sz="1600" spc="-1" strike="noStrike">
              <a:solidFill>
                <a:srgbClr val="ffffff"/>
              </a:solidFill>
              <a:latin typeface="Arial"/>
            </a:endParaRPr>
          </a:p>
          <a:p>
            <a:pPr>
              <a:lnSpc>
                <a:spcPct val="100000"/>
              </a:lnSpc>
            </a:pPr>
            <a:endParaRPr b="0" lang="en-US" sz="1600" spc="-1" strike="noStrike">
              <a:solidFill>
                <a:srgbClr val="ffffff"/>
              </a:solidFill>
              <a:latin typeface="Arial"/>
            </a:endParaRPr>
          </a:p>
          <a:p>
            <a:pPr>
              <a:lnSpc>
                <a:spcPct val="100000"/>
              </a:lnSpc>
            </a:pPr>
            <a:r>
              <a:rPr b="0" lang="en-US" sz="1600" spc="-1" strike="noStrike">
                <a:solidFill>
                  <a:schemeClr val="lt1"/>
                </a:solidFill>
                <a:latin typeface="Calibri"/>
                <a:ea typeface="DejaVu Sans"/>
              </a:rPr>
              <a:t>Solution: Clear the buffer before using nextLine()</a:t>
            </a:r>
            <a:endParaRPr b="0" lang="en-US" sz="1600" spc="-1" strike="noStrike">
              <a:solidFill>
                <a:srgbClr val="ffffff"/>
              </a:solidFill>
              <a:latin typeface="Arial"/>
            </a:endParaRPr>
          </a:p>
        </p:txBody>
      </p:sp>
      <p:sp>
        <p:nvSpPr>
          <p:cNvPr id="1575" name="Rounded Rectangle 186"/>
          <p:cNvSpPr/>
          <p:nvPr/>
        </p:nvSpPr>
        <p:spPr>
          <a:xfrm>
            <a:off x="4507920" y="3182040"/>
            <a:ext cx="3288960" cy="27403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76" name="Rounded Rectangle 187"/>
          <p:cNvSpPr/>
          <p:nvPr/>
        </p:nvSpPr>
        <p:spPr>
          <a:xfrm>
            <a:off x="4434840" y="2971800"/>
            <a:ext cx="3288960" cy="31986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Program starts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Scanner is created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User enters a number (nextInt())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Enter character remains in buffer</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nextLine() is called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Empty input is read (issue occurs)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If buffer is cleared, problem is solved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Program continues correctly</a:t>
            </a:r>
            <a:endParaRPr b="0" lang="en-US" sz="1400" spc="-1" strike="noStrike">
              <a:solidFill>
                <a:srgbClr val="ffffff"/>
              </a:solidFill>
              <a:latin typeface="Arial"/>
            </a:endParaRPr>
          </a:p>
        </p:txBody>
      </p:sp>
      <p:sp>
        <p:nvSpPr>
          <p:cNvPr id="1577" name="Rounded Rectangle 188"/>
          <p:cNvSpPr/>
          <p:nvPr/>
        </p:nvSpPr>
        <p:spPr>
          <a:xfrm>
            <a:off x="8028360" y="3182040"/>
            <a:ext cx="3288960" cy="274032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78" name="Rounded Rectangle 189"/>
          <p:cNvSpPr/>
          <p:nvPr/>
        </p:nvSpPr>
        <p:spPr>
          <a:xfrm>
            <a:off x="7955280" y="2743200"/>
            <a:ext cx="3930120" cy="365580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import java.util.Scanner;</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public class ScannerIssueExample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static void main(String[] args)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Scanner sc = new Scanner(System.in);</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System.out.print("Enter your age: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age = sc.nextInt();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sc.nextLine(); // clear buffer</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System.out.print("Enter your name: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String name = sc.nextLine();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System.out.println("Hello " + name + ", your age is: " + age);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sc.close();</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p:txBody>
      </p:sp>
      <p:sp>
        <p:nvSpPr>
          <p:cNvPr id="1579" name="TextBox 81"/>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0" name="Rectangle 417"/>
          <p:cNvSpPr/>
          <p:nvPr/>
        </p:nvSpPr>
        <p:spPr>
          <a:xfrm>
            <a:off x="0" y="0"/>
            <a:ext cx="12186360" cy="685548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1" name="Rectangle 418"/>
          <p:cNvSpPr/>
          <p:nvPr/>
        </p:nvSpPr>
        <p:spPr>
          <a:xfrm>
            <a:off x="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2" name="Rectangle 419"/>
          <p:cNvSpPr/>
          <p:nvPr/>
        </p:nvSpPr>
        <p:spPr>
          <a:xfrm>
            <a:off x="9144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3" name="Rectangle 420"/>
          <p:cNvSpPr/>
          <p:nvPr/>
        </p:nvSpPr>
        <p:spPr>
          <a:xfrm>
            <a:off x="18288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4" name="Rectangle 421"/>
          <p:cNvSpPr/>
          <p:nvPr/>
        </p:nvSpPr>
        <p:spPr>
          <a:xfrm>
            <a:off x="27432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5" name="Rectangle 422"/>
          <p:cNvSpPr/>
          <p:nvPr/>
        </p:nvSpPr>
        <p:spPr>
          <a:xfrm>
            <a:off x="36576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6" name="Rectangle 423"/>
          <p:cNvSpPr/>
          <p:nvPr/>
        </p:nvSpPr>
        <p:spPr>
          <a:xfrm>
            <a:off x="45720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7" name="Rectangle 424"/>
          <p:cNvSpPr/>
          <p:nvPr/>
        </p:nvSpPr>
        <p:spPr>
          <a:xfrm>
            <a:off x="54864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8" name="Rectangle 425"/>
          <p:cNvSpPr/>
          <p:nvPr/>
        </p:nvSpPr>
        <p:spPr>
          <a:xfrm>
            <a:off x="64008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89" name="Rectangle 426"/>
          <p:cNvSpPr/>
          <p:nvPr/>
        </p:nvSpPr>
        <p:spPr>
          <a:xfrm>
            <a:off x="73152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0" name="Rectangle 427"/>
          <p:cNvSpPr/>
          <p:nvPr/>
        </p:nvSpPr>
        <p:spPr>
          <a:xfrm>
            <a:off x="82296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1" name="Rectangle 428"/>
          <p:cNvSpPr/>
          <p:nvPr/>
        </p:nvSpPr>
        <p:spPr>
          <a:xfrm>
            <a:off x="91440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2" name="Rectangle 429"/>
          <p:cNvSpPr/>
          <p:nvPr/>
        </p:nvSpPr>
        <p:spPr>
          <a:xfrm>
            <a:off x="100584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3" name="Rectangle 430"/>
          <p:cNvSpPr/>
          <p:nvPr/>
        </p:nvSpPr>
        <p:spPr>
          <a:xfrm>
            <a:off x="109728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4" name="Rectangle 431"/>
          <p:cNvSpPr/>
          <p:nvPr/>
        </p:nvSpPr>
        <p:spPr>
          <a:xfrm>
            <a:off x="11887200" y="0"/>
            <a:ext cx="15840" cy="685548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5" name="Rectangle 432"/>
          <p:cNvSpPr/>
          <p:nvPr/>
        </p:nvSpPr>
        <p:spPr>
          <a:xfrm>
            <a:off x="0" y="0"/>
            <a:ext cx="317520" cy="685548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596" name="Rounded Rectangle 190"/>
          <p:cNvSpPr/>
          <p:nvPr/>
        </p:nvSpPr>
        <p:spPr>
          <a:xfrm>
            <a:off x="9875520" y="365760"/>
            <a:ext cx="2009160" cy="50040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597" name="TextBox 82"/>
          <p:cNvSpPr/>
          <p:nvPr/>
        </p:nvSpPr>
        <p:spPr>
          <a:xfrm>
            <a:off x="1670040" y="1005840"/>
            <a:ext cx="762912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3600" spc="-1" strike="noStrike">
                <a:solidFill>
                  <a:srgbClr val="f5f5f5"/>
                </a:solidFill>
                <a:latin typeface="Calibri"/>
                <a:ea typeface="DejaVu Sans"/>
              </a:rPr>
              <a:t>User Input Validation (Input Validation)</a:t>
            </a:r>
            <a:endParaRPr b="0" lang="en-US" sz="3600" spc="-1" strike="noStrike">
              <a:solidFill>
                <a:srgbClr val="000000"/>
              </a:solidFill>
              <a:latin typeface="Arial"/>
            </a:endParaRPr>
          </a:p>
        </p:txBody>
      </p:sp>
      <p:sp>
        <p:nvSpPr>
          <p:cNvPr id="1598" name="TextBox 83"/>
          <p:cNvSpPr/>
          <p:nvPr/>
        </p:nvSpPr>
        <p:spPr>
          <a:xfrm>
            <a:off x="2743200" y="1644840"/>
            <a:ext cx="5585400" cy="957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Input validation is the process of checking whether the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data entered by the user is in the correct format.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This helps prevent invalid inputs and program errors.</a:t>
            </a:r>
            <a:endParaRPr b="0" lang="en-US" sz="1900" spc="-1" strike="noStrike">
              <a:solidFill>
                <a:srgbClr val="000000"/>
              </a:solidFill>
              <a:latin typeface="Arial"/>
            </a:endParaRPr>
          </a:p>
        </p:txBody>
      </p:sp>
      <p:sp>
        <p:nvSpPr>
          <p:cNvPr id="1599" name="Rounded Rectangle 191"/>
          <p:cNvSpPr/>
          <p:nvPr/>
        </p:nvSpPr>
        <p:spPr>
          <a:xfrm>
            <a:off x="987480" y="3182040"/>
            <a:ext cx="3289320" cy="274068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00" name="Rounded Rectangle 192"/>
          <p:cNvSpPr/>
          <p:nvPr/>
        </p:nvSpPr>
        <p:spPr>
          <a:xfrm>
            <a:off x="914400" y="3108960"/>
            <a:ext cx="3289320" cy="274068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Users do not always enter correct data</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The program should not crash</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Methods like hasNextInt() are used for validation</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If invalid data is entered, the user is prompted again</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This improves user experience</a:t>
            </a:r>
            <a:endParaRPr b="0" lang="en-US" sz="1800" spc="-1" strike="noStrike">
              <a:solidFill>
                <a:srgbClr val="ffffff"/>
              </a:solidFill>
              <a:latin typeface="Arial"/>
            </a:endParaRPr>
          </a:p>
        </p:txBody>
      </p:sp>
      <p:sp>
        <p:nvSpPr>
          <p:cNvPr id="1601" name="Rounded Rectangle 193"/>
          <p:cNvSpPr/>
          <p:nvPr/>
        </p:nvSpPr>
        <p:spPr>
          <a:xfrm>
            <a:off x="4507920" y="3182040"/>
            <a:ext cx="3289320" cy="274068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02" name="Rounded Rectangle 194"/>
          <p:cNvSpPr/>
          <p:nvPr/>
        </p:nvSpPr>
        <p:spPr>
          <a:xfrm>
            <a:off x="4343400" y="2743200"/>
            <a:ext cx="3427560" cy="36561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0" lang="en-US" sz="1400" spc="-1" strike="noStrike">
                <a:solidFill>
                  <a:schemeClr val="lt1"/>
                </a:solidFill>
                <a:latin typeface="Calibri"/>
                <a:ea typeface="DejaVu Sans"/>
              </a:rPr>
              <a:t>Program starts</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Scanner is created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User is asked for input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Input is checked (hasNextInt)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If valid → data is accepted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 </a:t>
            </a:r>
            <a:r>
              <a:rPr b="0" lang="en-US" sz="1400" spc="-1" strike="noStrike">
                <a:solidFill>
                  <a:schemeClr val="lt1"/>
                </a:solidFill>
                <a:latin typeface="Calibri"/>
                <a:ea typeface="DejaVu Sans"/>
              </a:rPr>
              <a:t>If invalid → error message is shown</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User enters data again</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Process repeats until valid input is received</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a:t>
            </a:r>
            <a:endParaRPr b="0" lang="en-US" sz="1400" spc="-1" strike="noStrike">
              <a:solidFill>
                <a:srgbClr val="ffffff"/>
              </a:solidFill>
              <a:latin typeface="Arial"/>
            </a:endParaRPr>
          </a:p>
          <a:p>
            <a:pPr>
              <a:lnSpc>
                <a:spcPct val="100000"/>
              </a:lnSpc>
            </a:pPr>
            <a:r>
              <a:rPr b="0" lang="en-US" sz="1400" spc="-1" strike="noStrike">
                <a:solidFill>
                  <a:schemeClr val="lt1"/>
                </a:solidFill>
                <a:latin typeface="Calibri"/>
                <a:ea typeface="DejaVu Sans"/>
              </a:rPr>
              <a:t>Program continues</a:t>
            </a:r>
            <a:endParaRPr b="0" lang="en-US" sz="1400" spc="-1" strike="noStrike">
              <a:solidFill>
                <a:srgbClr val="ffffff"/>
              </a:solidFill>
              <a:latin typeface="Arial"/>
            </a:endParaRPr>
          </a:p>
        </p:txBody>
      </p:sp>
      <p:sp>
        <p:nvSpPr>
          <p:cNvPr id="1603" name="Rounded Rectangle 195"/>
          <p:cNvSpPr/>
          <p:nvPr/>
        </p:nvSpPr>
        <p:spPr>
          <a:xfrm>
            <a:off x="8028360" y="3182040"/>
            <a:ext cx="3289320" cy="274068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04" name="Rounded Rectangle 196"/>
          <p:cNvSpPr/>
          <p:nvPr/>
        </p:nvSpPr>
        <p:spPr>
          <a:xfrm>
            <a:off x="7955280" y="2514600"/>
            <a:ext cx="3930480" cy="38847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050" spc="-1" strike="noStrike">
                <a:solidFill>
                  <a:srgbClr val="78ffc8"/>
                </a:solidFill>
                <a:latin typeface="Consolas"/>
                <a:ea typeface="DejaVu Sans"/>
              </a:rPr>
              <a:t>import java.util.Scanner;</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public class InputValidationExample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public static void main(String[] args)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Scanner sc = new Scanner(System.in);</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int age;</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while (true)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System.out.print("Enter your age: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if (sc.hasNextInt())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age = sc.nextInt();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break; // valid input → exit loop</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 else {</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System.out.println("Invalid input! Please enter a number.");</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sc.next(); // clear invalid input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System.out.println("Entered age: " + age);</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sc.close();</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    </a:t>
            </a:r>
            <a:r>
              <a:rPr b="0" lang="en-US" sz="1050" spc="-1" strike="noStrike">
                <a:solidFill>
                  <a:srgbClr val="78ffc8"/>
                </a:solidFill>
                <a:latin typeface="Consolas"/>
                <a:ea typeface="DejaVu Sans"/>
              </a:rPr>
              <a:t>}</a:t>
            </a:r>
            <a:endParaRPr b="0" lang="en-US" sz="1050" spc="-1" strike="noStrike">
              <a:solidFill>
                <a:srgbClr val="ffffff"/>
              </a:solidFill>
              <a:latin typeface="Arial"/>
            </a:endParaRPr>
          </a:p>
          <a:p>
            <a:pPr algn="ctr">
              <a:lnSpc>
                <a:spcPct val="100000"/>
              </a:lnSpc>
            </a:pPr>
            <a:r>
              <a:rPr b="0" lang="en-US" sz="1050" spc="-1" strike="noStrike">
                <a:solidFill>
                  <a:srgbClr val="78ffc8"/>
                </a:solidFill>
                <a:latin typeface="Consolas"/>
                <a:ea typeface="DejaVu Sans"/>
              </a:rPr>
              <a:t>}</a:t>
            </a:r>
            <a:endParaRPr b="0" lang="en-US" sz="1050" spc="-1" strike="noStrike">
              <a:solidFill>
                <a:srgbClr val="ffffff"/>
              </a:solidFill>
              <a:latin typeface="Arial"/>
            </a:endParaRPr>
          </a:p>
        </p:txBody>
      </p:sp>
      <p:sp>
        <p:nvSpPr>
          <p:cNvPr id="1605" name="TextBox 84"/>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6" name="Rectangle 433"/>
          <p:cNvSpPr/>
          <p:nvPr/>
        </p:nvSpPr>
        <p:spPr>
          <a:xfrm>
            <a:off x="0" y="0"/>
            <a:ext cx="12186720" cy="6855840"/>
          </a:xfrm>
          <a:prstGeom prst="rect">
            <a:avLst/>
          </a:prstGeom>
          <a:solidFill>
            <a:srgbClr val="0b0b0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07" name="Rectangle 434"/>
          <p:cNvSpPr/>
          <p:nvPr/>
        </p:nvSpPr>
        <p:spPr>
          <a:xfrm>
            <a:off x="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08" name="Rectangle 435"/>
          <p:cNvSpPr/>
          <p:nvPr/>
        </p:nvSpPr>
        <p:spPr>
          <a:xfrm>
            <a:off x="9144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09" name="Rectangle 436"/>
          <p:cNvSpPr/>
          <p:nvPr/>
        </p:nvSpPr>
        <p:spPr>
          <a:xfrm>
            <a:off x="18288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0" name="Rectangle 437"/>
          <p:cNvSpPr/>
          <p:nvPr/>
        </p:nvSpPr>
        <p:spPr>
          <a:xfrm>
            <a:off x="27432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1" name="Rectangle 438"/>
          <p:cNvSpPr/>
          <p:nvPr/>
        </p:nvSpPr>
        <p:spPr>
          <a:xfrm>
            <a:off x="36576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2" name="Rectangle 439"/>
          <p:cNvSpPr/>
          <p:nvPr/>
        </p:nvSpPr>
        <p:spPr>
          <a:xfrm>
            <a:off x="45720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3" name="Rectangle 440"/>
          <p:cNvSpPr/>
          <p:nvPr/>
        </p:nvSpPr>
        <p:spPr>
          <a:xfrm>
            <a:off x="54864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4" name="Rectangle 441"/>
          <p:cNvSpPr/>
          <p:nvPr/>
        </p:nvSpPr>
        <p:spPr>
          <a:xfrm>
            <a:off x="64008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5" name="Rectangle 442"/>
          <p:cNvSpPr/>
          <p:nvPr/>
        </p:nvSpPr>
        <p:spPr>
          <a:xfrm>
            <a:off x="73152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6" name="Rectangle 443"/>
          <p:cNvSpPr/>
          <p:nvPr/>
        </p:nvSpPr>
        <p:spPr>
          <a:xfrm>
            <a:off x="82296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7" name="Rectangle 444"/>
          <p:cNvSpPr/>
          <p:nvPr/>
        </p:nvSpPr>
        <p:spPr>
          <a:xfrm>
            <a:off x="91440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8" name="Rectangle 445"/>
          <p:cNvSpPr/>
          <p:nvPr/>
        </p:nvSpPr>
        <p:spPr>
          <a:xfrm>
            <a:off x="100584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19" name="Rectangle 446"/>
          <p:cNvSpPr/>
          <p:nvPr/>
        </p:nvSpPr>
        <p:spPr>
          <a:xfrm>
            <a:off x="109728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20" name="Rectangle 447"/>
          <p:cNvSpPr/>
          <p:nvPr/>
        </p:nvSpPr>
        <p:spPr>
          <a:xfrm>
            <a:off x="11887200" y="0"/>
            <a:ext cx="16200" cy="6855840"/>
          </a:xfrm>
          <a:prstGeom prst="rect">
            <a:avLst/>
          </a:prstGeom>
          <a:solidFill>
            <a:srgbClr val="12121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21" name="Rectangle 448"/>
          <p:cNvSpPr/>
          <p:nvPr/>
        </p:nvSpPr>
        <p:spPr>
          <a:xfrm>
            <a:off x="0" y="0"/>
            <a:ext cx="317880" cy="6855840"/>
          </a:xfrm>
          <a:prstGeom prst="rect">
            <a:avLst/>
          </a:prstGeom>
          <a:solidFill>
            <a:srgbClr val="ff8c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22" name="Rounded Rectangle 197"/>
          <p:cNvSpPr/>
          <p:nvPr/>
        </p:nvSpPr>
        <p:spPr>
          <a:xfrm>
            <a:off x="9875520" y="365760"/>
            <a:ext cx="2009520" cy="500760"/>
          </a:xfrm>
          <a:prstGeom prst="roundRect">
            <a:avLst>
              <a:gd name="adj" fmla="val 16667"/>
            </a:avLst>
          </a:prstGeom>
          <a:solidFill>
            <a:srgbClr val="1e1e24"/>
          </a:solidFill>
          <a:ln>
            <a:solidFill>
              <a:srgbClr val="ff8c0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1" lang="en-US" sz="1400" spc="-1" strike="noStrike">
                <a:solidFill>
                  <a:srgbClr val="ffb45a"/>
                </a:solidFill>
                <a:latin typeface="Calibri"/>
                <a:ea typeface="DejaVu Sans"/>
              </a:rPr>
              <a:t>JAVA CORE</a:t>
            </a:r>
            <a:endParaRPr b="0" lang="en-US" sz="1400" spc="-1" strike="noStrike">
              <a:solidFill>
                <a:srgbClr val="ffffff"/>
              </a:solidFill>
              <a:latin typeface="Arial"/>
            </a:endParaRPr>
          </a:p>
        </p:txBody>
      </p:sp>
      <p:sp>
        <p:nvSpPr>
          <p:cNvPr id="1623" name="TextBox 85"/>
          <p:cNvSpPr/>
          <p:nvPr/>
        </p:nvSpPr>
        <p:spPr>
          <a:xfrm>
            <a:off x="2765880" y="1005840"/>
            <a:ext cx="5440320" cy="820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4800" spc="-1" strike="noStrike">
                <a:solidFill>
                  <a:srgbClr val="f5f5f5"/>
                </a:solidFill>
                <a:latin typeface="Calibri"/>
                <a:ea typeface="DejaVu Sans"/>
              </a:rPr>
              <a:t>GENERAL SUMMARY</a:t>
            </a:r>
            <a:endParaRPr b="0" lang="en-US" sz="4800" spc="-1" strike="noStrike">
              <a:solidFill>
                <a:srgbClr val="000000"/>
              </a:solidFill>
              <a:latin typeface="Arial"/>
            </a:endParaRPr>
          </a:p>
        </p:txBody>
      </p:sp>
      <p:sp>
        <p:nvSpPr>
          <p:cNvPr id="1624" name="TextBox 86"/>
          <p:cNvSpPr/>
          <p:nvPr/>
        </p:nvSpPr>
        <p:spPr>
          <a:xfrm>
            <a:off x="1923480" y="1828800"/>
            <a:ext cx="7549920" cy="957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900" spc="-1" strike="noStrike">
                <a:solidFill>
                  <a:srgbClr val="aaaaaa"/>
                </a:solidFill>
                <a:latin typeface="Calibri"/>
                <a:ea typeface="DejaVu Sans"/>
              </a:rPr>
              <a:t>In this presentation, the fundamental building blocks of Java were covered.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Topics such as variables, data types, type casting, the Unicode system, </a:t>
            </a:r>
            <a:endParaRPr b="0" lang="en-US" sz="1900" spc="-1" strike="noStrike">
              <a:solidFill>
                <a:srgbClr val="000000"/>
              </a:solidFill>
              <a:latin typeface="Arial"/>
            </a:endParaRPr>
          </a:p>
          <a:p>
            <a:pPr>
              <a:lnSpc>
                <a:spcPct val="100000"/>
              </a:lnSpc>
            </a:pPr>
            <a:r>
              <a:rPr b="0" lang="en-US" sz="1900" spc="-1" strike="noStrike">
                <a:solidFill>
                  <a:srgbClr val="aaaaaa"/>
                </a:solidFill>
                <a:latin typeface="Calibri"/>
                <a:ea typeface="DejaVu Sans"/>
              </a:rPr>
              <a:t>and user input form the foundation of Java programming.</a:t>
            </a:r>
            <a:endParaRPr b="0" lang="en-US" sz="1900" spc="-1" strike="noStrike">
              <a:solidFill>
                <a:srgbClr val="000000"/>
              </a:solidFill>
              <a:latin typeface="Arial"/>
            </a:endParaRPr>
          </a:p>
        </p:txBody>
      </p:sp>
      <p:sp>
        <p:nvSpPr>
          <p:cNvPr id="1625" name="Rounded Rectangle 198"/>
          <p:cNvSpPr/>
          <p:nvPr/>
        </p:nvSpPr>
        <p:spPr>
          <a:xfrm>
            <a:off x="987480" y="3182040"/>
            <a:ext cx="3289680" cy="27410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26" name="Rounded Rectangle 199"/>
          <p:cNvSpPr/>
          <p:nvPr/>
        </p:nvSpPr>
        <p:spPr>
          <a:xfrm>
            <a:off x="914400" y="3108960"/>
            <a:ext cx="3289680" cy="306216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Variables → Store data</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Data Types → Primitive &amp; Reference</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Type Casting → Implicit &amp; Explicit</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Unicode → Universal character system</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Scanner → Getting input from user</a:t>
            </a:r>
            <a:endParaRPr b="0" lang="en-US" sz="1800" spc="-1" strike="noStrike">
              <a:solidFill>
                <a:srgbClr val="ffffff"/>
              </a:solidFill>
              <a:latin typeface="Arial"/>
            </a:endParaRPr>
          </a:p>
          <a:p>
            <a:pPr marL="216000" indent="-216000">
              <a:lnSpc>
                <a:spcPct val="100000"/>
              </a:lnSpc>
              <a:buClr>
                <a:srgbClr val="ffffff"/>
              </a:buClr>
              <a:buFont typeface="Wingdings" charset="2"/>
              <a:buChar char=""/>
            </a:pPr>
            <a:r>
              <a:rPr b="1" lang="en-US" sz="1800" spc="-1" strike="noStrike">
                <a:solidFill>
                  <a:schemeClr val="lt1"/>
                </a:solidFill>
                <a:latin typeface="Calibri"/>
                <a:ea typeface="DejaVu Sans"/>
              </a:rPr>
              <a:t>Wrapper → Primitive → Object conversion</a:t>
            </a:r>
            <a:endParaRPr b="0" lang="en-US" sz="1800" spc="-1" strike="noStrike">
              <a:solidFill>
                <a:srgbClr val="ffffff"/>
              </a:solidFill>
              <a:latin typeface="Arial"/>
            </a:endParaRPr>
          </a:p>
        </p:txBody>
      </p:sp>
      <p:sp>
        <p:nvSpPr>
          <p:cNvPr id="1627" name="Rounded Rectangle 200"/>
          <p:cNvSpPr/>
          <p:nvPr/>
        </p:nvSpPr>
        <p:spPr>
          <a:xfrm>
            <a:off x="4507920" y="3182040"/>
            <a:ext cx="3289680" cy="27410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28" name="Rounded Rectangle 201"/>
          <p:cNvSpPr/>
          <p:nvPr/>
        </p:nvSpPr>
        <p:spPr>
          <a:xfrm>
            <a:off x="4434840" y="2971800"/>
            <a:ext cx="3289680" cy="34279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r>
              <a:rPr b="1" lang="en-US" sz="1600" spc="-1" strike="noStrike">
                <a:solidFill>
                  <a:schemeClr val="lt1"/>
                </a:solidFill>
                <a:latin typeface="Calibri"/>
                <a:ea typeface="DejaVu Sans"/>
              </a:rPr>
              <a:t>Java Learning Flow:</a:t>
            </a:r>
            <a:endParaRPr b="0" lang="en-US" sz="1600" spc="-1" strike="noStrike">
              <a:solidFill>
                <a:srgbClr val="ffffff"/>
              </a:solidFill>
              <a:latin typeface="Arial"/>
            </a:endParaRPr>
          </a:p>
          <a:p>
            <a:pPr>
              <a:lnSpc>
                <a:spcPct val="100000"/>
              </a:lnSpc>
            </a:pP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Variables</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Data Types</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Type Casting</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Unicode</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User Input</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a:t>
            </a:r>
            <a:endParaRPr b="0" lang="en-US" sz="1600" spc="-1" strike="noStrike">
              <a:solidFill>
                <a:srgbClr val="ffffff"/>
              </a:solidFill>
              <a:latin typeface="Arial"/>
            </a:endParaRPr>
          </a:p>
          <a:p>
            <a:pPr>
              <a:lnSpc>
                <a:spcPct val="100000"/>
              </a:lnSpc>
            </a:pPr>
            <a:r>
              <a:rPr b="1" lang="en-US" sz="1600" spc="-1" strike="noStrike">
                <a:solidFill>
                  <a:schemeClr val="lt1"/>
                </a:solidFill>
                <a:latin typeface="Calibri"/>
                <a:ea typeface="DejaVu Sans"/>
              </a:rPr>
              <a:t>Programming Logic</a:t>
            </a:r>
            <a:endParaRPr b="0" lang="en-US" sz="1600" spc="-1" strike="noStrike">
              <a:solidFill>
                <a:srgbClr val="ffffff"/>
              </a:solidFill>
              <a:latin typeface="Arial"/>
            </a:endParaRPr>
          </a:p>
        </p:txBody>
      </p:sp>
      <p:sp>
        <p:nvSpPr>
          <p:cNvPr id="1629" name="Rounded Rectangle 202"/>
          <p:cNvSpPr/>
          <p:nvPr/>
        </p:nvSpPr>
        <p:spPr>
          <a:xfrm>
            <a:off x="8028360" y="3182040"/>
            <a:ext cx="3289680" cy="2741040"/>
          </a:xfrm>
          <a:prstGeom prst="roundRect">
            <a:avLst>
              <a:gd name="adj" fmla="val 16667"/>
            </a:avLst>
          </a:prstGeom>
          <a:solidFill>
            <a:srgbClr val="08080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a typeface="DejaVu Sans"/>
            </a:endParaRPr>
          </a:p>
        </p:txBody>
      </p:sp>
      <p:sp>
        <p:nvSpPr>
          <p:cNvPr id="1630" name="Rounded Rectangle 203"/>
          <p:cNvSpPr/>
          <p:nvPr/>
        </p:nvSpPr>
        <p:spPr>
          <a:xfrm>
            <a:off x="7955280" y="2971800"/>
            <a:ext cx="3930840" cy="3656520"/>
          </a:xfrm>
          <a:prstGeom prst="roundRect">
            <a:avLst>
              <a:gd name="adj" fmla="val 16667"/>
            </a:avLst>
          </a:prstGeom>
          <a:solidFill>
            <a:srgbClr val="16161c"/>
          </a:solidFill>
          <a:ln>
            <a:solidFill>
              <a:srgbClr val="46465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r>
              <a:rPr b="0" lang="en-US" sz="1200" spc="-1" strike="noStrike">
                <a:solidFill>
                  <a:srgbClr val="78ffc8"/>
                </a:solidFill>
                <a:latin typeface="Consolas"/>
                <a:ea typeface="DejaVu Sans"/>
              </a:rPr>
              <a:t>public class SummaryExample {</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public static void main(String[] args) {</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int number = 10;</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double result = number; // implicit casting</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String text = "Java";</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System.out.println(text);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System.out.println(result);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    </a:t>
            </a: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a:t>
            </a: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endParaRPr b="0" lang="en-US" sz="1200" spc="-1" strike="noStrike">
              <a:solidFill>
                <a:srgbClr val="ffffff"/>
              </a:solidFill>
              <a:latin typeface="Arial"/>
            </a:endParaRPr>
          </a:p>
          <a:p>
            <a:pPr algn="ctr">
              <a:lnSpc>
                <a:spcPct val="100000"/>
              </a:lnSpc>
            </a:pPr>
            <a:r>
              <a:rPr b="0" lang="en-US" sz="1200" spc="-1" strike="noStrike">
                <a:solidFill>
                  <a:srgbClr val="78ffc8"/>
                </a:solidFill>
                <a:latin typeface="Consolas"/>
                <a:ea typeface="DejaVu Sans"/>
              </a:rPr>
              <a:t>Java programming is about defining data correctly, choosing the appropriate data type, and processing that data effectively.</a:t>
            </a:r>
            <a:endParaRPr b="0" lang="en-US" sz="1200" spc="-1" strike="noStrike">
              <a:solidFill>
                <a:srgbClr val="ffffff"/>
              </a:solidFill>
              <a:latin typeface="Arial"/>
            </a:endParaRPr>
          </a:p>
        </p:txBody>
      </p:sp>
      <p:sp>
        <p:nvSpPr>
          <p:cNvPr id="1631" name="TextBox 87"/>
          <p:cNvSpPr/>
          <p:nvPr/>
        </p:nvSpPr>
        <p:spPr>
          <a:xfrm>
            <a:off x="4600080" y="6446520"/>
            <a:ext cx="305100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800" spc="-1" strike="noStrike">
                <a:solidFill>
                  <a:srgbClr val="000000"/>
                </a:solidFill>
                <a:latin typeface="Calibri"/>
                <a:ea typeface="DejaVu Sans"/>
              </a:rPr>
              <a:t>Java • Ultra Premium Template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378</TotalTime>
  <Application>LibreOffice/7.4.2.3$Windows_X86_64 LibreOffice_project/382eef1f22670f7f4118c8c2dd222ec7ad009daf</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2026-04-25T23:27:57Z</dcterms:modified>
  <cp:revision>43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