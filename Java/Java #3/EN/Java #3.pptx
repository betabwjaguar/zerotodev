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06EFAA-A70C-46C6-A6E4-797FA7644B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6B4008-1EAE-4366-9ABB-19066ABAAD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5F6FBC-7BE8-4AAF-B66F-F2619F429F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9DBD2E-8269-4389-B635-D21AAC01D2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A7AD91-53D8-4C0E-BABC-15B017170F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92FBF5-B38F-4BAD-8D01-21E4D36EE3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1A93A1-0699-40A6-A23F-0E5A02ECA4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0DDD37-B52B-4B94-87B9-05A15E7278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14B85E-69EC-4576-81C5-74AC1AD294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D01286-B441-4D7D-889F-EBC814780C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6CA124-1CA2-426F-9E05-C904A3D2BB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0660F6-89EC-4FE4-A282-751D34F946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E3F440-7A74-401A-B5AC-295AF55ECD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113B45-4699-410F-B497-737450E1C3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C2F633-2BEB-4780-9B97-89F5BA8934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04A4A5-9CFB-494C-BAD8-2E215D06E6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306A74-14F1-44D8-B7CF-79916FEB818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B75BE3-E397-4F6A-8877-C022869663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627BBD-41F9-4F03-B276-897014B7B6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ED26AC2-F2B8-4B58-9548-512A7CE955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7C833B-0D94-4691-A79A-8F96E044C5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68FB4F4-523F-4FA3-A3C3-94D6E5D820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AE00FB-FF08-4D68-B3DA-4E4CCA7F1D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B80BB99-054C-4728-9526-4A284B0CD61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D0839F-37E2-4E9B-BE82-D15E469E57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8B2F153-0535-4C33-8C5A-DB32299F24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F69D9B7-C236-4D5A-A5BE-214D14209A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067FA3-56AF-45A2-9F00-6D7985B0E6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D501C8-0AF0-4DDC-B37F-1235411FBB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262133-C9FA-42C4-82C4-66D6356BD4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49F8C5-C854-429F-A9BD-7784A70862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4A99846-C820-4A34-97C9-94F94256B1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0CA446-D78C-43C6-BB35-0E53B56EAA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5EDBD44-E4E7-4C1F-9EB6-87B3D8FEE0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6E1FB5-6A55-467B-962A-B473E86845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FB4EE84-2C42-4884-A4DE-784C0C2FFDE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68AC89-F710-401A-887B-FD463F3135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77F26F-FAAC-47C2-84EA-0B62A6B687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03C0883-5D29-468C-A5B0-7462AE4288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4F9BC92-195C-4055-83A0-D581509D1B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771D832-4FAD-4FB2-927B-4CC37050D2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6E657E-B248-4868-A01D-B60A5CF682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445390-CFE5-44D8-8D56-105C25A5BA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957871-586F-4C93-AF6C-4473B66EDD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106FBC4-B787-44EB-8922-1819052425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2198F5-1441-4D3E-AAC5-96F2586C39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BB9FBB-05A2-4A2C-A6A2-5F40FCEB7E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EBCFF2-6994-4737-A0DD-9FFC5D9B4BF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5E11D8E-81D9-47CB-85A1-26E1824C58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D06F551-13EB-4364-AAD2-844662D300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BE8D31-73E0-4BE4-B75C-E0E5B28ECE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C2FD18D-2993-4DFB-A57A-47479BC607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1CDC91A-ACD9-4B8E-BE2A-43B0F8289B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E3C918B-6601-4381-978A-B8D4CAC55D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300AA9-A7BA-4E7C-8522-8B8DB4A241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5AD5F93-EDCC-4044-86F6-8F59077719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9BBF886-E39F-4C9E-BFEC-82BDA4FCE4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122617B-76B8-45CA-828A-DB083509F2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0C99B44-33C2-41F6-AB82-C439128245B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E3C8B8F-18A8-4BD4-B8A7-35F6D14AD2A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002D2A9-9AAD-4B8D-A6DA-0FD1B0EE40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523757A-7FF8-47E3-8940-576771B490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E35978C-89C4-47A3-A15B-02F8CB92C9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A6BF554-B9F2-44DF-970C-22C4A7F00D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554D5D6-9856-4596-8BE9-DABF3BD09A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E092551-9707-4EB7-93E6-9C6B328B43A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64EEE7E-90B5-4A49-8D40-DAEB0081A5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56A7183-A916-4D64-8358-2E7AFA13AE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962FB3E-E162-4B68-A04D-27B4DA8EEF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DFD943F-6CAD-4DBF-8991-38BFDEC44E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7FC1E89-E218-4E4C-BA05-D725B5D70FE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783EA27-AE92-4292-AF72-7B352CC92CC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6E24EC6-6DA3-4B9E-A9A4-3933C2D8EF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7627C35-DF29-4223-B242-EEABDE2DEC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DCBC9F-2AE7-46DD-875D-86A6694D24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81290E7-8497-4011-9E64-EFCF2F6971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A604DF3-58A1-4594-B832-BCCD07BBB5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33F643-38B3-4B7B-AF6D-97E21F891A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EA9AC4F-7D0A-492D-880E-E68FB37EE8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E1DEA89-44FD-4CEA-825E-37DA23FA67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922A840-32E9-4BE4-B58E-C7C1738339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17609C-888B-4F34-A033-A0CE5C42AB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5338AF9-A560-4548-8E41-DA8C2210A1D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92A03AA-45CE-47ED-9A4B-DC98BCDD51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2E2F6A3-C8A4-47A0-B4F7-7FF4ADFBC2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9162E82-0E01-4869-A721-E22E83E7A4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6715AB7-1DA9-4B9F-B64E-62D517DC2A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28F3078-267F-493C-901E-D2891A06D6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ED689AF-5629-4BE1-A142-615791B994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D9CF22C-F769-4BC5-9554-FCE174FA93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2926F83-566C-4F8E-A57B-E82AF75F19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FE3D0CA-FEAA-4587-9D3D-FC02FADB0C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11C8060-4B92-4F51-A03C-25E8DD452D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368DFE-6F3B-42FE-8D24-29106333AE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1499D06-8052-46D1-90CC-BAC1C8DE3F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426806-6FEC-4173-ADAA-B36216A3A1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1D892BB-579A-4C65-BB1E-57D57F4ACD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23925F4-D7E1-49C8-9E24-DA1B3F2D58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5FAC83A-3B6B-4EDA-BED0-4BE990EBC9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5F8703-AF8D-49D3-B984-98B68FA10D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AF8F646-E8F2-42B1-8341-4CD12EB27E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8B1F0B-9C1C-419C-A977-0230B3528B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2F9232C-1B80-4A7A-A926-102A9095EE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F528E71-FDC4-48B7-A6B7-7AD0F742CE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587C9B-B3A1-4F4B-8EC6-08715DCC34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6B433D5-F08A-4CF6-AB9F-95DF520AA5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E00A2E4-5EF9-4E24-AADE-42D781C97DF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03CD64A-47DA-4168-981A-9A90FDD51C3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139E746-907F-48F6-A7AC-2B0A687DFA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398DC83-0A64-4E89-B0C6-F3C1458363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45DCE21-B8B2-45CA-B344-E063B229CD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DAF456A-4AC4-450D-B644-CB7C18528A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E8A1D59-8824-45C8-A3FF-B1819C4267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3497591-F1B3-42D2-887E-7327172680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F4E8F6A-BC5E-43CC-880A-A3AFA867EA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C6615CF-8397-4142-A11A-1174BE61F1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381D4D5-EC22-4347-BB46-92F335577A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77BA8B-78C8-4F51-98DA-8DCB3168A5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FC93F5D-BDBB-4BAF-A10B-C39F4767F0B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A61C882-E2EB-421F-8785-3190AC704E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24C1CA3-8D67-4030-83E3-5EB514DDEF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0BE49D6-F410-450F-B006-EC0DB27F56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63CB58C-96BE-4067-B513-F92651E393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DD39433-09D2-43F5-A90B-CF57DD898A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25D9E19-8B17-48F3-AA81-8138166E89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03892B9-E88D-4FA3-B669-54BAEB81A2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D9BF1C8-FAFF-4B67-8E60-C25D003912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D7CFE98-EB75-4687-9E33-06BB5C43C6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43D6AC2-E39F-4468-B2C5-9953B25141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1CCC125-E242-4828-A310-D360CAD4906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19D9092-0EB1-4EB8-9010-B39FA588A4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F6E8D73-FC27-4114-9D47-87349066BB1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52159D-468C-4F3A-80E9-224D4D1DD8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3FF8FD-45F0-4DD1-93C8-A16096BF63D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C0996A-DC25-4C66-A156-2A81A8538B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8FDE5C-2077-4FF9-A80C-0EA47443450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D55BB1-34A7-4B21-B98C-3AAA867C3A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5E9852-FFA5-4E02-96AE-9773190DA2E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9A7FD3-AFC0-4CCA-9AF7-B92B486EEB6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43A1CC-36E4-4DEC-8985-5ED7D9A4C8D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367D4A-D0C7-4D6C-8F7D-0AAC24D5AD0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805566-E6EE-4870-A2E5-A4FB4390BFF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3AA082-0438-49F3-BB3C-CF911B7BD0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Rounded Rectangle 2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21"/>
          <p:cNvSpPr/>
          <p:nvPr/>
        </p:nvSpPr>
        <p:spPr>
          <a:xfrm>
            <a:off x="914400" y="3108960"/>
            <a:ext cx="32871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Rounded Rectangle 2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2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25"/>
          <p:cNvSpPr/>
          <p:nvPr/>
        </p:nvSpPr>
        <p:spPr>
          <a:xfrm>
            <a:off x="7955280" y="3108960"/>
            <a:ext cx="347112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3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3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3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3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3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3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3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4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4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4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4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4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4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4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4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10"/>
          <p:cNvSpPr/>
          <p:nvPr/>
        </p:nvSpPr>
        <p:spPr>
          <a:xfrm>
            <a:off x="826200" y="2925720"/>
            <a:ext cx="3390840" cy="370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12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4"/>
          <p:cNvSpPr/>
          <p:nvPr/>
        </p:nvSpPr>
        <p:spPr>
          <a:xfrm>
            <a:off x="7955280" y="3108960"/>
            <a:ext cx="347112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Rectangle 16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6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6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6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6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6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7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7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7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7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71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ounded Rectangle 72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73"/>
          <p:cNvSpPr/>
          <p:nvPr/>
        </p:nvSpPr>
        <p:spPr>
          <a:xfrm>
            <a:off x="685800" y="2971800"/>
            <a:ext cx="35179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Rounded Rectangle 74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75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ounded Rectangle 76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77"/>
          <p:cNvSpPr/>
          <p:nvPr/>
        </p:nvSpPr>
        <p:spPr>
          <a:xfrm>
            <a:off x="7955280" y="2971800"/>
            <a:ext cx="37018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Rectangle 14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4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4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4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4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4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5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5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5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5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5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5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5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6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ounded Rectangle 6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66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6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68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6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70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Rectangle 4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4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5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5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5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5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5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5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5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5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5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5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6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6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6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6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18"/>
          <p:cNvSpPr/>
          <p:nvPr/>
        </p:nvSpPr>
        <p:spPr>
          <a:xfrm>
            <a:off x="685800" y="2743200"/>
            <a:ext cx="35157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Rounded Rectangle 1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26"/>
          <p:cNvSpPr/>
          <p:nvPr/>
        </p:nvSpPr>
        <p:spPr>
          <a:xfrm>
            <a:off x="4343400" y="2743200"/>
            <a:ext cx="3378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28"/>
          <p:cNvSpPr/>
          <p:nvPr/>
        </p:nvSpPr>
        <p:spPr>
          <a:xfrm>
            <a:off x="7955280" y="2971800"/>
            <a:ext cx="36997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Rectangle 8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81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82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83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84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85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86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87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88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89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90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91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2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3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4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95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38"/>
          <p:cNvSpPr/>
          <p:nvPr/>
        </p:nvSpPr>
        <p:spPr>
          <a:xfrm>
            <a:off x="685800" y="3108960"/>
            <a:ext cx="35161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40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2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Rectangle 6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6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6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6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6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6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7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7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7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7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7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7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7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7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7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7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31"/>
          <p:cNvSpPr/>
          <p:nvPr/>
        </p:nvSpPr>
        <p:spPr>
          <a:xfrm>
            <a:off x="457200" y="2971800"/>
            <a:ext cx="37447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33"/>
          <p:cNvSpPr/>
          <p:nvPr/>
        </p:nvSpPr>
        <p:spPr>
          <a:xfrm>
            <a:off x="4343400" y="2971800"/>
            <a:ext cx="342576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35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Rectangle 96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9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9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9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0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0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0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0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0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0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0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0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0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0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1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1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45"/>
          <p:cNvSpPr/>
          <p:nvPr/>
        </p:nvSpPr>
        <p:spPr>
          <a:xfrm>
            <a:off x="475560" y="2514600"/>
            <a:ext cx="372672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47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49"/>
          <p:cNvSpPr/>
          <p:nvPr/>
        </p:nvSpPr>
        <p:spPr>
          <a:xfrm>
            <a:off x="7955280" y="2514600"/>
            <a:ext cx="3700440" cy="3406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Rectangle 11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1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1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1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1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1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1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1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2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2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2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2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2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2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2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2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52"/>
          <p:cNvSpPr/>
          <p:nvPr/>
        </p:nvSpPr>
        <p:spPr>
          <a:xfrm>
            <a:off x="685800" y="2971800"/>
            <a:ext cx="351648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54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56"/>
          <p:cNvSpPr/>
          <p:nvPr/>
        </p:nvSpPr>
        <p:spPr>
          <a:xfrm>
            <a:off x="7955280" y="2971800"/>
            <a:ext cx="347184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Rectangle 12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2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3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3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3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3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3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3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3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3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3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3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4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4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4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4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5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Rounded Rectangle 5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59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Rounded Rectangle 6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61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Rounded Rectangle 6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63"/>
          <p:cNvSpPr/>
          <p:nvPr/>
        </p:nvSpPr>
        <p:spPr>
          <a:xfrm>
            <a:off x="7955280" y="3108960"/>
            <a:ext cx="347256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Rectangle 17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7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7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7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8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8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8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8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8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8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8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8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8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8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9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9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7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ounded Rectangle 7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80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Rounded Rectangle 8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8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Rounded Rectangle 8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84"/>
          <p:cNvSpPr/>
          <p:nvPr/>
        </p:nvSpPr>
        <p:spPr>
          <a:xfrm>
            <a:off x="7955280" y="2971800"/>
            <a:ext cx="37018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Rectangle 19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9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9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9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9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9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9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9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0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0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0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0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0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0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0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0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8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TextBox 37"/>
          <p:cNvSpPr/>
          <p:nvPr/>
        </p:nvSpPr>
        <p:spPr>
          <a:xfrm>
            <a:off x="1242720" y="900360"/>
            <a:ext cx="848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Rounded Rectangle 8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87"/>
          <p:cNvSpPr/>
          <p:nvPr/>
        </p:nvSpPr>
        <p:spPr>
          <a:xfrm>
            <a:off x="595440" y="274320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Rounded Rectangle 88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89"/>
          <p:cNvSpPr/>
          <p:nvPr/>
        </p:nvSpPr>
        <p:spPr>
          <a:xfrm>
            <a:off x="4343400" y="2880360"/>
            <a:ext cx="3656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Rounded Rectangle 90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91"/>
          <p:cNvSpPr/>
          <p:nvPr/>
        </p:nvSpPr>
        <p:spPr>
          <a:xfrm>
            <a:off x="8229600" y="2972880"/>
            <a:ext cx="365652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Rectangle 20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0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1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1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1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1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1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1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1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1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1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1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2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2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2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2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9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41"/>
          <p:cNvSpPr/>
          <p:nvPr/>
        </p:nvSpPr>
        <p:spPr>
          <a:xfrm>
            <a:off x="2647440" y="1600200"/>
            <a:ext cx="5810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Rounded Rectangle 9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94"/>
          <p:cNvSpPr/>
          <p:nvPr/>
        </p:nvSpPr>
        <p:spPr>
          <a:xfrm>
            <a:off x="457200" y="2743200"/>
            <a:ext cx="37472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Rounded Rectangle 9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96"/>
          <p:cNvSpPr/>
          <p:nvPr/>
        </p:nvSpPr>
        <p:spPr>
          <a:xfrm>
            <a:off x="4434840" y="2971800"/>
            <a:ext cx="32900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Rounded Rectangle 9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98"/>
          <p:cNvSpPr/>
          <p:nvPr/>
        </p:nvSpPr>
        <p:spPr>
          <a:xfrm>
            <a:off x="7955280" y="2514600"/>
            <a:ext cx="393120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Rectangle 22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2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2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2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2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2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3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3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3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3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3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3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3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3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3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3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9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Box 44"/>
          <p:cNvSpPr/>
          <p:nvPr/>
        </p:nvSpPr>
        <p:spPr>
          <a:xfrm>
            <a:off x="2094480" y="2057400"/>
            <a:ext cx="6782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Rounded Rectangle 10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10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Rounded Rectangle 10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0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Rounded Rectangle 10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105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extBox 4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Rectangle 24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4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4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4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4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4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4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4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4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4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5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5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5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5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5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5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10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Box 47"/>
          <p:cNvSpPr/>
          <p:nvPr/>
        </p:nvSpPr>
        <p:spPr>
          <a:xfrm>
            <a:off x="2286000" y="1826640"/>
            <a:ext cx="6432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Rounded Rectangle 10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10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Rounded Rectangle 10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10"/>
          <p:cNvSpPr/>
          <p:nvPr/>
        </p:nvSpPr>
        <p:spPr>
          <a:xfrm>
            <a:off x="4343400" y="3108960"/>
            <a:ext cx="338220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ounded Rectangle 11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12"/>
          <p:cNvSpPr/>
          <p:nvPr/>
        </p:nvSpPr>
        <p:spPr>
          <a:xfrm>
            <a:off x="7955280" y="2971800"/>
            <a:ext cx="39319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TextBox 48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2026-03-18T18:58:44Z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