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9BAF519-C3E6-4279-8A72-547B80F1958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99C5452-4E87-4182-9738-76AB7797877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52B5BA5-9328-48EF-9A4D-707AABC3D62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CF85591-F4D6-42B8-BBBE-445C8EA8651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705CDBE-74BC-419D-968D-19877435450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A4FC5D3-1CEE-4572-99AE-DCDA87340B7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41F00C1-EB83-4598-8B01-BDD3811F4F5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75BBAD9-DF20-48FF-977A-CF0FC705D8E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53AA3C9-464C-47CE-8F7F-8819CF906CE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D9F76C6-AB48-4102-9BF2-EF0727C868D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287F342-454E-4E4E-A1BB-AE7C03865C4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8078B31-FB62-414E-AF03-BFE6F72F9E2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EBF1FBF-7E8B-4AC2-9C4D-4E843520D5F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5508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3070440" y="1495080"/>
            <a:ext cx="59374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tarih ve saat işlemleri, Java 8 ile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birlikte gelen java.time paketi kullanılarak yönetilir.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Eski tarih sınıflarının aksine, bu yeni API çok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daha güvenli (thread-safe), anlaşılır ve esnek bir yapı sunar.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8 ile birlikte gelen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paketi, bölgesel zamanı (Timezone) ve tarihleri hassas bir şekilde yönetmemizi sağlar.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ve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sınıfları kullanılarak, bulunduğunuz konumun (örneğin İstanbul, Türkiye) yerel saat dilimine ve güncel tarih verilerine anlık olarak ulaşılıp istenilen formatta yazdırılabilir.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Bölge (ZoneId) Tanımlanır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Güncel Zaman (ZonedDateTime) Alınır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Belirlenir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26880" cy="3652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Konum İstanbul olarak ayarlanır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İstanbul bölgesindeki güncel zaman alınır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İstenen formata göre (Örn: Salı, 28 Nisan 2026 saat 22:26 +03:00)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dd MMMM yyyy 'saat' HH:mm xxx",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System.out.println("Şu anki zaman: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System.out.println("Mevcut konumun İstanbul, Türkiye olduğunu unutmayın.");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33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34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35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36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37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38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39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40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41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42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43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44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45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46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723240" y="914400"/>
            <a:ext cx="9523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Saat Dilimi (Timezone) ve Bölgesel Zaman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1778760" y="1828800"/>
            <a:ext cx="79322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saat dilimi yönetimi, farklı bölgelerin zamanını doğru şekilde hesaplamak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ZoneId ile bölge seçilir, ZonedDateTime ile o bölgenin güncel tarih ve saati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alınır. Bu yapı sayesinde global uygulamalarda her kullanıcıya doğru zaman gösterilir.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Saat dilimini temsil eder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Saat dilimi ile birlikte tarih ve saat bilgisini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bölge için farklı UTC offset otomatik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/ kış saati değişimleri otomatik yönetilir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Seçilir (ZoneId)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 Bölgeye Ait Zaman Alınır (ZonedDateTime)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698640" cy="3058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System.out.println("İstanbul Saati: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Saati: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7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8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9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20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21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22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23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24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25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26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27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28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29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30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31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942480" y="914400"/>
            <a:ext cx="9084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LocalDate, LocalTime ve LocalDateTime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914400" y="3108960"/>
            <a:ext cx="3286080" cy="305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Sadece tarih bilgisini tutar (yıl, ay, gün)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Sadece saat bilgisini tutar (saat, dakika, saniye)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Tarih ve saat bilgisini birlikte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(timezone) içermezler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Daha basit ve performanslı kullanım sağlar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Uygun Sınıf Seçilir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Güncel Değer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698640" cy="3058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System.out.println("Saat: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ve Saat: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2796840" y="914400"/>
            <a:ext cx="5374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DateTimeFormatter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914400" y="3108960"/>
            <a:ext cx="3286080" cy="305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Tarih ve saat verilerini formatlar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Özel format desenlerini destekler (dd/MM/yyyy, HH:mm vb.)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LocalDateTime, ZonedDateTime gibi sınıflarla kullanılabilir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Yerel (locale) tabanlı formatlama sağlar (dil desteği)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Tarih-saat çıktısının okunabilirliğini artırır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Uygulama çalışır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Tarih/Saat bilgisine ihtiyaç duyulur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 bir format deseni belirlenir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veriyi işler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Okunabilir bir çıktı üretilir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2743200"/>
            <a:ext cx="3698640" cy="365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System.out.println("Türkçe Format: " + now.format(formatterTR));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System.out.println("ABD Formatı: " + now.format(formatterUS));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099160" y="914400"/>
            <a:ext cx="6772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Tarih ve Saat Parsing İşlemi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1196640" y="1828800"/>
            <a:ext cx="90936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parsing, metin (String) formatındaki tarih değerlerini uygulama içinde kullanılabilecek yapılandırılmış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tarih-saat nesnelerine dönüştürme işlemidir.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457200" y="2514600"/>
            <a:ext cx="3743280" cy="4111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Tarihler genellikle düz metin olarak gelir.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Metinler üzerinde hesaplama veya karşılaştırma yapılamaz.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 yüzden gerçek bir tarih nesnesine dönüştürülmelidir.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pattern, metnin nasıl okunacağını belirler.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bu kurala sıkı sıkıya bağlı kalır.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 eşleşirse dönüşüm başarılı olur.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Eşleşmezse hata oluşur.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434840" y="2971800"/>
            <a:ext cx="3286080" cy="3424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Ham metin veri sisteme girer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Sistem beklenen tarih yapısını belirler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dönüşüm kuralı (pattern) hazırlanır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 bu kurala göre yorumlanır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Geçerli 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işlemler için kullanılabilir hale gelir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001000" y="3200400"/>
            <a:ext cx="347112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System.out.println("Ayrıştırılmış Tarih: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540440" y="914400"/>
            <a:ext cx="78879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Period ve Duration (Zaman Farkı Hesaplama)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880200" y="1600200"/>
            <a:ext cx="97261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iki tarih veya iki saat arasındaki zaman farkını ölçmek, tarihlere belirli süreler ekleyip çıkarmak için tarih bazlı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ölçümlerde Period, saat bazlı ölçümlerde ise Duration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457200" y="2514600"/>
            <a:ext cx="3743280" cy="4111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Tarihsel farkları (yıl, ay, gün) ifade eder. Genellikle LocalDate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Zamansal farkları (saat, dakika, saniye, nanosaniye) ifade eder. Genellikle LocalTime veya LocalDateTime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tarih/saat noktası arasındaki farkı bulmak için between() metodu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Mevcut bir tarihe süre eklemek veya çıkarmak için plus() ve minus() metotlarıyla birlikte kullanılabilirler.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gibi karmaşık durumları yönetirken manuel matematiksel hesaplamalar yerine bu API'leri kullanmak hataları önler.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7"/>
          <p:cNvSpPr/>
          <p:nvPr/>
        </p:nvSpPr>
        <p:spPr>
          <a:xfrm>
            <a:off x="4434840" y="2514600"/>
            <a:ext cx="3286080" cy="3881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 ve bitiş zamanları (Tarih/Saat nesneleri)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İhtiyaca göre uygun sınıf (Period veya Duration) seçilir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between() metodu çağrılarak iki zaman arasındaki fark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İlgili metotlar (örn: getDays(), toHours()) ile farkın detayı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 veya farklı bir iş mantığında kullanılır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ounded Rectangle 48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ounded Rectangle 49"/>
          <p:cNvSpPr/>
          <p:nvPr/>
        </p:nvSpPr>
        <p:spPr>
          <a:xfrm>
            <a:off x="8001000" y="2514600"/>
            <a:ext cx="3471120" cy="3882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ÖRNEĞİ (Tarih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Örn: 28 Nisan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Farkı: " + period.getYears() + " yıl,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ay,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gün");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ÖRNEĞİ (Saat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System.out.println("Geçen Süre: " + duration.toHours() + " saat,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dakika");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50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2106360" y="914400"/>
            <a:ext cx="6755760" cy="9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Kapsamlı Java Date &amp; Time Ekosistemi (Özet)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1124280" y="1565280"/>
            <a:ext cx="9252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8 ile gelen java.time paketi, Java'da bir paradigma değişimidir. İnsan zamanını,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makine zamanını ve bunları birbirine bağlayan karmaşık coğrafi kuralları modellemek için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değiştirilemez (immutable), iş parçacığı güvenli (thread-safe) ve alan odaklı (domain-driven) bir yaklaşım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1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2"/>
          <p:cNvSpPr/>
          <p:nvPr/>
        </p:nvSpPr>
        <p:spPr>
          <a:xfrm>
            <a:off x="457200" y="2743200"/>
            <a:ext cx="3883320" cy="3882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İnsan Zaman Çizelgesi (Coğrafyadan Bağımsız)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zamanı tam olarak bir duvar saatinde veya kağıt takvimde gördüğünüz gibi temsil eder. Dünyanın neresinde olduklarını bilmezler.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Dünya Izgarası (Coğrafi Gerçeklik)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ve ZonedDateTime, insan zaman çizelgesini Dünya üzerindeki belirli bir koordinata sabitler. Yaz Saati (DST) ve UTC farklarının yarattığı karmaşayı otomatik olarak yönetirler.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Ölçüm (Anlar arasındaki boşluk)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Zaman sadece noktalardan ibaret değildir; mesafelerdir. Period takvimsel mesafeleri (yıl, ay, gün) ölçerken, Duration saat bazlı mesafeleri (saat, dakika, saniye) ölçer.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4: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 Çeviri Katmanı (Köprü)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DateTimeFormatter, ham metin (Parsing) ile insan tarafından okunabilen kullanıcı arayüzü çıktıları (Formatting) arasında evrensel bir çevirmen görevi görür.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3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4"/>
          <p:cNvSpPr/>
          <p:nvPr/>
        </p:nvSpPr>
        <p:spPr>
          <a:xfrm>
            <a:off x="4572000" y="2743200"/>
            <a:ext cx="3426120" cy="365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Ne tür bir zaman modellemeniz gerekiyor?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Coğrafya önemli mi? (Küresel Etkinlikler, Uçuşlar)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EVET ─&gt; ZoneId ile bağla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Sadece yerel/günlük bir kavram mı? (Doğum Günleri, Alarmlar)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Tarih mi Lazım?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Saat mi Lazım?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İkisi de mi Lazım?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Evresi: Bununla ne yapmak istiyorsunuz?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Geri Sayım/Mesafe mi hesaplanacak?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Takvim bazlı mı? ─&gt; Period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Saat bazlı mı? ─&gt; Duration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Arayüze veya Veritabanına mı gönderilecek?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ile dönüştür (Formatla / Ayrıştır)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Rounded Rectangle 55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56"/>
          <p:cNvSpPr/>
          <p:nvPr/>
        </p:nvSpPr>
        <p:spPr>
          <a:xfrm>
            <a:off x="8229600" y="2514600"/>
            <a:ext cx="3654720" cy="4111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ZamanEkoSistemi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İnsan Zaman Çizelgesi (Yerel)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yerelToplanti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Dünya Izgarası (Bölgesel/Zoned)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nyBolgesi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nyToplantisi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.of(yerelToplanti, 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Çeviri Katmanı (Formatlama)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.ofPattern("dd MMM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nyToplantisi.format(format));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Ölçüm (Süre/Mesafe)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suAn = ZonedDateTime.now(nyBolgesi);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(nyToplantisi.isAfter(suAn))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fark = Duration.between(suAn, nyToplantisi);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System.out.println(fark.toDays() + " gün kaldı!");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 tarihi geçmiş.");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7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2324520" y="914400"/>
            <a:ext cx="6319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Temel Operatörlere Giriş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2448360" y="1828800"/>
            <a:ext cx="6589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operatörler, değişkenler ve değerler üzerinde matematiksel, mantıksal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ilişkisel işlemler gerçekleştirmemizi sağlayan özel sembollerdir.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İşlem gören verilere ise "Operand" denir.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8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9"/>
          <p:cNvSpPr/>
          <p:nvPr/>
        </p:nvSpPr>
        <p:spPr>
          <a:xfrm>
            <a:off x="914400" y="3108960"/>
            <a:ext cx="3286080" cy="328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Terimler: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yapan sembol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İşleme giren veri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(Örn: x + 5 ifadesinde + operatör, x ve 5 operanddır.)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Sık Kullanılan Operatör Türleri: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Matematiksel hesaplar yapar (+, -, *, /, % mod alma).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İlişkisel: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karşılaştırır, geriye true veya false döner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Koşulları birbirine bağlar (&amp;&amp; VE, || VEYA, ! DEĞİL).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Atama: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değeri soldaki değişkene aktarır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60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1"/>
          <p:cNvSpPr/>
          <p:nvPr/>
        </p:nvSpPr>
        <p:spPr>
          <a:xfrm>
            <a:off x="4434840" y="2971800"/>
            <a:ext cx="328608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Operatör İşlem Mantığı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Veriler (Operandlar) Hafızada Tanımlanır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Örn: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İfade (Expression) Değerlendirilir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 x + y (Sonuç: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 x &gt; y (Sonuç: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Atama Operatörü Çalışır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Hesaplanan sonuç yeni bir değişkene yazılır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Sonuç Çıktı Olarak Kullanılır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Rounded Rectangle 62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63"/>
          <p:cNvSpPr/>
          <p:nvPr/>
        </p:nvSpPr>
        <p:spPr>
          <a:xfrm>
            <a:off x="7955280" y="2743200"/>
            <a:ext cx="3698640" cy="365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OperatorGiris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Atama (Assignment) Operatörü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Aritmetik (Arithmetic)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  // 19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  // 3 (Modülüs - kalanı bulur)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İlişkisel (Relational)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buyukMu = (a &gt; b); 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(a == b);  // false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Mantıksal (Logical)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"a 10'dan büyük VE b çift sayı mı?"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sonuc = (a &gt; 10) &amp;&amp; (b % 2 == 0);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toplam);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System.out.println("Kalan: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System.out.println("Mantıksal Sonuç: " + sonuc);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4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2585880" y="914400"/>
            <a:ext cx="57956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Aritmetik Operatörler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2057400" y="1694880"/>
            <a:ext cx="7453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sayılar üzerinde toplama, çıkarma, çarpma gibi temel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matematiksel işlemleri gerçekleştirmek için kullanılır. Klasik matematikteki işlem önceliği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(çarpma/bölmenin toplamadan önce yapılması) Java'da da aynen geçerlidir.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5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6"/>
          <p:cNvSpPr/>
          <p:nvPr/>
        </p:nvSpPr>
        <p:spPr>
          <a:xfrm>
            <a:off x="914400" y="3108960"/>
            <a:ext cx="3286080" cy="328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(Toplama):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Sayıları toplar. (Ayrıca metinleri birleştirir).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(Çıkarma):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sayıyı soldakinden çıkarır.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(Çarpma):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çarpar.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(Bölme):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Bölüm sonucunu verir. (Not: İki tam sayı bölünürse sonuç da tam sayı olur, ondalık kısım atılır. Örn: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 Alma):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Bölme işleminden kalan sayıyı verir. Çift/tek sayı bulmada çok sık kullanılır.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7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8"/>
          <p:cNvSpPr/>
          <p:nvPr/>
        </p:nvSpPr>
        <p:spPr>
          <a:xfrm>
            <a:off x="4434840" y="2971800"/>
            <a:ext cx="328608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Önceliği (Operator Precedence)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Parantez İçleri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Her zaman ilk olarak hesaplanır.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Artırma / Azaltma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Çarpma, Bölme, Mod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(Soldan sağa doğru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Toplama ve Çıkarma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(En son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Rounded Rectangle 69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ounded Rectangle 70"/>
          <p:cNvSpPr/>
          <p:nvPr/>
        </p:nvSpPr>
        <p:spPr>
          <a:xfrm>
            <a:off x="8003880" y="2971800"/>
            <a:ext cx="3424320" cy="342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AritmetikIslemler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Temel İşlemler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bolum = a / b;  // 3 (Ondalık kısım silinir)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// 1 (10'un 3'e bölümünden kalan)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İşlem Önceliği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islemsiz = a + b * 2;   // 16 (Önce çarpma)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islemli = (a + b) * 2;  // 26 (Önce parantez)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Artırma Operatörü (Increment)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sayac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sayac++; // sayac'ın yeni değeri 6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System.out.println("Bölüm: " + bolum);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(Kalan):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System.out.println("Sayaç: " + sayac);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145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46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47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48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49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150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151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152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153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154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155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156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157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58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59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60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ounded Rectangle 71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959040" y="914400"/>
            <a:ext cx="90507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2: Prefix/Postfix)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2"/>
          <p:cNvSpPr/>
          <p:nvPr/>
        </p:nvSpPr>
        <p:spPr>
          <a:xfrm>
            <a:off x="1267200" y="1694880"/>
            <a:ext cx="90342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en sık yapılan hatalar artırma/azaltma (++, --) operatörlerinin konumundan ve tam sayı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bölmesinden kaynaklanır. Operatörün değişkenin sağında veya solunda olması,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kodun çalışma sırasını tamamen değiştirir.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ounded Rectangle 72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ounded Rectangle 73"/>
          <p:cNvSpPr/>
          <p:nvPr/>
        </p:nvSpPr>
        <p:spPr>
          <a:xfrm>
            <a:off x="685800" y="2743200"/>
            <a:ext cx="3514680" cy="3655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ve Postfix Mantığı: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Prefix (Önden - ++a)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: Önce değişkenin değerini 1 artırır, sonra o satırdaki diğer işlemleri yapar.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(Sondan - a++):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Önce değişkenin mevcut değerini kullanır (işleme sokar), satır bittikten sonra değerini 1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Bölme İşlemi Tuzakları: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tam sayı (int) bölünürse, Java ondalık kısmı yuvarlamaz, direkt çöpe atar. (Örn: 5 / 2 = 2 olur).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Küsuratlı sonucu tam olarak alabilmek için, işleme giren sayılardan en az birinin ondalıklı (double veya float) olması gerekir. (Örn: 5.0 / 2 = 2.5).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ounded Rectangle 74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75"/>
          <p:cNvSpPr/>
          <p:nvPr/>
        </p:nvSpPr>
        <p:spPr>
          <a:xfrm>
            <a:off x="4434840" y="2971800"/>
            <a:ext cx="328608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Çalışma Akışı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Tanımı: int x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Kullanım: int y = ++x;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Yeni x değerini y'ye ata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y = 6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Kullanım: int z = x++;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Mevcut x değerini z'ye ata (z=5)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z = 5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Rounded Rectangle 76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ounded Rectangle 77"/>
          <p:cNvSpPr/>
          <p:nvPr/>
        </p:nvSpPr>
        <p:spPr>
          <a:xfrm>
            <a:off x="8003880" y="2743200"/>
            <a:ext cx="3424320" cy="365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(Önce Artır, Sonra Kullan)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 olur, b'ye 6 atanır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(Önce Kullan, Sonra Artır)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y'ye 5 atanır, sonra x=6 olur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TAM SAYI BÖLMESİ (Integer Division)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yanlisBolme = 5 / 2;     // Sonuç: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doubleHata = 5 / 2;   // Sonuç: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dogruBolme = 5.0 / 2; // Sonuç: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Bölme: " + dogruBolme);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61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2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63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64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65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166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167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168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169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170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171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172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173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74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75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76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ounded Rectangle 78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1221120" y="914400"/>
            <a:ext cx="85255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3: Kısaltmalar ve Metinler)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1353600" y="1694880"/>
            <a:ext cx="8860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Java, matematik ve atama işlemlerini tek adımda birleştirerek kodu temiz tutan kısayol operatörleri sunar.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+ operatörünün çift kimliği vardır: Sayılar için toplama yaparken,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String'ler (metinler) için "yapıştırıcı" (birleştirme) görevi görür.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ounded Rectangle 79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ounded Rectangle 80"/>
          <p:cNvSpPr/>
          <p:nvPr/>
        </p:nvSpPr>
        <p:spPr>
          <a:xfrm>
            <a:off x="685800" y="2743200"/>
            <a:ext cx="3514680" cy="3655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Bileşik Atama (Compound):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 işlem ve atamayı birleştirir: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Örn: x += 5 ifadesi, tam olarak x = x + 5 işleminin kısaltmasıdır.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İpucu: Arka planda otomatik tip dönüşümü (casting) yaparlar (hata fırlatmazlar).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+ Operatörünün İki Yüzü: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 + Sayı = Matematik (Toplama).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Herhangi Bir Şey = Metin (Birleştirme - 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İşlemler kesinlikle Soldan Sağa akar. Eğer işlem bir String ile başlarsa, sağındaki her şey metne dönüşür!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Rounded Rectangle 81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ounded Rectangle 82"/>
          <p:cNvSpPr/>
          <p:nvPr/>
        </p:nvSpPr>
        <p:spPr>
          <a:xfrm>
            <a:off x="4434840" y="2971800"/>
            <a:ext cx="328608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+ İşleminin Soldan Sağa Akışı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1: 10 + 5 + "A"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Matematik! 10 + 5 = 15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15 + "A" =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2: "A" + 10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Metin! "A" + 10 = "A10"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"A10" + 5 = "A105"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"A105" (A15 DEĞİL!)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Rounded Rectangle 83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ounded Rectangle 84"/>
          <p:cNvSpPr/>
          <p:nvPr/>
        </p:nvSpPr>
        <p:spPr>
          <a:xfrm>
            <a:off x="8001000" y="2971800"/>
            <a:ext cx="3313440" cy="342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AritmetikTuzaklar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BİLEŞİK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skor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skor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METİN BİRLEŞTİRME TUZAKLARI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Sayıyla başlar -&gt; Önce Matematik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Metinle başlar -&gt; Hepsi Metin olur!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Parantez matematiği öne alır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 Sonuç: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Rectangle 177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78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79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80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81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182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183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184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185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186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87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88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89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90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91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92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ounded Rectangle 85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Box 37"/>
          <p:cNvSpPr/>
          <p:nvPr/>
        </p:nvSpPr>
        <p:spPr>
          <a:xfrm>
            <a:off x="2731320" y="914400"/>
            <a:ext cx="55051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İnce Detaylar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38"/>
          <p:cNvSpPr/>
          <p:nvPr/>
        </p:nvSpPr>
        <p:spPr>
          <a:xfrm>
            <a:off x="674280" y="1694880"/>
            <a:ext cx="102189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veri tiplerinin arka planda nasıl davrandığını bilmek kritik hataları önler. Sıfıra bölünme tepkileri,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karakterlerin sayılara dönüşmesi ve küçük veri tiplerinin işlemler sırasında otomatik olarak büyümesi en bilinen tuzaklardır.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ounded Rectangle 86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ounded Rectangle 87"/>
          <p:cNvSpPr/>
          <p:nvPr/>
        </p:nvSpPr>
        <p:spPr>
          <a:xfrm>
            <a:off x="685800" y="2743200"/>
            <a:ext cx="3514680" cy="3655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Sıfıra Bölünme (Zero Division):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Tam sayılar (int) 0'a bölünürse program çöker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Ondalıklılar (double) 0'a bölünürse çökmez, Infinity (Sonsuz) veya NaN (Sayı Değil) verir.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Karakter (Char) Matematiği: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tipleri arka planda sayı (ASCII değeri) tutar. İki char toplanırsa yan yana yazılmazlar, sayısal değerleri toplanır. (Örn: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Gizli Tip Terfisi (Promotion):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İki byte veya short değişken toplanırken sonuç otomatik olarak int tipine yükseltilir. Sonucu direkt byte'a atamak hata verir!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Rounded Rectangle 88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ounded Rectangle 89"/>
          <p:cNvSpPr/>
          <p:nvPr/>
        </p:nvSpPr>
        <p:spPr>
          <a:xfrm>
            <a:off x="4434840" y="2971800"/>
            <a:ext cx="328608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Arka Plandaki Veri Dönüşümleri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Sıfıra Bölünme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HATA!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Sonuç: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Sonuç: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İşlemleri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Toplaması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HATA! (Sonuç int olur)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Rounded Rectangle 90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ounded Rectangle 91"/>
          <p:cNvSpPr/>
          <p:nvPr/>
        </p:nvSpPr>
        <p:spPr>
          <a:xfrm>
            <a:off x="8001000" y="2514600"/>
            <a:ext cx="3656880" cy="3885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SIFIRA BÖLÜNME TUZAĞI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hata = 5 / 0; // Kodu çökertir!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sonsuz = 5.0 / 0; // Infinity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belirsiz = 0.0 / 0.0; // NaN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(KARAKTER) MATEMATİĞİ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harf = 'A'; // ASCII değeri 65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charToplami = harf + 5; // Sonuç: 70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siradakiHarf = (char) (harf + 1); // 'B'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INT TERFİSİ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Derleme Hatası!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b1 + b2; // Doğrusu budur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sonsuz);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belirsiz);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System.out.println("Harf + 5 = " + charToplami);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Rectangle 193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94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95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96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97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198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199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200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201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202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203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204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205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206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207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208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ounded Rectangle 92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TextBox 40"/>
          <p:cNvSpPr/>
          <p:nvPr/>
        </p:nvSpPr>
        <p:spPr>
          <a:xfrm>
            <a:off x="1557360" y="732600"/>
            <a:ext cx="7852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Restoran Adisyonu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41"/>
          <p:cNvSpPr/>
          <p:nvPr/>
        </p:nvSpPr>
        <p:spPr>
          <a:xfrm>
            <a:off x="1082520" y="1600200"/>
            <a:ext cx="94024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Gerçek dünya uygulamalarında aritmetik operatörler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motorudur. Bir restoran hesabını hesaplayan, indirim uygulayan,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bileşik operatörlerle vergi/bahşiş ekleyen ve son tutarı arkadaşlar arasında bölen mini bir uygulama tasarlayalım.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Rounded Rectangle 93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ounded Rectangle 94"/>
          <p:cNvSpPr/>
          <p:nvPr/>
        </p:nvSpPr>
        <p:spPr>
          <a:xfrm>
            <a:off x="685800" y="2971800"/>
            <a:ext cx="3200040" cy="342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Operatörleri İş Kurallarına Eşleme: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Biriktirme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Sepete veya dijital adisyona birden fazla ürün eklemek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İndirimler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Kupon veya promosyon indirimlerini toplamdan düşmek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Vergi &amp; Bahşiş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Yüzde uygulamak için kullanılır. Mevcut hesabı 1.25 ile çarpmak, toplama anında %25 ekler.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Adil Bölüşüm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Çıkan nihai tutarı misafir sayısına bölmek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Rounded Rectangle 95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ounded Rectangle 96"/>
          <p:cNvSpPr/>
          <p:nvPr/>
        </p:nvSpPr>
        <p:spPr>
          <a:xfrm>
            <a:off x="4257360" y="2971800"/>
            <a:ext cx="328608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Adisyon ve Hesap Akışı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Masayı Aç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Siparişleri Ekle (Biriktir)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+= urunFiyati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Kupon / İndirim Uygula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-= indirim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Vergi &amp; Bahşiş Ekle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*= 1.25 (%25 ekler)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Hesabı Misafirlere Böl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kisiBasi = hesap / kisiSayisi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" name="Rounded Rectangle 97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ounded Rectangle 98"/>
          <p:cNvSpPr/>
          <p:nvPr/>
        </p:nvSpPr>
        <p:spPr>
          <a:xfrm>
            <a:off x="8001000" y="2514600"/>
            <a:ext cx="3427560" cy="3885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RestoranHesabi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Başlangıç Durumu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hesap = 0.0;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int kisi = 3;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2. Sipariş Ekle (Bileşik Toplama)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25.50; // Pizza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14.00; // Makarna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10.50; // İçecekler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Ara toplam şu an 50.00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3. 5 TL'lik Kupon Uygula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-= 5.00;  // Ara toplam: 45.00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4. %25 Vergi ve Bahşiş Ekle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Mevcut hesabı 1.25 ile çarparız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*= 1.25;  // Son toplam: 56.25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5. Hesabı kişiler arasında böl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kisiBasi = hesap / kisi;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hesap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System.out.println("Kişi Başı: " + kisiBasi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Rectangle 209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210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211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212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213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214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215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216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217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218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219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220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221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222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223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224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ounded Rectangle 99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TextBox 43"/>
          <p:cNvSpPr/>
          <p:nvPr/>
        </p:nvSpPr>
        <p:spPr>
          <a:xfrm>
            <a:off x="2174400" y="732600"/>
            <a:ext cx="66186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Genel Özet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44"/>
          <p:cNvSpPr/>
          <p:nvPr/>
        </p:nvSpPr>
        <p:spPr>
          <a:xfrm>
            <a:off x="1950480" y="1600200"/>
            <a:ext cx="7666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Java'daki veri manipülasyonunun ve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(business logic) temel taşıdır. Doğru operatörü seçmek,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veri tiplerine dikkat etmek ve işlem önceliğini bilmek hatasız kod yazmanın altın kurallarıdır.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Rounded Rectangle 100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ounded Rectangle 101"/>
          <p:cNvSpPr/>
          <p:nvPr/>
        </p:nvSpPr>
        <p:spPr>
          <a:xfrm>
            <a:off x="685800" y="2971800"/>
            <a:ext cx="3200040" cy="342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Unutulmaması Gereken Altın Kurallar: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Temel 5'li: +, -, *, / ve % (Mod).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Önceliği: Çarpma, bölme ve mod işlemleri daima toplama ve çıkarmadan önce yapılır. Parantezler () tüm kuralları ezer.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Bölme Kuralı: İki tam sayının (int) bölümü daima tam sayı çıkar (küsurat atılır). Hassas sonuç için en az biri double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Kısa Yollar: ++/-- (1 artır/azalt) ve +=/*= (işlemle atamayı birleştir) ifadeleri kodu daha okunabilir kılar.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Rounded Rectangle 102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ounded Rectangle 103"/>
          <p:cNvSpPr/>
          <p:nvPr/>
        </p:nvSpPr>
        <p:spPr>
          <a:xfrm>
            <a:off x="4257360" y="2971800"/>
            <a:ext cx="328608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Geliştirici Kontrol Listesi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Çift/Tek sayı kontrolü mü yapacaksın?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Kesinlikle % 2 kullan!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Bölme işleminde küsurat lazım mı?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Sayılardan birini double (Örn: 2.0) yap!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İşlem sırasını değiştirmek mi istiyorsun?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parantez () içine al!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Bir değişkenin değerini güncelleyecek misin?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x = x + 5 yerine x += 5 kullan!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" name="Rounded Rectangle 104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ounded Rectangle 105"/>
          <p:cNvSpPr/>
          <p:nvPr/>
        </p:nvSpPr>
        <p:spPr>
          <a:xfrm>
            <a:off x="8001000" y="2514600"/>
            <a:ext cx="3427560" cy="3885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AritmetikOzet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İşlem Önceliği ve Modulo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15'in 4'e bölümünden kalan = 3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(sayi + 5) % 4;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Ondalıklı Bölme (Hassasiyet)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4.0 yazarak int tuzağından kaçtık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bolme = sayi / 4.0; // 2.5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Bileşik Atama ve Artırma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sayi += 5; // 15 oldu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sayi++;    // 16 oldu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Sonucu: " + sonuc);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System.out.println("Bölme: " + bolme);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Durum: " + sayi);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73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2026-05-13T00:16:41Z</dcterms:modified>
  <cp:revision>23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