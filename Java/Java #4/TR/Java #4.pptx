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2CB4C4-F1DB-4CA2-ACFA-ADA0A7EF3BF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858C17-8A2F-49D8-901F-FBEFFF0090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1F6914-113E-4DE3-BE13-4975674254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8F3545-EDAE-40B0-AA01-6C9CBFE6ECA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63B5E1-B448-4AAD-9F8E-F5C65745EC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28ADD6-9C54-4B27-9615-58F152E3A1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EF4C03-9800-4A0B-A332-E71D28641D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D61576-6C4B-40AE-8B44-78EC706541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458179-0C9A-4B00-8C4C-D034209D62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749716-1205-4E68-8E30-0E339A1CDE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539051-C64A-4EAC-A017-71ED216CF0C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06FD8D-E7DB-4930-80FA-E83D901A323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DA67D8-D639-419D-870A-E811F27D1E2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508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684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428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684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428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6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148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428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932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148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428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6932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1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43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29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428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6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428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252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28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252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28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164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28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508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82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57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82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57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82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57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0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3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82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42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57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573200" y="732600"/>
            <a:ext cx="7818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1683720" y="1451520"/>
            <a:ext cx="8198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514600"/>
            <a:ext cx="319824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42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57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919520" y="732600"/>
            <a:ext cx="7125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604880" y="1451520"/>
            <a:ext cx="8355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824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42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57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839240" y="732600"/>
            <a:ext cx="728604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604880" y="1451520"/>
            <a:ext cx="8355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743200"/>
            <a:ext cx="31982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257360" y="2743200"/>
            <a:ext cx="32842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286000"/>
            <a:ext cx="365760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2026-05-24T23:44:04Z</dcterms:modified>
  <cp:revision>31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