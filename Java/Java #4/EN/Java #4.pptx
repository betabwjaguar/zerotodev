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B09A82-5FCD-4CFB-AA3A-15E65941E1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71E4A3-02E8-44B3-BAD6-FEA8A961AF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123451-E3CC-4353-AB89-D23F9D72A0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381024-2BFB-431A-97A9-3FBB55BDB5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239764-6E26-4C83-BB39-FE345CE777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B85D0D-3633-4373-BF7C-FAF0739C14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11B252-8F82-43BB-BF62-75C3744DB4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972E9B-83C3-4582-96DA-E0B87DE8ED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9AD7D4-83B3-4317-950F-A018B5694F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ED7D1C-34E2-4768-B63E-777AEA80A8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DCFF8E-BFE6-464D-A536-23C4BA961C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819749-98FF-4318-A929-039C1F875A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57A652-B66C-4FD3-B210-391CB56ED8D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184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104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104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360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964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104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360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964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104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292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824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104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608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788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8068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932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828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10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968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3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8032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8032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856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216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216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148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46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46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46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46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5640" cy="296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564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29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564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65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564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69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39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564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69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39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5640" cy="27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184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46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176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85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324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1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80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9680" cy="286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3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9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8280" cy="286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30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2026-06-06T03:10:58Z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