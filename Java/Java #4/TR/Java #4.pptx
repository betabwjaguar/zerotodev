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3D5E85-1892-414F-8652-E642DCA002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760989-CD6E-47D4-91B5-71DC995486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7694AA-AB1F-4250-922A-5FC69408E2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052504-6C6D-42AB-8922-5544F084B9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322CB5-226B-407D-8463-BE2C030593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5C9457-7463-41C9-AE6B-8C3439C276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F659CC-8433-4091-9CD4-EE4DBBBC4F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2697B9-7BD9-4542-A076-6B4312597E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4A8523-D596-4106-93FF-0936EA8742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E354D6-B126-4981-8710-78E0C93690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3CB9CE-3FFB-4396-BDC8-46F952450D9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E20431-F3D5-4872-9DCC-E9914168FF8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8FB788-FDE5-41E8-9620-528887E7181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616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536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536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7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256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53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040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256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536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040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2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54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4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536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7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536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360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3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360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3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27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3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61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93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6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93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1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7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93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18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48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93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5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2026-05-19T02:34:36Z</dcterms:modified>
  <cp:revision>26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