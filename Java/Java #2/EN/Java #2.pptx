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7.xml.rels" ContentType="application/vnd.openxmlformats-package.relationships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slideLayouts/slideLayout3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_rels/slideLayout31.xml.rels" ContentType="application/vnd.openxmlformats-package.relationships+xml"/>
  <Override PartName="/ppt/slideLayouts/_rels/slideLayout53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54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55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6.xml.rels" ContentType="application/vnd.openxmlformats-package.relationships+xml"/>
  <Override PartName="/ppt/slideLayouts/_rels/slideLayout35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57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58.xml.rels" ContentType="application/vnd.openxmlformats-package.relationships+xml"/>
  <Override PartName="/ppt/slideLayouts/_rels/slideLayout37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59.xml.rels" ContentType="application/vnd.openxmlformats-package.relationships+xml"/>
  <Override PartName="/ppt/slideLayouts/_rels/slideLayout38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39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40.xml.rels" ContentType="application/vnd.openxmlformats-package.relationships+xml"/>
  <Override PartName="/ppt/slideLayouts/_rels/slideLayout41.xml.rels" ContentType="application/vnd.openxmlformats-package.relationships+xml"/>
  <Override PartName="/ppt/slideLayouts/_rels/slideLayout42.xml.rels" ContentType="application/vnd.openxmlformats-package.relationships+xml"/>
  <Override PartName="/ppt/slideLayouts/_rels/slideLayout43.xml.rels" ContentType="application/vnd.openxmlformats-package.relationships+xml"/>
  <Override PartName="/ppt/slideLayouts/_rels/slideLayout44.xml.rels" ContentType="application/vnd.openxmlformats-package.relationships+xml"/>
  <Override PartName="/ppt/slideLayouts/_rels/slideLayout45.xml.rels" ContentType="application/vnd.openxmlformats-package.relationships+xml"/>
  <Override PartName="/ppt/slideLayouts/_rels/slideLayout46.xml.rels" ContentType="application/vnd.openxmlformats-package.relationships+xml"/>
  <Override PartName="/ppt/slideLayouts/_rels/slideLayout47.xml.rels" ContentType="application/vnd.openxmlformats-package.relationships+xml"/>
  <Override PartName="/ppt/slideLayouts/_rels/slideLayout48.xml.rels" ContentType="application/vnd.openxmlformats-package.relationships+xml"/>
  <Override PartName="/ppt/slideLayouts/_rels/slideLayout49.xml.rels" ContentType="application/vnd.openxmlformats-package.relationships+xml"/>
  <Override PartName="/ppt/slideLayouts/_rels/slideLayout50.xml.rels" ContentType="application/vnd.openxmlformats-package.relationships+xml"/>
  <Override PartName="/ppt/slideLayouts/_rels/slideLayout51.xml.rels" ContentType="application/vnd.openxmlformats-package.relationships+xml"/>
  <Override PartName="/ppt/slideLayouts/_rels/slideLayout52.xml.rels" ContentType="application/vnd.openxmlformats-package.relationships+xml"/>
  <Override PartName="/ppt/slideLayouts/_rels/slideLayout60.xml.rels" ContentType="application/vnd.openxmlformats-package.relationships+xml"/>
  <Override PartName="/ppt/slideLayouts/_rels/slideLayout61.xml.rels" ContentType="application/vnd.openxmlformats-package.relationships+xml"/>
  <Override PartName="/ppt/slideLayouts/_rels/slideLayout62.xml.rels" ContentType="application/vnd.openxmlformats-package.relationships+xml"/>
  <Override PartName="/ppt/slideLayouts/_rels/slideLayout63.xml.rels" ContentType="application/vnd.openxmlformats-package.relationships+xml"/>
  <Override PartName="/ppt/slideLayouts/_rels/slideLayout64.xml.rels" ContentType="application/vnd.openxmlformats-package.relationships+xml"/>
  <Override PartName="/ppt/slideLayouts/_rels/slideLayout65.xml.rels" ContentType="application/vnd.openxmlformats-package.relationships+xml"/>
  <Override PartName="/ppt/slideLayouts/_rels/slideLayout66.xml.rels" ContentType="application/vnd.openxmlformats-package.relationships+xml"/>
  <Override PartName="/ppt/slideLayouts/_rels/slideLayout67.xml.rels" ContentType="application/vnd.openxmlformats-package.relationships+xml"/>
  <Override PartName="/ppt/slideLayouts/_rels/slideLayout68.xml.rels" ContentType="application/vnd.openxmlformats-package.relationships+xml"/>
  <Override PartName="/ppt/slideLayouts/_rels/slideLayout69.xml.rels" ContentType="application/vnd.openxmlformats-package.relationships+xml"/>
  <Override PartName="/ppt/slideLayouts/_rels/slideLayout70.xml.rels" ContentType="application/vnd.openxmlformats-package.relationships+xml"/>
  <Override PartName="/ppt/slideLayouts/_rels/slideLayout71.xml.rels" ContentType="application/vnd.openxmlformats-package.relationships+xml"/>
  <Override PartName="/ppt/slideLayouts/_rels/slideLayout72.xml.rels" ContentType="application/vnd.openxmlformats-package.relationships+xml"/>
  <Override PartName="/ppt/slideLayouts/_rels/slideLayout73.xml.rels" ContentType="application/vnd.openxmlformats-package.relationships+xml"/>
  <Override PartName="/ppt/slideLayouts/_rels/slideLayout74.xml.rels" ContentType="application/vnd.openxmlformats-package.relationships+xml"/>
  <Override PartName="/ppt/slideLayouts/_rels/slideLayout75.xml.rels" ContentType="application/vnd.openxmlformats-package.relationships+xml"/>
  <Override PartName="/ppt/slideLayouts/_rels/slideLayout76.xml.rels" ContentType="application/vnd.openxmlformats-package.relationships+xml"/>
  <Override PartName="/ppt/slideLayouts/_rels/slideLayout77.xml.rels" ContentType="application/vnd.openxmlformats-package.relationships+xml"/>
  <Override PartName="/ppt/slideLayouts/_rels/slideLayout78.xml.rels" ContentType="application/vnd.openxmlformats-package.relationships+xml"/>
  <Override PartName="/ppt/slideLayouts/_rels/slideLayout79.xml.rels" ContentType="application/vnd.openxmlformats-package.relationships+xml"/>
  <Override PartName="/ppt/slideLayouts/_rels/slideLayout80.xml.rels" ContentType="application/vnd.openxmlformats-package.relationships+xml"/>
  <Override PartName="/ppt/slideLayouts/_rels/slideLayout81.xml.rels" ContentType="application/vnd.openxmlformats-package.relationships+xml"/>
  <Override PartName="/ppt/slideLayouts/_rels/slideLayout82.xml.rels" ContentType="application/vnd.openxmlformats-package.relationships+xml"/>
  <Override PartName="/ppt/slideLayouts/_rels/slideLayout83.xml.rels" ContentType="application/vnd.openxmlformats-package.relationships+xml"/>
  <Override PartName="/ppt/slideLayouts/_rels/slideLayout84.xml.rels" ContentType="application/vnd.openxmlformats-package.relationships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87" r:id="rId5"/>
    <p:sldMasterId id="2147483700" r:id="rId6"/>
    <p:sldMasterId id="2147483713" r:id="rId7"/>
    <p:sldMasterId id="2147483726" r:id="rId8"/>
  </p:sld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52BAD21-96D4-4C7C-A797-B62EBDA84CC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C584BFE-AED0-41FB-84B9-AF121CCA33C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C9E9E40-06FE-4E38-9880-DFC48A86B0C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C089CE4-DF5C-4DD2-8733-3134105E2443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4EB6932-BD43-44D1-8C27-14AD9744CE06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20219E5-DA99-4FAC-8DAB-08E1670C6FA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7414E7D-F9B1-4B11-BBDE-3B947443564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35815AF-F26F-4857-973B-8E66BAB1542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875CAC5-189C-465D-AAB3-6ED16FFE93B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0C4B226-8629-46AF-8B6C-46A69DD9A709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C766211-42B3-42AB-99C8-4C1ADE47D568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7A71C00-377D-4966-A2AE-1456FE101CC6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5DFFDB08-92D7-484F-B1BF-913A6E14EFFB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FFFFEA48-FD32-437F-8A68-DE52CA6BB70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BC5EBB39-A880-46A5-9D5D-ADBCDE580ED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29190A7A-DF5E-43C0-8019-29FBF2404196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7D126CBD-B4F0-40A7-B932-0EECAD896E7D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9412DC9E-E668-4264-A1CB-A9C5D6462223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12732475-7ED0-4F8F-8058-20CE9BF2475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4A888FC9-836A-450C-B3CE-8038A861135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B9930FE3-E144-49D4-9569-FF069E69AB2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CFA5D45A-0037-40B5-ACDD-F21EF9F727D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04030700-4812-4067-BBEE-5889D1987FA2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0E24FA00-447A-4154-BACA-4C31FC8CEC8A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F3573903-A3FB-4183-A822-D15C7F814D2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87B231D3-0BD6-47BB-920C-922DBCF7D54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32D2ACE7-8508-4ADC-842A-AF6A1E2E0D6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79CF5B9A-0A87-4448-B6F2-12184AB54C63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A0FA3429-B342-47F8-98F6-96E338E747F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FA5C6B81-8E8A-4BF6-B122-4CF7862B7C0E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D8B0F8DD-3557-464C-B4B5-F636985F64F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AD467CDE-848F-4708-856F-C3E63432B7F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5C492CE6-5396-4B22-A5EF-17B97ECAF04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4F7E1FD0-9F19-41B6-BC58-92CECDCBDDE0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2B22C48D-DA36-4375-91CD-C9DCACE27645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043277E1-9A45-423B-82B3-2819B44B7ADC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37A8D0F2-8A2A-4296-A987-F0262F8F6546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8C0A7E04-F0B9-4BA5-B0D5-8E00F3EEF1C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24777AD9-4AD4-4AE7-99D0-BB75BA64C46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ED87534E-1D74-4B89-8848-B671A8AA562B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89D73549-8662-4461-8444-E673B96A9574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26059097-92E7-4989-9A9A-FA0C5C84FAE3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BCDB6941-B50D-4446-97D9-5902DF20AFB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3886AAD4-FDE7-45E6-890C-23D2D71DD96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42DF0C03-4FC0-4C7F-BAF5-5EC10D5C049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4A2E87FF-2CEF-4DC8-A3F4-EBB6ACACACB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00C14FBD-9E4C-4D40-8A8B-9220E519ED61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E5024157-4E1B-4425-A3C6-99DCAD62F255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9675D556-C46E-4BB3-862F-E6ACBFA3EAE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3BBD1F50-D3AE-4351-846D-8A3EEB166A8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13A919F5-2A41-40EB-A720-663705E053A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344EE213-75A4-44C8-B9C3-ACE30A71D9DC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7C726BE4-95CB-47FF-97A3-60EAD59D9F2E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D7195A9A-BB2B-4608-82A5-13086E4F823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DA8A7472-C57E-4143-BE6D-5655611A100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5799FB2E-4905-4ECB-8292-4F809A60478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B8BBC7B8-E40C-4AB1-82DC-0166B01D45E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068B8149-4437-4418-AFA9-C028062F146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E6439094-13AE-4672-ACB6-FE5F5F803F1E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FF16E2D3-BEF8-4281-882E-66FE7C6ADE9E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4FB654A2-B3FB-4E30-A71F-691257B97BAF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1AB60F09-1007-467D-91C1-43FEB43CEFA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9C02B43D-ACA0-4CBC-BDF9-E6E94E33F88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402BDA67-CA44-4B36-8A50-42B7D46DE6B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8361A105-7EAB-4771-97E5-2DCEAA948EC1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F2A9A94B-53FC-406E-8D10-A4858FA597A1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8B0483ED-68FB-40EC-A979-271B715EC88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AB69F8BC-8B81-4822-A9B6-0593A969322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DD3EFD39-5BB0-4AE1-8BA4-5428FB6BD1C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715A61E2-CFB8-441F-BCFF-72714C0B9C69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5FF75954-3D80-4467-82E4-83DE5F7687D6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C7F10AEE-6C3F-4D80-B544-12A71B5A564B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E87CA556-4599-47FB-BC04-05BE0681E83D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B302C240-59E1-46AA-A111-76ED9C4E8DD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3363F77B-F691-4AE8-94E5-2B68A460E3D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D241E7DA-C514-4603-ABE4-00C3FF35343B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97C88A7E-E229-4203-B418-E6CAFB24FF3B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9FBCDD81-707F-4BFC-9F87-45B51C89CAE6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E99CCFB8-FA15-486C-A79D-8534FF4AEC6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203E7DCD-819B-4E74-9436-2262F9A2CA0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C9A9556D-8A7D-4978-A44F-A3D3E763E44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6C616710-EA22-4102-9340-C7F05150F63E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ECA17A51-516E-4E07-8E3B-72BB24A9E417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E5777B8F-3A64-4633-9EB0-DC14C97B812B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0.xml"/><Relationship Id="rId8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35.xml"/><Relationship Id="rId13" Type="http://schemas.openxmlformats.org/officeDocument/2006/relationships/slideLayout" Target="../slideLayouts/slideLayout36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37.xml"/><Relationship Id="rId3" Type="http://schemas.openxmlformats.org/officeDocument/2006/relationships/slideLayout" Target="../slideLayouts/slideLayout38.xml"/><Relationship Id="rId4" Type="http://schemas.openxmlformats.org/officeDocument/2006/relationships/slideLayout" Target="../slideLayouts/slideLayout39.xml"/><Relationship Id="rId5" Type="http://schemas.openxmlformats.org/officeDocument/2006/relationships/slideLayout" Target="../slideLayouts/slideLayout40.xml"/><Relationship Id="rId6" Type="http://schemas.openxmlformats.org/officeDocument/2006/relationships/slideLayout" Target="../slideLayouts/slideLayout41.xml"/><Relationship Id="rId7" Type="http://schemas.openxmlformats.org/officeDocument/2006/relationships/slideLayout" Target="../slideLayouts/slideLayout42.xml"/><Relationship Id="rId8" Type="http://schemas.openxmlformats.org/officeDocument/2006/relationships/slideLayout" Target="../slideLayouts/slideLayout43.xml"/><Relationship Id="rId9" Type="http://schemas.openxmlformats.org/officeDocument/2006/relationships/slideLayout" Target="../slideLayouts/slideLayout44.xml"/><Relationship Id="rId10" Type="http://schemas.openxmlformats.org/officeDocument/2006/relationships/slideLayout" Target="../slideLayouts/slideLayout45.xml"/><Relationship Id="rId11" Type="http://schemas.openxmlformats.org/officeDocument/2006/relationships/slideLayout" Target="../slideLayouts/slideLayout46.xml"/><Relationship Id="rId12" Type="http://schemas.openxmlformats.org/officeDocument/2006/relationships/slideLayout" Target="../slideLayouts/slideLayout47.xml"/><Relationship Id="rId13" Type="http://schemas.openxmlformats.org/officeDocument/2006/relationships/slideLayout" Target="../slideLayouts/slideLayout48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49.xml"/><Relationship Id="rId3" Type="http://schemas.openxmlformats.org/officeDocument/2006/relationships/slideLayout" Target="../slideLayouts/slideLayout50.xml"/><Relationship Id="rId4" Type="http://schemas.openxmlformats.org/officeDocument/2006/relationships/slideLayout" Target="../slideLayouts/slideLayout51.xml"/><Relationship Id="rId5" Type="http://schemas.openxmlformats.org/officeDocument/2006/relationships/slideLayout" Target="../slideLayouts/slideLayout52.xml"/><Relationship Id="rId6" Type="http://schemas.openxmlformats.org/officeDocument/2006/relationships/slideLayout" Target="../slideLayouts/slideLayout53.xml"/><Relationship Id="rId7" Type="http://schemas.openxmlformats.org/officeDocument/2006/relationships/slideLayout" Target="../slideLayouts/slideLayout54.xml"/><Relationship Id="rId8" Type="http://schemas.openxmlformats.org/officeDocument/2006/relationships/slideLayout" Target="../slideLayouts/slideLayout55.xml"/><Relationship Id="rId9" Type="http://schemas.openxmlformats.org/officeDocument/2006/relationships/slideLayout" Target="../slideLayouts/slideLayout56.xml"/><Relationship Id="rId10" Type="http://schemas.openxmlformats.org/officeDocument/2006/relationships/slideLayout" Target="../slideLayouts/slideLayout57.xml"/><Relationship Id="rId11" Type="http://schemas.openxmlformats.org/officeDocument/2006/relationships/slideLayout" Target="../slideLayouts/slideLayout58.xml"/><Relationship Id="rId12" Type="http://schemas.openxmlformats.org/officeDocument/2006/relationships/slideLayout" Target="../slideLayouts/slideLayout59.xml"/><Relationship Id="rId13" Type="http://schemas.openxmlformats.org/officeDocument/2006/relationships/slideLayout" Target="../slideLayouts/slideLayout60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1.xml"/><Relationship Id="rId3" Type="http://schemas.openxmlformats.org/officeDocument/2006/relationships/slideLayout" Target="../slideLayouts/slideLayout62.xml"/><Relationship Id="rId4" Type="http://schemas.openxmlformats.org/officeDocument/2006/relationships/slideLayout" Target="../slideLayouts/slideLayout63.xml"/><Relationship Id="rId5" Type="http://schemas.openxmlformats.org/officeDocument/2006/relationships/slideLayout" Target="../slideLayouts/slideLayout64.xml"/><Relationship Id="rId6" Type="http://schemas.openxmlformats.org/officeDocument/2006/relationships/slideLayout" Target="../slideLayouts/slideLayout65.xml"/><Relationship Id="rId7" Type="http://schemas.openxmlformats.org/officeDocument/2006/relationships/slideLayout" Target="../slideLayouts/slideLayout66.xml"/><Relationship Id="rId8" Type="http://schemas.openxmlformats.org/officeDocument/2006/relationships/slideLayout" Target="../slideLayouts/slideLayout67.xml"/><Relationship Id="rId9" Type="http://schemas.openxmlformats.org/officeDocument/2006/relationships/slideLayout" Target="../slideLayouts/slideLayout68.xml"/><Relationship Id="rId10" Type="http://schemas.openxmlformats.org/officeDocument/2006/relationships/slideLayout" Target="../slideLayouts/slideLayout69.xml"/><Relationship Id="rId11" Type="http://schemas.openxmlformats.org/officeDocument/2006/relationships/slideLayout" Target="../slideLayouts/slideLayout70.xml"/><Relationship Id="rId12" Type="http://schemas.openxmlformats.org/officeDocument/2006/relationships/slideLayout" Target="../slideLayouts/slideLayout71.xml"/><Relationship Id="rId13" Type="http://schemas.openxmlformats.org/officeDocument/2006/relationships/slideLayout" Target="../slideLayouts/slideLayout72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3.xml"/><Relationship Id="rId3" Type="http://schemas.openxmlformats.org/officeDocument/2006/relationships/slideLayout" Target="../slideLayouts/slideLayout74.xml"/><Relationship Id="rId4" Type="http://schemas.openxmlformats.org/officeDocument/2006/relationships/slideLayout" Target="../slideLayouts/slideLayout75.xml"/><Relationship Id="rId5" Type="http://schemas.openxmlformats.org/officeDocument/2006/relationships/slideLayout" Target="../slideLayouts/slideLayout76.xml"/><Relationship Id="rId6" Type="http://schemas.openxmlformats.org/officeDocument/2006/relationships/slideLayout" Target="../slideLayouts/slideLayout77.xml"/><Relationship Id="rId7" Type="http://schemas.openxmlformats.org/officeDocument/2006/relationships/slideLayout" Target="../slideLayouts/slideLayout78.xml"/><Relationship Id="rId8" Type="http://schemas.openxmlformats.org/officeDocument/2006/relationships/slideLayout" Target="../slideLayouts/slideLayout79.xml"/><Relationship Id="rId9" Type="http://schemas.openxmlformats.org/officeDocument/2006/relationships/slideLayout" Target="../slideLayouts/slideLayout80.xml"/><Relationship Id="rId10" Type="http://schemas.openxmlformats.org/officeDocument/2006/relationships/slideLayout" Target="../slideLayouts/slideLayout81.xml"/><Relationship Id="rId11" Type="http://schemas.openxmlformats.org/officeDocument/2006/relationships/slideLayout" Target="../slideLayouts/slideLayout82.xml"/><Relationship Id="rId12" Type="http://schemas.openxmlformats.org/officeDocument/2006/relationships/slideLayout" Target="../slideLayouts/slideLayout83.xml"/><Relationship Id="rId13" Type="http://schemas.openxmlformats.org/officeDocument/2006/relationships/slideLayout" Target="../slideLayouts/slideLayout8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90800" cy="360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29040" cy="360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E26D4CE-8B70-45FF-A326-FDF14E12DED5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29040" cy="360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ftr" idx="4"/>
          </p:nvPr>
        </p:nvSpPr>
        <p:spPr>
          <a:xfrm>
            <a:off x="3124080" y="6356520"/>
            <a:ext cx="2890800" cy="360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sldNum" idx="5"/>
          </p:nvPr>
        </p:nvSpPr>
        <p:spPr>
          <a:xfrm>
            <a:off x="6553080" y="6356520"/>
            <a:ext cx="2129040" cy="360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0622FF8-ED21-4332-B86B-151FE8FE272D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dt" idx="6"/>
          </p:nvPr>
        </p:nvSpPr>
        <p:spPr>
          <a:xfrm>
            <a:off x="457200" y="6356520"/>
            <a:ext cx="2129040" cy="360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ftr" idx="7"/>
          </p:nvPr>
        </p:nvSpPr>
        <p:spPr>
          <a:xfrm>
            <a:off x="3124080" y="6356520"/>
            <a:ext cx="2891160" cy="360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sldNum" idx="8"/>
          </p:nvPr>
        </p:nvSpPr>
        <p:spPr>
          <a:xfrm>
            <a:off x="655308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18CDBCC-1442-49F7-B5CF-9BA8865E06ED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 type="dt" idx="9"/>
          </p:nvPr>
        </p:nvSpPr>
        <p:spPr>
          <a:xfrm>
            <a:off x="45720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  <p:sldLayoutId id="2147483686" r:id="rId13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 type="ftr" idx="10"/>
          </p:nvPr>
        </p:nvSpPr>
        <p:spPr>
          <a:xfrm>
            <a:off x="3124080" y="6356520"/>
            <a:ext cx="2891520" cy="361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" name="PlaceHolder 2"/>
          <p:cNvSpPr>
            <a:spLocks noGrp="1"/>
          </p:cNvSpPr>
          <p:nvPr>
            <p:ph type="sldNum" idx="11"/>
          </p:nvPr>
        </p:nvSpPr>
        <p:spPr>
          <a:xfrm>
            <a:off x="6553080" y="6356520"/>
            <a:ext cx="2129760" cy="361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E797C9C-F7B0-4C88-B934-44C2F785BFC4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" name="PlaceHolder 3"/>
          <p:cNvSpPr>
            <a:spLocks noGrp="1"/>
          </p:cNvSpPr>
          <p:nvPr>
            <p:ph type="dt" idx="12"/>
          </p:nvPr>
        </p:nvSpPr>
        <p:spPr>
          <a:xfrm>
            <a:off x="457200" y="6356520"/>
            <a:ext cx="2129760" cy="361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  <p:sldLayoutId id="2147483698" r:id="rId12"/>
    <p:sldLayoutId id="2147483699" r:id="rId13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PlaceHolder 1"/>
          <p:cNvSpPr>
            <a:spLocks noGrp="1"/>
          </p:cNvSpPr>
          <p:nvPr>
            <p:ph type="ftr" idx="13"/>
          </p:nvPr>
        </p:nvSpPr>
        <p:spPr>
          <a:xfrm>
            <a:off x="3124080" y="6356520"/>
            <a:ext cx="2892240" cy="361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" name="PlaceHolder 2"/>
          <p:cNvSpPr>
            <a:spLocks noGrp="1"/>
          </p:cNvSpPr>
          <p:nvPr>
            <p:ph type="sldNum" idx="14"/>
          </p:nvPr>
        </p:nvSpPr>
        <p:spPr>
          <a:xfrm>
            <a:off x="6553080" y="6356520"/>
            <a:ext cx="2130480" cy="361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30608DC-41C9-4C42-8E09-8573218911EE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" name="PlaceHolder 3"/>
          <p:cNvSpPr>
            <a:spLocks noGrp="1"/>
          </p:cNvSpPr>
          <p:nvPr>
            <p:ph type="dt" idx="15"/>
          </p:nvPr>
        </p:nvSpPr>
        <p:spPr>
          <a:xfrm>
            <a:off x="457200" y="6356520"/>
            <a:ext cx="2130480" cy="361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PlaceHolder 1"/>
          <p:cNvSpPr>
            <a:spLocks noGrp="1"/>
          </p:cNvSpPr>
          <p:nvPr>
            <p:ph type="ftr" idx="16"/>
          </p:nvPr>
        </p:nvSpPr>
        <p:spPr>
          <a:xfrm>
            <a:off x="3124080" y="6356520"/>
            <a:ext cx="289368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6" name="PlaceHolder 2"/>
          <p:cNvSpPr>
            <a:spLocks noGrp="1"/>
          </p:cNvSpPr>
          <p:nvPr>
            <p:ph type="sldNum" idx="17"/>
          </p:nvPr>
        </p:nvSpPr>
        <p:spPr>
          <a:xfrm>
            <a:off x="655308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CA425DA-875B-45F5-BDB8-77AA56DE4164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7" name="PlaceHolder 3"/>
          <p:cNvSpPr>
            <a:spLocks noGrp="1"/>
          </p:cNvSpPr>
          <p:nvPr>
            <p:ph type="dt" idx="18"/>
          </p:nvPr>
        </p:nvSpPr>
        <p:spPr>
          <a:xfrm>
            <a:off x="45720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8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4" r:id="rId2"/>
    <p:sldLayoutId id="2147483715" r:id="rId3"/>
    <p:sldLayoutId id="2147483716" r:id="rId4"/>
    <p:sldLayoutId id="2147483717" r:id="rId5"/>
    <p:sldLayoutId id="2147483718" r:id="rId6"/>
    <p:sldLayoutId id="2147483719" r:id="rId7"/>
    <p:sldLayoutId id="2147483720" r:id="rId8"/>
    <p:sldLayoutId id="2147483721" r:id="rId9"/>
    <p:sldLayoutId id="2147483722" r:id="rId10"/>
    <p:sldLayoutId id="2147483723" r:id="rId11"/>
    <p:sldLayoutId id="2147483724" r:id="rId12"/>
    <p:sldLayoutId id="2147483725" r:id="rId13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PlaceHolder 1"/>
          <p:cNvSpPr>
            <a:spLocks noGrp="1"/>
          </p:cNvSpPr>
          <p:nvPr>
            <p:ph type="ftr" idx="19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7" name="PlaceHolder 2"/>
          <p:cNvSpPr>
            <a:spLocks noGrp="1"/>
          </p:cNvSpPr>
          <p:nvPr>
            <p:ph type="sldNum" idx="20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5A01250-798E-4033-9674-640AB669834E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8" name="PlaceHolder 3"/>
          <p:cNvSpPr>
            <a:spLocks noGrp="1"/>
          </p:cNvSpPr>
          <p:nvPr>
            <p:ph type="dt" idx="21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9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27" r:id="rId2"/>
    <p:sldLayoutId id="2147483728" r:id="rId3"/>
    <p:sldLayoutId id="2147483729" r:id="rId4"/>
    <p:sldLayoutId id="2147483730" r:id="rId5"/>
    <p:sldLayoutId id="2147483731" r:id="rId6"/>
    <p:sldLayoutId id="2147483732" r:id="rId7"/>
    <p:sldLayoutId id="2147483733" r:id="rId8"/>
    <p:sldLayoutId id="2147483734" r:id="rId9"/>
    <p:sldLayoutId id="2147483735" r:id="rId10"/>
    <p:sldLayoutId id="2147483736" r:id="rId11"/>
    <p:sldLayoutId id="2147483737" r:id="rId12"/>
    <p:sldLayoutId id="2147483738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Rectangle 1"/>
          <p:cNvSpPr/>
          <p:nvPr/>
        </p:nvSpPr>
        <p:spPr>
          <a:xfrm>
            <a:off x="0" y="0"/>
            <a:ext cx="12184200" cy="68533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8" name="Rectangle 2"/>
          <p:cNvSpPr/>
          <p:nvPr/>
        </p:nvSpPr>
        <p:spPr>
          <a:xfrm>
            <a:off x="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9" name="Rectangle 3"/>
          <p:cNvSpPr/>
          <p:nvPr/>
        </p:nvSpPr>
        <p:spPr>
          <a:xfrm>
            <a:off x="914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0" name="Rectangle 4"/>
          <p:cNvSpPr/>
          <p:nvPr/>
        </p:nvSpPr>
        <p:spPr>
          <a:xfrm>
            <a:off x="1828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1" name="Rectangle 5"/>
          <p:cNvSpPr/>
          <p:nvPr/>
        </p:nvSpPr>
        <p:spPr>
          <a:xfrm>
            <a:off x="2743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2" name="Rectangle 6"/>
          <p:cNvSpPr/>
          <p:nvPr/>
        </p:nvSpPr>
        <p:spPr>
          <a:xfrm>
            <a:off x="36576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3" name="Rectangle 7"/>
          <p:cNvSpPr/>
          <p:nvPr/>
        </p:nvSpPr>
        <p:spPr>
          <a:xfrm>
            <a:off x="45720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4" name="Rectangle 8"/>
          <p:cNvSpPr/>
          <p:nvPr/>
        </p:nvSpPr>
        <p:spPr>
          <a:xfrm>
            <a:off x="5486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5" name="Rectangle 9"/>
          <p:cNvSpPr/>
          <p:nvPr/>
        </p:nvSpPr>
        <p:spPr>
          <a:xfrm>
            <a:off x="6400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6" name="Rectangle 10"/>
          <p:cNvSpPr/>
          <p:nvPr/>
        </p:nvSpPr>
        <p:spPr>
          <a:xfrm>
            <a:off x="7315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7" name="Rectangle 11"/>
          <p:cNvSpPr/>
          <p:nvPr/>
        </p:nvSpPr>
        <p:spPr>
          <a:xfrm>
            <a:off x="82296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8" name="Rectangle 12"/>
          <p:cNvSpPr/>
          <p:nvPr/>
        </p:nvSpPr>
        <p:spPr>
          <a:xfrm>
            <a:off x="91440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9" name="Rectangle 13"/>
          <p:cNvSpPr/>
          <p:nvPr/>
        </p:nvSpPr>
        <p:spPr>
          <a:xfrm>
            <a:off x="10058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0" name="Rectangle 14"/>
          <p:cNvSpPr/>
          <p:nvPr/>
        </p:nvSpPr>
        <p:spPr>
          <a:xfrm>
            <a:off x="10972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1" name="Rectangle 15"/>
          <p:cNvSpPr/>
          <p:nvPr/>
        </p:nvSpPr>
        <p:spPr>
          <a:xfrm>
            <a:off x="11887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2" name="Rectangle 16"/>
          <p:cNvSpPr/>
          <p:nvPr/>
        </p:nvSpPr>
        <p:spPr>
          <a:xfrm>
            <a:off x="0" y="0"/>
            <a:ext cx="315360" cy="68533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3" name="Rounded Rectangle 17"/>
          <p:cNvSpPr/>
          <p:nvPr/>
        </p:nvSpPr>
        <p:spPr>
          <a:xfrm>
            <a:off x="9875520" y="365760"/>
            <a:ext cx="2007000" cy="4982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4" name="TextBox 18"/>
          <p:cNvSpPr/>
          <p:nvPr/>
        </p:nvSpPr>
        <p:spPr>
          <a:xfrm>
            <a:off x="1522800" y="1005840"/>
            <a:ext cx="79261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VIRTUAL MACHINE (JVM)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" name="TextBox 19"/>
          <p:cNvSpPr/>
          <p:nvPr/>
        </p:nvSpPr>
        <p:spPr>
          <a:xfrm>
            <a:off x="3661920" y="2057400"/>
            <a:ext cx="364824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The engine that runs Java programs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" name="Rounded Rectangle 20"/>
          <p:cNvSpPr/>
          <p:nvPr/>
        </p:nvSpPr>
        <p:spPr>
          <a:xfrm>
            <a:off x="98748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7" name="Rounded Rectangle 21"/>
          <p:cNvSpPr/>
          <p:nvPr/>
        </p:nvSpPr>
        <p:spPr>
          <a:xfrm>
            <a:off x="685800" y="2521440"/>
            <a:ext cx="3425400" cy="3326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The Java Virtual Machine (JVM) is a virtual runtime engine that executes Java bytecode.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It allows Java programs to run on any platform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Java code is compiled into bytecode, not machine code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The JVM translates bytecode into machine-specific instructions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JVM Responsibilities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Platform independence (Write Once, Run Anywhere)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Bytecode execution (Interpreter + JIT Compiler)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Automatic memory management (Garbage Collection)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Security through a controlled runtime environment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👉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The JVM acts as a bridge between Java programs and the operating system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8" name="Rounded Rectangle 22"/>
          <p:cNvSpPr/>
          <p:nvPr/>
        </p:nvSpPr>
        <p:spPr>
          <a:xfrm>
            <a:off x="450792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9" name="Rounded Rectangle 23"/>
          <p:cNvSpPr/>
          <p:nvPr/>
        </p:nvSpPr>
        <p:spPr>
          <a:xfrm>
            <a:off x="4434840" y="310896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Source Code (.java)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Compiler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JVM (Interpreter + JIT)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Machine Code for OS/CPU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0" name="Rounded Rectangle 24"/>
          <p:cNvSpPr/>
          <p:nvPr/>
        </p:nvSpPr>
        <p:spPr>
          <a:xfrm>
            <a:off x="802836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1" name="Rounded Rectangle 25"/>
          <p:cNvSpPr/>
          <p:nvPr/>
        </p:nvSpPr>
        <p:spPr>
          <a:xfrm>
            <a:off x="7955280" y="310896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Main {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System.out.println("Hello, JVM!");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2" name="TextBox 2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Rectangle 32"/>
          <p:cNvSpPr/>
          <p:nvPr/>
        </p:nvSpPr>
        <p:spPr>
          <a:xfrm>
            <a:off x="0" y="0"/>
            <a:ext cx="12184200" cy="68533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4" name="Rectangle 33"/>
          <p:cNvSpPr/>
          <p:nvPr/>
        </p:nvSpPr>
        <p:spPr>
          <a:xfrm>
            <a:off x="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5" name="Rectangle 34"/>
          <p:cNvSpPr/>
          <p:nvPr/>
        </p:nvSpPr>
        <p:spPr>
          <a:xfrm>
            <a:off x="914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6" name="Rectangle 35"/>
          <p:cNvSpPr/>
          <p:nvPr/>
        </p:nvSpPr>
        <p:spPr>
          <a:xfrm>
            <a:off x="1828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7" name="Rectangle 36"/>
          <p:cNvSpPr/>
          <p:nvPr/>
        </p:nvSpPr>
        <p:spPr>
          <a:xfrm>
            <a:off x="2743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8" name="Rectangle 37"/>
          <p:cNvSpPr/>
          <p:nvPr/>
        </p:nvSpPr>
        <p:spPr>
          <a:xfrm>
            <a:off x="36576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9" name="Rectangle 38"/>
          <p:cNvSpPr/>
          <p:nvPr/>
        </p:nvSpPr>
        <p:spPr>
          <a:xfrm>
            <a:off x="45720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0" name="Rectangle 39"/>
          <p:cNvSpPr/>
          <p:nvPr/>
        </p:nvSpPr>
        <p:spPr>
          <a:xfrm>
            <a:off x="5486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1" name="Rectangle 40"/>
          <p:cNvSpPr/>
          <p:nvPr/>
        </p:nvSpPr>
        <p:spPr>
          <a:xfrm>
            <a:off x="6400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2" name="Rectangle 41"/>
          <p:cNvSpPr/>
          <p:nvPr/>
        </p:nvSpPr>
        <p:spPr>
          <a:xfrm>
            <a:off x="7315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3" name="Rectangle 42"/>
          <p:cNvSpPr/>
          <p:nvPr/>
        </p:nvSpPr>
        <p:spPr>
          <a:xfrm>
            <a:off x="82296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4" name="Rectangle 43"/>
          <p:cNvSpPr/>
          <p:nvPr/>
        </p:nvSpPr>
        <p:spPr>
          <a:xfrm>
            <a:off x="91440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5" name="Rectangle 44"/>
          <p:cNvSpPr/>
          <p:nvPr/>
        </p:nvSpPr>
        <p:spPr>
          <a:xfrm>
            <a:off x="10058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6" name="Rectangle 45"/>
          <p:cNvSpPr/>
          <p:nvPr/>
        </p:nvSpPr>
        <p:spPr>
          <a:xfrm>
            <a:off x="10972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7" name="Rectangle 46"/>
          <p:cNvSpPr/>
          <p:nvPr/>
        </p:nvSpPr>
        <p:spPr>
          <a:xfrm>
            <a:off x="11887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8" name="Rectangle 47"/>
          <p:cNvSpPr/>
          <p:nvPr/>
        </p:nvSpPr>
        <p:spPr>
          <a:xfrm>
            <a:off x="0" y="0"/>
            <a:ext cx="315360" cy="68533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9" name="Rounded Rectangle 8"/>
          <p:cNvSpPr/>
          <p:nvPr/>
        </p:nvSpPr>
        <p:spPr>
          <a:xfrm>
            <a:off x="9875520" y="365760"/>
            <a:ext cx="2007000" cy="4982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0" name="TextBox 4"/>
          <p:cNvSpPr/>
          <p:nvPr/>
        </p:nvSpPr>
        <p:spPr>
          <a:xfrm>
            <a:off x="3214440" y="1005840"/>
            <a:ext cx="45428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JVM Architecture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" name="TextBox 5"/>
          <p:cNvSpPr/>
          <p:nvPr/>
        </p:nvSpPr>
        <p:spPr>
          <a:xfrm>
            <a:off x="3641400" y="2194560"/>
            <a:ext cx="368928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INSIDE THE JAVA VIRTUAL MACHINE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" name="Rounded Rectangle 9"/>
          <p:cNvSpPr/>
          <p:nvPr/>
        </p:nvSpPr>
        <p:spPr>
          <a:xfrm>
            <a:off x="98748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3" name="Rounded Rectangle 10"/>
          <p:cNvSpPr/>
          <p:nvPr/>
        </p:nvSpPr>
        <p:spPr>
          <a:xfrm>
            <a:off x="914400" y="310896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The JVM architecture is built from core components that work together to execute Java programs.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Class Loader loads class files into memory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Runtime Data Areas store data during execution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Execution Engine runs bytecode (Interpreter + JIT)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Garbage Collector removes unused objects automatically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These parts allow Java programs to run securely, efficiently, and independently of the operating system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4" name="Rounded Rectangle 11"/>
          <p:cNvSpPr/>
          <p:nvPr/>
        </p:nvSpPr>
        <p:spPr>
          <a:xfrm>
            <a:off x="450792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5" name="Rounded Rectangle 12"/>
          <p:cNvSpPr/>
          <p:nvPr/>
        </p:nvSpPr>
        <p:spPr>
          <a:xfrm>
            <a:off x="4434840" y="310896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Class Loader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Runtime Data Areas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Execution Engine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(Interpreter + JIT)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Garbage Collector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6" name="Rounded Rectangle 13"/>
          <p:cNvSpPr/>
          <p:nvPr/>
        </p:nvSpPr>
        <p:spPr>
          <a:xfrm>
            <a:off x="802836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7" name="Rounded Rectangle 14"/>
          <p:cNvSpPr/>
          <p:nvPr/>
        </p:nvSpPr>
        <p:spPr>
          <a:xfrm>
            <a:off x="7955280" y="310896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class Demo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System.out.println("JVM Running");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br>
              <a:rPr sz="1500"/>
            </a:br>
            <a:br>
              <a:rPr sz="1500"/>
            </a:b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Process: Load =&gt; Store In Memory =&gt; Execute =&gt; Clean Memory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8" name="TextBox 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Rectangle 48"/>
          <p:cNvSpPr/>
          <p:nvPr/>
        </p:nvSpPr>
        <p:spPr>
          <a:xfrm>
            <a:off x="0" y="0"/>
            <a:ext cx="12184560" cy="68536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0" name="Rectangle 49"/>
          <p:cNvSpPr/>
          <p:nvPr/>
        </p:nvSpPr>
        <p:spPr>
          <a:xfrm>
            <a:off x="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1" name="Rectangle 50"/>
          <p:cNvSpPr/>
          <p:nvPr/>
        </p:nvSpPr>
        <p:spPr>
          <a:xfrm>
            <a:off x="914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2" name="Rectangle 51"/>
          <p:cNvSpPr/>
          <p:nvPr/>
        </p:nvSpPr>
        <p:spPr>
          <a:xfrm>
            <a:off x="1828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3" name="Rectangle 52"/>
          <p:cNvSpPr/>
          <p:nvPr/>
        </p:nvSpPr>
        <p:spPr>
          <a:xfrm>
            <a:off x="2743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4" name="Rectangle 53"/>
          <p:cNvSpPr/>
          <p:nvPr/>
        </p:nvSpPr>
        <p:spPr>
          <a:xfrm>
            <a:off x="3657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5" name="Rectangle 54"/>
          <p:cNvSpPr/>
          <p:nvPr/>
        </p:nvSpPr>
        <p:spPr>
          <a:xfrm>
            <a:off x="4572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6" name="Rectangle 55"/>
          <p:cNvSpPr/>
          <p:nvPr/>
        </p:nvSpPr>
        <p:spPr>
          <a:xfrm>
            <a:off x="5486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7" name="Rectangle 56"/>
          <p:cNvSpPr/>
          <p:nvPr/>
        </p:nvSpPr>
        <p:spPr>
          <a:xfrm>
            <a:off x="6400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8" name="Rectangle 57"/>
          <p:cNvSpPr/>
          <p:nvPr/>
        </p:nvSpPr>
        <p:spPr>
          <a:xfrm>
            <a:off x="7315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9" name="Rectangle 58"/>
          <p:cNvSpPr/>
          <p:nvPr/>
        </p:nvSpPr>
        <p:spPr>
          <a:xfrm>
            <a:off x="8229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0" name="Rectangle 59"/>
          <p:cNvSpPr/>
          <p:nvPr/>
        </p:nvSpPr>
        <p:spPr>
          <a:xfrm>
            <a:off x="9144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1" name="Rectangle 60"/>
          <p:cNvSpPr/>
          <p:nvPr/>
        </p:nvSpPr>
        <p:spPr>
          <a:xfrm>
            <a:off x="10058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2" name="Rectangle 61"/>
          <p:cNvSpPr/>
          <p:nvPr/>
        </p:nvSpPr>
        <p:spPr>
          <a:xfrm>
            <a:off x="10972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3" name="Rectangle 62"/>
          <p:cNvSpPr/>
          <p:nvPr/>
        </p:nvSpPr>
        <p:spPr>
          <a:xfrm>
            <a:off x="11887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4" name="Rectangle 63"/>
          <p:cNvSpPr/>
          <p:nvPr/>
        </p:nvSpPr>
        <p:spPr>
          <a:xfrm>
            <a:off x="0" y="0"/>
            <a:ext cx="315720" cy="68536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5" name="Rounded Rectangle 15"/>
          <p:cNvSpPr/>
          <p:nvPr/>
        </p:nvSpPr>
        <p:spPr>
          <a:xfrm>
            <a:off x="9875520" y="365760"/>
            <a:ext cx="2007360" cy="498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6" name="TextBox 7"/>
          <p:cNvSpPr/>
          <p:nvPr/>
        </p:nvSpPr>
        <p:spPr>
          <a:xfrm>
            <a:off x="1896840" y="1005840"/>
            <a:ext cx="71776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JVM PROGRAM EXECUTION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7" name="TextBox 8"/>
          <p:cNvSpPr/>
          <p:nvPr/>
        </p:nvSpPr>
        <p:spPr>
          <a:xfrm>
            <a:off x="2177280" y="2194560"/>
            <a:ext cx="661716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How the JVM runs a Java program step by step behind the scenes.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8" name="Rounded Rectangle 16"/>
          <p:cNvSpPr/>
          <p:nvPr/>
        </p:nvSpPr>
        <p:spPr>
          <a:xfrm>
            <a:off x="98748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9" name="Rounded Rectangle 18"/>
          <p:cNvSpPr/>
          <p:nvPr/>
        </p:nvSpPr>
        <p:spPr>
          <a:xfrm>
            <a:off x="475560" y="2743200"/>
            <a:ext cx="3726360" cy="3104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When a Java program starts, the JVM follows a smart execution process.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First, the Class Loader loads compiled .class files into memory and checks them for security.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Next, memory is organized into areas like the Heap (for objects) and Stack (for method calls and variables).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Then, the Execution Engine runs the program.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The Interpreter reads bytecode line by line, while the JIT Compiler converts frequently used code into faster machine code.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Finally, the Garbage Collector removes unused objects from memory automatically.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Thanks to this process, Java programs run safely, efficiently, and on any system with a JVM.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0" name="Rounded Rectangle 19"/>
          <p:cNvSpPr/>
          <p:nvPr/>
        </p:nvSpPr>
        <p:spPr>
          <a:xfrm>
            <a:off x="450792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1" name="Rounded Rectangle 26"/>
          <p:cNvSpPr/>
          <p:nvPr/>
        </p:nvSpPr>
        <p:spPr>
          <a:xfrm>
            <a:off x="4343400" y="2918520"/>
            <a:ext cx="3516120" cy="2929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Source Code (.java)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Compiler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Class Loader loads classes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Memory Allocation (Heap / Stack)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Execution Engine (Interpreter + JIT)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Native Machine Code Execution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Garbage Collector frees memory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2" name="Rounded Rectangle 27"/>
          <p:cNvSpPr/>
          <p:nvPr/>
        </p:nvSpPr>
        <p:spPr>
          <a:xfrm>
            <a:off x="802836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3" name="Rounded Rectangle 28"/>
          <p:cNvSpPr/>
          <p:nvPr/>
        </p:nvSpPr>
        <p:spPr>
          <a:xfrm>
            <a:off x="8023680" y="2743200"/>
            <a:ext cx="3837600" cy="319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ExecutionDemo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String message = "JVM Execution Started";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System.out.println(message);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int result = addNumbers(5, 7);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System.out.println("Result: " + result);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int addNumbers(int a, int b)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return a + b;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4" name="TextBox 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Rectangle 64"/>
          <p:cNvSpPr/>
          <p:nvPr/>
        </p:nvSpPr>
        <p:spPr>
          <a:xfrm>
            <a:off x="0" y="0"/>
            <a:ext cx="12184920" cy="68540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6" name="Rectangle 65"/>
          <p:cNvSpPr/>
          <p:nvPr/>
        </p:nvSpPr>
        <p:spPr>
          <a:xfrm>
            <a:off x="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7" name="Rectangle 66"/>
          <p:cNvSpPr/>
          <p:nvPr/>
        </p:nvSpPr>
        <p:spPr>
          <a:xfrm>
            <a:off x="914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8" name="Rectangle 67"/>
          <p:cNvSpPr/>
          <p:nvPr/>
        </p:nvSpPr>
        <p:spPr>
          <a:xfrm>
            <a:off x="1828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9" name="Rectangle 68"/>
          <p:cNvSpPr/>
          <p:nvPr/>
        </p:nvSpPr>
        <p:spPr>
          <a:xfrm>
            <a:off x="2743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0" name="Rectangle 69"/>
          <p:cNvSpPr/>
          <p:nvPr/>
        </p:nvSpPr>
        <p:spPr>
          <a:xfrm>
            <a:off x="3657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1" name="Rectangle 70"/>
          <p:cNvSpPr/>
          <p:nvPr/>
        </p:nvSpPr>
        <p:spPr>
          <a:xfrm>
            <a:off x="4572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2" name="Rectangle 71"/>
          <p:cNvSpPr/>
          <p:nvPr/>
        </p:nvSpPr>
        <p:spPr>
          <a:xfrm>
            <a:off x="5486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3" name="Rectangle 72"/>
          <p:cNvSpPr/>
          <p:nvPr/>
        </p:nvSpPr>
        <p:spPr>
          <a:xfrm>
            <a:off x="6400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4" name="Rectangle 73"/>
          <p:cNvSpPr/>
          <p:nvPr/>
        </p:nvSpPr>
        <p:spPr>
          <a:xfrm>
            <a:off x="7315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5" name="Rectangle 74"/>
          <p:cNvSpPr/>
          <p:nvPr/>
        </p:nvSpPr>
        <p:spPr>
          <a:xfrm>
            <a:off x="8229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6" name="Rectangle 75"/>
          <p:cNvSpPr/>
          <p:nvPr/>
        </p:nvSpPr>
        <p:spPr>
          <a:xfrm>
            <a:off x="9144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7" name="Rectangle 76"/>
          <p:cNvSpPr/>
          <p:nvPr/>
        </p:nvSpPr>
        <p:spPr>
          <a:xfrm>
            <a:off x="10058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8" name="Rectangle 77"/>
          <p:cNvSpPr/>
          <p:nvPr/>
        </p:nvSpPr>
        <p:spPr>
          <a:xfrm>
            <a:off x="10972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9" name="Rectangle 78"/>
          <p:cNvSpPr/>
          <p:nvPr/>
        </p:nvSpPr>
        <p:spPr>
          <a:xfrm>
            <a:off x="11887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0" name="Rectangle 79"/>
          <p:cNvSpPr/>
          <p:nvPr/>
        </p:nvSpPr>
        <p:spPr>
          <a:xfrm>
            <a:off x="0" y="0"/>
            <a:ext cx="316080" cy="68540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1" name="Rounded Rectangle 29"/>
          <p:cNvSpPr/>
          <p:nvPr/>
        </p:nvSpPr>
        <p:spPr>
          <a:xfrm>
            <a:off x="9875520" y="365760"/>
            <a:ext cx="2007720" cy="498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2" name="TextBox 10"/>
          <p:cNvSpPr/>
          <p:nvPr/>
        </p:nvSpPr>
        <p:spPr>
          <a:xfrm>
            <a:off x="3163320" y="1005840"/>
            <a:ext cx="46450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JRE vs JDK vs JVM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3" name="TextBox 11"/>
          <p:cNvSpPr/>
          <p:nvPr/>
        </p:nvSpPr>
        <p:spPr>
          <a:xfrm>
            <a:off x="3468960" y="2194560"/>
            <a:ext cx="403380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Understanding Java’s Core Components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4" name="Rounded Rectangle 30"/>
          <p:cNvSpPr/>
          <p:nvPr/>
        </p:nvSpPr>
        <p:spPr>
          <a:xfrm>
            <a:off x="98748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5" name="Rounded Rectangle 31"/>
          <p:cNvSpPr/>
          <p:nvPr/>
        </p:nvSpPr>
        <p:spPr>
          <a:xfrm>
            <a:off x="685800" y="3108960"/>
            <a:ext cx="3516480" cy="3060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Java is built on three key layers that work together to develop and run applications.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JVM (Java Virtual Machine)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Runs Java bytecode and makes Java platform-independent.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JRE (Java Runtime Environment)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Provides everything needed to run Java applications.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JDK (Java Development Kit)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Provides tools needed to develop Java applications.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Think of it like this: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JVM = Engine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JRE = Engine + Fuel System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JDK = Full Car Factory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6" name="Rounded Rectangle 32"/>
          <p:cNvSpPr/>
          <p:nvPr/>
        </p:nvSpPr>
        <p:spPr>
          <a:xfrm>
            <a:off x="450792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7" name="Rounded Rectangle 33"/>
          <p:cNvSpPr/>
          <p:nvPr/>
        </p:nvSpPr>
        <p:spPr>
          <a:xfrm>
            <a:off x="4434840" y="310896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Source Code (.java)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JDK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(Compiler + Dev Tools)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 files)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JRE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(Libraries + JVM)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JVM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(Execution Engine)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Machine Code (OS/CPU)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8" name="Rounded Rectangle 34"/>
          <p:cNvSpPr/>
          <p:nvPr/>
        </p:nvSpPr>
        <p:spPr>
          <a:xfrm>
            <a:off x="802836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9" name="Rounded Rectangle 35"/>
          <p:cNvSpPr/>
          <p:nvPr/>
        </p:nvSpPr>
        <p:spPr>
          <a:xfrm>
            <a:off x="7955280" y="310896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# Compile using JDK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javac Main.java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# Run using JRE (which uses JVM internally)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java Main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Main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System.out.println("Understanding JDK, JRE, and JVM!");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0" name="TextBox 1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Rectangle 80"/>
          <p:cNvSpPr/>
          <p:nvPr/>
        </p:nvSpPr>
        <p:spPr>
          <a:xfrm>
            <a:off x="0" y="0"/>
            <a:ext cx="12185640" cy="68547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2" name="Rectangle 81"/>
          <p:cNvSpPr/>
          <p:nvPr/>
        </p:nvSpPr>
        <p:spPr>
          <a:xfrm>
            <a:off x="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3" name="Rectangle 82"/>
          <p:cNvSpPr/>
          <p:nvPr/>
        </p:nvSpPr>
        <p:spPr>
          <a:xfrm>
            <a:off x="914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4" name="Rectangle 83"/>
          <p:cNvSpPr/>
          <p:nvPr/>
        </p:nvSpPr>
        <p:spPr>
          <a:xfrm>
            <a:off x="1828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5" name="Rectangle 84"/>
          <p:cNvSpPr/>
          <p:nvPr/>
        </p:nvSpPr>
        <p:spPr>
          <a:xfrm>
            <a:off x="2743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6" name="Rectangle 85"/>
          <p:cNvSpPr/>
          <p:nvPr/>
        </p:nvSpPr>
        <p:spPr>
          <a:xfrm>
            <a:off x="36576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7" name="Rectangle 86"/>
          <p:cNvSpPr/>
          <p:nvPr/>
        </p:nvSpPr>
        <p:spPr>
          <a:xfrm>
            <a:off x="4572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8" name="Rectangle 87"/>
          <p:cNvSpPr/>
          <p:nvPr/>
        </p:nvSpPr>
        <p:spPr>
          <a:xfrm>
            <a:off x="5486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9" name="Rectangle 88"/>
          <p:cNvSpPr/>
          <p:nvPr/>
        </p:nvSpPr>
        <p:spPr>
          <a:xfrm>
            <a:off x="6400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0" name="Rectangle 89"/>
          <p:cNvSpPr/>
          <p:nvPr/>
        </p:nvSpPr>
        <p:spPr>
          <a:xfrm>
            <a:off x="7315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1" name="Rectangle 90"/>
          <p:cNvSpPr/>
          <p:nvPr/>
        </p:nvSpPr>
        <p:spPr>
          <a:xfrm>
            <a:off x="82296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2" name="Rectangle 91"/>
          <p:cNvSpPr/>
          <p:nvPr/>
        </p:nvSpPr>
        <p:spPr>
          <a:xfrm>
            <a:off x="9144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3" name="Rectangle 92"/>
          <p:cNvSpPr/>
          <p:nvPr/>
        </p:nvSpPr>
        <p:spPr>
          <a:xfrm>
            <a:off x="10058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4" name="Rectangle 93"/>
          <p:cNvSpPr/>
          <p:nvPr/>
        </p:nvSpPr>
        <p:spPr>
          <a:xfrm>
            <a:off x="10972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5" name="Rectangle 94"/>
          <p:cNvSpPr/>
          <p:nvPr/>
        </p:nvSpPr>
        <p:spPr>
          <a:xfrm>
            <a:off x="11887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6" name="Rectangle 95"/>
          <p:cNvSpPr/>
          <p:nvPr/>
        </p:nvSpPr>
        <p:spPr>
          <a:xfrm>
            <a:off x="0" y="0"/>
            <a:ext cx="316800" cy="68547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7" name="Rounded Rectangle 36"/>
          <p:cNvSpPr/>
          <p:nvPr/>
        </p:nvSpPr>
        <p:spPr>
          <a:xfrm>
            <a:off x="9875520" y="365760"/>
            <a:ext cx="2008440" cy="499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8" name="TextBox 13"/>
          <p:cNvSpPr/>
          <p:nvPr/>
        </p:nvSpPr>
        <p:spPr>
          <a:xfrm>
            <a:off x="1889280" y="1005840"/>
            <a:ext cx="71931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ENVIRONMENT SETUP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9" name="TextBox 14"/>
          <p:cNvSpPr/>
          <p:nvPr/>
        </p:nvSpPr>
        <p:spPr>
          <a:xfrm>
            <a:off x="591840" y="2194560"/>
            <a:ext cx="978696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Sets up your system to compile and run Java by installing the JDK and configuring system variables.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0" name="Rounded Rectangle 37"/>
          <p:cNvSpPr/>
          <p:nvPr/>
        </p:nvSpPr>
        <p:spPr>
          <a:xfrm>
            <a:off x="98748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1" name="Rounded Rectangle 38"/>
          <p:cNvSpPr/>
          <p:nvPr/>
        </p:nvSpPr>
        <p:spPr>
          <a:xfrm>
            <a:off x="914400" y="310896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JDK (Java Development Kit) includes compiler (javac) and runtime (java).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System variables like PATH and JAVA_HOME allow the command line to find Java.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Proper setup ensures Java programs can be compiled and executed anywhere on the system.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2" name="Rounded Rectangle 39"/>
          <p:cNvSpPr/>
          <p:nvPr/>
        </p:nvSpPr>
        <p:spPr>
          <a:xfrm>
            <a:off x="450792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3" name="Rounded Rectangle 40"/>
          <p:cNvSpPr/>
          <p:nvPr/>
        </p:nvSpPr>
        <p:spPr>
          <a:xfrm>
            <a:off x="4434840" y="310896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Download JDK →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Install on your computer →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Set JAVA_HOME →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Add JDK bin to PATH →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Verify with terminal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4" name="Rounded Rectangle 41"/>
          <p:cNvSpPr/>
          <p:nvPr/>
        </p:nvSpPr>
        <p:spPr>
          <a:xfrm>
            <a:off x="802836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5" name="Rounded Rectangle 42"/>
          <p:cNvSpPr/>
          <p:nvPr/>
        </p:nvSpPr>
        <p:spPr>
          <a:xfrm>
            <a:off x="7955280" y="310896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verify installation:</a:t>
            </a:r>
            <a:br>
              <a:rPr sz="1800"/>
            </a:b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Write the Command Prompt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java -version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javac -version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6" name="TextBox 1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Rectangle 17"/>
          <p:cNvSpPr/>
          <p:nvPr/>
        </p:nvSpPr>
        <p:spPr>
          <a:xfrm>
            <a:off x="0" y="0"/>
            <a:ext cx="12185640" cy="68547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8" name="Rectangle 18"/>
          <p:cNvSpPr/>
          <p:nvPr/>
        </p:nvSpPr>
        <p:spPr>
          <a:xfrm>
            <a:off x="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9" name="Rectangle 19"/>
          <p:cNvSpPr/>
          <p:nvPr/>
        </p:nvSpPr>
        <p:spPr>
          <a:xfrm>
            <a:off x="914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0" name="Rectangle 20"/>
          <p:cNvSpPr/>
          <p:nvPr/>
        </p:nvSpPr>
        <p:spPr>
          <a:xfrm>
            <a:off x="1828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1" name="Rectangle 21"/>
          <p:cNvSpPr/>
          <p:nvPr/>
        </p:nvSpPr>
        <p:spPr>
          <a:xfrm>
            <a:off x="2743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2" name="Rectangle 22"/>
          <p:cNvSpPr/>
          <p:nvPr/>
        </p:nvSpPr>
        <p:spPr>
          <a:xfrm>
            <a:off x="36576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3" name="Rectangle 23"/>
          <p:cNvSpPr/>
          <p:nvPr/>
        </p:nvSpPr>
        <p:spPr>
          <a:xfrm>
            <a:off x="4572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4" name="Rectangle 24"/>
          <p:cNvSpPr/>
          <p:nvPr/>
        </p:nvSpPr>
        <p:spPr>
          <a:xfrm>
            <a:off x="5486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5" name="Rectangle 25"/>
          <p:cNvSpPr/>
          <p:nvPr/>
        </p:nvSpPr>
        <p:spPr>
          <a:xfrm>
            <a:off x="6400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6" name="Rectangle 26"/>
          <p:cNvSpPr/>
          <p:nvPr/>
        </p:nvSpPr>
        <p:spPr>
          <a:xfrm>
            <a:off x="7315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7" name="Rectangle 27"/>
          <p:cNvSpPr/>
          <p:nvPr/>
        </p:nvSpPr>
        <p:spPr>
          <a:xfrm>
            <a:off x="82296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8" name="Rectangle 28"/>
          <p:cNvSpPr/>
          <p:nvPr/>
        </p:nvSpPr>
        <p:spPr>
          <a:xfrm>
            <a:off x="9144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9" name="Rectangle 29"/>
          <p:cNvSpPr/>
          <p:nvPr/>
        </p:nvSpPr>
        <p:spPr>
          <a:xfrm>
            <a:off x="10058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0" name="Rectangle 30"/>
          <p:cNvSpPr/>
          <p:nvPr/>
        </p:nvSpPr>
        <p:spPr>
          <a:xfrm>
            <a:off x="10972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1" name="Rectangle 31"/>
          <p:cNvSpPr/>
          <p:nvPr/>
        </p:nvSpPr>
        <p:spPr>
          <a:xfrm>
            <a:off x="11887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2" name="Rectangle 96"/>
          <p:cNvSpPr/>
          <p:nvPr/>
        </p:nvSpPr>
        <p:spPr>
          <a:xfrm>
            <a:off x="0" y="0"/>
            <a:ext cx="316800" cy="68547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3" name="Rounded Rectangle 43"/>
          <p:cNvSpPr/>
          <p:nvPr/>
        </p:nvSpPr>
        <p:spPr>
          <a:xfrm>
            <a:off x="9875520" y="365760"/>
            <a:ext cx="2008440" cy="499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4" name="TextBox 16"/>
          <p:cNvSpPr/>
          <p:nvPr/>
        </p:nvSpPr>
        <p:spPr>
          <a:xfrm>
            <a:off x="911880" y="1005840"/>
            <a:ext cx="91468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CONFIGURING JAVA ENVIRONMENT VARIABLES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5" name="TextBox 17"/>
          <p:cNvSpPr/>
          <p:nvPr/>
        </p:nvSpPr>
        <p:spPr>
          <a:xfrm>
            <a:off x="-310680" y="2194560"/>
            <a:ext cx="11598840" cy="3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                 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Environment variables tell the system where Java is installed, allowing tools and commands to work correctly from any directory.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6" name="Rounded Rectangle 44"/>
          <p:cNvSpPr/>
          <p:nvPr/>
        </p:nvSpPr>
        <p:spPr>
          <a:xfrm>
            <a:off x="98748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7" name="Rounded Rectangle 45"/>
          <p:cNvSpPr/>
          <p:nvPr/>
        </p:nvSpPr>
        <p:spPr>
          <a:xfrm>
            <a:off x="914400" y="310896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JAVA_HOME points to the JDK installation folder.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PATH includes the Java bin folder so Java tools run from terminal/command prompt.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Without these, Java commands may fail.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8" name="Rounded Rectangle 46"/>
          <p:cNvSpPr/>
          <p:nvPr/>
        </p:nvSpPr>
        <p:spPr>
          <a:xfrm>
            <a:off x="450792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9" name="Rounded Rectangle 47"/>
          <p:cNvSpPr/>
          <p:nvPr/>
        </p:nvSpPr>
        <p:spPr>
          <a:xfrm>
            <a:off x="4434840" y="310896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JDK Installed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Set JAVA_HOME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→  C:\              Program Files\Java\jdk-xx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Append PATH →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  %JAVA_HOME%\bin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Run java &amp; javac commands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0" name="Rounded Rectangle 48"/>
          <p:cNvSpPr/>
          <p:nvPr/>
        </p:nvSpPr>
        <p:spPr>
          <a:xfrm>
            <a:off x="802836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1" name="Rounded Rectangle 49"/>
          <p:cNvSpPr/>
          <p:nvPr/>
        </p:nvSpPr>
        <p:spPr>
          <a:xfrm>
            <a:off x="7955280" y="310896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# Windows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setx JAVA_HOME "C:\Program Files\Java\jdk-xx"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setx PATH "%JAVA_HOME%\bin;%PATH%"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# Linux/Mac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export JAVA_HOME=/usr/lib/jvm/jdk-xx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export PATH=$JAVA_HOME/bin:$PATH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2" name="TextBox 2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Rectangle 97"/>
          <p:cNvSpPr/>
          <p:nvPr/>
        </p:nvSpPr>
        <p:spPr>
          <a:xfrm>
            <a:off x="0" y="0"/>
            <a:ext cx="12185640" cy="68547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4" name="Rectangle 98"/>
          <p:cNvSpPr/>
          <p:nvPr/>
        </p:nvSpPr>
        <p:spPr>
          <a:xfrm>
            <a:off x="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5" name="Rectangle 99"/>
          <p:cNvSpPr/>
          <p:nvPr/>
        </p:nvSpPr>
        <p:spPr>
          <a:xfrm>
            <a:off x="914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6" name="Rectangle 100"/>
          <p:cNvSpPr/>
          <p:nvPr/>
        </p:nvSpPr>
        <p:spPr>
          <a:xfrm>
            <a:off x="1828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7" name="Rectangle 101"/>
          <p:cNvSpPr/>
          <p:nvPr/>
        </p:nvSpPr>
        <p:spPr>
          <a:xfrm>
            <a:off x="2743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8" name="Rectangle 102"/>
          <p:cNvSpPr/>
          <p:nvPr/>
        </p:nvSpPr>
        <p:spPr>
          <a:xfrm>
            <a:off x="36576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9" name="Rectangle 103"/>
          <p:cNvSpPr/>
          <p:nvPr/>
        </p:nvSpPr>
        <p:spPr>
          <a:xfrm>
            <a:off x="4572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0" name="Rectangle 104"/>
          <p:cNvSpPr/>
          <p:nvPr/>
        </p:nvSpPr>
        <p:spPr>
          <a:xfrm>
            <a:off x="5486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1" name="Rectangle 105"/>
          <p:cNvSpPr/>
          <p:nvPr/>
        </p:nvSpPr>
        <p:spPr>
          <a:xfrm>
            <a:off x="6400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2" name="Rectangle 106"/>
          <p:cNvSpPr/>
          <p:nvPr/>
        </p:nvSpPr>
        <p:spPr>
          <a:xfrm>
            <a:off x="7315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3" name="Rectangle 107"/>
          <p:cNvSpPr/>
          <p:nvPr/>
        </p:nvSpPr>
        <p:spPr>
          <a:xfrm>
            <a:off x="82296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4" name="Rectangle 108"/>
          <p:cNvSpPr/>
          <p:nvPr/>
        </p:nvSpPr>
        <p:spPr>
          <a:xfrm>
            <a:off x="9144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5" name="Rectangle 109"/>
          <p:cNvSpPr/>
          <p:nvPr/>
        </p:nvSpPr>
        <p:spPr>
          <a:xfrm>
            <a:off x="10058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6" name="Rectangle 110"/>
          <p:cNvSpPr/>
          <p:nvPr/>
        </p:nvSpPr>
        <p:spPr>
          <a:xfrm>
            <a:off x="10972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7" name="Rectangle 111"/>
          <p:cNvSpPr/>
          <p:nvPr/>
        </p:nvSpPr>
        <p:spPr>
          <a:xfrm>
            <a:off x="11887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8" name="Rectangle 112"/>
          <p:cNvSpPr/>
          <p:nvPr/>
        </p:nvSpPr>
        <p:spPr>
          <a:xfrm>
            <a:off x="0" y="0"/>
            <a:ext cx="316800" cy="68547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9" name="Rounded Rectangle 50"/>
          <p:cNvSpPr/>
          <p:nvPr/>
        </p:nvSpPr>
        <p:spPr>
          <a:xfrm>
            <a:off x="9875520" y="365760"/>
            <a:ext cx="2008440" cy="499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0" name="TextBox 21"/>
          <p:cNvSpPr/>
          <p:nvPr/>
        </p:nvSpPr>
        <p:spPr>
          <a:xfrm>
            <a:off x="1666800" y="1005840"/>
            <a:ext cx="76366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WHAT HAPPENS AFTER JAVA IS SET UP?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1" name="TextBox 22"/>
          <p:cNvSpPr/>
          <p:nvPr/>
        </p:nvSpPr>
        <p:spPr>
          <a:xfrm>
            <a:off x="4382280" y="2194560"/>
            <a:ext cx="2212560" cy="3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After Environment Setup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2" name="Rounded Rectangle 51"/>
          <p:cNvSpPr/>
          <p:nvPr/>
        </p:nvSpPr>
        <p:spPr>
          <a:xfrm>
            <a:off x="98748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3" name="Rounded Rectangle 52"/>
          <p:cNvSpPr/>
          <p:nvPr/>
        </p:nvSpPr>
        <p:spPr>
          <a:xfrm>
            <a:off x="914400" y="310896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Once Java is installed and configured, your system is ready to compile and run Java programs.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You can create .java source files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The javac compiler turns source code into bytecode (.class)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The JVM executes this bytecode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Your program now runs on any system with a JVM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Setup is complete — now Java development can begin.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4" name="Rounded Rectangle 53"/>
          <p:cNvSpPr/>
          <p:nvPr/>
        </p:nvSpPr>
        <p:spPr>
          <a:xfrm>
            <a:off x="450792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5" name="Rounded Rectangle 54"/>
          <p:cNvSpPr/>
          <p:nvPr/>
        </p:nvSpPr>
        <p:spPr>
          <a:xfrm>
            <a:off x="4434840" y="310896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Write Java Code (.java)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Compile using javac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File Created (.class)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Run with java command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JVM Executes Program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Output Appears on Screen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6" name="Rounded Rectangle 55"/>
          <p:cNvSpPr/>
          <p:nvPr/>
        </p:nvSpPr>
        <p:spPr>
          <a:xfrm>
            <a:off x="802836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7" name="Rounded Rectangle 56"/>
          <p:cNvSpPr/>
          <p:nvPr/>
        </p:nvSpPr>
        <p:spPr>
          <a:xfrm>
            <a:off x="7955280" y="310896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HelloJava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environment is ready!");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8" name="TextBox 2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Rectangle 113"/>
          <p:cNvSpPr/>
          <p:nvPr/>
        </p:nvSpPr>
        <p:spPr>
          <a:xfrm>
            <a:off x="0" y="0"/>
            <a:ext cx="12185640" cy="68547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0" name="Rectangle 114"/>
          <p:cNvSpPr/>
          <p:nvPr/>
        </p:nvSpPr>
        <p:spPr>
          <a:xfrm>
            <a:off x="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1" name="Rectangle 115"/>
          <p:cNvSpPr/>
          <p:nvPr/>
        </p:nvSpPr>
        <p:spPr>
          <a:xfrm>
            <a:off x="914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2" name="Rectangle 116"/>
          <p:cNvSpPr/>
          <p:nvPr/>
        </p:nvSpPr>
        <p:spPr>
          <a:xfrm>
            <a:off x="1828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3" name="Rectangle 117"/>
          <p:cNvSpPr/>
          <p:nvPr/>
        </p:nvSpPr>
        <p:spPr>
          <a:xfrm>
            <a:off x="2743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4" name="Rectangle 118"/>
          <p:cNvSpPr/>
          <p:nvPr/>
        </p:nvSpPr>
        <p:spPr>
          <a:xfrm>
            <a:off x="36576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5" name="Rectangle 119"/>
          <p:cNvSpPr/>
          <p:nvPr/>
        </p:nvSpPr>
        <p:spPr>
          <a:xfrm>
            <a:off x="4572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6" name="Rectangle 120"/>
          <p:cNvSpPr/>
          <p:nvPr/>
        </p:nvSpPr>
        <p:spPr>
          <a:xfrm>
            <a:off x="5486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7" name="Rectangle 121"/>
          <p:cNvSpPr/>
          <p:nvPr/>
        </p:nvSpPr>
        <p:spPr>
          <a:xfrm>
            <a:off x="6400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8" name="Rectangle 122"/>
          <p:cNvSpPr/>
          <p:nvPr/>
        </p:nvSpPr>
        <p:spPr>
          <a:xfrm>
            <a:off x="7315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9" name="Rectangle 123"/>
          <p:cNvSpPr/>
          <p:nvPr/>
        </p:nvSpPr>
        <p:spPr>
          <a:xfrm>
            <a:off x="82296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0" name="Rectangle 124"/>
          <p:cNvSpPr/>
          <p:nvPr/>
        </p:nvSpPr>
        <p:spPr>
          <a:xfrm>
            <a:off x="9144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1" name="Rectangle 125"/>
          <p:cNvSpPr/>
          <p:nvPr/>
        </p:nvSpPr>
        <p:spPr>
          <a:xfrm>
            <a:off x="10058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2" name="Rectangle 126"/>
          <p:cNvSpPr/>
          <p:nvPr/>
        </p:nvSpPr>
        <p:spPr>
          <a:xfrm>
            <a:off x="10972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3" name="Rectangle 127"/>
          <p:cNvSpPr/>
          <p:nvPr/>
        </p:nvSpPr>
        <p:spPr>
          <a:xfrm>
            <a:off x="11887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4" name="Rectangle 128"/>
          <p:cNvSpPr/>
          <p:nvPr/>
        </p:nvSpPr>
        <p:spPr>
          <a:xfrm>
            <a:off x="0" y="0"/>
            <a:ext cx="316800" cy="68547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5" name="Rounded Rectangle 57"/>
          <p:cNvSpPr/>
          <p:nvPr/>
        </p:nvSpPr>
        <p:spPr>
          <a:xfrm>
            <a:off x="9875520" y="365760"/>
            <a:ext cx="2008440" cy="499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6" name="TextBox 24"/>
          <p:cNvSpPr/>
          <p:nvPr/>
        </p:nvSpPr>
        <p:spPr>
          <a:xfrm>
            <a:off x="2216880" y="1005840"/>
            <a:ext cx="65361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 DEVELOPMENT WORKFLOW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7" name="TextBox 25"/>
          <p:cNvSpPr/>
          <p:nvPr/>
        </p:nvSpPr>
        <p:spPr>
          <a:xfrm>
            <a:off x="-1019160" y="2194560"/>
            <a:ext cx="1302408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                                   </a:t>
            </a: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This slide explains the basic step-by-step process developers follow to create, test, and improve Java programs after the environment is fully set up.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8" name="Rounded Rectangle 58"/>
          <p:cNvSpPr/>
          <p:nvPr/>
        </p:nvSpPr>
        <p:spPr>
          <a:xfrm>
            <a:off x="98748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9" name="Rounded Rectangle 59"/>
          <p:cNvSpPr/>
          <p:nvPr/>
        </p:nvSpPr>
        <p:spPr>
          <a:xfrm>
            <a:off x="914400" y="310896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After installation, Java programming follows a simple development cycle: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StarSymbol"/>
              <a:buAutoNum type="arabicParenR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Write the program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StarSymbol"/>
              <a:buAutoNum type="arabicParenR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Compile the program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StarSymbol"/>
              <a:buAutoNum type="arabicParenR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Run the program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StarSymbol"/>
              <a:buAutoNum type="arabicParenR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Fix errors if needed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StarSymbol"/>
              <a:buAutoNum type="arabicParenR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Repeat the process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This cycle is how real-world Java software is developed.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0" name="Rounded Rectangle 60"/>
          <p:cNvSpPr/>
          <p:nvPr/>
        </p:nvSpPr>
        <p:spPr>
          <a:xfrm>
            <a:off x="450792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1" name="Rounded Rectangle 61"/>
          <p:cNvSpPr/>
          <p:nvPr/>
        </p:nvSpPr>
        <p:spPr>
          <a:xfrm>
            <a:off x="4434840" y="310896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Write Code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Compile → javac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Run → java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Check Output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If Error → Fix Code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Recompile &amp; Run Again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2" name="Rounded Rectangle 62"/>
          <p:cNvSpPr/>
          <p:nvPr/>
        </p:nvSpPr>
        <p:spPr>
          <a:xfrm>
            <a:off x="802836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3" name="Rounded Rectangle 63"/>
          <p:cNvSpPr/>
          <p:nvPr/>
        </p:nvSpPr>
        <p:spPr>
          <a:xfrm>
            <a:off x="7955280" y="310896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Calculator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sum = 5 + 7;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System.out.println("Result: " + sum);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br>
              <a:rPr sz="1300"/>
            </a:br>
            <a:br>
              <a:rPr sz="1300"/>
            </a:b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javac Calculator.java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java Calculator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4" name="TextBox 2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Rectangle 129"/>
          <p:cNvSpPr/>
          <p:nvPr/>
        </p:nvSpPr>
        <p:spPr>
          <a:xfrm>
            <a:off x="0" y="0"/>
            <a:ext cx="12185640" cy="68547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6" name="Rectangle 130"/>
          <p:cNvSpPr/>
          <p:nvPr/>
        </p:nvSpPr>
        <p:spPr>
          <a:xfrm>
            <a:off x="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7" name="Rectangle 131"/>
          <p:cNvSpPr/>
          <p:nvPr/>
        </p:nvSpPr>
        <p:spPr>
          <a:xfrm>
            <a:off x="914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8" name="Rectangle 132"/>
          <p:cNvSpPr/>
          <p:nvPr/>
        </p:nvSpPr>
        <p:spPr>
          <a:xfrm>
            <a:off x="1828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9" name="Rectangle 133"/>
          <p:cNvSpPr/>
          <p:nvPr/>
        </p:nvSpPr>
        <p:spPr>
          <a:xfrm>
            <a:off x="2743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0" name="Rectangle 134"/>
          <p:cNvSpPr/>
          <p:nvPr/>
        </p:nvSpPr>
        <p:spPr>
          <a:xfrm>
            <a:off x="36576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1" name="Rectangle 135"/>
          <p:cNvSpPr/>
          <p:nvPr/>
        </p:nvSpPr>
        <p:spPr>
          <a:xfrm>
            <a:off x="4572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2" name="Rectangle 136"/>
          <p:cNvSpPr/>
          <p:nvPr/>
        </p:nvSpPr>
        <p:spPr>
          <a:xfrm>
            <a:off x="5486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3" name="Rectangle 137"/>
          <p:cNvSpPr/>
          <p:nvPr/>
        </p:nvSpPr>
        <p:spPr>
          <a:xfrm>
            <a:off x="6400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4" name="Rectangle 138"/>
          <p:cNvSpPr/>
          <p:nvPr/>
        </p:nvSpPr>
        <p:spPr>
          <a:xfrm>
            <a:off x="7315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5" name="Rectangle 139"/>
          <p:cNvSpPr/>
          <p:nvPr/>
        </p:nvSpPr>
        <p:spPr>
          <a:xfrm>
            <a:off x="82296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6" name="Rectangle 140"/>
          <p:cNvSpPr/>
          <p:nvPr/>
        </p:nvSpPr>
        <p:spPr>
          <a:xfrm>
            <a:off x="9144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7" name="Rectangle 141"/>
          <p:cNvSpPr/>
          <p:nvPr/>
        </p:nvSpPr>
        <p:spPr>
          <a:xfrm>
            <a:off x="10058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8" name="Rectangle 142"/>
          <p:cNvSpPr/>
          <p:nvPr/>
        </p:nvSpPr>
        <p:spPr>
          <a:xfrm>
            <a:off x="10972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9" name="Rectangle 143"/>
          <p:cNvSpPr/>
          <p:nvPr/>
        </p:nvSpPr>
        <p:spPr>
          <a:xfrm>
            <a:off x="11887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0" name="Rectangle 144"/>
          <p:cNvSpPr/>
          <p:nvPr/>
        </p:nvSpPr>
        <p:spPr>
          <a:xfrm>
            <a:off x="0" y="0"/>
            <a:ext cx="316800" cy="68547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1" name="Rounded Rectangle 64"/>
          <p:cNvSpPr/>
          <p:nvPr/>
        </p:nvSpPr>
        <p:spPr>
          <a:xfrm>
            <a:off x="9875520" y="365760"/>
            <a:ext cx="2008440" cy="499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2" name="TextBox 28"/>
          <p:cNvSpPr/>
          <p:nvPr/>
        </p:nvSpPr>
        <p:spPr>
          <a:xfrm>
            <a:off x="2915280" y="1005840"/>
            <a:ext cx="51386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 INSTALLATION TYPES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3" name="TextBox 29"/>
          <p:cNvSpPr/>
          <p:nvPr/>
        </p:nvSpPr>
        <p:spPr>
          <a:xfrm>
            <a:off x="907200" y="2194560"/>
            <a:ext cx="916956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Different Java distributions and installation types provide flexibility depending on development or production needs.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4" name="Rounded Rectangle 65"/>
          <p:cNvSpPr/>
          <p:nvPr/>
        </p:nvSpPr>
        <p:spPr>
          <a:xfrm>
            <a:off x="98748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5" name="Rounded Rectangle 66"/>
          <p:cNvSpPr/>
          <p:nvPr/>
        </p:nvSpPr>
        <p:spPr>
          <a:xfrm>
            <a:off x="914400" y="310896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There are multiple ways to install 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Oracle JDK (Official distribution)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OpenJDK (Open-source version)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LTS (Long Term Support) versions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Non-LTS versions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LTS versions (like Java 17, 21) are recommended for stability and long-term projects.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Choosing the correct distribution ensures compatibility, security updates, and long-term support.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6" name="Rounded Rectangle 67"/>
          <p:cNvSpPr/>
          <p:nvPr/>
        </p:nvSpPr>
        <p:spPr>
          <a:xfrm>
            <a:off x="450792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7" name="Rounded Rectangle 68"/>
          <p:cNvSpPr/>
          <p:nvPr/>
        </p:nvSpPr>
        <p:spPr>
          <a:xfrm>
            <a:off x="4434840" y="310896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Choose Version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Download Distribution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Install JDK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Set JAVA_HOME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Update PATH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Verify Installation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8" name="Rounded Rectangle 69"/>
          <p:cNvSpPr/>
          <p:nvPr/>
        </p:nvSpPr>
        <p:spPr>
          <a:xfrm>
            <a:off x="802836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9" name="Rounded Rectangle 70"/>
          <p:cNvSpPr/>
          <p:nvPr/>
        </p:nvSpPr>
        <p:spPr>
          <a:xfrm>
            <a:off x="7955280" y="310896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Windows:</a:t>
            </a:r>
            <a:br>
              <a:rPr sz="1500"/>
            </a:b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where java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where javac</a:t>
            </a:r>
            <a:br>
              <a:rPr sz="1500"/>
            </a:br>
            <a:br>
              <a:rPr sz="1500"/>
            </a:b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Linux:</a:t>
            </a:r>
            <a:br>
              <a:rPr sz="1500"/>
            </a:b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which java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which javac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br>
              <a:rPr sz="1500"/>
            </a:b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Check detailed version info:</a:t>
            </a:r>
            <a:br>
              <a:rPr sz="1500"/>
            </a:b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java -version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javac -version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0" name="TextBox 3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1" name="Rectangle 145"/>
          <p:cNvSpPr/>
          <p:nvPr/>
        </p:nvSpPr>
        <p:spPr>
          <a:xfrm>
            <a:off x="0" y="0"/>
            <a:ext cx="12185640" cy="68547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2" name="Rectangle 146"/>
          <p:cNvSpPr/>
          <p:nvPr/>
        </p:nvSpPr>
        <p:spPr>
          <a:xfrm>
            <a:off x="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3" name="Rectangle 147"/>
          <p:cNvSpPr/>
          <p:nvPr/>
        </p:nvSpPr>
        <p:spPr>
          <a:xfrm>
            <a:off x="914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4" name="Rectangle 148"/>
          <p:cNvSpPr/>
          <p:nvPr/>
        </p:nvSpPr>
        <p:spPr>
          <a:xfrm>
            <a:off x="1828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5" name="Rectangle 149"/>
          <p:cNvSpPr/>
          <p:nvPr/>
        </p:nvSpPr>
        <p:spPr>
          <a:xfrm>
            <a:off x="2743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6" name="Rectangle 150"/>
          <p:cNvSpPr/>
          <p:nvPr/>
        </p:nvSpPr>
        <p:spPr>
          <a:xfrm>
            <a:off x="36576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7" name="Rectangle 151"/>
          <p:cNvSpPr/>
          <p:nvPr/>
        </p:nvSpPr>
        <p:spPr>
          <a:xfrm>
            <a:off x="4572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8" name="Rectangle 152"/>
          <p:cNvSpPr/>
          <p:nvPr/>
        </p:nvSpPr>
        <p:spPr>
          <a:xfrm>
            <a:off x="5486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9" name="Rectangle 153"/>
          <p:cNvSpPr/>
          <p:nvPr/>
        </p:nvSpPr>
        <p:spPr>
          <a:xfrm>
            <a:off x="6400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0" name="Rectangle 154"/>
          <p:cNvSpPr/>
          <p:nvPr/>
        </p:nvSpPr>
        <p:spPr>
          <a:xfrm>
            <a:off x="7315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1" name="Rectangle 155"/>
          <p:cNvSpPr/>
          <p:nvPr/>
        </p:nvSpPr>
        <p:spPr>
          <a:xfrm>
            <a:off x="82296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2" name="Rectangle 156"/>
          <p:cNvSpPr/>
          <p:nvPr/>
        </p:nvSpPr>
        <p:spPr>
          <a:xfrm>
            <a:off x="9144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3" name="Rectangle 157"/>
          <p:cNvSpPr/>
          <p:nvPr/>
        </p:nvSpPr>
        <p:spPr>
          <a:xfrm>
            <a:off x="10058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4" name="Rectangle 158"/>
          <p:cNvSpPr/>
          <p:nvPr/>
        </p:nvSpPr>
        <p:spPr>
          <a:xfrm>
            <a:off x="10972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5" name="Rectangle 159"/>
          <p:cNvSpPr/>
          <p:nvPr/>
        </p:nvSpPr>
        <p:spPr>
          <a:xfrm>
            <a:off x="11887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6" name="Rectangle 160"/>
          <p:cNvSpPr/>
          <p:nvPr/>
        </p:nvSpPr>
        <p:spPr>
          <a:xfrm>
            <a:off x="0" y="0"/>
            <a:ext cx="316800" cy="68547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7" name="Rounded Rectangle 71"/>
          <p:cNvSpPr/>
          <p:nvPr/>
        </p:nvSpPr>
        <p:spPr>
          <a:xfrm>
            <a:off x="9875520" y="365760"/>
            <a:ext cx="2008440" cy="499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8" name="TextBox 31"/>
          <p:cNvSpPr/>
          <p:nvPr/>
        </p:nvSpPr>
        <p:spPr>
          <a:xfrm>
            <a:off x="563760" y="1005840"/>
            <a:ext cx="98434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COMMON INSTALLATION PROBLEMS &amp; SOLUTIONS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9" name="TextBox 32"/>
          <p:cNvSpPr/>
          <p:nvPr/>
        </p:nvSpPr>
        <p:spPr>
          <a:xfrm>
            <a:off x="2434680" y="2194560"/>
            <a:ext cx="611424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Incorrect environment configuration can prevent Java from running properly.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0" name="Rounded Rectangle 72"/>
          <p:cNvSpPr/>
          <p:nvPr/>
        </p:nvSpPr>
        <p:spPr>
          <a:xfrm>
            <a:off x="98748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1" name="Rounded Rectangle 73"/>
          <p:cNvSpPr/>
          <p:nvPr/>
        </p:nvSpPr>
        <p:spPr>
          <a:xfrm>
            <a:off x="914400" y="310896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Common Issues: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'java is not recognized as an internal or external command'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Incorrect JAVA_HOME path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PATH variable not updated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Multiple Java versions conflict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JRE installed instead of JDK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Most problems are caused by incorrect environment variables.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2" name="Rounded Rectangle 74"/>
          <p:cNvSpPr/>
          <p:nvPr/>
        </p:nvSpPr>
        <p:spPr>
          <a:xfrm>
            <a:off x="450792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3" name="Rounded Rectangle 75"/>
          <p:cNvSpPr/>
          <p:nvPr/>
        </p:nvSpPr>
        <p:spPr>
          <a:xfrm>
            <a:off x="4434840" y="310896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Error appears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Check java -version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Verify JAVA_HOME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Check PATH variable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Restart terminal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Problem solved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4" name="Rounded Rectangle 76"/>
          <p:cNvSpPr/>
          <p:nvPr/>
        </p:nvSpPr>
        <p:spPr>
          <a:xfrm>
            <a:off x="802836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5" name="Rounded Rectangle 77"/>
          <p:cNvSpPr/>
          <p:nvPr/>
        </p:nvSpPr>
        <p:spPr>
          <a:xfrm>
            <a:off x="7955280" y="3108960"/>
            <a:ext cx="3288600" cy="3061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check environment variable (Windows):</a:t>
            </a:r>
            <a:br>
              <a:rPr sz="1300"/>
            </a:b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echo %JAVA_HOME%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echo %PATH%</a:t>
            </a:r>
            <a:br>
              <a:rPr sz="1300"/>
            </a:br>
            <a:br>
              <a:rPr sz="1300"/>
            </a:b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Linux / Mac:</a:t>
            </a:r>
            <a:br>
              <a:rPr sz="1300"/>
            </a:b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echo $JAVA_HOME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echo $PATH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Temporarily set JAVA_HOME (Linux/Mac):</a:t>
            </a:r>
            <a:br>
              <a:rPr sz="1300"/>
            </a:b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export JAVA_HOME=/usr/lib/jvm/jdk-xx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export PATH=$JAVA_HOME/bin:$PATH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6" name="TextBox 3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Rectangle 161"/>
          <p:cNvSpPr/>
          <p:nvPr/>
        </p:nvSpPr>
        <p:spPr>
          <a:xfrm>
            <a:off x="0" y="0"/>
            <a:ext cx="12185640" cy="68547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8" name="Rectangle 162"/>
          <p:cNvSpPr/>
          <p:nvPr/>
        </p:nvSpPr>
        <p:spPr>
          <a:xfrm>
            <a:off x="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9" name="Rectangle 163"/>
          <p:cNvSpPr/>
          <p:nvPr/>
        </p:nvSpPr>
        <p:spPr>
          <a:xfrm>
            <a:off x="914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0" name="Rectangle 164"/>
          <p:cNvSpPr/>
          <p:nvPr/>
        </p:nvSpPr>
        <p:spPr>
          <a:xfrm>
            <a:off x="1828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1" name="Rectangle 165"/>
          <p:cNvSpPr/>
          <p:nvPr/>
        </p:nvSpPr>
        <p:spPr>
          <a:xfrm>
            <a:off x="2743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2" name="Rectangle 166"/>
          <p:cNvSpPr/>
          <p:nvPr/>
        </p:nvSpPr>
        <p:spPr>
          <a:xfrm>
            <a:off x="36576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3" name="Rectangle 167"/>
          <p:cNvSpPr/>
          <p:nvPr/>
        </p:nvSpPr>
        <p:spPr>
          <a:xfrm>
            <a:off x="4572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4" name="Rectangle 168"/>
          <p:cNvSpPr/>
          <p:nvPr/>
        </p:nvSpPr>
        <p:spPr>
          <a:xfrm>
            <a:off x="5486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5" name="Rectangle 169"/>
          <p:cNvSpPr/>
          <p:nvPr/>
        </p:nvSpPr>
        <p:spPr>
          <a:xfrm>
            <a:off x="6400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6" name="Rectangle 170"/>
          <p:cNvSpPr/>
          <p:nvPr/>
        </p:nvSpPr>
        <p:spPr>
          <a:xfrm>
            <a:off x="7315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7" name="Rectangle 171"/>
          <p:cNvSpPr/>
          <p:nvPr/>
        </p:nvSpPr>
        <p:spPr>
          <a:xfrm>
            <a:off x="82296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8" name="Rectangle 172"/>
          <p:cNvSpPr/>
          <p:nvPr/>
        </p:nvSpPr>
        <p:spPr>
          <a:xfrm>
            <a:off x="9144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9" name="Rectangle 173"/>
          <p:cNvSpPr/>
          <p:nvPr/>
        </p:nvSpPr>
        <p:spPr>
          <a:xfrm>
            <a:off x="10058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0" name="Rectangle 174"/>
          <p:cNvSpPr/>
          <p:nvPr/>
        </p:nvSpPr>
        <p:spPr>
          <a:xfrm>
            <a:off x="10972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1" name="Rectangle 175"/>
          <p:cNvSpPr/>
          <p:nvPr/>
        </p:nvSpPr>
        <p:spPr>
          <a:xfrm>
            <a:off x="11887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2" name="Rectangle 176"/>
          <p:cNvSpPr/>
          <p:nvPr/>
        </p:nvSpPr>
        <p:spPr>
          <a:xfrm>
            <a:off x="0" y="0"/>
            <a:ext cx="316800" cy="68547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3" name="Rounded Rectangle 78"/>
          <p:cNvSpPr/>
          <p:nvPr/>
        </p:nvSpPr>
        <p:spPr>
          <a:xfrm>
            <a:off x="9875520" y="365760"/>
            <a:ext cx="2008440" cy="499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4" name="TextBox 34"/>
          <p:cNvSpPr/>
          <p:nvPr/>
        </p:nvSpPr>
        <p:spPr>
          <a:xfrm>
            <a:off x="2528640" y="1005840"/>
            <a:ext cx="5913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 VERSION MANAGEMENT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5" name="TextBox 35"/>
          <p:cNvSpPr/>
          <p:nvPr/>
        </p:nvSpPr>
        <p:spPr>
          <a:xfrm>
            <a:off x="2746440" y="2194560"/>
            <a:ext cx="549108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Managing multiple Java versions and switching between them safely.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6" name="Rounded Rectangle 79"/>
          <p:cNvSpPr/>
          <p:nvPr/>
        </p:nvSpPr>
        <p:spPr>
          <a:xfrm>
            <a:off x="98748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7" name="Rounded Rectangle 80"/>
          <p:cNvSpPr/>
          <p:nvPr/>
        </p:nvSpPr>
        <p:spPr>
          <a:xfrm>
            <a:off x="457200" y="2971800"/>
            <a:ext cx="3783600" cy="3199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Sometimes multiple Java versions are installed on the same system.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For example: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17 (LTS)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21 (LTS)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Older legacy version (Java 8)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Different projects may require different versions.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If versions are not managed properly: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PATH conflicts occur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Wrong JDK compiles the project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Build tools fail (Maven / Gradle)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Proper version management prevents conflicts.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8" name="Rounded Rectangle 81"/>
          <p:cNvSpPr/>
          <p:nvPr/>
        </p:nvSpPr>
        <p:spPr>
          <a:xfrm>
            <a:off x="450792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9" name="Rounded Rectangle 82"/>
          <p:cNvSpPr/>
          <p:nvPr/>
        </p:nvSpPr>
        <p:spPr>
          <a:xfrm>
            <a:off x="4434840" y="3108960"/>
            <a:ext cx="3288600" cy="2833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Check installed versions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Locate JDK folders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Update JAVA_HOME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Update PATH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Restart terminal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Verify using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-version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javac -version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0" name="Rounded Rectangle 83"/>
          <p:cNvSpPr/>
          <p:nvPr/>
        </p:nvSpPr>
        <p:spPr>
          <a:xfrm>
            <a:off x="802836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1" name="Rounded Rectangle 84"/>
          <p:cNvSpPr/>
          <p:nvPr/>
        </p:nvSpPr>
        <p:spPr>
          <a:xfrm>
            <a:off x="8001000" y="2971800"/>
            <a:ext cx="3427920" cy="3041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# Check current version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java -version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javac -version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# Show active JAVA_HOME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echo %JAVA_HOME%      (Windows)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echo $JAVA_HOME       (Linux/Mac)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# Example version paths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Java 17 → /jdk-17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Java 21 → /jdk-21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# After switching version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java -version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2" name="TextBox 3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" name="Rectangle 177"/>
          <p:cNvSpPr/>
          <p:nvPr/>
        </p:nvSpPr>
        <p:spPr>
          <a:xfrm>
            <a:off x="0" y="0"/>
            <a:ext cx="12187080" cy="68562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4" name="Rectangle 178"/>
          <p:cNvSpPr/>
          <p:nvPr/>
        </p:nvSpPr>
        <p:spPr>
          <a:xfrm>
            <a:off x="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5" name="Rectangle 179"/>
          <p:cNvSpPr/>
          <p:nvPr/>
        </p:nvSpPr>
        <p:spPr>
          <a:xfrm>
            <a:off x="914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6" name="Rectangle 180"/>
          <p:cNvSpPr/>
          <p:nvPr/>
        </p:nvSpPr>
        <p:spPr>
          <a:xfrm>
            <a:off x="1828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7" name="Rectangle 181"/>
          <p:cNvSpPr/>
          <p:nvPr/>
        </p:nvSpPr>
        <p:spPr>
          <a:xfrm>
            <a:off x="2743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8" name="Rectangle 182"/>
          <p:cNvSpPr/>
          <p:nvPr/>
        </p:nvSpPr>
        <p:spPr>
          <a:xfrm>
            <a:off x="3657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9" name="Rectangle 183"/>
          <p:cNvSpPr/>
          <p:nvPr/>
        </p:nvSpPr>
        <p:spPr>
          <a:xfrm>
            <a:off x="4572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0" name="Rectangle 184"/>
          <p:cNvSpPr/>
          <p:nvPr/>
        </p:nvSpPr>
        <p:spPr>
          <a:xfrm>
            <a:off x="5486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1" name="Rectangle 185"/>
          <p:cNvSpPr/>
          <p:nvPr/>
        </p:nvSpPr>
        <p:spPr>
          <a:xfrm>
            <a:off x="6400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2" name="Rectangle 186"/>
          <p:cNvSpPr/>
          <p:nvPr/>
        </p:nvSpPr>
        <p:spPr>
          <a:xfrm>
            <a:off x="7315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3" name="Rectangle 187"/>
          <p:cNvSpPr/>
          <p:nvPr/>
        </p:nvSpPr>
        <p:spPr>
          <a:xfrm>
            <a:off x="8229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4" name="Rectangle 188"/>
          <p:cNvSpPr/>
          <p:nvPr/>
        </p:nvSpPr>
        <p:spPr>
          <a:xfrm>
            <a:off x="9144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5" name="Rectangle 189"/>
          <p:cNvSpPr/>
          <p:nvPr/>
        </p:nvSpPr>
        <p:spPr>
          <a:xfrm>
            <a:off x="10058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6" name="Rectangle 190"/>
          <p:cNvSpPr/>
          <p:nvPr/>
        </p:nvSpPr>
        <p:spPr>
          <a:xfrm>
            <a:off x="10972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7" name="Rectangle 191"/>
          <p:cNvSpPr/>
          <p:nvPr/>
        </p:nvSpPr>
        <p:spPr>
          <a:xfrm>
            <a:off x="11887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8" name="Rectangle 192"/>
          <p:cNvSpPr/>
          <p:nvPr/>
        </p:nvSpPr>
        <p:spPr>
          <a:xfrm>
            <a:off x="0" y="0"/>
            <a:ext cx="318240" cy="68562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9" name="Rounded Rectangle 85"/>
          <p:cNvSpPr/>
          <p:nvPr/>
        </p:nvSpPr>
        <p:spPr>
          <a:xfrm>
            <a:off x="9875520" y="365760"/>
            <a:ext cx="2009880" cy="501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0" name="TextBox 37"/>
          <p:cNvSpPr/>
          <p:nvPr/>
        </p:nvSpPr>
        <p:spPr>
          <a:xfrm>
            <a:off x="2876040" y="1005840"/>
            <a:ext cx="52196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HELLO WORLD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1" name="TextBox 38"/>
          <p:cNvSpPr/>
          <p:nvPr/>
        </p:nvSpPr>
        <p:spPr>
          <a:xfrm>
            <a:off x="429480" y="2194560"/>
            <a:ext cx="1011312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The first program every Java developer writes.It introduces the basic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structure of a Java application and shows how code is executed inside the Java Virtual Machine (JVM).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2" name="Rounded Rectangle 86"/>
          <p:cNvSpPr/>
          <p:nvPr/>
        </p:nvSpPr>
        <p:spPr>
          <a:xfrm>
            <a:off x="98748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3" name="Rounded Rectangle 87"/>
          <p:cNvSpPr/>
          <p:nvPr/>
        </p:nvSpPr>
        <p:spPr>
          <a:xfrm>
            <a:off x="914400" y="310896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Every Java program starts from a class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Execution begins from the main() method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System.out.println() prints output to the console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code is compiled into bytecode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runs inside the JVM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Key Idea: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Hello World demonstrates how Java source code turns into running output.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4" name="Rounded Rectangle 88"/>
          <p:cNvSpPr/>
          <p:nvPr/>
        </p:nvSpPr>
        <p:spPr>
          <a:xfrm>
            <a:off x="450792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5" name="Rounded Rectangle 89"/>
          <p:cNvSpPr/>
          <p:nvPr/>
        </p:nvSpPr>
        <p:spPr>
          <a:xfrm>
            <a:off x="4434840" y="310896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Write Java Code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Compile (javac)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Run with JVM (java)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Console Output → Hello World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6" name="Rounded Rectangle 90"/>
          <p:cNvSpPr/>
          <p:nvPr/>
        </p:nvSpPr>
        <p:spPr>
          <a:xfrm>
            <a:off x="802836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7" name="Rounded Rectangle 91"/>
          <p:cNvSpPr/>
          <p:nvPr/>
        </p:nvSpPr>
        <p:spPr>
          <a:xfrm>
            <a:off x="7955280" y="310896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HelloWorld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System.out.println("Hello World");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8" name="TextBox 3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9" name="Rectangle 193"/>
          <p:cNvSpPr/>
          <p:nvPr/>
        </p:nvSpPr>
        <p:spPr>
          <a:xfrm>
            <a:off x="0" y="0"/>
            <a:ext cx="12187080" cy="68562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0" name="Rectangle 194"/>
          <p:cNvSpPr/>
          <p:nvPr/>
        </p:nvSpPr>
        <p:spPr>
          <a:xfrm>
            <a:off x="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1" name="Rectangle 195"/>
          <p:cNvSpPr/>
          <p:nvPr/>
        </p:nvSpPr>
        <p:spPr>
          <a:xfrm>
            <a:off x="914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2" name="Rectangle 196"/>
          <p:cNvSpPr/>
          <p:nvPr/>
        </p:nvSpPr>
        <p:spPr>
          <a:xfrm>
            <a:off x="1828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3" name="Rectangle 197"/>
          <p:cNvSpPr/>
          <p:nvPr/>
        </p:nvSpPr>
        <p:spPr>
          <a:xfrm>
            <a:off x="2743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4" name="Rectangle 198"/>
          <p:cNvSpPr/>
          <p:nvPr/>
        </p:nvSpPr>
        <p:spPr>
          <a:xfrm>
            <a:off x="3657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5" name="Rectangle 199"/>
          <p:cNvSpPr/>
          <p:nvPr/>
        </p:nvSpPr>
        <p:spPr>
          <a:xfrm>
            <a:off x="4572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6" name="Rectangle 200"/>
          <p:cNvSpPr/>
          <p:nvPr/>
        </p:nvSpPr>
        <p:spPr>
          <a:xfrm>
            <a:off x="5486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7" name="Rectangle 201"/>
          <p:cNvSpPr/>
          <p:nvPr/>
        </p:nvSpPr>
        <p:spPr>
          <a:xfrm>
            <a:off x="6400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8" name="Rectangle 202"/>
          <p:cNvSpPr/>
          <p:nvPr/>
        </p:nvSpPr>
        <p:spPr>
          <a:xfrm>
            <a:off x="7315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9" name="Rectangle 203"/>
          <p:cNvSpPr/>
          <p:nvPr/>
        </p:nvSpPr>
        <p:spPr>
          <a:xfrm>
            <a:off x="8229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0" name="Rectangle 204"/>
          <p:cNvSpPr/>
          <p:nvPr/>
        </p:nvSpPr>
        <p:spPr>
          <a:xfrm>
            <a:off x="9144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1" name="Rectangle 205"/>
          <p:cNvSpPr/>
          <p:nvPr/>
        </p:nvSpPr>
        <p:spPr>
          <a:xfrm>
            <a:off x="10058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2" name="Rectangle 206"/>
          <p:cNvSpPr/>
          <p:nvPr/>
        </p:nvSpPr>
        <p:spPr>
          <a:xfrm>
            <a:off x="10972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3" name="Rectangle 207"/>
          <p:cNvSpPr/>
          <p:nvPr/>
        </p:nvSpPr>
        <p:spPr>
          <a:xfrm>
            <a:off x="11887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4" name="Rectangle 208"/>
          <p:cNvSpPr/>
          <p:nvPr/>
        </p:nvSpPr>
        <p:spPr>
          <a:xfrm>
            <a:off x="0" y="0"/>
            <a:ext cx="318240" cy="68562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5" name="Rounded Rectangle 92"/>
          <p:cNvSpPr/>
          <p:nvPr/>
        </p:nvSpPr>
        <p:spPr>
          <a:xfrm>
            <a:off x="9875520" y="365760"/>
            <a:ext cx="2009880" cy="501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6" name="TextBox 40"/>
          <p:cNvSpPr/>
          <p:nvPr/>
        </p:nvSpPr>
        <p:spPr>
          <a:xfrm>
            <a:off x="578160" y="1005840"/>
            <a:ext cx="98157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UNDERSTANDING JAVA HELLO WORLD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7" name="TextBox 41"/>
          <p:cNvSpPr/>
          <p:nvPr/>
        </p:nvSpPr>
        <p:spPr>
          <a:xfrm>
            <a:off x="1653840" y="2194560"/>
            <a:ext cx="766368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The Hello World program may look simple, but it contains the core structure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that every Java application follows.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8" name="Rounded Rectangle 93"/>
          <p:cNvSpPr/>
          <p:nvPr/>
        </p:nvSpPr>
        <p:spPr>
          <a:xfrm>
            <a:off x="98748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9" name="Rounded Rectangle 94"/>
          <p:cNvSpPr/>
          <p:nvPr/>
        </p:nvSpPr>
        <p:spPr>
          <a:xfrm>
            <a:off x="914400" y="310896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●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program execution starts from main()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●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public → accessible from anywhere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●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static → runs without creating an object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●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void → method returns nothing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●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String[] args → command-line parameters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Key Idea: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main() method is the entry point of every Java application.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0" name="Rounded Rectangle 95"/>
          <p:cNvSpPr/>
          <p:nvPr/>
        </p:nvSpPr>
        <p:spPr>
          <a:xfrm>
            <a:off x="450792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1" name="Rounded Rectangle 96"/>
          <p:cNvSpPr/>
          <p:nvPr/>
        </p:nvSpPr>
        <p:spPr>
          <a:xfrm>
            <a:off x="4434840" y="310896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Program Start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JVM searches for main() method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main() executes instructions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System.out.println() runs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Text appears on console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2" name="Rounded Rectangle 97"/>
          <p:cNvSpPr/>
          <p:nvPr/>
        </p:nvSpPr>
        <p:spPr>
          <a:xfrm>
            <a:off x="802836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3" name="Rounded Rectangle 98"/>
          <p:cNvSpPr/>
          <p:nvPr/>
        </p:nvSpPr>
        <p:spPr>
          <a:xfrm>
            <a:off x="7955280" y="310896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HelloWorld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System.out.println("Hello World");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4" name="TextBox 4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5" name="Rectangle 225"/>
          <p:cNvSpPr/>
          <p:nvPr/>
        </p:nvSpPr>
        <p:spPr>
          <a:xfrm>
            <a:off x="0" y="0"/>
            <a:ext cx="12187800" cy="68569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6" name="Rectangle 226"/>
          <p:cNvSpPr/>
          <p:nvPr/>
        </p:nvSpPr>
        <p:spPr>
          <a:xfrm>
            <a:off x="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7" name="Rectangle 227"/>
          <p:cNvSpPr/>
          <p:nvPr/>
        </p:nvSpPr>
        <p:spPr>
          <a:xfrm>
            <a:off x="914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8" name="Rectangle 228"/>
          <p:cNvSpPr/>
          <p:nvPr/>
        </p:nvSpPr>
        <p:spPr>
          <a:xfrm>
            <a:off x="1828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9" name="Rectangle 229"/>
          <p:cNvSpPr/>
          <p:nvPr/>
        </p:nvSpPr>
        <p:spPr>
          <a:xfrm>
            <a:off x="2743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0" name="Rectangle 230"/>
          <p:cNvSpPr/>
          <p:nvPr/>
        </p:nvSpPr>
        <p:spPr>
          <a:xfrm>
            <a:off x="36576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1" name="Rectangle 231"/>
          <p:cNvSpPr/>
          <p:nvPr/>
        </p:nvSpPr>
        <p:spPr>
          <a:xfrm>
            <a:off x="45720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2" name="Rectangle 232"/>
          <p:cNvSpPr/>
          <p:nvPr/>
        </p:nvSpPr>
        <p:spPr>
          <a:xfrm>
            <a:off x="5486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3" name="Rectangle 233"/>
          <p:cNvSpPr/>
          <p:nvPr/>
        </p:nvSpPr>
        <p:spPr>
          <a:xfrm>
            <a:off x="6400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4" name="Rectangle 234"/>
          <p:cNvSpPr/>
          <p:nvPr/>
        </p:nvSpPr>
        <p:spPr>
          <a:xfrm>
            <a:off x="7315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5" name="Rectangle 235"/>
          <p:cNvSpPr/>
          <p:nvPr/>
        </p:nvSpPr>
        <p:spPr>
          <a:xfrm>
            <a:off x="82296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6" name="Rectangle 236"/>
          <p:cNvSpPr/>
          <p:nvPr/>
        </p:nvSpPr>
        <p:spPr>
          <a:xfrm>
            <a:off x="91440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7" name="Rectangle 237"/>
          <p:cNvSpPr/>
          <p:nvPr/>
        </p:nvSpPr>
        <p:spPr>
          <a:xfrm>
            <a:off x="10058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8" name="Rectangle 238"/>
          <p:cNvSpPr/>
          <p:nvPr/>
        </p:nvSpPr>
        <p:spPr>
          <a:xfrm>
            <a:off x="10972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9" name="Rectangle 239"/>
          <p:cNvSpPr/>
          <p:nvPr/>
        </p:nvSpPr>
        <p:spPr>
          <a:xfrm>
            <a:off x="11887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0" name="Rectangle 240"/>
          <p:cNvSpPr/>
          <p:nvPr/>
        </p:nvSpPr>
        <p:spPr>
          <a:xfrm>
            <a:off x="0" y="0"/>
            <a:ext cx="318960" cy="68569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1" name="Rounded Rectangle 106"/>
          <p:cNvSpPr/>
          <p:nvPr/>
        </p:nvSpPr>
        <p:spPr>
          <a:xfrm>
            <a:off x="9875520" y="365760"/>
            <a:ext cx="2010600" cy="5018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2" name="TextBox 46"/>
          <p:cNvSpPr/>
          <p:nvPr/>
        </p:nvSpPr>
        <p:spPr>
          <a:xfrm>
            <a:off x="2931480" y="1005840"/>
            <a:ext cx="510840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BASIC SYNTAX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3" name="TextBox 47"/>
          <p:cNvSpPr/>
          <p:nvPr/>
        </p:nvSpPr>
        <p:spPr>
          <a:xfrm>
            <a:off x="2680560" y="2194560"/>
            <a:ext cx="561096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Basic Syntax defines the fundamental rules and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structure required to write and execute a Java program.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4" name="Rounded Rectangle 107"/>
          <p:cNvSpPr/>
          <p:nvPr/>
        </p:nvSpPr>
        <p:spPr>
          <a:xfrm>
            <a:off x="98748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5" name="Rounded Rectangle 108"/>
          <p:cNvSpPr/>
          <p:nvPr/>
        </p:nvSpPr>
        <p:spPr>
          <a:xfrm>
            <a:off x="914400" y="310896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Basic Syntax refers to the core writing rules of Java programs.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Everything is written inside a class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Execution starts from the main() method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Statements end with semicolon ( ; 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Curly braces { } define code blocks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is case-sensitive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6" name="Rounded Rectangle 109"/>
          <p:cNvSpPr/>
          <p:nvPr/>
        </p:nvSpPr>
        <p:spPr>
          <a:xfrm>
            <a:off x="450792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7" name="Rounded Rectangle 110"/>
          <p:cNvSpPr/>
          <p:nvPr/>
        </p:nvSpPr>
        <p:spPr>
          <a:xfrm>
            <a:off x="4434840" y="310896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Start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Class Loaded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main() Method Executes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Statements Run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End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8" name="Rounded Rectangle 111"/>
          <p:cNvSpPr/>
          <p:nvPr/>
        </p:nvSpPr>
        <p:spPr>
          <a:xfrm>
            <a:off x="802836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9" name="Rounded Rectangle 112"/>
          <p:cNvSpPr/>
          <p:nvPr/>
        </p:nvSpPr>
        <p:spPr>
          <a:xfrm>
            <a:off x="7955280" y="310896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BasicSyntax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System.out.println("Hello Java!");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0" name="TextBox 48"/>
          <p:cNvSpPr/>
          <p:nvPr/>
        </p:nvSpPr>
        <p:spPr>
          <a:xfrm>
            <a:off x="4600080" y="6446520"/>
            <a:ext cx="30517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6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314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2026-02-16T22:52:20Z</dcterms:modified>
  <cp:revision>26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