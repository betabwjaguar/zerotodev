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9D2F75-B92D-4AA0-B2FA-83EAB88718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5713D2-47EB-4074-A5F6-0D7B12AAA0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CF78F8-FC27-4554-8803-ED266CE4A1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0A5FCD-B026-41F3-85D2-4ADCB86EB1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A87FB9-2D95-4E4A-B9CF-F6E1225F42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AB35D1-0FFC-40DD-87C7-F0E91E5D5A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E42F84-9D49-4438-B63E-39812ECCF6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53F408-FE97-4F50-8F33-AFF0159543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4CC594-B466-4A47-A61F-4BEF779EB7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65A0C7-AA8A-4A8E-A24C-CE7ABE1B2AC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735B42-EDA4-42B0-A54E-082C918E05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DEB9FA-1945-4140-8ECC-AC073F60877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88BE58-8AAF-4D5E-9386-47C6E8344A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4A52925-2097-4764-A105-2607829826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424E4B8-39C1-4CF2-85CF-63627C53974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33C192-4D36-4555-9A41-BF665C4D97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15B523E-3018-4805-A208-BDE8DB8D318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3B400F-9BFC-4279-8AA1-F9061C817F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B0AF47-0B4E-44E7-8009-949198E8B3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6FF16C-B44D-4F4B-A917-40C8ED2C6F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53D1E87-E9F4-4607-A09F-8DBFD28053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D9BAC7-2955-41B3-975A-B496829392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89BAF6-85DD-4504-B8E2-7AA59528747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ACA5C9-47EC-451B-9284-1FD75064B3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EB2B84-5B93-46E8-89DE-F8BCF70C05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5A56E9-BB63-4F38-B47F-67EAFB9640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EFB8333-B882-4E73-A8C7-02D44F322C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8DF5A4A-2897-44FC-B0BA-208FCD6BF8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FA4CEC-207B-41ED-9E42-226E769262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F0E985F-D89F-4F39-A868-43B2068358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5E2426-1692-42D9-A37F-981CC7AECF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DC4CDDD-C4B7-4746-BC80-FC5F18DD06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7A655B3-4B08-4261-9617-C2EDDA3D58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4D056D5-800A-4ABF-95A3-88C33A8E9C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41F2ED9-8FC3-4AB9-9B9D-B30208A8F26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4D68B46-8EEF-4111-BA9C-44B630D525B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69D80BA-AB92-4684-A352-ED8FA62732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FE8A61D-B60C-4DD5-9577-7416CFE1B8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5AA4BF-7151-4D89-B36F-45E455C57F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D73C90D-1EB6-4DAB-BA2A-28CF2EED24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F9FE99A-7F08-4591-BABE-4975D5151E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7B3FFC-8B2F-4FF2-9CAD-3C4D3F87C2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AF40BB9-7063-4602-AFC1-B5DC2B4401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BBB38A7-FA02-488C-9D50-177C4DA492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EBC6C1C-9ED7-4DB2-9E84-CF3D778265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10FC2C6-2894-4682-9245-33E139C5B3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84F501D-EE55-4A31-983C-B56A5418701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0C2438-198D-4595-8902-97813D22630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199ADF8-3B92-48E0-881C-3DF6036E47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974CF3D-ACA7-4030-86CB-DE44BAFC32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C8CC67D-06B8-4776-AE15-2602C99674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442DE5C-B2A0-4946-9B90-10EF095543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AB3BAC2-FCD1-416B-9FB1-32DFD02CA3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0127205-C360-4605-BB7F-A21A2017D3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E6A9B3-8B14-4DE2-AB9E-C06E6E7AFD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AA7C226-2E72-460D-9C48-A65BC9B0FE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7A7841F-B250-42FC-B766-F9D0980006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4AAD38E-D113-47EA-BF03-E13950A927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6B8B8EA-5088-4711-A023-C46764465D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7B9F2AF-886A-4AB0-B094-B9021058EB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C7F7615-0690-4445-A727-2F862DF32D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C7D3CB7-A2EC-4E75-B994-CAF2ED9A0D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B313A46-65F6-48A5-90DE-B742C80B78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960C04-5272-4B0E-BD11-833AB5053A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B6A0FE7-400B-42EF-8156-804559DC7C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F17D526-B40F-44BF-BE2A-88304A27B7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50D6B87-D24E-4F9B-B116-044F4A4C58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A13CC2-9254-4B4D-9AB3-55C4C4C525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8843941-E8E9-4C45-9909-C5F61B92D2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4743732-F8AF-4255-A7F0-95C5B9688B1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AF21014-7D22-4AAD-952A-7371F272634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25FD1C5-68A0-45F7-A639-8C3AA8AECF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BD4A9F3-BD6D-4913-A6A9-A8C3402991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4180BFC-01F4-4433-9B79-BE8D1778DCD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42E1211-AFF8-4FA7-BF14-DA093381F0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225526F-1BC7-4F82-B203-BF0E8F9AE0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5541B43-81F5-4920-BB4E-EA2345122F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049176C-3014-4087-B425-34A591B845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BC03744-8A91-4ACE-B6B8-0598FDD794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E4BD212-6864-42BA-8EDD-0968D21BD1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DE6A3E9-400A-469F-ADBA-0406E4A2ED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94C2099-73F5-469F-84AC-EE0A195B26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A93320D-D20D-45BA-B27C-32CEB845F76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8A830DA-60C3-46B1-96B8-221536D022B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95EF949-39DB-49E8-ABDE-5E6356803A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ADE1A21-BC71-4654-8B68-E90C504F8E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A3A2F52-8EED-43D3-892C-37E048F4D3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0FFE8F8-4A1D-4A5C-B187-5C081E4978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2B9D8D7-06D3-43A2-A4B5-A171AD7C01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A8E6CB5-584B-4451-A240-6B8E30BF2A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47BE14A-E0E0-4E4F-89BF-0B7AD21497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358F6D5-0117-40FF-A9A6-FFEF095FAA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A8763A4-79AE-4CFC-836C-2CC51FEEF8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3E520FD-B041-4E61-BA3D-946402704A8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A19AE06-0B73-4EE2-93EC-409AD7E352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4DB8954-FECF-40BD-AB35-CD70FFAC91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6F33C92-5D4C-4582-9873-978EDDED52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40620CB-8DE3-4C50-B2BE-783F5B263B5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73FCFE2-0B82-4B0C-9B01-7DACAA07CF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490D026-7BB0-479F-8DA5-15B91D87D5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81ACC28-CE05-4875-AA27-EE724F83002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612F5FF-8E22-47AD-97B7-CA5A4C87C6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A00261E-D015-4438-BDD2-80A1801225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00C1076-AD9C-4A01-9813-0F82C8E92B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0AB922A-2761-4A39-97E6-53F19EDED4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9D6F902-BC0B-4C5F-A16C-1C0E245226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C74B43B-808B-4E98-81F2-6B8A63D1683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BF59819-BFAB-468D-AE1C-026094EA54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AE43A85-7D82-4F79-8485-ECC8C9A7F7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D1073D4-86EB-4CE3-B6AE-40C3F73305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B13596B-C1FF-4EB6-9023-60A8C7D1B9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6F02E3B-3F8C-4E99-8C8F-8894E01BE31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04A4058-723B-4DF3-AEB2-36B969A808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BD717D7-6DFE-4F98-A815-2C8266A47C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0E5B1D1-5761-42EF-B681-F338FE92EB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AC90820-C734-4778-BB31-51474D2B89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DA3EEBD-9429-4412-9509-06B48C2D62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FE3B232-7619-4DE8-AE48-5755A7169D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A375C02-5174-484E-81F6-86AB281BA0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D680E74-2EBB-44EC-9BCF-EE24B1C3044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3766E07-AE6A-47E6-87AE-995A2E52E6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F3DDDA5-6CE8-4033-A7A5-03AEEEB1E8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C29FBEA-E1ED-43C9-BD7C-E854F7E062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2F96AF2-F440-4289-A299-9FD11CD6504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9D52228-5EBB-4203-8DAF-75FA2EDAF5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83B759A-F1B4-4F92-A24E-65D0F6DD4E3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E86272D-159E-45C2-A7F5-D9A532EFA5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BF4B285-D982-441F-A7ED-35327A8D1B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D37CC24-74E6-4CA3-8C4B-31C0D86AA6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3C6982E-B533-4825-B522-2300F30F0E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1AE3780-7B49-4E66-AA77-6F0FF98AE68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6F7F555-9F7C-4F43-AA98-784FBE325F8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E47FC9-29B6-4E0D-B955-5CED8FA0687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80F84E-A6D6-4AFF-B168-8EF3D18EAAC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0456CD-1741-4C8B-9CCD-74263A402F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43D956-28C7-47A3-877F-6CF6E3E646A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517D59-B47E-44D5-8413-C1244E6AC4D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E91201-39CD-4630-A2AD-A846DC9EC89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80C1E3-58E6-4EC3-B2FC-349A51F0A85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F1E49D-00BA-4373-96DC-5A413408716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FAC36E-4E7B-4521-8FF8-87710DCD19C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9CEC37-915C-4FD7-A837-994254965F6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75C785-435A-4A94-A6BD-CF7A8A81569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2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914400" y="3108960"/>
            <a:ext cx="328680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ounded Rectangle 2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2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Rounded Rectangle 2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ounded Rectangle 25"/>
          <p:cNvSpPr/>
          <p:nvPr/>
        </p:nvSpPr>
        <p:spPr>
          <a:xfrm>
            <a:off x="7955280" y="3108960"/>
            <a:ext cx="347076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Rectangle 3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3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3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3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3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3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3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3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4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4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4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4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4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4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4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4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ounded Rectangle 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10"/>
          <p:cNvSpPr/>
          <p:nvPr/>
        </p:nvSpPr>
        <p:spPr>
          <a:xfrm>
            <a:off x="826200" y="2925720"/>
            <a:ext cx="3390480" cy="370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Rounded Rectangle 1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"/>
          <p:cNvSpPr/>
          <p:nvPr/>
        </p:nvSpPr>
        <p:spPr>
          <a:xfrm>
            <a:off x="4434840" y="3108960"/>
            <a:ext cx="32868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Rounded Rectangle 1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ounded Rectangle 14"/>
          <p:cNvSpPr/>
          <p:nvPr/>
        </p:nvSpPr>
        <p:spPr>
          <a:xfrm>
            <a:off x="7955280" y="3108960"/>
            <a:ext cx="347076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Rectangle 16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6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6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6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6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6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7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7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7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7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32"/>
          <p:cNvSpPr/>
          <p:nvPr/>
        </p:nvSpPr>
        <p:spPr>
          <a:xfrm>
            <a:off x="2312280" y="1679400"/>
            <a:ext cx="63730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7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73"/>
          <p:cNvSpPr/>
          <p:nvPr/>
        </p:nvSpPr>
        <p:spPr>
          <a:xfrm>
            <a:off x="685800" y="2971800"/>
            <a:ext cx="351756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Rounded Rectangle 7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75"/>
          <p:cNvSpPr/>
          <p:nvPr/>
        </p:nvSpPr>
        <p:spPr>
          <a:xfrm>
            <a:off x="443484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Rounded Rectangle 7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ounded Rectangle 77"/>
          <p:cNvSpPr/>
          <p:nvPr/>
        </p:nvSpPr>
        <p:spPr>
          <a:xfrm>
            <a:off x="7955280" y="2971800"/>
            <a:ext cx="37015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14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4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4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4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4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4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5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5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5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5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5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5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5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5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5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6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Rounded Rectangle 6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66"/>
          <p:cNvSpPr/>
          <p:nvPr/>
        </p:nvSpPr>
        <p:spPr>
          <a:xfrm>
            <a:off x="685800" y="3108960"/>
            <a:ext cx="35172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67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68"/>
          <p:cNvSpPr/>
          <p:nvPr/>
        </p:nvSpPr>
        <p:spPr>
          <a:xfrm>
            <a:off x="4434840" y="3108960"/>
            <a:ext cx="32886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Rounded Rectangle 6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ounded Rectangle 70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4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4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5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5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5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5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5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5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5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5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5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5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6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6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6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6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5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16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18"/>
          <p:cNvSpPr/>
          <p:nvPr/>
        </p:nvSpPr>
        <p:spPr>
          <a:xfrm>
            <a:off x="685800" y="2743200"/>
            <a:ext cx="351540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Rounded Rectangle 19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26"/>
          <p:cNvSpPr/>
          <p:nvPr/>
        </p:nvSpPr>
        <p:spPr>
          <a:xfrm>
            <a:off x="4343400" y="2743200"/>
            <a:ext cx="3378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Rounded Rectangle 27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ounded Rectangle 28"/>
          <p:cNvSpPr/>
          <p:nvPr/>
        </p:nvSpPr>
        <p:spPr>
          <a:xfrm>
            <a:off x="7955280" y="2971800"/>
            <a:ext cx="369936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80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81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82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83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84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85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86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87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88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89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90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91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92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93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94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95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36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Rounded Rectangle 37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38"/>
          <p:cNvSpPr/>
          <p:nvPr/>
        </p:nvSpPr>
        <p:spPr>
          <a:xfrm>
            <a:off x="685800" y="3108960"/>
            <a:ext cx="35157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Rounded Rectangle 39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40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Rounded Rectangle 41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ounded Rectangle 42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Rectangle 64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65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66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67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68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69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70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71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72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73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74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75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76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77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78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79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29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3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31"/>
          <p:cNvSpPr/>
          <p:nvPr/>
        </p:nvSpPr>
        <p:spPr>
          <a:xfrm>
            <a:off x="457200" y="2971800"/>
            <a:ext cx="374436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Rounded Rectangle 3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33"/>
          <p:cNvSpPr/>
          <p:nvPr/>
        </p:nvSpPr>
        <p:spPr>
          <a:xfrm>
            <a:off x="4343400" y="2971800"/>
            <a:ext cx="342540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Rounded Rectangle 3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ounded Rectangle 35"/>
          <p:cNvSpPr/>
          <p:nvPr/>
        </p:nvSpPr>
        <p:spPr>
          <a:xfrm>
            <a:off x="7955280" y="3108960"/>
            <a:ext cx="369972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96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9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9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9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0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0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0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0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0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0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0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0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0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0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1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1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4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Rounded Rectangle 4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45"/>
          <p:cNvSpPr/>
          <p:nvPr/>
        </p:nvSpPr>
        <p:spPr>
          <a:xfrm>
            <a:off x="475560" y="2514600"/>
            <a:ext cx="372636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Rounded Rectangle 4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47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Rounded Rectangle 4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ounded Rectangle 49"/>
          <p:cNvSpPr/>
          <p:nvPr/>
        </p:nvSpPr>
        <p:spPr>
          <a:xfrm>
            <a:off x="7955280" y="2514600"/>
            <a:ext cx="3700080" cy="3406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8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Rectangle 11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1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1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1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1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1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1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1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2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2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2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2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2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2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2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2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5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Rounded Rectangle 5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52"/>
          <p:cNvSpPr/>
          <p:nvPr/>
        </p:nvSpPr>
        <p:spPr>
          <a:xfrm>
            <a:off x="685800" y="2971800"/>
            <a:ext cx="351612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Rounded Rectangle 5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54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Rounded Rectangle 5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ounded Rectangle 56"/>
          <p:cNvSpPr/>
          <p:nvPr/>
        </p:nvSpPr>
        <p:spPr>
          <a:xfrm>
            <a:off x="7955280" y="2971800"/>
            <a:ext cx="3471480" cy="296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2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2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3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13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13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13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3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3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3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3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3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3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4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4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4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4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5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Rounded Rectangle 5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59"/>
          <p:cNvSpPr/>
          <p:nvPr/>
        </p:nvSpPr>
        <p:spPr>
          <a:xfrm>
            <a:off x="685800" y="3108960"/>
            <a:ext cx="351684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Rounded Rectangle 6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ounded Rectangle 61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Rounded Rectangle 6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ounded Rectangle 63"/>
          <p:cNvSpPr/>
          <p:nvPr/>
        </p:nvSpPr>
        <p:spPr>
          <a:xfrm>
            <a:off x="7955280" y="3108960"/>
            <a:ext cx="347220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Rectangle 17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17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17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17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18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18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18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18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18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18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18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18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8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8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9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9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7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35"/>
          <p:cNvSpPr/>
          <p:nvPr/>
        </p:nvSpPr>
        <p:spPr>
          <a:xfrm>
            <a:off x="2356200" y="2057400"/>
            <a:ext cx="6329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7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80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Rounded Rectangle 8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ounded Rectangle 82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Rounded Rectangle 8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ounded Rectangle 84"/>
          <p:cNvSpPr/>
          <p:nvPr/>
        </p:nvSpPr>
        <p:spPr>
          <a:xfrm>
            <a:off x="7955280" y="2971800"/>
            <a:ext cx="370152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Rectangle 19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19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19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19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19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19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19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19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0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0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0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0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0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0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0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0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8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37"/>
          <p:cNvSpPr/>
          <p:nvPr/>
        </p:nvSpPr>
        <p:spPr>
          <a:xfrm>
            <a:off x="1242720" y="900360"/>
            <a:ext cx="8483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Rounded Rectangle 8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87"/>
          <p:cNvSpPr/>
          <p:nvPr/>
        </p:nvSpPr>
        <p:spPr>
          <a:xfrm>
            <a:off x="595440" y="2743200"/>
            <a:ext cx="35179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Rounded Rectangle 88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ounded Rectangle 89"/>
          <p:cNvSpPr/>
          <p:nvPr/>
        </p:nvSpPr>
        <p:spPr>
          <a:xfrm>
            <a:off x="4343400" y="2880360"/>
            <a:ext cx="3656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Rounded Rectangle 90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ounded Rectangle 91"/>
          <p:cNvSpPr/>
          <p:nvPr/>
        </p:nvSpPr>
        <p:spPr>
          <a:xfrm>
            <a:off x="8229600" y="2972880"/>
            <a:ext cx="365616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Rectangle 20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0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1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21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21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21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1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1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1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1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1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1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2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2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2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2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92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41"/>
          <p:cNvSpPr/>
          <p:nvPr/>
        </p:nvSpPr>
        <p:spPr>
          <a:xfrm>
            <a:off x="2647440" y="1600200"/>
            <a:ext cx="58096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Rounded Rectangle 93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94"/>
          <p:cNvSpPr/>
          <p:nvPr/>
        </p:nvSpPr>
        <p:spPr>
          <a:xfrm>
            <a:off x="457200" y="2743200"/>
            <a:ext cx="37468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Rounded Rectangle 95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ounded Rectangle 96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Rounded Rectangle 9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ounded Rectangle 98"/>
          <p:cNvSpPr/>
          <p:nvPr/>
        </p:nvSpPr>
        <p:spPr>
          <a:xfrm>
            <a:off x="7955280" y="2514600"/>
            <a:ext cx="393084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Rectangle 22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2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2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2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2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2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3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3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3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3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3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3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3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3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3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3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9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44"/>
          <p:cNvSpPr/>
          <p:nvPr/>
        </p:nvSpPr>
        <p:spPr>
          <a:xfrm>
            <a:off x="2094480" y="2057400"/>
            <a:ext cx="6782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ounded Rectangle 10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01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Rounded Rectangle 10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ounded Rectangle 10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Rounded Rectangle 10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ounded Rectangle 105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Rectangle 24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41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42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43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44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45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46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47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48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49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50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51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52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53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54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55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0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46"/>
          <p:cNvSpPr/>
          <p:nvPr/>
        </p:nvSpPr>
        <p:spPr>
          <a:xfrm>
            <a:off x="1659960" y="1005840"/>
            <a:ext cx="7651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DATA LOSS &amp; PRECISION LOSS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47"/>
          <p:cNvSpPr/>
          <p:nvPr/>
        </p:nvSpPr>
        <p:spPr>
          <a:xfrm>
            <a:off x="2286000" y="1826640"/>
            <a:ext cx="6432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may cause data loss when converting from a larger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 to a smaller one.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Decimal values can be removed and large values may overflow.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Rounded Rectangle 10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0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Occurs in explicit (narrowing) casting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truncated (not rounded)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Smaller types cannot store full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May lead to incorrect results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loss happens especially with float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Rounded Rectangle 10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ounded Rectangle 110"/>
          <p:cNvSpPr/>
          <p:nvPr/>
        </p:nvSpPr>
        <p:spPr>
          <a:xfrm>
            <a:off x="4343400" y="3108960"/>
            <a:ext cx="338184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Decimal part is completely removed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rounding happens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Rounded Rectangle 11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ounded Rectangle 112"/>
          <p:cNvSpPr/>
          <p:nvPr/>
        </p:nvSpPr>
        <p:spPr>
          <a:xfrm>
            <a:off x="7955280" y="2971800"/>
            <a:ext cx="39315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DataLossExample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value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(int) 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System.out.println("Original: " + 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System.out.println("After casting: " + result);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bigValue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converted = (int) bigValue;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System.out.println("Float: " + bigValue);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System.out.println("Int: " + converted);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0" name="TextBox 48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2026-03-18T18:58:44Z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