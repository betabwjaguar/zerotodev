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F04BE3-9AC3-4156-A16D-F99A97CBE6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845D528-64B4-44A6-BCCB-0AED14D952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0A6BFF-8744-4130-B56D-6369762C04C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BA4D3A-500F-4832-98FA-2F9B02573C4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3C449F-7A29-4F6B-B600-9D4AF348563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7ACB8A-47BB-4408-87FA-5BAFB6139F8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3E13CC-00FC-46C2-AFEC-38C8C163E8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0715133-94BD-471D-A1D2-83A8BC20B8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59A4A9-BCF3-45A7-8B7E-DAEADC3F37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88FF1A7-F3CF-498C-AB55-1908DA82A93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402EFB-D462-4891-951B-2CFABBF7880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EF20472-8412-40E9-9AFB-6F45801C540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3240" cy="352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4502A2-4FF5-4CB6-A21A-A1BD4EB129A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1480" cy="352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5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7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8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10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12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3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5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6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ounded Rectangle 17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20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ounded Rectangle 21"/>
          <p:cNvSpPr/>
          <p:nvPr/>
        </p:nvSpPr>
        <p:spPr>
          <a:xfrm>
            <a:off x="914400" y="310896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Rounded Rectangle 22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ounded Rectangle 23"/>
          <p:cNvSpPr/>
          <p:nvPr/>
        </p:nvSpPr>
        <p:spPr>
          <a:xfrm>
            <a:off x="4434840" y="310896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ounded Rectangle 24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ounded Rectangle 25"/>
          <p:cNvSpPr/>
          <p:nvPr/>
        </p:nvSpPr>
        <p:spPr>
          <a:xfrm>
            <a:off x="7955280" y="2971800"/>
            <a:ext cx="3920760" cy="364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32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17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18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19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20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21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22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23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24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25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26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27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28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29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30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31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ounded Rectangle 8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9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ounded Rectangle 10"/>
          <p:cNvSpPr/>
          <p:nvPr/>
        </p:nvSpPr>
        <p:spPr>
          <a:xfrm>
            <a:off x="914400" y="3108960"/>
            <a:ext cx="3279960" cy="3052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Rounded Rectangle 11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ounded Rectangle 12"/>
          <p:cNvSpPr/>
          <p:nvPr/>
        </p:nvSpPr>
        <p:spPr>
          <a:xfrm>
            <a:off x="4434840" y="2971800"/>
            <a:ext cx="3279960" cy="341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ounded Rectangle 13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ounded Rectangle 14"/>
          <p:cNvSpPr/>
          <p:nvPr/>
        </p:nvSpPr>
        <p:spPr>
          <a:xfrm>
            <a:off x="7955280" y="3108960"/>
            <a:ext cx="3692520" cy="3052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33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34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35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36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37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38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39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40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41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42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43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44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45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46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47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48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ounded Rectangle 15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16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ounded Rectangle 18"/>
          <p:cNvSpPr/>
          <p:nvPr/>
        </p:nvSpPr>
        <p:spPr>
          <a:xfrm>
            <a:off x="685800" y="2971800"/>
            <a:ext cx="3508560" cy="318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Rounded Rectangle 19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ounded Rectangle 26"/>
          <p:cNvSpPr/>
          <p:nvPr/>
        </p:nvSpPr>
        <p:spPr>
          <a:xfrm>
            <a:off x="4434840" y="2971800"/>
            <a:ext cx="3279960" cy="341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Rounded Rectangle 27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ounded Rectangle 28"/>
          <p:cNvSpPr/>
          <p:nvPr/>
        </p:nvSpPr>
        <p:spPr>
          <a:xfrm>
            <a:off x="7955280" y="3108960"/>
            <a:ext cx="3692520" cy="3052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49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50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51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52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3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4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5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6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7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8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9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60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1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62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3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4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ounded Rectangle 29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30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ounded Rectangle 31"/>
          <p:cNvSpPr/>
          <p:nvPr/>
        </p:nvSpPr>
        <p:spPr>
          <a:xfrm>
            <a:off x="685800" y="2971800"/>
            <a:ext cx="3508560" cy="318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Rounded Rectangle 32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ounded Rectangle 33"/>
          <p:cNvSpPr/>
          <p:nvPr/>
        </p:nvSpPr>
        <p:spPr>
          <a:xfrm>
            <a:off x="4434840" y="2971800"/>
            <a:ext cx="3279960" cy="341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Rounded Rectangle 34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ounded Rectangle 35"/>
          <p:cNvSpPr/>
          <p:nvPr/>
        </p:nvSpPr>
        <p:spPr>
          <a:xfrm>
            <a:off x="7955280" y="2743200"/>
            <a:ext cx="3921840" cy="387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65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66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7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68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9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70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71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72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3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4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5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6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7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8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9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80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ounded Rectangle 36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ounded Rectangle 37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ounded Rectangle 38"/>
          <p:cNvSpPr/>
          <p:nvPr/>
        </p:nvSpPr>
        <p:spPr>
          <a:xfrm>
            <a:off x="457200" y="2743200"/>
            <a:ext cx="3737160" cy="387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Rounded Rectangle 39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ounded Rectangle 40"/>
          <p:cNvSpPr/>
          <p:nvPr/>
        </p:nvSpPr>
        <p:spPr>
          <a:xfrm>
            <a:off x="4434840" y="2971800"/>
            <a:ext cx="3279960" cy="341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ounded Rectangle 41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ounded Rectangle 42"/>
          <p:cNvSpPr/>
          <p:nvPr/>
        </p:nvSpPr>
        <p:spPr>
          <a:xfrm>
            <a:off x="8001000" y="3200400"/>
            <a:ext cx="346500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81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82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83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4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5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6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7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8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9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90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91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92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3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4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5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6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43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ounded Rectangle 44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45"/>
          <p:cNvSpPr/>
          <p:nvPr/>
        </p:nvSpPr>
        <p:spPr>
          <a:xfrm>
            <a:off x="457200" y="2514600"/>
            <a:ext cx="3736800" cy="410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Rounded Rectangle 46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ounded Rectangle 47"/>
          <p:cNvSpPr/>
          <p:nvPr/>
        </p:nvSpPr>
        <p:spPr>
          <a:xfrm>
            <a:off x="4434840" y="2514600"/>
            <a:ext cx="3279600" cy="387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ounded Rectangle 48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ounded Rectangle 49"/>
          <p:cNvSpPr/>
          <p:nvPr/>
        </p:nvSpPr>
        <p:spPr>
          <a:xfrm>
            <a:off x="8001000" y="2286000"/>
            <a:ext cx="3648240" cy="4105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Rectangle 97"/>
          <p:cNvSpPr/>
          <p:nvPr/>
        </p:nvSpPr>
        <p:spPr>
          <a:xfrm>
            <a:off x="0" y="0"/>
            <a:ext cx="12177000" cy="6846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98"/>
          <p:cNvSpPr/>
          <p:nvPr/>
        </p:nvSpPr>
        <p:spPr>
          <a:xfrm>
            <a:off x="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99"/>
          <p:cNvSpPr/>
          <p:nvPr/>
        </p:nvSpPr>
        <p:spPr>
          <a:xfrm>
            <a:off x="914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00"/>
          <p:cNvSpPr/>
          <p:nvPr/>
        </p:nvSpPr>
        <p:spPr>
          <a:xfrm>
            <a:off x="1828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101"/>
          <p:cNvSpPr/>
          <p:nvPr/>
        </p:nvSpPr>
        <p:spPr>
          <a:xfrm>
            <a:off x="2743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102"/>
          <p:cNvSpPr/>
          <p:nvPr/>
        </p:nvSpPr>
        <p:spPr>
          <a:xfrm>
            <a:off x="3657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3"/>
          <p:cNvSpPr/>
          <p:nvPr/>
        </p:nvSpPr>
        <p:spPr>
          <a:xfrm>
            <a:off x="4572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4"/>
          <p:cNvSpPr/>
          <p:nvPr/>
        </p:nvSpPr>
        <p:spPr>
          <a:xfrm>
            <a:off x="5486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5"/>
          <p:cNvSpPr/>
          <p:nvPr/>
        </p:nvSpPr>
        <p:spPr>
          <a:xfrm>
            <a:off x="6400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6"/>
          <p:cNvSpPr/>
          <p:nvPr/>
        </p:nvSpPr>
        <p:spPr>
          <a:xfrm>
            <a:off x="7315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7"/>
          <p:cNvSpPr/>
          <p:nvPr/>
        </p:nvSpPr>
        <p:spPr>
          <a:xfrm>
            <a:off x="82296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8"/>
          <p:cNvSpPr/>
          <p:nvPr/>
        </p:nvSpPr>
        <p:spPr>
          <a:xfrm>
            <a:off x="91440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9"/>
          <p:cNvSpPr/>
          <p:nvPr/>
        </p:nvSpPr>
        <p:spPr>
          <a:xfrm>
            <a:off x="100584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10"/>
          <p:cNvSpPr/>
          <p:nvPr/>
        </p:nvSpPr>
        <p:spPr>
          <a:xfrm>
            <a:off x="109728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11"/>
          <p:cNvSpPr/>
          <p:nvPr/>
        </p:nvSpPr>
        <p:spPr>
          <a:xfrm>
            <a:off x="11887200" y="0"/>
            <a:ext cx="6480" cy="6846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12"/>
          <p:cNvSpPr/>
          <p:nvPr/>
        </p:nvSpPr>
        <p:spPr>
          <a:xfrm>
            <a:off x="0" y="0"/>
            <a:ext cx="308160" cy="6846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50"/>
          <p:cNvSpPr/>
          <p:nvPr/>
        </p:nvSpPr>
        <p:spPr>
          <a:xfrm>
            <a:off x="9875520" y="365760"/>
            <a:ext cx="1999800" cy="491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ounded Rectangle 51"/>
          <p:cNvSpPr/>
          <p:nvPr/>
        </p:nvSpPr>
        <p:spPr>
          <a:xfrm>
            <a:off x="98748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52"/>
          <p:cNvSpPr/>
          <p:nvPr/>
        </p:nvSpPr>
        <p:spPr>
          <a:xfrm>
            <a:off x="457200" y="2743200"/>
            <a:ext cx="3877200" cy="387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Rounded Rectangle 53"/>
          <p:cNvSpPr/>
          <p:nvPr/>
        </p:nvSpPr>
        <p:spPr>
          <a:xfrm>
            <a:off x="450792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ounded Rectangle 54"/>
          <p:cNvSpPr/>
          <p:nvPr/>
        </p:nvSpPr>
        <p:spPr>
          <a:xfrm>
            <a:off x="4572000" y="2743200"/>
            <a:ext cx="34200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Rounded Rectangle 55"/>
          <p:cNvSpPr/>
          <p:nvPr/>
        </p:nvSpPr>
        <p:spPr>
          <a:xfrm>
            <a:off x="8028360" y="3182040"/>
            <a:ext cx="3279960" cy="2731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ounded Rectangle 56"/>
          <p:cNvSpPr/>
          <p:nvPr/>
        </p:nvSpPr>
        <p:spPr>
          <a:xfrm>
            <a:off x="8229600" y="2514600"/>
            <a:ext cx="3648600" cy="410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113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14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15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16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7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8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9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20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21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22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3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4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5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6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7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8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57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58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59"/>
          <p:cNvSpPr/>
          <p:nvPr/>
        </p:nvSpPr>
        <p:spPr>
          <a:xfrm>
            <a:off x="914400" y="2743200"/>
            <a:ext cx="32796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Rounded Rectangle 60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ounded Rectangle 61"/>
          <p:cNvSpPr/>
          <p:nvPr/>
        </p:nvSpPr>
        <p:spPr>
          <a:xfrm>
            <a:off x="4434840" y="2743200"/>
            <a:ext cx="32796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ounded Rectangle 62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ounded Rectangle 63"/>
          <p:cNvSpPr/>
          <p:nvPr/>
        </p:nvSpPr>
        <p:spPr>
          <a:xfrm>
            <a:off x="7955280" y="2743200"/>
            <a:ext cx="369216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29"/>
          <p:cNvSpPr/>
          <p:nvPr/>
        </p:nvSpPr>
        <p:spPr>
          <a:xfrm>
            <a:off x="0" y="0"/>
            <a:ext cx="12176280" cy="6845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30"/>
          <p:cNvSpPr/>
          <p:nvPr/>
        </p:nvSpPr>
        <p:spPr>
          <a:xfrm>
            <a:off x="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31"/>
          <p:cNvSpPr/>
          <p:nvPr/>
        </p:nvSpPr>
        <p:spPr>
          <a:xfrm>
            <a:off x="914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32"/>
          <p:cNvSpPr/>
          <p:nvPr/>
        </p:nvSpPr>
        <p:spPr>
          <a:xfrm>
            <a:off x="1828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3"/>
          <p:cNvSpPr/>
          <p:nvPr/>
        </p:nvSpPr>
        <p:spPr>
          <a:xfrm>
            <a:off x="2743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4"/>
          <p:cNvSpPr/>
          <p:nvPr/>
        </p:nvSpPr>
        <p:spPr>
          <a:xfrm>
            <a:off x="3657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5"/>
          <p:cNvSpPr/>
          <p:nvPr/>
        </p:nvSpPr>
        <p:spPr>
          <a:xfrm>
            <a:off x="4572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6"/>
          <p:cNvSpPr/>
          <p:nvPr/>
        </p:nvSpPr>
        <p:spPr>
          <a:xfrm>
            <a:off x="5486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7"/>
          <p:cNvSpPr/>
          <p:nvPr/>
        </p:nvSpPr>
        <p:spPr>
          <a:xfrm>
            <a:off x="6400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8"/>
          <p:cNvSpPr/>
          <p:nvPr/>
        </p:nvSpPr>
        <p:spPr>
          <a:xfrm>
            <a:off x="7315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9"/>
          <p:cNvSpPr/>
          <p:nvPr/>
        </p:nvSpPr>
        <p:spPr>
          <a:xfrm>
            <a:off x="82296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40"/>
          <p:cNvSpPr/>
          <p:nvPr/>
        </p:nvSpPr>
        <p:spPr>
          <a:xfrm>
            <a:off x="91440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41"/>
          <p:cNvSpPr/>
          <p:nvPr/>
        </p:nvSpPr>
        <p:spPr>
          <a:xfrm>
            <a:off x="100584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2"/>
          <p:cNvSpPr/>
          <p:nvPr/>
        </p:nvSpPr>
        <p:spPr>
          <a:xfrm>
            <a:off x="109728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3"/>
          <p:cNvSpPr/>
          <p:nvPr/>
        </p:nvSpPr>
        <p:spPr>
          <a:xfrm>
            <a:off x="11887200" y="0"/>
            <a:ext cx="5760" cy="6845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4"/>
          <p:cNvSpPr/>
          <p:nvPr/>
        </p:nvSpPr>
        <p:spPr>
          <a:xfrm>
            <a:off x="0" y="0"/>
            <a:ext cx="307440" cy="6845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64"/>
          <p:cNvSpPr/>
          <p:nvPr/>
        </p:nvSpPr>
        <p:spPr>
          <a:xfrm>
            <a:off x="9875520" y="365760"/>
            <a:ext cx="1999080" cy="490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5"/>
          <p:cNvSpPr/>
          <p:nvPr/>
        </p:nvSpPr>
        <p:spPr>
          <a:xfrm>
            <a:off x="98748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66"/>
          <p:cNvSpPr/>
          <p:nvPr/>
        </p:nvSpPr>
        <p:spPr>
          <a:xfrm>
            <a:off x="914400" y="3108960"/>
            <a:ext cx="3279240" cy="3282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67"/>
          <p:cNvSpPr/>
          <p:nvPr/>
        </p:nvSpPr>
        <p:spPr>
          <a:xfrm>
            <a:off x="450792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68"/>
          <p:cNvSpPr/>
          <p:nvPr/>
        </p:nvSpPr>
        <p:spPr>
          <a:xfrm>
            <a:off x="4434840" y="3200400"/>
            <a:ext cx="3279240" cy="319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69"/>
          <p:cNvSpPr/>
          <p:nvPr/>
        </p:nvSpPr>
        <p:spPr>
          <a:xfrm>
            <a:off x="8028360" y="3182040"/>
            <a:ext cx="3279240" cy="2730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70"/>
          <p:cNvSpPr/>
          <p:nvPr/>
        </p:nvSpPr>
        <p:spPr>
          <a:xfrm>
            <a:off x="8003880" y="2971800"/>
            <a:ext cx="3417480" cy="3418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145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46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47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48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9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50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51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52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3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4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5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6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7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8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9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60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71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72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73"/>
          <p:cNvSpPr/>
          <p:nvPr/>
        </p:nvSpPr>
        <p:spPr>
          <a:xfrm>
            <a:off x="685800" y="2743200"/>
            <a:ext cx="35082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74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75"/>
          <p:cNvSpPr/>
          <p:nvPr/>
        </p:nvSpPr>
        <p:spPr>
          <a:xfrm>
            <a:off x="443484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76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77"/>
          <p:cNvSpPr/>
          <p:nvPr/>
        </p:nvSpPr>
        <p:spPr>
          <a:xfrm>
            <a:off x="8001000" y="2743200"/>
            <a:ext cx="342108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61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62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3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64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5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6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7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8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9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70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71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72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3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4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5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6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78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79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80"/>
          <p:cNvSpPr/>
          <p:nvPr/>
        </p:nvSpPr>
        <p:spPr>
          <a:xfrm>
            <a:off x="685800" y="2743200"/>
            <a:ext cx="35082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81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82"/>
          <p:cNvSpPr/>
          <p:nvPr/>
        </p:nvSpPr>
        <p:spPr>
          <a:xfrm>
            <a:off x="443484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83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84"/>
          <p:cNvSpPr/>
          <p:nvPr/>
        </p:nvSpPr>
        <p:spPr>
          <a:xfrm>
            <a:off x="8001000" y="2743200"/>
            <a:ext cx="342108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177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78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79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80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81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82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3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4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5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6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7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8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9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90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91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92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85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86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87"/>
          <p:cNvSpPr/>
          <p:nvPr/>
        </p:nvSpPr>
        <p:spPr>
          <a:xfrm>
            <a:off x="685800" y="2743200"/>
            <a:ext cx="35082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88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89"/>
          <p:cNvSpPr/>
          <p:nvPr/>
        </p:nvSpPr>
        <p:spPr>
          <a:xfrm>
            <a:off x="443484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90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91"/>
          <p:cNvSpPr/>
          <p:nvPr/>
        </p:nvSpPr>
        <p:spPr>
          <a:xfrm>
            <a:off x="8001000" y="2514600"/>
            <a:ext cx="365040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193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94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95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96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7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8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9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200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201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202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3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4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5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6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7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8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92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93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94"/>
          <p:cNvSpPr/>
          <p:nvPr/>
        </p:nvSpPr>
        <p:spPr>
          <a:xfrm>
            <a:off x="685800" y="2971800"/>
            <a:ext cx="31935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95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96"/>
          <p:cNvSpPr/>
          <p:nvPr/>
        </p:nvSpPr>
        <p:spPr>
          <a:xfrm>
            <a:off x="425736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97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98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209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10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11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12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3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4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5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6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7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8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9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20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21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22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3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4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99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100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01"/>
          <p:cNvSpPr/>
          <p:nvPr/>
        </p:nvSpPr>
        <p:spPr>
          <a:xfrm>
            <a:off x="685800" y="2971800"/>
            <a:ext cx="31935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102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103"/>
          <p:cNvSpPr/>
          <p:nvPr/>
        </p:nvSpPr>
        <p:spPr>
          <a:xfrm>
            <a:off x="425736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104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05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225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26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27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28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9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30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31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32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3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4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5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6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7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8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9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40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106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107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108"/>
          <p:cNvSpPr/>
          <p:nvPr/>
        </p:nvSpPr>
        <p:spPr>
          <a:xfrm>
            <a:off x="685800" y="2971800"/>
            <a:ext cx="319356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109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110"/>
          <p:cNvSpPr/>
          <p:nvPr/>
        </p:nvSpPr>
        <p:spPr>
          <a:xfrm>
            <a:off x="4257360" y="2971800"/>
            <a:ext cx="327960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111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12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241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42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43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44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5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6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7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8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9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50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51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52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3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4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5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6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113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114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115"/>
          <p:cNvSpPr/>
          <p:nvPr/>
        </p:nvSpPr>
        <p:spPr>
          <a:xfrm>
            <a:off x="685800" y="2743200"/>
            <a:ext cx="31935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116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117"/>
          <p:cNvSpPr/>
          <p:nvPr/>
        </p:nvSpPr>
        <p:spPr>
          <a:xfrm>
            <a:off x="4257360" y="2743200"/>
            <a:ext cx="32796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118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119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257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58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59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60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61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62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3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4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5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6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7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8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9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70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71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72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120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121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122"/>
          <p:cNvSpPr/>
          <p:nvPr/>
        </p:nvSpPr>
        <p:spPr>
          <a:xfrm>
            <a:off x="685800" y="2743200"/>
            <a:ext cx="31935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123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124"/>
          <p:cNvSpPr/>
          <p:nvPr/>
        </p:nvSpPr>
        <p:spPr>
          <a:xfrm>
            <a:off x="4257360" y="2743200"/>
            <a:ext cx="32796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125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26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273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274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275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276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7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8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9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80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81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82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3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4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5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6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7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8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127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128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129"/>
          <p:cNvSpPr/>
          <p:nvPr/>
        </p:nvSpPr>
        <p:spPr>
          <a:xfrm>
            <a:off x="685800" y="2514600"/>
            <a:ext cx="31935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130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131"/>
          <p:cNvSpPr/>
          <p:nvPr/>
        </p:nvSpPr>
        <p:spPr>
          <a:xfrm>
            <a:off x="4257360" y="2743200"/>
            <a:ext cx="327960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132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133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289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290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291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292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3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4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5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6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7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8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9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300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301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302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3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4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134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135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136"/>
          <p:cNvSpPr/>
          <p:nvPr/>
        </p:nvSpPr>
        <p:spPr>
          <a:xfrm>
            <a:off x="685800" y="2514600"/>
            <a:ext cx="31935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137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138"/>
          <p:cNvSpPr/>
          <p:nvPr/>
        </p:nvSpPr>
        <p:spPr>
          <a:xfrm>
            <a:off x="4485960" y="2976120"/>
            <a:ext cx="2824560" cy="2962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139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140"/>
          <p:cNvSpPr/>
          <p:nvPr/>
        </p:nvSpPr>
        <p:spPr>
          <a:xfrm>
            <a:off x="8001000" y="2514600"/>
            <a:ext cx="3421080" cy="3879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305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06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07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08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9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10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11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12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3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4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5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6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7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8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9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20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141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61"/>
          <p:cNvSpPr/>
          <p:nvPr/>
        </p:nvSpPr>
        <p:spPr>
          <a:xfrm>
            <a:off x="2553480" y="732600"/>
            <a:ext cx="5857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62"/>
          <p:cNvSpPr/>
          <p:nvPr/>
        </p:nvSpPr>
        <p:spPr>
          <a:xfrm>
            <a:off x="2229120" y="1466280"/>
            <a:ext cx="712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42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143"/>
          <p:cNvSpPr/>
          <p:nvPr/>
        </p:nvSpPr>
        <p:spPr>
          <a:xfrm>
            <a:off x="688320" y="2743920"/>
            <a:ext cx="319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144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145"/>
          <p:cNvSpPr/>
          <p:nvPr/>
        </p:nvSpPr>
        <p:spPr>
          <a:xfrm>
            <a:off x="4485960" y="2976120"/>
            <a:ext cx="2824560" cy="319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146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47"/>
          <p:cNvSpPr/>
          <p:nvPr/>
        </p:nvSpPr>
        <p:spPr>
          <a:xfrm>
            <a:off x="7772400" y="2514600"/>
            <a:ext cx="388188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321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22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23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24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5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6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7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8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9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30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31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32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3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4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5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6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148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65"/>
          <p:cNvSpPr/>
          <p:nvPr/>
        </p:nvSpPr>
        <p:spPr>
          <a:xfrm>
            <a:off x="2430360" y="1371600"/>
            <a:ext cx="67222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149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150"/>
          <p:cNvSpPr/>
          <p:nvPr/>
        </p:nvSpPr>
        <p:spPr>
          <a:xfrm>
            <a:off x="688680" y="2820240"/>
            <a:ext cx="319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151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152"/>
          <p:cNvSpPr/>
          <p:nvPr/>
        </p:nvSpPr>
        <p:spPr>
          <a:xfrm>
            <a:off x="4343400" y="2976120"/>
            <a:ext cx="2824560" cy="319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153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154"/>
          <p:cNvSpPr/>
          <p:nvPr/>
        </p:nvSpPr>
        <p:spPr>
          <a:xfrm>
            <a:off x="7671960" y="2286360"/>
            <a:ext cx="352548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337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38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39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40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41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42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3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4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5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6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7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8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9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50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51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52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55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67"/>
          <p:cNvSpPr/>
          <p:nvPr/>
        </p:nvSpPr>
        <p:spPr>
          <a:xfrm>
            <a:off x="3484440" y="732600"/>
            <a:ext cx="3995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8"/>
          <p:cNvSpPr/>
          <p:nvPr/>
        </p:nvSpPr>
        <p:spPr>
          <a:xfrm>
            <a:off x="1586160" y="1371600"/>
            <a:ext cx="8410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56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57"/>
          <p:cNvSpPr/>
          <p:nvPr/>
        </p:nvSpPr>
        <p:spPr>
          <a:xfrm>
            <a:off x="688680" y="2820240"/>
            <a:ext cx="319356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58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59"/>
          <p:cNvSpPr/>
          <p:nvPr/>
        </p:nvSpPr>
        <p:spPr>
          <a:xfrm>
            <a:off x="4343400" y="2976120"/>
            <a:ext cx="2824560" cy="319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60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61"/>
          <p:cNvSpPr/>
          <p:nvPr/>
        </p:nvSpPr>
        <p:spPr>
          <a:xfrm>
            <a:off x="7671960" y="2286000"/>
            <a:ext cx="35258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353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54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55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56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7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8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9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60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61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62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3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4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5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6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7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8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62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70"/>
          <p:cNvSpPr/>
          <p:nvPr/>
        </p:nvSpPr>
        <p:spPr>
          <a:xfrm>
            <a:off x="2286000" y="656640"/>
            <a:ext cx="6411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71"/>
          <p:cNvSpPr/>
          <p:nvPr/>
        </p:nvSpPr>
        <p:spPr>
          <a:xfrm>
            <a:off x="1828800" y="1222920"/>
            <a:ext cx="81594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63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64"/>
          <p:cNvSpPr/>
          <p:nvPr/>
        </p:nvSpPr>
        <p:spPr>
          <a:xfrm>
            <a:off x="688680" y="2514600"/>
            <a:ext cx="34228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65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66"/>
          <p:cNvSpPr/>
          <p:nvPr/>
        </p:nvSpPr>
        <p:spPr>
          <a:xfrm>
            <a:off x="4441680" y="2967120"/>
            <a:ext cx="2824560" cy="319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67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68"/>
          <p:cNvSpPr/>
          <p:nvPr/>
        </p:nvSpPr>
        <p:spPr>
          <a:xfrm>
            <a:off x="7671960" y="2286000"/>
            <a:ext cx="3525840" cy="4110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369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70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71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372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3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4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5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6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7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8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9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80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81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82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3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4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69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73"/>
          <p:cNvSpPr/>
          <p:nvPr/>
        </p:nvSpPr>
        <p:spPr>
          <a:xfrm>
            <a:off x="1711440" y="656640"/>
            <a:ext cx="7560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3: Type Checks &amp; Precision)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74"/>
          <p:cNvSpPr/>
          <p:nvPr/>
        </p:nvSpPr>
        <p:spPr>
          <a:xfrm>
            <a:off x="991800" y="1222920"/>
            <a:ext cx="9832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in Java extend beyond simple math.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instanceof operator allows us to compare an object's type against a class,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comparing floating-point numbers (double/float) requires strict delta checks due to binary precision limitations.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70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71"/>
          <p:cNvSpPr/>
          <p:nvPr/>
        </p:nvSpPr>
        <p:spPr>
          <a:xfrm>
            <a:off x="688680" y="2514600"/>
            <a:ext cx="34228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Comparison (instanceof):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Compares an object reference to a class type. Returns true if the object is an instance of that class, subclass, or interface.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Precision Trap: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Computers store decimals in binary (IEEE 754). This causes rounding issues. For example, 0.1 + 0.2 does not exactly equal 0.3 (it equals 0.30000000000000004).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Delta Check Solution: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Never compare floats/doubles with ==. Instead, check if the absolute difference between them is smaller than a tiny threshold (epsilon, e.g., 0.00001).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72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73"/>
          <p:cNvSpPr/>
          <p:nvPr/>
        </p:nvSpPr>
        <p:spPr>
          <a:xfrm>
            <a:off x="4581000" y="2967120"/>
            <a:ext cx="2824560" cy="274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Precision vs Type Checks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ask 1: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Check if a generic object is a String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obj instanceof String (Safely returns boolean)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Task 2: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Compare double values a and 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Wrong: a == b (Vulnerable to binary rounding errors)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Right: Math.abs(a - b) &lt; 0.00001 (Delta threshold check)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74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75"/>
          <p:cNvSpPr/>
          <p:nvPr/>
        </p:nvSpPr>
        <p:spPr>
          <a:xfrm>
            <a:off x="7900560" y="2286000"/>
            <a:ext cx="284076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PrecisionInstanceof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TYPE COMPARISON (instanceof)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text = "Hello World";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isString = text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isNumber = text instanceof Number; // false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FLOATING-POINT PRECISION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(d1 == d2);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DELTA CHECK SOLUTION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Math.abs(d1 - d2) &lt; epsilon;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badCompare);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goodCompare);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385"/>
          <p:cNvSpPr/>
          <p:nvPr/>
        </p:nvSpPr>
        <p:spPr>
          <a:xfrm>
            <a:off x="0" y="0"/>
            <a:ext cx="12176640" cy="6845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386"/>
          <p:cNvSpPr/>
          <p:nvPr/>
        </p:nvSpPr>
        <p:spPr>
          <a:xfrm>
            <a:off x="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387"/>
          <p:cNvSpPr/>
          <p:nvPr/>
        </p:nvSpPr>
        <p:spPr>
          <a:xfrm>
            <a:off x="914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388"/>
          <p:cNvSpPr/>
          <p:nvPr/>
        </p:nvSpPr>
        <p:spPr>
          <a:xfrm>
            <a:off x="1828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9"/>
          <p:cNvSpPr/>
          <p:nvPr/>
        </p:nvSpPr>
        <p:spPr>
          <a:xfrm>
            <a:off x="2743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90"/>
          <p:cNvSpPr/>
          <p:nvPr/>
        </p:nvSpPr>
        <p:spPr>
          <a:xfrm>
            <a:off x="3657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91"/>
          <p:cNvSpPr/>
          <p:nvPr/>
        </p:nvSpPr>
        <p:spPr>
          <a:xfrm>
            <a:off x="4572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92"/>
          <p:cNvSpPr/>
          <p:nvPr/>
        </p:nvSpPr>
        <p:spPr>
          <a:xfrm>
            <a:off x="5486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3"/>
          <p:cNvSpPr/>
          <p:nvPr/>
        </p:nvSpPr>
        <p:spPr>
          <a:xfrm>
            <a:off x="6400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4"/>
          <p:cNvSpPr/>
          <p:nvPr/>
        </p:nvSpPr>
        <p:spPr>
          <a:xfrm>
            <a:off x="7315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5"/>
          <p:cNvSpPr/>
          <p:nvPr/>
        </p:nvSpPr>
        <p:spPr>
          <a:xfrm>
            <a:off x="82296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6"/>
          <p:cNvSpPr/>
          <p:nvPr/>
        </p:nvSpPr>
        <p:spPr>
          <a:xfrm>
            <a:off x="91440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7"/>
          <p:cNvSpPr/>
          <p:nvPr/>
        </p:nvSpPr>
        <p:spPr>
          <a:xfrm>
            <a:off x="100584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8"/>
          <p:cNvSpPr/>
          <p:nvPr/>
        </p:nvSpPr>
        <p:spPr>
          <a:xfrm>
            <a:off x="109728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9"/>
          <p:cNvSpPr/>
          <p:nvPr/>
        </p:nvSpPr>
        <p:spPr>
          <a:xfrm>
            <a:off x="11887200" y="0"/>
            <a:ext cx="6120" cy="6845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400"/>
          <p:cNvSpPr/>
          <p:nvPr/>
        </p:nvSpPr>
        <p:spPr>
          <a:xfrm>
            <a:off x="0" y="0"/>
            <a:ext cx="307800" cy="6845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76"/>
          <p:cNvSpPr/>
          <p:nvPr/>
        </p:nvSpPr>
        <p:spPr>
          <a:xfrm>
            <a:off x="9875520" y="365760"/>
            <a:ext cx="1999440" cy="490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76"/>
          <p:cNvSpPr/>
          <p:nvPr/>
        </p:nvSpPr>
        <p:spPr>
          <a:xfrm>
            <a:off x="2580840" y="656640"/>
            <a:ext cx="5820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User Access Control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77"/>
          <p:cNvSpPr/>
          <p:nvPr/>
        </p:nvSpPr>
        <p:spPr>
          <a:xfrm>
            <a:off x="2959560" y="1222920"/>
            <a:ext cx="5896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relational operators form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business rules writtento validate user registration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processes, security boundaries, and role-based access control (RBAC).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77"/>
          <p:cNvSpPr/>
          <p:nvPr/>
        </p:nvSpPr>
        <p:spPr>
          <a:xfrm>
            <a:off x="98748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78"/>
          <p:cNvSpPr/>
          <p:nvPr/>
        </p:nvSpPr>
        <p:spPr>
          <a:xfrm>
            <a:off x="685800" y="2743200"/>
            <a:ext cx="342360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Age Verification (&gt;=):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Validates whether a user meets the legal age limit (e.g., 18) required to register or access restricted areas.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Password Matching (.equals()):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Securely matches the entered password character-by-character, rather than comparing its volatile memory address.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Role Validation (instanceof):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Dynamically verifies at runtime whether the logged-in user object belongs to the "Admin" class or role.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79"/>
          <p:cNvSpPr/>
          <p:nvPr/>
        </p:nvSpPr>
        <p:spPr>
          <a:xfrm>
            <a:off x="450792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80"/>
          <p:cNvSpPr/>
          <p:nvPr/>
        </p:nvSpPr>
        <p:spPr>
          <a:xfrm>
            <a:off x="4580640" y="2743200"/>
            <a:ext cx="274068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[ User Login Workflow 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Inputs: age = 20, password = "Pass123", User Object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1. Age Check: age &gt;= 18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(Age Limit Passed)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2. Password Check: entered.equals(stored)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(Password Matches)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3. Role Check: user instanceof Admin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Yes (true) ➔ Redirect to Admin Panel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 (false) ➔ Load Standard UI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181"/>
          <p:cNvSpPr/>
          <p:nvPr/>
        </p:nvSpPr>
        <p:spPr>
          <a:xfrm>
            <a:off x="8028360" y="3182040"/>
            <a:ext cx="3279600" cy="2730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82"/>
          <p:cNvSpPr/>
          <p:nvPr/>
        </p:nvSpPr>
        <p:spPr>
          <a:xfrm>
            <a:off x="7790040" y="2514600"/>
            <a:ext cx="363744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AccessControl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USER DATA INPUTS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enteredPass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storedPass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activeUser = "AdminObject"; // Mock object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VALIDATION (Relational &amp; Content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agePassed = (age &gt;= 18);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passPassed = enteredPass.equals(storedPass);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ROLE CHECK (Type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Is activeUser a String (representing Admin)?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activeUser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(agePassed &amp;&amp; passPassed)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System.out.println("Login Successful!");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System.out.println("Admin panel unlocked.");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Rectangle 40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40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40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40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1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1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1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183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79"/>
          <p:cNvSpPr/>
          <p:nvPr/>
        </p:nvSpPr>
        <p:spPr>
          <a:xfrm>
            <a:off x="1536840" y="457200"/>
            <a:ext cx="7909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Operators: Final Summary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80"/>
          <p:cNvSpPr/>
          <p:nvPr/>
        </p:nvSpPr>
        <p:spPr>
          <a:xfrm>
            <a:off x="1600200" y="1438920"/>
            <a:ext cx="80128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manage decision-making and flow control in programming.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they compare raw values for primitive types,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we must watch out for Java's internal memory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 when comparing objects, Strings, and floating-point numbers.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ounded Rectangle 184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185"/>
          <p:cNvSpPr/>
          <p:nvPr/>
        </p:nvSpPr>
        <p:spPr>
          <a:xfrm>
            <a:off x="685800" y="2853360"/>
            <a:ext cx="351684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While == compares raw values for primitives, it compares memory addresses for objects (Strings, Integers). Always use .equals() for structural content checks.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Boundary: 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numbers (double/float) should never be compared with ==. Instead, check if the absolute difference between them is smaller than a tiny tolerance value (epsilon).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Type Validation: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instanceof operator is used at runtime to safely check whether an object belongs to a specific class, subclass, or interface.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Comparing Integer objects with == is only reliable between -128 and 127. Outside this boundary, it falls back to reference checking and fails.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Rounded Rectangle 186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187"/>
          <p:cNvSpPr/>
          <p:nvPr/>
        </p:nvSpPr>
        <p:spPr>
          <a:xfrm>
            <a:off x="4572000" y="3108960"/>
            <a:ext cx="342648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Quick Comparison Map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primitive numbers?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or a &lt; b (Fast and 100% safe)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String objects (text)?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s1.equals(s2)!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double/float decimals?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(Delta threshold)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Validate an object's class type?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ClassName (Safe runtime check)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Rounded Rectangle 188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89"/>
          <p:cNvSpPr/>
          <p:nvPr/>
        </p:nvSpPr>
        <p:spPr>
          <a:xfrm>
            <a:off x="8246880" y="2286000"/>
            <a:ext cx="36550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RelationalSummary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 (Primitive)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(x &lt; 20);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 &amp; OBJECT COMPARISON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CORRECT METHOD!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WRONG / RISKY!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TYPE CHECKING (instanceof)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Object obj = "Test";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 = obj instanceof String;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4. FLOATING-POINT PRECISION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properComp = Math.abs(d1 - d2) &lt; 1e-5;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System.out.println("Matches: " + properComp);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Rectangle 417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418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419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420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21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22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3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4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5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6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7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8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9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30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31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32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190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Box 82"/>
          <p:cNvSpPr/>
          <p:nvPr/>
        </p:nvSpPr>
        <p:spPr>
          <a:xfrm>
            <a:off x="2265120" y="457200"/>
            <a:ext cx="64508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Operators in Java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83"/>
          <p:cNvSpPr/>
          <p:nvPr/>
        </p:nvSpPr>
        <p:spPr>
          <a:xfrm>
            <a:off x="1600200" y="1328040"/>
            <a:ext cx="81273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Comparison operators are used to evaluate the relationship between two values.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They test for equality, inequality, or size differences, always returning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logical boolean decision (true or false) to guide program execution.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Rounded Rectangle 191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92"/>
          <p:cNvSpPr/>
          <p:nvPr/>
        </p:nvSpPr>
        <p:spPr>
          <a:xfrm>
            <a:off x="685800" y="3061800"/>
            <a:ext cx="3198600" cy="2859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Equality &amp; Inequality: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== (equal to) and != (not equal to) directly compare raw values.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Boundary Checks: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test for size relationships (greater than, less than, or equal bounds).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Return Type: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output of any comparison operation is always a primitive boolean value.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String Warning: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For object and text comparison, always use .equals() instead of == to verify the actual content rather than memory addresses.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Rounded Rectangle 193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194"/>
          <p:cNvSpPr/>
          <p:nvPr/>
        </p:nvSpPr>
        <p:spPr>
          <a:xfrm>
            <a:off x="4344120" y="2971800"/>
            <a:ext cx="342648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&amp; Logical Decision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Inputs: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Equality Check: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false (Numbers are not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Boundary Check: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(25 is greater than 20)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Decision Making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resulting true/false directs conditional blocks (if-else).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Rounded Rectangle 195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196"/>
          <p:cNvSpPr/>
          <p:nvPr/>
        </p:nvSpPr>
        <p:spPr>
          <a:xfrm>
            <a:off x="8246880" y="2286000"/>
            <a:ext cx="36550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ComparisonIntro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Equality &amp; Inequality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(x == y);  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isDifferent = (x != y);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Boundary (Size)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(x &gt; y);  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isLessOrEqual = (x &lt;= y);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Use in Conditional Blocks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if (isGreater)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 greater than Y.");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equal: " + isEqual);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different: " + isDifferent);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Rectangle 433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434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435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436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7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8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9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40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41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42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3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4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5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6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7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8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ounded Rectangle 197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Box 85"/>
          <p:cNvSpPr/>
          <p:nvPr/>
        </p:nvSpPr>
        <p:spPr>
          <a:xfrm>
            <a:off x="1569240" y="457200"/>
            <a:ext cx="78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 in Java (Comparable)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86"/>
          <p:cNvSpPr/>
          <p:nvPr/>
        </p:nvSpPr>
        <p:spPr>
          <a:xfrm>
            <a:off x="691200" y="1143000"/>
            <a:ext cx="100886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primitive numbers can be easily compared using &lt; or &gt;,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comparing custom objects (such as Students or Products) for size or order requires implementing the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interface and using the compareTo()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Rounded Rectangle 198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199"/>
          <p:cNvSpPr/>
          <p:nvPr/>
        </p:nvSpPr>
        <p:spPr>
          <a:xfrm>
            <a:off x="457200" y="2971800"/>
            <a:ext cx="3427200" cy="2859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We Need It: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Writing student1 &gt; student2 causes a compile-time error in Java. We must explicitly define which attribute (e.g., age, price) determines the comparison order.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How compareTo() Works: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 is greater than B (Returns a positive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 is less than B (Returns a negative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Both objects are equal under the comparison criteria (Returns zero).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ounded Rectangle 200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ounded Rectangle 201"/>
          <p:cNvSpPr/>
          <p:nvPr/>
        </p:nvSpPr>
        <p:spPr>
          <a:xfrm>
            <a:off x="4343400" y="2971800"/>
            <a:ext cx="342684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Object Comparison Logic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Positive Return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&gt; B (Object A is greater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Negative Return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&lt; B (Object A is less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Return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== B (Both objects are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ounded Rectangle 202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203"/>
          <p:cNvSpPr/>
          <p:nvPr/>
        </p:nvSpPr>
        <p:spPr>
          <a:xfrm>
            <a:off x="8263800" y="2514600"/>
            <a:ext cx="36219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ObjectComparison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Comparing Number Objects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positive (1) because num1 &gt; num2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numResult = num1.compareTo(num2);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Comparing String Objects (Alphabetically)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text1 = "Alice";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text2 = "Bob";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negative because "Alice" comes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textResult = text1.compareTo(text2);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 Comp: " + numResult);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 Comp: " + textResult); // Negative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ectangle 449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450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451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452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453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54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55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56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57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58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59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60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61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62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63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64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ounded Rectangle 204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88"/>
          <p:cNvSpPr/>
          <p:nvPr/>
        </p:nvSpPr>
        <p:spPr>
          <a:xfrm>
            <a:off x="1083960" y="457200"/>
            <a:ext cx="81252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Objects: The Engine of Flexibility (Comparator)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Box 89"/>
          <p:cNvSpPr/>
          <p:nvPr/>
        </p:nvSpPr>
        <p:spPr>
          <a:xfrm>
            <a:off x="770760" y="1143000"/>
            <a:ext cx="99298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Comparable defines a class's "natural" ordering,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Comparator allows us to create multiple, flexible sorting rules (e.g., by age, price, name) through external intervention.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is the most powerful tool for changing sorting logic without touching the original class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Rounded Rectangle 205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206"/>
          <p:cNvSpPr/>
          <p:nvPr/>
        </p:nvSpPr>
        <p:spPr>
          <a:xfrm>
            <a:off x="458640" y="2514600"/>
            <a:ext cx="342684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vs. Comparator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(Internal):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Embedded within the class. Provides a single "natural" order (e.g., sorted by Student ID).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(External):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Acts as an externally assigned "referee". Allows you to define different rules for the same object (e.g., by age, by name).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Rounded Rectangle 207"/>
          <p:cNvSpPr/>
          <p:nvPr/>
        </p:nvSpPr>
        <p:spPr>
          <a:xfrm>
            <a:off x="448164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ounded Rectangle 208"/>
          <p:cNvSpPr/>
          <p:nvPr/>
        </p:nvSpPr>
        <p:spPr>
          <a:xfrm>
            <a:off x="4343400" y="2514600"/>
            <a:ext cx="342648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The Engine of Flexibility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Goal: Sort the list differently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 price? ➔ PriceComp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 name? ➔ NameComp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Workflow: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1. Write the Comparator rule.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2. Pass the rule into sort().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3. Java sorts according to your rule.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Rounded Rectangle 209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210"/>
          <p:cNvSpPr/>
          <p:nvPr/>
        </p:nvSpPr>
        <p:spPr>
          <a:xfrm>
            <a:off x="8263800" y="2057400"/>
            <a:ext cx="339408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java.util.*;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FlexibleSorting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list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Arrays.asList("Zebra", "Apple");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NATURAL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FLEXIBLE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Comparator&lt;String&gt; lenComp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(s1, s2) -&gt;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Integer.compare(s1.length(),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s2.length());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lenComp);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Box 9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Rectangle 465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466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467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468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469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470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471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472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473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474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475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476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477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478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479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480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ounded Rectangle 211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TextBox 91"/>
          <p:cNvSpPr/>
          <p:nvPr/>
        </p:nvSpPr>
        <p:spPr>
          <a:xfrm>
            <a:off x="2413440" y="457200"/>
            <a:ext cx="546624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Strategies: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TextBox 92"/>
          <p:cNvSpPr/>
          <p:nvPr/>
        </p:nvSpPr>
        <p:spPr>
          <a:xfrm>
            <a:off x="1095120" y="1143000"/>
            <a:ext cx="9280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Mastering object comparison in Java means knowing the right tool for the job.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Whether it's simple primitive checks, natural sorting, or dynamic custom sorting, choosing the correct strategy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determines the robustness and flexibility of your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Rounded Rectangle 212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ounded Rectangle 213"/>
          <p:cNvSpPr/>
          <p:nvPr/>
        </p:nvSpPr>
        <p:spPr>
          <a:xfrm>
            <a:off x="458640" y="2514600"/>
            <a:ext cx="342756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CHEAT SHEET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Use &lt;, &gt;, == directly. It's fast, built-in, and safe.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Strings: Never use ==. Always use .equals() for content, and compareTo() for sorting.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Use for a "Natural Order" that is permanently fixed (e.g., ID-based sorting).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Use for "Custom Orders" (e.g., sort by price today, sort by name tomorrow).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Rounded Rectangle 214"/>
          <p:cNvSpPr/>
          <p:nvPr/>
        </p:nvSpPr>
        <p:spPr>
          <a:xfrm>
            <a:off x="448164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ounded Rectangle 215"/>
          <p:cNvSpPr/>
          <p:nvPr/>
        </p:nvSpPr>
        <p:spPr>
          <a:xfrm>
            <a:off x="4343400" y="2514600"/>
            <a:ext cx="342648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Decision Map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Need a quick logical test?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Operators (==, !=, &lt;, &gt;)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Need to sort a list naturally?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 Comparable interface.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Need multiple/dynamic sort orders?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a Comparator strategy.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Comparing textual content?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.equals().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Rounded Rectangle 216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ounded Rectangle 217"/>
          <p:cNvSpPr/>
          <p:nvPr/>
        </p:nvSpPr>
        <p:spPr>
          <a:xfrm>
            <a:off x="8263800" y="1828800"/>
            <a:ext cx="3394080" cy="4572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FINAL OVERVIEW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FinalSummary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Primitive: Fast &amp; Safe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5, y = 10;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(x &lt; y) { /* Logic */ 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String: Content Check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"Hi";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(s1.equals("Hi")) { /* Safe */ 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3. Sorting Strategy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List&lt;Integer&gt; list = Arrays.asList(3, 1, 2);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Natural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Custom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(a, b) -&gt; b.compareTo(a)); // Reverse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TextBox 9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2026-06-25T03:19:50Z</dcterms:modified>
  <cp:revision>53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