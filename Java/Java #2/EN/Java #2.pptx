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slide4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CC0489-BDAF-41B9-BCF3-1D274D9BC90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A7A3EF-2D3D-4372-9885-717A9809BD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FA3CF9-8D8B-4845-9808-96AC054806B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114FA4-657B-430F-B399-82F6F566204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E678303-5668-4F8B-938A-AD72E35B240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DEA695-153F-49A4-B42D-891E6DA3F97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01CA52-BF7F-4394-8ADA-7A0FC726CF6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C72CAD-1C69-46A8-BD4E-6E71E8F7FD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B4A596-F9F3-4846-AF7C-FFE7D7A3FCD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27EFB6-C148-40E9-B21A-4F96E1FE619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C3CE29-4863-4975-B47B-D63B4F1A375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FA0FFC-64C1-48C2-AC6F-6F1E276E782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79956B0-63BF-4F77-8F62-E00D6621746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15E9054-3113-475B-A9CC-EBF7C51CF1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4F1338F-D2FB-4FA6-B8AF-E5E9C2C6F2F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E675270-0814-4B4B-86C4-A6A748CB506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44C4AF5-E2DE-4F93-A549-767D88D11D6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E834254-8486-40E7-B015-E86621DED77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BF6F04D-0EA3-4E76-8386-9EAA4C56358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661215F-752D-452B-A7BD-7ADA6696ED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181C8E2-924B-45A4-A7AF-E948D7BB556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7158B6A-A18A-41C5-8568-01EAD4F076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E7AF82E-DF59-4B6B-B9B5-688FD60E0F8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5EC9210-111A-4A6A-99D7-CBFD4998166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F3FCE90-32BA-48E1-A4A6-DDE030B425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F0EEDD-FCEE-4AD0-87D5-D85F8BF18BE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3243B36-84D1-4580-87D5-62F2B3806E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A7EF5D6-0486-4AFE-85ED-69AA1B111CF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86D7906-BE19-43F8-992C-ABFFDDF59C5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7A9F104-EBEE-4647-9589-580D125F3CB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82E213E-AF3B-4999-9D76-637C645325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A4CBC71-28BC-46B7-8AE4-1B132A3DF4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25C1BAB-1DD8-43F0-89C6-C62F9E3356F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E411C71-A829-40A6-8278-A9A42B5E8FF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AD37A8A-B775-4829-A6B6-C2266E653C1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96EAB13-5CE3-43AA-9C67-2952B7CEFBD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0EEEC99-4C0E-437C-AF65-C3178DAA804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2887CCD-AD14-4B62-9951-46736BE4CB3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E1EDD98-8292-434D-A306-789A4511169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5BF6CFD-72DA-48F4-9098-0550526B49E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C2D5EE0-D068-4F3E-80E1-1C123876032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F9E9A25-4595-47BA-B0DA-0EBE3E25516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E8662E8-1D87-405A-94E8-5739020725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FD9DEA9-E5EF-4D63-8C99-71475612DB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19B3EE2-39A4-4984-8D6C-CF9E67AF0C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694DB51-442E-454B-BAA9-9D83DF058E0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D7D78D5-A1CF-4F4D-9789-8F3E55BAF25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656E712-DBF9-4D13-BCD6-62F4755B3A6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B9D502-5A45-4C91-8C45-C45DEDC0E4B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4188F0-128C-4DED-BBD1-FAF71D2546F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88E19F1-E23A-419C-9B8A-ED2FA99DFC2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EFB6DA-4754-455D-A9E8-3C2E1BAE921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1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1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1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1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1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1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1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ounded Rectangle 1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Rounded Rectangle 2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21"/>
          <p:cNvSpPr/>
          <p:nvPr/>
        </p:nvSpPr>
        <p:spPr>
          <a:xfrm>
            <a:off x="685800" y="2521440"/>
            <a:ext cx="3428280" cy="332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2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2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Rounded Rectangle 2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ounded Rectangle 25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3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33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34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35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36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37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38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39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40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41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42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43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44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45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46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47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ounded Rectangle 8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Rounded Rectangle 9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10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11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12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Rounded Rectangle 13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ounded Rectangle 14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48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49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50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51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52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53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54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55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56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57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58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59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60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61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62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63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ounded Rectangle 15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ounded Rectangle 16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18"/>
          <p:cNvSpPr/>
          <p:nvPr/>
        </p:nvSpPr>
        <p:spPr>
          <a:xfrm>
            <a:off x="475560" y="2743200"/>
            <a:ext cx="3729240" cy="310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1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26"/>
          <p:cNvSpPr/>
          <p:nvPr/>
        </p:nvSpPr>
        <p:spPr>
          <a:xfrm>
            <a:off x="4343400" y="2918520"/>
            <a:ext cx="3519000" cy="293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Rounded Rectangle 27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ounded Rectangle 28"/>
          <p:cNvSpPr/>
          <p:nvPr/>
        </p:nvSpPr>
        <p:spPr>
          <a:xfrm>
            <a:off x="8023680" y="2743200"/>
            <a:ext cx="384048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Box 9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64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65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66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67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68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69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70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71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72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73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74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75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76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77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78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79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ounded Rectangle 29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ounded Rectangle 3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31"/>
          <p:cNvSpPr/>
          <p:nvPr/>
        </p:nvSpPr>
        <p:spPr>
          <a:xfrm>
            <a:off x="685800" y="3108960"/>
            <a:ext cx="351936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1" name="Rounded Rectangle 3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33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Rounded Rectangle 3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ounded Rectangle 35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Box 12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2026-02-07T21:22:24Z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