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A4650B-33B5-4B8C-B1C9-35422D49A8E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C71FE2-6451-427D-B67D-5E59A4CDA9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00BAB73-7456-415F-AE02-9CA05ACDC9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35B29E-A0BC-444B-897C-2BE10B9FF15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CAF486-3DA4-48FE-93CC-97BEF2F1AD8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758C06-5386-48E1-9A89-2D7E275B46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DCF241-23AE-49CB-8E5C-154200B370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289B6E-46A4-4D55-859B-8B17F231649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BDAE15-65A3-46E9-9598-86F41C7729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93041A-56F4-4E6A-9938-9920A9FC63A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E29F9D9-399A-4541-A826-AAEE4EF4572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AB32D7-86E0-417B-8ECD-86524B2BA94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BEDE45-D186-4A65-9594-7ACCB7032AA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F604137-CE1D-46F6-9D96-EAC159FF9E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F802DA9-DF72-4D4E-A1EF-FFE7A7E1BB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0A7A098-1275-42B2-9952-A9784EABB7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4319E76-9B13-478B-976E-E3663DCB25E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8D80E8-3D3D-4BAE-9305-3AD3E74ADA1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42D7F3-D071-4122-B57A-47E5B88EA7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0D563CB-E56A-4CCB-8C1B-BE95E7CD117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29FC506-F228-4361-921D-1C6FEBC703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A40FE17-2799-4860-971D-E8C935C9F1D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5DDA7EA-6969-4E17-AD59-16484627C0B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0C91E85-71CA-434B-81B5-F917759E93C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F455CFF-390B-43C2-9DEB-5C825122F6E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D8E6313-A8F8-410F-B3FB-B42256E86F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460C07F-6B3B-44BA-AFA2-5AA182B090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DA24E15-4E4A-419D-9ED2-4C506FE5E4E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E1D711D-D5F6-44E3-9E74-758A452FC9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A40C36C-0482-4530-8BB2-C686BBAC00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63FADCE-30A6-4E05-A1C8-EE61002DC1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1C81135-B229-4A87-A737-4AD11F43A7D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880A15C-43B4-4D6B-99EB-5F3ED137FF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9CF8F00-7E0A-425F-822D-58FC44B4AE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E5FC1C0-216B-4592-A8B8-CEFAEA0BCB0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E6B7A8F-09D5-4E29-B226-95AB1CE0CFF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A9BC061-6311-4D32-A261-CE69D386B01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F6414CD-4AD0-42F3-9BDB-84D43A9F4F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D8D4815-605D-44C6-9AE4-7995C28594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5B5DF2E-BCEC-4D74-9C2B-B2F35ED983C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67F213B-40CB-4CBB-827C-D6E89F4FB3B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415FB32-0325-4EA1-87AE-EA931CF18F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8E6C031-21F8-4881-8DFD-5B3175A2E2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35F42F8-59AB-490A-915C-A1C02A60CD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60AD0AD-2D12-4437-8E33-3ADF67EA9B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7409758-F170-41CD-B372-56AB8B43409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2582D81-574A-4294-8DDB-461656D991C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F2D0E04-EC7E-4AAA-881A-AE9FEBE0055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0B067C1-B124-41F0-9D2A-23B07BD9A1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11DA1AE-BDE0-42AA-8CA7-05B20F95428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06C4B0C-B0A4-455E-97AC-0D0819FE58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1CC113E-8BF1-46C0-BD68-C2040635724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D98FA5B-B679-41F5-87DF-C4A4EF24E63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1C640BE-9E63-4508-B338-286B5D41B41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B7D8416-C97C-4CC0-B66F-307C3FD2D7F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235FE9E-39CC-4303-A6A4-984044A10F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DAC23E8-2C19-4D3C-B608-18633F288C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E7B4C33-B62F-4B67-97B4-CA2975E6484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CA5F39C-5558-42B9-AAA1-ED91F273BD9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F27FC0-847D-4C4F-BADB-3DE1661E481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4374342-8E1C-49DB-AF89-1C984070C3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CE5F170-D4E9-4999-99F8-92B49317E6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601B868-02E2-4E21-B8B7-CBC030425B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33D7F97-15E9-4581-AF0B-12C8561E864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885E382-FB85-4C91-BD06-9CC11E023BF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41B9424-232C-4BA2-821A-6A088FFD37F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8CD58CE-DDDA-4508-8CA9-6C70D43320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A911FE5-2D54-4BF0-8C01-856362C603B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8548532-36C5-4405-9588-BDC0EFC83B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C32F74F-4428-4BFC-995E-3FD2AE6EC2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524FDD1-A163-4C52-988A-9D2627DA0FD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683F4AE-97CE-43B4-B018-13509946E67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8AA8C5-77D0-4454-8CF4-1D514067009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50A6A5-9FE6-40C2-A62D-E771D205431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AE4024-69A9-4A4E-A3A2-F327F0A6E7E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F7BB44-1151-4848-A6F1-D0750EE7A4D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C5BCB6-ADFF-4221-BCA4-698ACA215F5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E900F6-412D-4F39-A858-B22EE344BA2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Rectangle 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1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ounded Rectangle 2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ounded Rectangle 21"/>
          <p:cNvSpPr/>
          <p:nvPr/>
        </p:nvSpPr>
        <p:spPr>
          <a:xfrm>
            <a:off x="685800" y="2521440"/>
            <a:ext cx="3426120" cy="332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Rounded Rectangle 2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ounded Rectangle 2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Rounded Rectangle 2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ounded Rectangle 25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3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33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34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35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36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37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38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39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40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41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42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43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44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45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46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47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Rounded Rectangle 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ounded Rectangle 10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Rounded Rectangle 1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ounded Rectangle 12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Rounded Rectangle 1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ounded Rectangle 14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Rectangle 48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49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50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51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52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53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54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55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56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57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58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59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60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61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62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63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1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Rounded Rectangle 1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ounded Rectangle 18"/>
          <p:cNvSpPr/>
          <p:nvPr/>
        </p:nvSpPr>
        <p:spPr>
          <a:xfrm>
            <a:off x="475560" y="2743200"/>
            <a:ext cx="3727080" cy="310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Rounded Rectangle 1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ounded Rectangle 26"/>
          <p:cNvSpPr/>
          <p:nvPr/>
        </p:nvSpPr>
        <p:spPr>
          <a:xfrm>
            <a:off x="4343400" y="2918520"/>
            <a:ext cx="3516840" cy="293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Rounded Rectangle 2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ounded Rectangle 28"/>
          <p:cNvSpPr/>
          <p:nvPr/>
        </p:nvSpPr>
        <p:spPr>
          <a:xfrm>
            <a:off x="8023680" y="2743200"/>
            <a:ext cx="383832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Rectangle 64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65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66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67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68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69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70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71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72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73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74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75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76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77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78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79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29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3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31"/>
          <p:cNvSpPr/>
          <p:nvPr/>
        </p:nvSpPr>
        <p:spPr>
          <a:xfrm>
            <a:off x="685800" y="3108960"/>
            <a:ext cx="351720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ounded Rectangle 3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ounded Rectangle 3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Rounded Rectangle 3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35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 80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81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82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83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84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85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86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87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88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89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90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91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92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93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94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95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36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14"/>
          <p:cNvSpPr/>
          <p:nvPr/>
        </p:nvSpPr>
        <p:spPr>
          <a:xfrm>
            <a:off x="591840" y="2194560"/>
            <a:ext cx="9786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ounded Rectangle 37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38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Rounded Rectangle 3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ounded Rectangle 40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Rounded Rectangle 41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42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Rectangle 17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20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2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3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4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5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6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7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8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9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30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31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9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43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16"/>
          <p:cNvSpPr/>
          <p:nvPr/>
        </p:nvSpPr>
        <p:spPr>
          <a:xfrm>
            <a:off x="911880" y="1005840"/>
            <a:ext cx="9146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7"/>
          <p:cNvSpPr/>
          <p:nvPr/>
        </p:nvSpPr>
        <p:spPr>
          <a:xfrm>
            <a:off x="-310680" y="2194560"/>
            <a:ext cx="115988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Rounded Rectangle 44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45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ounded Rectangle 46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ounded Rectangle 47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Rounded Rectangle 48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49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Rectangle 97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98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99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100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101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102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103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104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105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106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107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108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09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10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11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12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50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21"/>
          <p:cNvSpPr/>
          <p:nvPr/>
        </p:nvSpPr>
        <p:spPr>
          <a:xfrm>
            <a:off x="1666800" y="1005840"/>
            <a:ext cx="7637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22"/>
          <p:cNvSpPr/>
          <p:nvPr/>
        </p:nvSpPr>
        <p:spPr>
          <a:xfrm>
            <a:off x="4382280" y="2194560"/>
            <a:ext cx="22129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ounded Rectangle 51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52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Rounded Rectangle 53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ounded Rectangle 54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Rounded Rectangle 55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56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Rectangle 113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114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115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116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117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118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119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120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121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122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123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124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25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26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127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28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5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24"/>
          <p:cNvSpPr/>
          <p:nvPr/>
        </p:nvSpPr>
        <p:spPr>
          <a:xfrm>
            <a:off x="2216880" y="1005840"/>
            <a:ext cx="6536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Rounded Rectangle 58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59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Rounded Rectangle 60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ounded Rectangle 61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Rounded Rectangle 62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63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Rectangle 129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30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31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32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33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34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35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36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37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38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39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40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41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42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143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144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64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28"/>
          <p:cNvSpPr/>
          <p:nvPr/>
        </p:nvSpPr>
        <p:spPr>
          <a:xfrm>
            <a:off x="2915280" y="1005840"/>
            <a:ext cx="5139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29"/>
          <p:cNvSpPr/>
          <p:nvPr/>
        </p:nvSpPr>
        <p:spPr>
          <a:xfrm>
            <a:off x="907200" y="2194560"/>
            <a:ext cx="91702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Rounded Rectangle 65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66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Rounded Rectangle 67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ounded Rectangle 68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Rounded Rectangle 69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70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Rectangle 145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46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47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48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49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150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151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52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53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54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55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56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57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58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59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60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71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32"/>
          <p:cNvSpPr/>
          <p:nvPr/>
        </p:nvSpPr>
        <p:spPr>
          <a:xfrm>
            <a:off x="2434680" y="2194560"/>
            <a:ext cx="61149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72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73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Rounded Rectangle 74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ounded Rectangle 75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Rounded Rectangle 76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77"/>
          <p:cNvSpPr/>
          <p:nvPr/>
        </p:nvSpPr>
        <p:spPr>
          <a:xfrm>
            <a:off x="7955280" y="3108960"/>
            <a:ext cx="328932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Rectangle 16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6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6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6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6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6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6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6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6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7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7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7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7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7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7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7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7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34"/>
          <p:cNvSpPr/>
          <p:nvPr/>
        </p:nvSpPr>
        <p:spPr>
          <a:xfrm>
            <a:off x="2528640" y="1005840"/>
            <a:ext cx="591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VERSION MANAGEMENT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35"/>
          <p:cNvSpPr/>
          <p:nvPr/>
        </p:nvSpPr>
        <p:spPr>
          <a:xfrm>
            <a:off x="2746440" y="2194560"/>
            <a:ext cx="54918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Managing multiple Java versions and switching between them safely.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Rounded Rectangle 7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80"/>
          <p:cNvSpPr/>
          <p:nvPr/>
        </p:nvSpPr>
        <p:spPr>
          <a:xfrm>
            <a:off x="457200" y="2971800"/>
            <a:ext cx="378432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Sometimes multiple Java versions are installed on the same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Older legacy version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projects may require different versions.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If versions are not managed properly: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conflicts occur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Wrong JDK compiles the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tools fail (Maven / Gradle)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Proper version management prevents conflicts.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Rounded Rectangle 8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ounded Rectangle 82"/>
          <p:cNvSpPr/>
          <p:nvPr/>
        </p:nvSpPr>
        <p:spPr>
          <a:xfrm>
            <a:off x="4434840" y="3108960"/>
            <a:ext cx="3289320" cy="283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Check installed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Locate JDK folders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Verify using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Rounded Rectangle 8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84"/>
          <p:cNvSpPr/>
          <p:nvPr/>
        </p:nvSpPr>
        <p:spPr>
          <a:xfrm>
            <a:off x="8001000" y="2971800"/>
            <a:ext cx="3428640" cy="3042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Check current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Show active 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Example version paths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After switching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Rectangle 17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78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79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80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81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82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83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84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85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86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87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88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89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90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91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92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85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38"/>
          <p:cNvSpPr/>
          <p:nvPr/>
        </p:nvSpPr>
        <p:spPr>
          <a:xfrm>
            <a:off x="429480" y="2194560"/>
            <a:ext cx="1011312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first program every Java developer writes.It introduces the basic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of a Java application and shows how code is executed inside the Java Virtual Machine (JVM).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Rounded Rectangle 86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87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Java program starts from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begins from the main()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prints output to the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runs inside the JVM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 demonstrates how Java source code turns into running output.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Rounded Rectangle 88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ounded Rectangle 89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JVM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Console Output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Rounded Rectangle 90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91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TextBox 39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2026-02-14T22:08:32Z</dcterms:modified>
  <cp:revision>22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