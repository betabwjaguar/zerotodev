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4C348A7-8DDD-42B3-8838-D99E7FFA994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E69C064-A050-4652-A7E5-CD178D53DDC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BF1FA8C-DAEE-41EF-A115-6763E78FD5F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DC09EA5-B12A-40DE-8CD7-1511431FB05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F9B879C-F10E-4A5E-9B6C-32767F3D3AE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E636013-B630-4D5C-A9D1-2C46B666998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799AE68-126B-477B-B678-E8B912F16A4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10745FB-88F8-4491-8AB8-FA3E820F5DD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6ACD4D0-D008-448C-8701-0CA8E6B248D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835917A-22CE-4465-BE91-27DEFC35DA1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F89A158-2B90-4771-AD7B-393C2B2058F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685CD38-AC5A-4AB0-AE92-BE266C3DC282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0E3B680-C55C-4113-AB95-9F2F2346D45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2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3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7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8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9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0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1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2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3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4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ectangle 15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Rectangle 16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" name="Rounded Rectangle 17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3070440" y="7794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19"/>
          <p:cNvSpPr/>
          <p:nvPr/>
        </p:nvSpPr>
        <p:spPr>
          <a:xfrm>
            <a:off x="1548720" y="1785240"/>
            <a:ext cx="850932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Date and time operations in Java are managed using the java.time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package introduced in Java 8. Unlike legacy date classes,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this new API provides a much safer (thread-safe), clearer, and more flexible structure.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ounded Rectangle 20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1"/>
          <p:cNvSpPr/>
          <p:nvPr/>
        </p:nvSpPr>
        <p:spPr>
          <a:xfrm>
            <a:off x="91440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package introduced with Java 8 allows us to manage regional time (Timezone) and dates precisely. Using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and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classes, you can instantly access the local time zone and current date data of your current location (e.g., Istanbul, Turkey) and print it in the desired format.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2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3"/>
          <p:cNvSpPr/>
          <p:nvPr/>
        </p:nvSpPr>
        <p:spPr>
          <a:xfrm>
            <a:off x="443484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 (ZoneId) is Defined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Current Time (ZonedDateTime) is Retrieved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is Determined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Printed to Screen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24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" name="Rounded Rectangle 25"/>
          <p:cNvSpPr/>
          <p:nvPr/>
        </p:nvSpPr>
        <p:spPr>
          <a:xfrm>
            <a:off x="7955280" y="2971800"/>
            <a:ext cx="3931560" cy="3657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location to Istanbul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Get current time in Istanbul timezone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desired format (e.g., Tuesday, April 28, 2026 at 10:28 PM +03)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MMMM dd, yyyy 'at' hh:mm a xxx", Locale.ENGLISH);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System.out.println("Current time is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System.out.println("Remember the current location is Istanbul, İstanbul, Türkiye.");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26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32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" name="Rectangle 17"/>
          <p:cNvSpPr/>
          <p:nvPr/>
        </p:nvSpPr>
        <p:spPr>
          <a:xfrm>
            <a:off x="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Rectangle 18"/>
          <p:cNvSpPr/>
          <p:nvPr/>
        </p:nvSpPr>
        <p:spPr>
          <a:xfrm>
            <a:off x="914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" name="Rectangle 19"/>
          <p:cNvSpPr/>
          <p:nvPr/>
        </p:nvSpPr>
        <p:spPr>
          <a:xfrm>
            <a:off x="1828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Rectangle 20"/>
          <p:cNvSpPr/>
          <p:nvPr/>
        </p:nvSpPr>
        <p:spPr>
          <a:xfrm>
            <a:off x="2743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" name="Rectangle 21"/>
          <p:cNvSpPr/>
          <p:nvPr/>
        </p:nvSpPr>
        <p:spPr>
          <a:xfrm>
            <a:off x="3657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" name="Rectangle 22"/>
          <p:cNvSpPr/>
          <p:nvPr/>
        </p:nvSpPr>
        <p:spPr>
          <a:xfrm>
            <a:off x="4572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" name="Rectangle 23"/>
          <p:cNvSpPr/>
          <p:nvPr/>
        </p:nvSpPr>
        <p:spPr>
          <a:xfrm>
            <a:off x="5486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Rectangle 24"/>
          <p:cNvSpPr/>
          <p:nvPr/>
        </p:nvSpPr>
        <p:spPr>
          <a:xfrm>
            <a:off x="6400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" name="Rectangle 25"/>
          <p:cNvSpPr/>
          <p:nvPr/>
        </p:nvSpPr>
        <p:spPr>
          <a:xfrm>
            <a:off x="7315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Rectangle 26"/>
          <p:cNvSpPr/>
          <p:nvPr/>
        </p:nvSpPr>
        <p:spPr>
          <a:xfrm>
            <a:off x="8229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" name="Rectangle 27"/>
          <p:cNvSpPr/>
          <p:nvPr/>
        </p:nvSpPr>
        <p:spPr>
          <a:xfrm>
            <a:off x="9144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" name="Rectangle 28"/>
          <p:cNvSpPr/>
          <p:nvPr/>
        </p:nvSpPr>
        <p:spPr>
          <a:xfrm>
            <a:off x="10058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29"/>
          <p:cNvSpPr/>
          <p:nvPr/>
        </p:nvSpPr>
        <p:spPr>
          <a:xfrm>
            <a:off x="10972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30"/>
          <p:cNvSpPr/>
          <p:nvPr/>
        </p:nvSpPr>
        <p:spPr>
          <a:xfrm>
            <a:off x="11887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31"/>
          <p:cNvSpPr/>
          <p:nvPr/>
        </p:nvSpPr>
        <p:spPr>
          <a:xfrm>
            <a:off x="0" y="0"/>
            <a:ext cx="318960" cy="6856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ounded Rectangle 8"/>
          <p:cNvSpPr/>
          <p:nvPr/>
        </p:nvSpPr>
        <p:spPr>
          <a:xfrm>
            <a:off x="9875520" y="365760"/>
            <a:ext cx="2010600" cy="501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2219760" y="914400"/>
            <a:ext cx="65314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Timezone and Regional Time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612000" y="1828800"/>
            <a:ext cx="102654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Timezone management in Java is used to accurately handle time across different regions.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With ZoneId, a specific region is selected, and with ZonedDateTime, the current date and time of that region are obtained.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This structure ensures that global applications display the correct time for every user.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9"/>
          <p:cNvSpPr/>
          <p:nvPr/>
        </p:nvSpPr>
        <p:spPr>
          <a:xfrm>
            <a:off x="98748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ounded Rectangle 10"/>
          <p:cNvSpPr/>
          <p:nvPr/>
        </p:nvSpPr>
        <p:spPr>
          <a:xfrm>
            <a:off x="914400" y="3108960"/>
            <a:ext cx="3290760" cy="3063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ZoneId → Represents the time zone</a:t>
            </a:r>
            <a:endParaRPr b="1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 → Holds date and time along with the time zone</a:t>
            </a:r>
            <a:endParaRPr b="1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UTC offsets are calculated automatically for each region</a:t>
            </a:r>
            <a:endParaRPr b="1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Daylight saving time changes are handled automatically</a:t>
            </a:r>
            <a:endParaRPr b="1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ounded Rectangle 11"/>
          <p:cNvSpPr/>
          <p:nvPr/>
        </p:nvSpPr>
        <p:spPr>
          <a:xfrm>
            <a:off x="450792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ounded Rectangle 12"/>
          <p:cNvSpPr/>
          <p:nvPr/>
        </p:nvSpPr>
        <p:spPr>
          <a:xfrm>
            <a:off x="4434840" y="2971800"/>
            <a:ext cx="3290760" cy="3429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Time Zone is Selected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Current Time of the Region is Retrieved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Processing / Formatting is Applied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 to the User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ounded Rectangle 13"/>
          <p:cNvSpPr/>
          <p:nvPr/>
        </p:nvSpPr>
        <p:spPr>
          <a:xfrm>
            <a:off x="802836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ounded Rectangle 14"/>
          <p:cNvSpPr/>
          <p:nvPr/>
        </p:nvSpPr>
        <p:spPr>
          <a:xfrm>
            <a:off x="7955280" y="3108960"/>
            <a:ext cx="3703320" cy="3063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TimezoneExample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istanbul = ZoneId.of("Europe/Istanbul");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newYork = ZoneId.of("America/New_York");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timeInIstanbul = ZonedDateTime.now(istanbul);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timeInNewYork = ZonedDateTime.now(newYork);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System.out.println("Istanbul Time: " + timeInIstanbul);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System.out.println("New York Time: " + timeInNewYork);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4600080" y="644652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2026-04-29T23:43:47Z</dcterms:modified>
  <cp:revision>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