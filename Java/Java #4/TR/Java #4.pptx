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3F3B74-97F7-4199-9632-8CA0BEAD45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3ADB13-1409-4DE9-B9E1-6CB9AD87E9A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7466FD-C044-428D-B9D5-879506E940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BBE019-0BF9-42C9-BB32-0E89BFD179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E291BA-7B2A-45B1-BE96-0D65E478DBD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BAB726-E871-4FE1-814D-E07E6A81EB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0B4D58-4CDC-46B2-901D-7E8BF2A447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BD1679-1907-4207-8521-E1B3D64907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45747F-8D53-47D7-B99A-D168CC60CB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77F00C-EF4E-4D8E-8597-34F9525EBFF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B28D56-F192-4F0B-9225-CC970A3907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BA9899-E4BC-491A-9C5B-7E5C602FC22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720101-7306-4A27-975F-DE4382067A3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976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896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5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896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7015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616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89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4000" cy="274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9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7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616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896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400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720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3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6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900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760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2026-05-05T00:59:03Z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