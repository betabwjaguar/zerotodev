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0247D1-78FC-4F72-8D72-60A5AE1DAA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1ADD75-68A9-4C24-BB04-1822EC63CC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0B5877-214B-4352-92CD-1D68A1186A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D22C89-7494-44E1-9311-BFB1C6230E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30FB38-4D45-4151-8CBF-B9E7311F837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C5E572-AF18-4FEC-80A8-75BA437B8C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38E774-D7DB-49B1-B440-62357F310F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52DCEC-8EC1-4C97-BD34-AFC2F80ADE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A57AB3-B3D5-4AE7-80FD-B352A1EB87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D4C535-A920-48B4-9A5C-450530658A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8393B9-FE15-4D2F-9EC1-6326D8D21B0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1255BB1-1EF6-4B8B-8D1B-23B0116F9E5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378A55-3BCB-435A-8BB3-0DD552915C0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" name="Rectangle 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ounded Rectangle 1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Box 19"/>
          <p:cNvSpPr/>
          <p:nvPr/>
        </p:nvSpPr>
        <p:spPr>
          <a:xfrm>
            <a:off x="3070440" y="1495080"/>
            <a:ext cx="593856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Rounded Rectangle 2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" name="Rounded Rectangle 21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Rounded Rectangle 2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5"/>
          <p:cNvSpPr/>
          <p:nvPr/>
        </p:nvSpPr>
        <p:spPr>
          <a:xfrm>
            <a:off x="7955280" y="2971800"/>
            <a:ext cx="39315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Box 2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3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" name="Rectangle 3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" name="Rectangle 3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4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4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ounded Rectangle 8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4"/>
          <p:cNvSpPr/>
          <p:nvPr/>
        </p:nvSpPr>
        <p:spPr>
          <a:xfrm>
            <a:off x="723240" y="914400"/>
            <a:ext cx="95248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ounded Rectangle 9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ounded Rectangle 10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Rounded Rectangle 11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2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3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4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2026-04-29T23:43:41Z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