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14D3DF3-4C8D-49E0-ABBE-1E32B099C1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CC6F00-477E-4462-BFE1-CA58236B3B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9BD395-F566-4E24-BD74-A23B9B0674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954279-C575-4D11-865B-10222475474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012634-832C-4D23-93F9-F558538B34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47AE09-E8D2-4FA2-A1FC-348D09E402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245C04-2541-4AD0-9626-171C12667A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397F19-543F-4C4F-8369-B1929AEF71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0374DC-45E7-450E-A3FF-4B7CCB4CF5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5294C0-D64B-40C0-B7C3-E39727C27E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909F0D-E5F0-42E2-8800-EC195ABD2B3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E533E7-E42A-4775-B791-27A307ADDC4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4CC229-2C63-4202-8F07-2DA12FFBEFC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652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572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572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82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292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57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076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292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572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076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2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57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43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572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82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572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396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43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396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43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308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43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652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21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96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7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8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96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7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21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744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96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7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2026-05-17T01:31:01Z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