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slide4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</p:sldIdLst>
  <p:sldSz cx="10080625" cy="7559675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FE3E87F-2409-44BF-A91F-F49FF1C9DFE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FE223A0-B697-4AA2-9318-E0753C475F2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59A4087-1FD7-4D0A-9EF4-E45B6629D97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976BB8E-3735-4EBD-B021-2A8DE643891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D0C4725-1DCE-4488-B240-3523DB9D0BB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DBDCFA4-C95A-46FD-9829-397A34A448E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B69911E-0F79-4C63-9473-297BEF19AE3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B6B76DA-B537-425B-9883-E20A7EAFCD3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1C7C5E8-2786-45DE-91EF-BB7A191064F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97F09E6-3D3D-45BB-A3DD-4DA5439F552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1F2C7D7-A4D3-41EA-9F96-428E58F5607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67B7043-1DFC-4C57-AD61-C44D4F8ED29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2320" y="7005240"/>
            <a:ext cx="3185640" cy="39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3040" y="7005240"/>
            <a:ext cx="2346120" cy="39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72FE1B0-6840-4B3A-8FA8-1FEF0E21BEB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2920" y="7005240"/>
            <a:ext cx="2346120" cy="39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1440" y="1800"/>
            <a:ext cx="1343052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144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100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201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302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402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503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604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705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806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906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1007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108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209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310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1440" y="1800"/>
            <a:ext cx="34668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10884960" y="401400"/>
            <a:ext cx="2211120" cy="547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5379480" y="1107000"/>
            <a:ext cx="1328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Giriş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2611080" y="2266200"/>
            <a:ext cx="752076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sunumda Java programlama dili ve ele alınacak konuların genel bir özeti.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108684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1020240" y="342576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programlama dilini tanıtmak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Temel kavramları ve temel prensipleri açıklamak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geliştirme için sağlam bir temel oluşturmak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9683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886640" y="342576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Giriş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nedir?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 öğreneceksiniz?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Tarihi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8491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8767440" y="342576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600" spc="-1" strike="noStrike">
                <a:solidFill>
                  <a:srgbClr val="78ffc8"/>
                </a:solidFill>
                <a:latin typeface="Consolas"/>
                <a:ea typeface="DejaVu Sans"/>
              </a:rPr>
              <a:t>Java’ya Giriş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1440" y="1800"/>
            <a:ext cx="1343052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144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100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201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302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402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503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604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705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806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906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1007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108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209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310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1440" y="1800"/>
            <a:ext cx="34668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10884960" y="401400"/>
            <a:ext cx="2211120" cy="547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4507920" y="1107000"/>
            <a:ext cx="3073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Nedir?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3048840" y="2266200"/>
            <a:ext cx="6641280" cy="66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Java, platformdan bağımsız ve güvenilir olacak şekilde tasarlanmış,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yüksek seviyeli, nesne yönelimli bir programlama dilidir.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108684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100656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Yüksek seviyeli programlama dili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(OOP) yaklaşım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sayesinde platformdan bağımsız çalışma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Tasarım gereği güvenli ve sağlam yapı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ve web uygulamalarında yaygın kullanım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9683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88664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Nasıl Çalışır?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Derleyicisi (Compiler)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Sanal Makinesi (JVM)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İşletim Sistemi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Bir kez yaz, her yerde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(Write Once, Run Anywhere)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8491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8767440" y="342576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1440" y="1800"/>
            <a:ext cx="1343052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144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100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201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302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402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503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604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705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806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906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1007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108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209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310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1440" y="1800"/>
            <a:ext cx="34668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10884960" y="401400"/>
            <a:ext cx="2211120" cy="547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3484440" y="1107000"/>
            <a:ext cx="51217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Ne Öğreneceksiniz?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2706840" y="2266200"/>
            <a:ext cx="732564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Java kursunda ele alınan temel konuların ve becerilerin genel bir özeti.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108684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1006560" y="342576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temel kavramlarını anlama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 (OOP) kavramlarını öğrenme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programları yazma ve çalıştırma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Sağlam bir programlama temeli oluşturma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9683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886640" y="342432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Sözdizimi ve Temelleri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 ve Veri Tipleri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Kontrol Yapıları (if / döngüler)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Metotlar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8491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876744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System.out.println("Pozitif");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1440" y="1800"/>
            <a:ext cx="13430520" cy="7553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144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100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201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302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402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503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604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705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806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9069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10077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1085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2093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3101480" y="1800"/>
            <a:ext cx="14760" cy="7553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1440" y="1800"/>
            <a:ext cx="346680" cy="7553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10884960" y="401400"/>
            <a:ext cx="2211120" cy="547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4173840" y="1107000"/>
            <a:ext cx="3739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Java’nın Tarihi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952280" y="2266200"/>
            <a:ext cx="88390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nasıl ortaya çıktığı ve neden en güçlü programlama dillerinden biri haline geldiği.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108684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100656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Java, Sun Microsystems’te geliştirildi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James Gosling ve ekibi tarafından oluşturuldu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 adı Oak idi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Başlangıçtaki amaç: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Tüketici elektroniği için yazılım geliştirmek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Televizyonlar, set-top box’lar, gömülü sistemler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Temel sorun: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Farklı donanımlar, farklı yazılımlar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yerde çalışabilecek tek bir dile ihtiyacımız vardı.”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9683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88664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(Write Once, Run Anywhere)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Bytecode’a derlenir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JVM üzerinde çalışır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Her işletim sisteminde çalışır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1995’te yayımlandı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İnternet çağı için geliştirildi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849160" y="3506040"/>
            <a:ext cx="362268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8767440" y="3425040"/>
            <a:ext cx="362304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Tarihi Başlıyor!");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doğdu");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451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2025-12-30T21:56:43Z</dcterms:modified>
  <cp:revision>66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