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04A36E-97F2-45C6-BD32-9347BAF05A1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7A7527-AA15-462A-B09B-9A952A8BB31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38566F-6D5C-4240-A64D-BCD52C4F071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CCFB65-7780-4383-8DF9-BBFD4CF0457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D066A16-487D-4358-AF97-0F2A36C3B7B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48A7B8-AD82-403E-BBC1-5BB2AFA27A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D4B3D1-C029-48BC-A52A-45E80E097C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B9A16F-3A28-4C92-A328-0AC556CC59B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FC7FEE-DA5D-4588-84AC-BC740E5640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2F908C-6F65-462F-9EEA-E44CD0FF4C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A8D832-A424-4B25-9972-563A5735F38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69596D-AEC6-4254-8EF6-4EC69271C3A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F3C07A-C029-428B-ABA0-93217A49AC5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" name="Rectangle 2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" name="Rectangle 3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4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5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6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7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8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9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10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11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2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3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4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5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6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ounded Rectangle 1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Box 19"/>
          <p:cNvSpPr/>
          <p:nvPr/>
        </p:nvSpPr>
        <p:spPr>
          <a:xfrm>
            <a:off x="1548720" y="1785240"/>
            <a:ext cx="85096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Rounded Rectangle 2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" name="Rounded Rectangle 21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Rounded Rectangle 2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3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5"/>
          <p:cNvSpPr/>
          <p:nvPr/>
        </p:nvSpPr>
        <p:spPr>
          <a:xfrm>
            <a:off x="7955280" y="2971800"/>
            <a:ext cx="393192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Box 26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2026-04-28T22:31:09Z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