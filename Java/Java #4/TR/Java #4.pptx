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B323C7-432C-4805-96DB-6098C5DD877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97FAAF-A363-4108-A302-9F0B47AF06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58D25D-F38B-4038-9DC2-3482177397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C1E619-7EBD-41D2-AD63-9EEF3078B13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E8A3431-D33C-47C7-983F-6080AF8419F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4EC095-117E-49F9-AE6C-936109A29AD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762ED0-199E-47F9-B69A-BA3014F19D8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3096A4-496C-4B1D-9926-1898B5D843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0E8C0C-0DD6-4450-B0D4-A316C14F69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D2B799-7798-4EFF-8311-3316D511D39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4F93F2-2C54-45F5-834F-8AFC553755C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DB4852-E3C8-449F-B88A-8D262844F4E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680FFE-359C-4C08-8D57-58AB62691E0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400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576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320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576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320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5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0400" cy="4108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320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824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0400" cy="4108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320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6824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0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32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184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320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5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3200" cy="328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144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18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144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18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056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18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400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71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71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71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71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3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514600"/>
            <a:ext cx="319716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3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716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3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743200"/>
            <a:ext cx="31971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257360" y="2743200"/>
            <a:ext cx="3283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286000"/>
            <a:ext cx="365652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144880" y="732600"/>
            <a:ext cx="6674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081520" y="1371600"/>
            <a:ext cx="7401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5800" y="2743200"/>
            <a:ext cx="319968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267800" y="2971800"/>
            <a:ext cx="3057120" cy="297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286000"/>
            <a:ext cx="38854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8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2431080" y="732600"/>
            <a:ext cx="61016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1833840" y="1371600"/>
            <a:ext cx="7896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9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50"/>
          <p:cNvSpPr/>
          <p:nvPr/>
        </p:nvSpPr>
        <p:spPr>
          <a:xfrm>
            <a:off x="685800" y="2743200"/>
            <a:ext cx="319968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1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2"/>
          <p:cNvSpPr/>
          <p:nvPr/>
        </p:nvSpPr>
        <p:spPr>
          <a:xfrm>
            <a:off x="4267800" y="2971800"/>
            <a:ext cx="3057120" cy="297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153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54"/>
          <p:cNvSpPr/>
          <p:nvPr/>
        </p:nvSpPr>
        <p:spPr>
          <a:xfrm>
            <a:off x="7772400" y="2286000"/>
            <a:ext cx="32000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5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2220840" y="732600"/>
            <a:ext cx="652248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6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7"/>
          <p:cNvSpPr/>
          <p:nvPr/>
        </p:nvSpPr>
        <p:spPr>
          <a:xfrm>
            <a:off x="685800" y="2743200"/>
            <a:ext cx="319968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8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9"/>
          <p:cNvSpPr/>
          <p:nvPr/>
        </p:nvSpPr>
        <p:spPr>
          <a:xfrm>
            <a:off x="4267800" y="2971800"/>
            <a:ext cx="3057120" cy="297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Rounded Rectangle 160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161"/>
          <p:cNvSpPr/>
          <p:nvPr/>
        </p:nvSpPr>
        <p:spPr>
          <a:xfrm>
            <a:off x="7772400" y="2286000"/>
            <a:ext cx="32000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2026-05-28T03:02:44Z</dcterms:modified>
  <cp:revision>36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