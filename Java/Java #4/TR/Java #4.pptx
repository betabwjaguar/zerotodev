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39FDC7-29F5-4896-AA46-FE6D294844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52F0FE-BC0C-43B7-87E5-0A94205AC9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D9D8F09-8642-41E6-A288-55EBCCFA0D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2020FA-7E23-4585-83DF-9EA21C9FA6B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CDEF14-1089-46DD-B164-B0BEB2CB8A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43E858-6FC8-4413-82A3-8A014997845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69D41F-0F2E-4DD7-A102-F9F50DAC1D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388C69-3E85-4746-8B74-F2E3FB7544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53F8B6-8997-4F4B-A41D-8EAA3847B3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6E0FF3-92EA-49CB-9BC1-F6A7E05217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82DC62-3CB3-43BB-8741-3D6615EA43A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7AD881-B599-4176-B5A9-ECF00BE0C9A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1DAC1C-0B93-4A26-9A36-34B4ECAE47A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796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972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716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972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716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97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436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71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220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436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716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220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4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72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58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716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7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97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63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716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7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540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5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57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7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540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660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1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57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7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452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2026-05-08T23:12:56Z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