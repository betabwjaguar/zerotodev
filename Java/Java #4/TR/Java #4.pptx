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7D8083-9DC8-4256-8FAE-9D98B57921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58710C-93CD-4D1F-A2A5-1293B2FD63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7076A1-9225-45B5-B0CD-6D507989B1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BC3DAC-4B3E-497E-8D39-D45612E4BD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0144CE-E437-4766-B7E8-A7E0BA7300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7E65AE-EF17-4C9C-B269-027D558F22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446B2F-E52D-43EF-9FBF-8D774C4A5B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1096FB-B25D-4A90-8732-320AB54477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65550D-56B0-4569-ACBD-A9B65A01D7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DC755D-AEEE-4072-9C12-2AA6A774C88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9AE3E4-42C8-4D3A-9FD7-EE44C6C96CC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949483-FF49-4FD2-8065-965029678C0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BCF920-B0AF-499A-93A7-42B6B49A27B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760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68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68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9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400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68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184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400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680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18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4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68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5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68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9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60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4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68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504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5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504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5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41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58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96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5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76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2026-05-11T00:50:51Z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