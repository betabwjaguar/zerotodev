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70B217-1B1A-48A2-B047-F4657037410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83187F7-EF65-40B0-8F59-74FE699FE43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83BF65-5A34-475B-AE97-DB4B894EB0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994E3A-9FA5-48D9-A586-888C2F1D529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9127D76-ADD1-4133-9816-0ADB934D12A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164159-B23E-4063-BD8E-AC92CC7CF60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27D31E-639C-4357-B077-65A8D6F4A9B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67A97B-CD76-49C3-AC38-9A4C49971A8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4102BC-7089-497C-B526-CF99A8DF328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F6E1D0-520E-4B20-9FC4-BA5DA36164E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96153DB-D810-43A8-B813-730F8DF7C68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F459B98-2C8D-454F-A0D5-87215E5510E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F884A1D-DF11-48B2-BAAF-67013B9120F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77988F9-2E49-43BC-9DB2-DDBDCC5020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5899ABC-8728-4DF3-A6E0-769017AAF4F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C41859D-5162-48BF-A8EA-03BC034F9D9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B5274E5-02D2-4F92-8C1A-FFD4B4E10B1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C8FB628-821D-4C8C-960D-3284B5003C9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DAA94E4-8624-4C46-AD8E-874C375391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F9D716B-C1B3-4948-9D49-2539A332993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6404155-063A-494E-BA2E-DD3C536E1F8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BB2F846-60AE-4832-9619-BABBE1D9594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64A1076-EA4B-4820-9F1C-C9C775D58F1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4642900-8ADE-4FB2-BE5D-53BF4845E82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684E377-3E4F-4E51-B1E0-62F930EC7EA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A10A61F-997C-4E51-B048-19BE8379C50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F238FE4-DA92-4095-B424-6E1FCEF1510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855E5C6-6EBE-45D4-AB87-505EB16685F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57A5C9C-F3FE-44F3-AE65-D6088CAA5DB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047D611-2DB4-4D94-8DA2-F0549A7EEF6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B838A8C-5244-4FC8-9336-0BA0A5E62A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D6FCA66-0E92-46E8-896D-D08A2550386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636CAD0-941B-452C-8FD0-AC603767E24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DDADB2A-AAB2-4E05-B69C-F43BD6184E4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CA85CCE-402C-4732-9989-7B701A0BDA5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6A496A5-2900-4B57-8294-B201C3A46C7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509FFA0-42E1-4C92-B11A-DB0CC478477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8654A35-B85D-45D9-9188-B69DB0F59B7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9299BF3-195B-4769-A3AD-D760D5EEF81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2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3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4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6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7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8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9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10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11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12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13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14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5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6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ounded Rectangle 17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Rounded Rectangle 20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21"/>
          <p:cNvSpPr/>
          <p:nvPr/>
        </p:nvSpPr>
        <p:spPr>
          <a:xfrm>
            <a:off x="914400" y="3108960"/>
            <a:ext cx="329040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22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23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Rounded Rectangle 24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ounded Rectangle 25"/>
          <p:cNvSpPr/>
          <p:nvPr/>
        </p:nvSpPr>
        <p:spPr>
          <a:xfrm>
            <a:off x="7955280" y="3108960"/>
            <a:ext cx="347436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Box 26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32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3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34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36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37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38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39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40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41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42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43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44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45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46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47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ounded Rectangle 8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Rounded Rectangle 9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10"/>
          <p:cNvSpPr/>
          <p:nvPr/>
        </p:nvSpPr>
        <p:spPr>
          <a:xfrm>
            <a:off x="931680" y="2925720"/>
            <a:ext cx="3182760" cy="347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11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12"/>
          <p:cNvSpPr/>
          <p:nvPr/>
        </p:nvSpPr>
        <p:spPr>
          <a:xfrm>
            <a:off x="4434840" y="3108960"/>
            <a:ext cx="32904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Rounded Rectangle 13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ounded Rectangle 14"/>
          <p:cNvSpPr/>
          <p:nvPr/>
        </p:nvSpPr>
        <p:spPr>
          <a:xfrm>
            <a:off x="7955280" y="3108960"/>
            <a:ext cx="347436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Box 6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48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49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50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51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52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53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54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55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56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57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58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59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60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61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2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3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ounded Rectangle 15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Box 8"/>
          <p:cNvSpPr/>
          <p:nvPr/>
        </p:nvSpPr>
        <p:spPr>
          <a:xfrm>
            <a:off x="1870560" y="1846080"/>
            <a:ext cx="7290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ounded Rectangle 16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18"/>
          <p:cNvSpPr/>
          <p:nvPr/>
        </p:nvSpPr>
        <p:spPr>
          <a:xfrm>
            <a:off x="685800" y="2743200"/>
            <a:ext cx="351900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19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26"/>
          <p:cNvSpPr/>
          <p:nvPr/>
        </p:nvSpPr>
        <p:spPr>
          <a:xfrm>
            <a:off x="4343400" y="2743200"/>
            <a:ext cx="338184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Rounded Rectangle 27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ounded Rectangle 28"/>
          <p:cNvSpPr/>
          <p:nvPr/>
        </p:nvSpPr>
        <p:spPr>
          <a:xfrm>
            <a:off x="7955280" y="2971800"/>
            <a:ext cx="370296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TextBox 9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 80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81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2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83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84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85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86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87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88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89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90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91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92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93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94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95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ounded Rectangle 36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Box 14"/>
          <p:cNvSpPr/>
          <p:nvPr/>
        </p:nvSpPr>
        <p:spPr>
          <a:xfrm>
            <a:off x="2493720" y="2194560"/>
            <a:ext cx="5984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Rounded Rectangle 37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38"/>
          <p:cNvSpPr/>
          <p:nvPr/>
        </p:nvSpPr>
        <p:spPr>
          <a:xfrm>
            <a:off x="685800" y="3108960"/>
            <a:ext cx="351936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39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40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Rounded Rectangle 41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ounded Rectangle 42"/>
          <p:cNvSpPr/>
          <p:nvPr/>
        </p:nvSpPr>
        <p:spPr>
          <a:xfrm>
            <a:off x="7955280" y="3108960"/>
            <a:ext cx="370332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Box 15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Rectangle 64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65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66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67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68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69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70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71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72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73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74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75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76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77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78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79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ounded Rectangle 29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Rounded Rectangle 30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31"/>
          <p:cNvSpPr/>
          <p:nvPr/>
        </p:nvSpPr>
        <p:spPr>
          <a:xfrm>
            <a:off x="457200" y="2971800"/>
            <a:ext cx="374796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32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33"/>
          <p:cNvSpPr/>
          <p:nvPr/>
        </p:nvSpPr>
        <p:spPr>
          <a:xfrm>
            <a:off x="4343400" y="2971800"/>
            <a:ext cx="342900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Rounded Rectangle 34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ounded Rectangle 35"/>
          <p:cNvSpPr/>
          <p:nvPr/>
        </p:nvSpPr>
        <p:spPr>
          <a:xfrm>
            <a:off x="7955280" y="3108960"/>
            <a:ext cx="370332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Box 12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2026-03-09T17:51:46Z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