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7.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slideMasters/_rels/slideMaster12.xml.rels" ContentType="application/vnd.openxmlformats-package.relationships+xml"/>
  <Override PartName="/ppt/slideMasters/_rels/slideMaster13.xml.rels" ContentType="application/vnd.openxmlformats-package.relationships+xml"/>
  <Override PartName="/ppt/slideMasters/_rels/slideMaster14.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slideLayouts/slideLayout31.xml" ContentType="application/vnd.openxmlformats-officedocument.presentationml.slideLayout+xml"/>
  <Override PartName="/ppt/slideLayouts/slideLayout119.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3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37.xml" ContentType="application/vnd.openxmlformats-officedocument.presentationml.slideLayout+xml"/>
  <Override PartName="/ppt/slideLayouts/slideLayout8.xml" ContentType="application/vnd.openxmlformats-officedocument.presentationml.slideLayout+xml"/>
  <Override PartName="/ppt/slideLayouts/slideLayout38.xml" ContentType="application/vnd.openxmlformats-officedocument.presentationml.slideLayout+xml"/>
  <Override PartName="/ppt/slideLayouts/slideLayout9.xml" ContentType="application/vnd.openxmlformats-officedocument.presentationml.slideLayout+xml"/>
  <Override PartName="/ppt/slideLayouts/slideLayout3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108.xml" ContentType="application/vnd.openxmlformats-officedocument.presentationml.slideLayout+xml"/>
  <Override PartName="/ppt/slideLayouts/slideLayout20.xml" ContentType="application/vnd.openxmlformats-officedocument.presentationml.slideLayout+xml"/>
  <Override PartName="/ppt/slideLayouts/slideLayout109.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118.xml" ContentType="application/vnd.openxmlformats-officedocument.presentationml.slideLayout+xml"/>
  <Override PartName="/ppt/slideLayouts/slideLayout30.xml" ContentType="application/vnd.openxmlformats-officedocument.presentationml.slideLayout+xml"/>
  <Override PartName="/ppt/slideLayouts/slideLayout128.xml" ContentType="application/vnd.openxmlformats-officedocument.presentationml.slideLayout+xml"/>
  <Override PartName="/ppt/slideLayouts/slideLayout40.xml" ContentType="application/vnd.openxmlformats-officedocument.presentationml.slideLayout+xml"/>
  <Override PartName="/ppt/slideLayouts/slideLayout129.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138.xml" ContentType="application/vnd.openxmlformats-officedocument.presentationml.slideLayout+xml"/>
  <Override PartName="/ppt/slideLayouts/slideLayout50.xml" ContentType="application/vnd.openxmlformats-officedocument.presentationml.slideLayout+xml"/>
  <Override PartName="/ppt/slideLayouts/slideLayout139.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148.xml" ContentType="application/vnd.openxmlformats-officedocument.presentationml.slideLayout+xml"/>
  <Override PartName="/ppt/slideLayouts/_rels/slideLayout35.xml.rels" ContentType="application/vnd.openxmlformats-package.relationships+xml"/>
  <Override PartName="/ppt/slideLayouts/_rels/slideLayout119.xml.rels" ContentType="application/vnd.openxmlformats-package.relationships+xml"/>
  <Override PartName="/ppt/slideLayouts/_rels/slideLayout53.xml.rels" ContentType="application/vnd.openxmlformats-package.relationships+xml"/>
  <Override PartName="/ppt/slideLayouts/_rels/slideLayout1.xml.rels" ContentType="application/vnd.openxmlformats-package.relationships+xml"/>
  <Override PartName="/ppt/slideLayouts/_rels/slideLayout137.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138.xml.rels" ContentType="application/vnd.openxmlformats-package.relationships+xml"/>
  <Override PartName="/ppt/slideLayouts/_rels/slideLayout54.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139.xml.rels" ContentType="application/vnd.openxmlformats-package.relationships+xml"/>
  <Override PartName="/ppt/slideLayouts/_rels/slideLayout55.xml.rels" ContentType="application/vnd.openxmlformats-package.relationships+xml"/>
  <Override PartName="/ppt/slideLayouts/_rels/slideLayout34.xml.rels" ContentType="application/vnd.openxmlformats-package.relationships+xml"/>
  <Override PartName="/ppt/slideLayouts/_rels/slideLayout118.xml.rels" ContentType="application/vnd.openxmlformats-package.relationships+xml"/>
  <Override PartName="/ppt/slideLayouts/_rels/slideLayout4.xml.rels" ContentType="application/vnd.openxmlformats-package.relationships+xml"/>
  <Override PartName="/ppt/slideLayouts/_rels/slideLayout56.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37.xml.rels" ContentType="application/vnd.openxmlformats-package.relationships+xml"/>
  <Override PartName="/ppt/slideLayouts/_rels/slideLayout7.xml.rels" ContentType="application/vnd.openxmlformats-package.relationships+xml"/>
  <Override PartName="/ppt/slideLayouts/_rels/slideLayout38.xml.rels" ContentType="application/vnd.openxmlformats-package.relationships+xml"/>
  <Override PartName="/ppt/slideLayouts/_rels/slideLayout8.xml.rels" ContentType="application/vnd.openxmlformats-package.relationships+xml"/>
  <Override PartName="/ppt/slideLayouts/_rels/slideLayout39.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108.xml.rels" ContentType="application/vnd.openxmlformats-package.relationships+xml"/>
  <Override PartName="/ppt/slideLayouts/_rels/slideLayout24.xml.rels" ContentType="application/vnd.openxmlformats-package.relationships+xml"/>
  <Override PartName="/ppt/slideLayouts/_rels/slideLayout20.xml.rels" ContentType="application/vnd.openxmlformats-package.relationships+xml"/>
  <Override PartName="/ppt/slideLayouts/_rels/slideLayout109.xml.rels" ContentType="application/vnd.openxmlformats-package.relationships+xml"/>
  <Override PartName="/ppt/slideLayouts/_rels/slideLayout25.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Layouts/_rels/slideLayout128.xml.rels" ContentType="application/vnd.openxmlformats-package.relationships+xml"/>
  <Override PartName="/ppt/slideLayouts/_rels/slideLayout44.xml.rels" ContentType="application/vnd.openxmlformats-package.relationships+xml"/>
  <Override PartName="/ppt/slideLayouts/_rels/slideLayout40.xml.rels" ContentType="application/vnd.openxmlformats-package.relationships+xml"/>
  <Override PartName="/ppt/slideLayouts/_rels/slideLayout129.xml.rels" ContentType="application/vnd.openxmlformats-package.relationships+xml"/>
  <Override PartName="/ppt/slideLayouts/_rels/slideLayout45.xml.rels" ContentType="application/vnd.openxmlformats-package.relationships+xml"/>
  <Override PartName="/ppt/slideLayouts/_rels/slideLayout41.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6.xml.rels" ContentType="application/vnd.openxmlformats-package.relationships+xml"/>
  <Override PartName="/ppt/slideLayouts/_rels/slideLayout47.xml.rels" ContentType="application/vnd.openxmlformats-package.relationships+xml"/>
  <Override PartName="/ppt/slideLayouts/_rels/slideLayout48.xml.rels" ContentType="application/vnd.openxmlformats-package.relationships+xml"/>
  <Override PartName="/ppt/slideLayouts/_rels/slideLayout49.xml.rels" ContentType="application/vnd.openxmlformats-package.relationships+xml"/>
  <Override PartName="/ppt/slideLayouts/_rels/slideLayout50.xml.rels" ContentType="application/vnd.openxmlformats-package.relationships+xml"/>
  <Override PartName="/ppt/slideLayouts/_rels/slideLayout51.xml.rels" ContentType="application/vnd.openxmlformats-package.relationships+xml"/>
  <Override PartName="/ppt/slideLayouts/_rels/slideLayout52.xml.rels" ContentType="application/vnd.openxmlformats-package.relationships+xml"/>
  <Override PartName="/ppt/slideLayouts/_rels/slideLayout57.xml.rels" ContentType="application/vnd.openxmlformats-package.relationships+xml"/>
  <Override PartName="/ppt/slideLayouts/_rels/slideLayout58.xml.rels" ContentType="application/vnd.openxmlformats-package.relationships+xml"/>
  <Override PartName="/ppt/slideLayouts/_rels/slideLayout59.xml.rels" ContentType="application/vnd.openxmlformats-package.relationships+xml"/>
  <Override PartName="/ppt/slideLayouts/_rels/slideLayout148.xml.rels" ContentType="application/vnd.openxmlformats-package.relationships+xml"/>
  <Override PartName="/ppt/slideLayouts/_rels/slideLayout60.xml.rels" ContentType="application/vnd.openxmlformats-package.relationships+xml"/>
  <Override PartName="/ppt/slideLayouts/_rels/slideLayout149.xml.rels" ContentType="application/vnd.openxmlformats-package.relationships+xml"/>
  <Override PartName="/ppt/slideLayouts/_rels/slideLayout61.xml.rels" ContentType="application/vnd.openxmlformats-package.relationships+xml"/>
  <Override PartName="/ppt/slideLayouts/_rels/slideLayout200.xml.rels" ContentType="application/vnd.openxmlformats-package.relationships+xml"/>
  <Override PartName="/ppt/slideLayouts/_rels/slideLayout62.xml.rels" ContentType="application/vnd.openxmlformats-package.relationships+xml"/>
  <Override PartName="/ppt/slideLayouts/_rels/slideLayout201.xml.rels" ContentType="application/vnd.openxmlformats-package.relationships+xml"/>
  <Override PartName="/ppt/slideLayouts/_rels/slideLayout63.xml.rels" ContentType="application/vnd.openxmlformats-package.relationships+xml"/>
  <Override PartName="/ppt/slideLayouts/_rels/slideLayout202.xml.rels" ContentType="application/vnd.openxmlformats-package.relationships+xml"/>
  <Override PartName="/ppt/slideLayouts/_rels/slideLayout64.xml.rels" ContentType="application/vnd.openxmlformats-package.relationships+xml"/>
  <Override PartName="/ppt/slideLayouts/_rels/slideLayout203.xml.rels" ContentType="application/vnd.openxmlformats-package.relationships+xml"/>
  <Override PartName="/ppt/slideLayouts/_rels/slideLayout65.xml.rels" ContentType="application/vnd.openxmlformats-package.relationships+xml"/>
  <Override PartName="/ppt/slideLayouts/_rels/slideLayout204.xml.rels" ContentType="application/vnd.openxmlformats-package.relationships+xml"/>
  <Override PartName="/ppt/slideLayouts/_rels/slideLayout66.xml.rels" ContentType="application/vnd.openxmlformats-package.relationships+xml"/>
  <Override PartName="/ppt/slideLayouts/_rels/slideLayout205.xml.rels" ContentType="application/vnd.openxmlformats-package.relationships+xml"/>
  <Override PartName="/ppt/slideLayouts/_rels/slideLayout67.xml.rels" ContentType="application/vnd.openxmlformats-package.relationships+xml"/>
  <Override PartName="/ppt/slideLayouts/_rels/slideLayout206.xml.rels" ContentType="application/vnd.openxmlformats-package.relationships+xml"/>
  <Override PartName="/ppt/slideLayouts/_rels/slideLayout68.xml.rels" ContentType="application/vnd.openxmlformats-package.relationships+xml"/>
  <Override PartName="/ppt/slideLayouts/_rels/slideLayout207.xml.rels" ContentType="application/vnd.openxmlformats-package.relationships+xml"/>
  <Override PartName="/ppt/slideLayouts/_rels/slideLayout69.xml.rels" ContentType="application/vnd.openxmlformats-package.relationships+xml"/>
  <Override PartName="/ppt/slideLayouts/_rels/slideLayout208.xml.rels" ContentType="application/vnd.openxmlformats-package.relationships+xml"/>
  <Override PartName="/ppt/slideLayouts/_rels/slideLayout158.xml.rels" ContentType="application/vnd.openxmlformats-package.relationships+xml"/>
  <Override PartName="/ppt/slideLayouts/_rels/slideLayout70.xml.rels" ContentType="application/vnd.openxmlformats-package.relationships+xml"/>
  <Override PartName="/ppt/slideLayouts/_rels/slideLayout159.xml.rels" ContentType="application/vnd.openxmlformats-package.relationships+xml"/>
  <Override PartName="/ppt/slideLayouts/_rels/slideLayout71.xml.rels" ContentType="application/vnd.openxmlformats-package.relationships+xml"/>
  <Override PartName="/ppt/slideLayouts/_rels/slideLayout210.xml.rels" ContentType="application/vnd.openxmlformats-package.relationships+xml"/>
  <Override PartName="/ppt/slideLayouts/_rels/slideLayout72.xml.rels" ContentType="application/vnd.openxmlformats-package.relationships+xml"/>
  <Override PartName="/ppt/slideLayouts/_rels/slideLayout211.xml.rels" ContentType="application/vnd.openxmlformats-package.relationships+xml"/>
  <Override PartName="/ppt/slideLayouts/_rels/slideLayout73.xml.rels" ContentType="application/vnd.openxmlformats-package.relationships+xml"/>
  <Override PartName="/ppt/slideLayouts/_rels/slideLayout212.xml.rels" ContentType="application/vnd.openxmlformats-package.relationships+xml"/>
  <Override PartName="/ppt/slideLayouts/_rels/slideLayout74.xml.rels" ContentType="application/vnd.openxmlformats-package.relationships+xml"/>
  <Override PartName="/ppt/slideLayouts/_rels/slideLayout213.xml.rels" ContentType="application/vnd.openxmlformats-package.relationships+xml"/>
  <Override PartName="/ppt/slideLayouts/_rels/slideLayout75.xml.rels" ContentType="application/vnd.openxmlformats-package.relationships+xml"/>
  <Override PartName="/ppt/slideLayouts/_rels/slideLayout214.xml.rels" ContentType="application/vnd.openxmlformats-package.relationships+xml"/>
  <Override PartName="/ppt/slideLayouts/_rels/slideLayout76.xml.rels" ContentType="application/vnd.openxmlformats-package.relationships+xml"/>
  <Override PartName="/ppt/slideLayouts/_rels/slideLayout215.xml.rels" ContentType="application/vnd.openxmlformats-package.relationships+xml"/>
  <Override PartName="/ppt/slideLayouts/_rels/slideLayout77.xml.rels" ContentType="application/vnd.openxmlformats-package.relationships+xml"/>
  <Override PartName="/ppt/slideLayouts/_rels/slideLayout216.xml.rels" ContentType="application/vnd.openxmlformats-package.relationships+xml"/>
  <Override PartName="/ppt/slideLayouts/_rels/slideLayout78.xml.rels" ContentType="application/vnd.openxmlformats-package.relationships+xml"/>
  <Override PartName="/ppt/slideLayouts/_rels/slideLayout79.xml.rels" ContentType="application/vnd.openxmlformats-package.relationships+xml"/>
  <Override PartName="/ppt/slideLayouts/_rels/slideLayout168.xml.rels" ContentType="application/vnd.openxmlformats-package.relationships+xml"/>
  <Override PartName="/ppt/slideLayouts/_rels/slideLayout80.xml.rels" ContentType="application/vnd.openxmlformats-package.relationships+xml"/>
  <Override PartName="/ppt/slideLayouts/_rels/slideLayout169.xml.rels" ContentType="application/vnd.openxmlformats-package.relationships+xml"/>
  <Override PartName="/ppt/slideLayouts/_rels/slideLayout81.xml.rels" ContentType="application/vnd.openxmlformats-package.relationships+xml"/>
  <Override PartName="/ppt/slideLayouts/_rels/slideLayout82.xml.rels" ContentType="application/vnd.openxmlformats-package.relationships+xml"/>
  <Override PartName="/ppt/slideLayouts/_rels/slideLayout83.xml.rels" ContentType="application/vnd.openxmlformats-package.relationships+xml"/>
  <Override PartName="/ppt/slideLayouts/_rels/slideLayout84.xml.rels" ContentType="application/vnd.openxmlformats-package.relationships+xml"/>
  <Override PartName="/ppt/slideLayouts/_rels/slideLayout85.xml.rels" ContentType="application/vnd.openxmlformats-package.relationships+xml"/>
  <Override PartName="/ppt/slideLayouts/_rels/slideLayout86.xml.rels" ContentType="application/vnd.openxmlformats-package.relationships+xml"/>
  <Override PartName="/ppt/slideLayouts/_rels/slideLayout87.xml.rels" ContentType="application/vnd.openxmlformats-package.relationships+xml"/>
  <Override PartName="/ppt/slideLayouts/_rels/slideLayout88.xml.rels" ContentType="application/vnd.openxmlformats-package.relationships+xml"/>
  <Override PartName="/ppt/slideLayouts/_rels/slideLayout89.xml.rels" ContentType="application/vnd.openxmlformats-package.relationships+xml"/>
  <Override PartName="/ppt/slideLayouts/_rels/slideLayout178.xml.rels" ContentType="application/vnd.openxmlformats-package.relationships+xml"/>
  <Override PartName="/ppt/slideLayouts/_rels/slideLayout90.xml.rels" ContentType="application/vnd.openxmlformats-package.relationships+xml"/>
  <Override PartName="/ppt/slideLayouts/_rels/slideLayout179.xml.rels" ContentType="application/vnd.openxmlformats-package.relationships+xml"/>
  <Override PartName="/ppt/slideLayouts/_rels/slideLayout91.xml.rels" ContentType="application/vnd.openxmlformats-package.relationships+xml"/>
  <Override PartName="/ppt/slideLayouts/_rels/slideLayout92.xml.rels" ContentType="application/vnd.openxmlformats-package.relationships+xml"/>
  <Override PartName="/ppt/slideLayouts/_rels/slideLayout93.xml.rels" ContentType="application/vnd.openxmlformats-package.relationships+xml"/>
  <Override PartName="/ppt/slideLayouts/_rels/slideLayout94.xml.rels" ContentType="application/vnd.openxmlformats-package.relationships+xml"/>
  <Override PartName="/ppt/slideLayouts/_rels/slideLayout95.xml.rels" ContentType="application/vnd.openxmlformats-package.relationships+xml"/>
  <Override PartName="/ppt/slideLayouts/_rels/slideLayout96.xml.rels" ContentType="application/vnd.openxmlformats-package.relationships+xml"/>
  <Override PartName="/ppt/slideLayouts/_rels/slideLayout97.xml.rels" ContentType="application/vnd.openxmlformats-package.relationships+xml"/>
  <Override PartName="/ppt/slideLayouts/_rels/slideLayout98.xml.rels" ContentType="application/vnd.openxmlformats-package.relationships+xml"/>
  <Override PartName="/ppt/slideLayouts/_rels/slideLayout99.xml.rels" ContentType="application/vnd.openxmlformats-package.relationships+xml"/>
  <Override PartName="/ppt/slideLayouts/_rels/slideLayout100.xml.rels" ContentType="application/vnd.openxmlformats-package.relationships+xml"/>
  <Override PartName="/ppt/slideLayouts/_rels/slideLayout101.xml.rels" ContentType="application/vnd.openxmlformats-package.relationships+xml"/>
  <Override PartName="/ppt/slideLayouts/_rels/slideLayout102.xml.rels" ContentType="application/vnd.openxmlformats-package.relationships+xml"/>
  <Override PartName="/ppt/slideLayouts/_rels/slideLayout103.xml.rels" ContentType="application/vnd.openxmlformats-package.relationships+xml"/>
  <Override PartName="/ppt/slideLayouts/_rels/slideLayout104.xml.rels" ContentType="application/vnd.openxmlformats-package.relationships+xml"/>
  <Override PartName="/ppt/slideLayouts/_rels/slideLayout105.xml.rels" ContentType="application/vnd.openxmlformats-package.relationships+xml"/>
  <Override PartName="/ppt/slideLayouts/_rels/slideLayout106.xml.rels" ContentType="application/vnd.openxmlformats-package.relationships+xml"/>
  <Override PartName="/ppt/slideLayouts/_rels/slideLayout107.xml.rels" ContentType="application/vnd.openxmlformats-package.relationships+xml"/>
  <Override PartName="/ppt/slideLayouts/_rels/slideLayout110.xml.rels" ContentType="application/vnd.openxmlformats-package.relationships+xml"/>
  <Override PartName="/ppt/slideLayouts/_rels/slideLayout111.xml.rels" ContentType="application/vnd.openxmlformats-package.relationships+xml"/>
  <Override PartName="/ppt/slideLayouts/_rels/slideLayout112.xml.rels" ContentType="application/vnd.openxmlformats-package.relationships+xml"/>
  <Override PartName="/ppt/slideLayouts/_rels/slideLayout113.xml.rels" ContentType="application/vnd.openxmlformats-package.relationships+xml"/>
  <Override PartName="/ppt/slideLayouts/_rels/slideLayout114.xml.rels" ContentType="application/vnd.openxmlformats-package.relationships+xml"/>
  <Override PartName="/ppt/slideLayouts/_rels/slideLayout115.xml.rels" ContentType="application/vnd.openxmlformats-package.relationships+xml"/>
  <Override PartName="/ppt/slideLayouts/_rels/slideLayout116.xml.rels" ContentType="application/vnd.openxmlformats-package.relationships+xml"/>
  <Override PartName="/ppt/slideLayouts/_rels/slideLayout117.xml.rels" ContentType="application/vnd.openxmlformats-package.relationships+xml"/>
  <Override PartName="/ppt/slideLayouts/_rels/slideLayout120.xml.rels" ContentType="application/vnd.openxmlformats-package.relationships+xml"/>
  <Override PartName="/ppt/slideLayouts/_rels/slideLayout121.xml.rels" ContentType="application/vnd.openxmlformats-package.relationships+xml"/>
  <Override PartName="/ppt/slideLayouts/_rels/slideLayout122.xml.rels" ContentType="application/vnd.openxmlformats-package.relationships+xml"/>
  <Override PartName="/ppt/slideLayouts/_rels/slideLayout123.xml.rels" ContentType="application/vnd.openxmlformats-package.relationships+xml"/>
  <Override PartName="/ppt/slideLayouts/_rels/slideLayout124.xml.rels" ContentType="application/vnd.openxmlformats-package.relationships+xml"/>
  <Override PartName="/ppt/slideLayouts/_rels/slideLayout125.xml.rels" ContentType="application/vnd.openxmlformats-package.relationships+xml"/>
  <Override PartName="/ppt/slideLayouts/_rels/slideLayout126.xml.rels" ContentType="application/vnd.openxmlformats-package.relationships+xml"/>
  <Override PartName="/ppt/slideLayouts/_rels/slideLayout127.xml.rels" ContentType="application/vnd.openxmlformats-package.relationships+xml"/>
  <Override PartName="/ppt/slideLayouts/_rels/slideLayout130.xml.rels" ContentType="application/vnd.openxmlformats-package.relationships+xml"/>
  <Override PartName="/ppt/slideLayouts/_rels/slideLayout131.xml.rels" ContentType="application/vnd.openxmlformats-package.relationships+xml"/>
  <Override PartName="/ppt/slideLayouts/_rels/slideLayout132.xml.rels" ContentType="application/vnd.openxmlformats-package.relationships+xml"/>
  <Override PartName="/ppt/slideLayouts/_rels/slideLayout133.xml.rels" ContentType="application/vnd.openxmlformats-package.relationships+xml"/>
  <Override PartName="/ppt/slideLayouts/_rels/slideLayout134.xml.rels" ContentType="application/vnd.openxmlformats-package.relationships+xml"/>
  <Override PartName="/ppt/slideLayouts/_rels/slideLayout135.xml.rels" ContentType="application/vnd.openxmlformats-package.relationships+xml"/>
  <Override PartName="/ppt/slideLayouts/_rels/slideLayout136.xml.rels" ContentType="application/vnd.openxmlformats-package.relationships+xml"/>
  <Override PartName="/ppt/slideLayouts/_rels/slideLayout140.xml.rels" ContentType="application/vnd.openxmlformats-package.relationships+xml"/>
  <Override PartName="/ppt/slideLayouts/_rels/slideLayout141.xml.rels" ContentType="application/vnd.openxmlformats-package.relationships+xml"/>
  <Override PartName="/ppt/slideLayouts/_rels/slideLayout142.xml.rels" ContentType="application/vnd.openxmlformats-package.relationships+xml"/>
  <Override PartName="/ppt/slideLayouts/_rels/slideLayout143.xml.rels" ContentType="application/vnd.openxmlformats-package.relationships+xml"/>
  <Override PartName="/ppt/slideLayouts/_rels/slideLayout144.xml.rels" ContentType="application/vnd.openxmlformats-package.relationships+xml"/>
  <Override PartName="/ppt/slideLayouts/_rels/slideLayout145.xml.rels" ContentType="application/vnd.openxmlformats-package.relationships+xml"/>
  <Override PartName="/ppt/slideLayouts/_rels/slideLayout146.xml.rels" ContentType="application/vnd.openxmlformats-package.relationships+xml"/>
  <Override PartName="/ppt/slideLayouts/_rels/slideLayout147.xml.rels" ContentType="application/vnd.openxmlformats-package.relationships+xml"/>
  <Override PartName="/ppt/slideLayouts/_rels/slideLayout150.xml.rels" ContentType="application/vnd.openxmlformats-package.relationships+xml"/>
  <Override PartName="/ppt/slideLayouts/_rels/slideLayout151.xml.rels" ContentType="application/vnd.openxmlformats-package.relationships+xml"/>
  <Override PartName="/ppt/slideLayouts/_rels/slideLayout152.xml.rels" ContentType="application/vnd.openxmlformats-package.relationships+xml"/>
  <Override PartName="/ppt/slideLayouts/_rels/slideLayout153.xml.rels" ContentType="application/vnd.openxmlformats-package.relationships+xml"/>
  <Override PartName="/ppt/slideLayouts/_rels/slideLayout154.xml.rels" ContentType="application/vnd.openxmlformats-package.relationships+xml"/>
  <Override PartName="/ppt/slideLayouts/_rels/slideLayout155.xml.rels" ContentType="application/vnd.openxmlformats-package.relationships+xml"/>
  <Override PartName="/ppt/slideLayouts/_rels/slideLayout156.xml.rels" ContentType="application/vnd.openxmlformats-package.relationships+xml"/>
  <Override PartName="/ppt/slideLayouts/_rels/slideLayout157.xml.rels" ContentType="application/vnd.openxmlformats-package.relationships+xml"/>
  <Override PartName="/ppt/slideLayouts/_rels/slideLayout160.xml.rels" ContentType="application/vnd.openxmlformats-package.relationships+xml"/>
  <Override PartName="/ppt/slideLayouts/_rels/slideLayout161.xml.rels" ContentType="application/vnd.openxmlformats-package.relationships+xml"/>
  <Override PartName="/ppt/slideLayouts/_rels/slideLayout162.xml.rels" ContentType="application/vnd.openxmlformats-package.relationships+xml"/>
  <Override PartName="/ppt/slideLayouts/_rels/slideLayout163.xml.rels" ContentType="application/vnd.openxmlformats-package.relationships+xml"/>
  <Override PartName="/ppt/slideLayouts/_rels/slideLayout164.xml.rels" ContentType="application/vnd.openxmlformats-package.relationships+xml"/>
  <Override PartName="/ppt/slideLayouts/_rels/slideLayout165.xml.rels" ContentType="application/vnd.openxmlformats-package.relationships+xml"/>
  <Override PartName="/ppt/slideLayouts/_rels/slideLayout166.xml.rels" ContentType="application/vnd.openxmlformats-package.relationships+xml"/>
  <Override PartName="/ppt/slideLayouts/_rels/slideLayout167.xml.rels" ContentType="application/vnd.openxmlformats-package.relationships+xml"/>
  <Override PartName="/ppt/slideLayouts/_rels/slideLayout170.xml.rels" ContentType="application/vnd.openxmlformats-package.relationships+xml"/>
  <Override PartName="/ppt/slideLayouts/_rels/slideLayout171.xml.rels" ContentType="application/vnd.openxmlformats-package.relationships+xml"/>
  <Override PartName="/ppt/slideLayouts/_rels/slideLayout172.xml.rels" ContentType="application/vnd.openxmlformats-package.relationships+xml"/>
  <Override PartName="/ppt/slideLayouts/_rels/slideLayout173.xml.rels" ContentType="application/vnd.openxmlformats-package.relationships+xml"/>
  <Override PartName="/ppt/slideLayouts/_rels/slideLayout174.xml.rels" ContentType="application/vnd.openxmlformats-package.relationships+xml"/>
  <Override PartName="/ppt/slideLayouts/_rels/slideLayout175.xml.rels" ContentType="application/vnd.openxmlformats-package.relationships+xml"/>
  <Override PartName="/ppt/slideLayouts/_rels/slideLayout176.xml.rels" ContentType="application/vnd.openxmlformats-package.relationships+xml"/>
  <Override PartName="/ppt/slideLayouts/_rels/slideLayout177.xml.rels" ContentType="application/vnd.openxmlformats-package.relationships+xml"/>
  <Override PartName="/ppt/slideLayouts/_rels/slideLayout180.xml.rels" ContentType="application/vnd.openxmlformats-package.relationships+xml"/>
  <Override PartName="/ppt/slideLayouts/_rels/slideLayout181.xml.rels" ContentType="application/vnd.openxmlformats-package.relationships+xml"/>
  <Override PartName="/ppt/slideLayouts/_rels/slideLayout182.xml.rels" ContentType="application/vnd.openxmlformats-package.relationships+xml"/>
  <Override PartName="/ppt/slideLayouts/_rels/slideLayout183.xml.rels" ContentType="application/vnd.openxmlformats-package.relationships+xml"/>
  <Override PartName="/ppt/slideLayouts/_rels/slideLayout184.xml.rels" ContentType="application/vnd.openxmlformats-package.relationships+xml"/>
  <Override PartName="/ppt/slideLayouts/_rels/slideLayout185.xml.rels" ContentType="application/vnd.openxmlformats-package.relationships+xml"/>
  <Override PartName="/ppt/slideLayouts/_rels/slideLayout186.xml.rels" ContentType="application/vnd.openxmlformats-package.relationships+xml"/>
  <Override PartName="/ppt/slideLayouts/_rels/slideLayout187.xml.rels" ContentType="application/vnd.openxmlformats-package.relationships+xml"/>
  <Override PartName="/ppt/slideLayouts/_rels/slideLayout188.xml.rels" ContentType="application/vnd.openxmlformats-package.relationships+xml"/>
  <Override PartName="/ppt/slideLayouts/_rels/slideLayout189.xml.rels" ContentType="application/vnd.openxmlformats-package.relationships+xml"/>
  <Override PartName="/ppt/slideLayouts/_rels/slideLayout190.xml.rels" ContentType="application/vnd.openxmlformats-package.relationships+xml"/>
  <Override PartName="/ppt/slideLayouts/_rels/slideLayout191.xml.rels" ContentType="application/vnd.openxmlformats-package.relationships+xml"/>
  <Override PartName="/ppt/slideLayouts/_rels/slideLayout192.xml.rels" ContentType="application/vnd.openxmlformats-package.relationships+xml"/>
  <Override PartName="/ppt/slideLayouts/_rels/slideLayout193.xml.rels" ContentType="application/vnd.openxmlformats-package.relationships+xml"/>
  <Override PartName="/ppt/slideLayouts/_rels/slideLayout194.xml.rels" ContentType="application/vnd.openxmlformats-package.relationships+xml"/>
  <Override PartName="/ppt/slideLayouts/_rels/slideLayout195.xml.rels" ContentType="application/vnd.openxmlformats-package.relationships+xml"/>
  <Override PartName="/ppt/slideLayouts/_rels/slideLayout196.xml.rels" ContentType="application/vnd.openxmlformats-package.relationships+xml"/>
  <Override PartName="/ppt/slideLayouts/_rels/slideLayout197.xml.rels" ContentType="application/vnd.openxmlformats-package.relationships+xml"/>
  <Override PartName="/ppt/slideLayouts/_rels/slideLayout198.xml.rels" ContentType="application/vnd.openxmlformats-package.relationships+xml"/>
  <Override PartName="/ppt/slideLayouts/_rels/slideLayout199.xml.rels" ContentType="application/vnd.openxmlformats-package.relationships+xml"/>
  <Override PartName="/ppt/slideLayouts/_rels/slideLayout209.xml.rels" ContentType="application/vnd.openxmlformats-package.relationships+xml"/>
  <Override PartName="/ppt/slideLayouts/slideLayout61.xml" ContentType="application/vnd.openxmlformats-officedocument.presentationml.slideLayout+xml"/>
  <Override PartName="/ppt/slideLayouts/slideLayout149.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158.xml" ContentType="application/vnd.openxmlformats-officedocument.presentationml.slideLayout+xml"/>
  <Override PartName="/ppt/slideLayouts/slideLayout71.xml" ContentType="application/vnd.openxmlformats-officedocument.presentationml.slideLayout+xml"/>
  <Override PartName="/ppt/slideLayouts/slideLayout159.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168.xml" ContentType="application/vnd.openxmlformats-officedocument.presentationml.slideLayout+xml"/>
  <Override PartName="/ppt/slideLayouts/slideLayout81.xml" ContentType="application/vnd.openxmlformats-officedocument.presentationml.slideLayout+xml"/>
  <Override PartName="/ppt/slideLayouts/slideLayout169.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178.xml" ContentType="application/vnd.openxmlformats-officedocument.presentationml.slideLayout+xml"/>
  <Override PartName="/ppt/slideLayouts/slideLayout91.xml" ContentType="application/vnd.openxmlformats-officedocument.presentationml.slideLayout+xml"/>
  <Override PartName="/ppt/slideLayouts/slideLayout179.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_rels/slide1.xml.rels" ContentType="application/vnd.openxmlformats-package.relationships+xml"/>
  <Override PartName="/ppt/slides/_rels/slide22.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presProps.xml" ContentType="application/vnd.openxmlformats-officedocument.presentationml.presProps+xml"/>
  <Override PartName="/ppt/media/image1.png" ContentType="image/png"/>
  <Override PartName="/ppt/media/image2.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 id="2147483700" r:id="rId6"/>
    <p:sldMasterId id="2147483713" r:id="rId7"/>
    <p:sldMasterId id="2147483726" r:id="rId8"/>
    <p:sldMasterId id="2147483739" r:id="rId9"/>
    <p:sldMasterId id="2147483752" r:id="rId10"/>
    <p:sldMasterId id="2147483765" r:id="rId11"/>
    <p:sldMasterId id="2147483778" r:id="rId12"/>
    <p:sldMasterId id="2147483791" r:id="rId13"/>
    <p:sldMasterId id="2147483804" r:id="rId14"/>
    <p:sldMasterId id="2147483817" r:id="rId15"/>
    <p:sldMasterId id="2147483830" r:id="rId16"/>
    <p:sldMasterId id="2147483843" r:id="rId17"/>
    <p:sldMasterId id="2147483856" r:id="rId18"/>
    <p:sldMasterId id="2147483869" r:id="rId19"/>
  </p:sldMasterIdLst>
  <p:sldIdLst>
    <p:sldId id="256" r:id="rId20"/>
    <p:sldId id="257" r:id="rId21"/>
    <p:sldId id="258" r:id="rId22"/>
    <p:sldId id="259" r:id="rId23"/>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 Target="slides/slide1.xml"/><Relationship Id="rId21" Type="http://schemas.openxmlformats.org/officeDocument/2006/relationships/slide" Target="slides/slide2.xml"/><Relationship Id="rId22" Type="http://schemas.openxmlformats.org/officeDocument/2006/relationships/slide" Target="slides/slide3.xml"/><Relationship Id="rId23" Type="http://schemas.openxmlformats.org/officeDocument/2006/relationships/slide" Target="slides/slide4.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1.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2.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3.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4.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1.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2.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3.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4.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5.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6.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1.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2.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3.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4.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5.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6.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7.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8.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3.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4.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5.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6.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7.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8.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9.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0.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5.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6.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8.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9.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0.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1.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7.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8.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9.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0.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1.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2.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9.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0.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1.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2.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3.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5.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6.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1.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2.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3.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4.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6.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7.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8.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3.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4.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5.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7.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8.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9.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0.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5.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6.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8.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9.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0.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1.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2.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7.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9.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0.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1.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2.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3.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4.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6.xml.rels><?xml version="1.0" encoding="UTF-8"?>
<Relationships xmlns="http://schemas.openxmlformats.org/package/2006/relationships"><Relationship Id="rId1" Type="http://schemas.openxmlformats.org/officeDocument/2006/relationships/slideMaster" Target="../slideMasters/slideMaster18.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55A261DA-2F76-4D0C-AC92-81AF2EC2A12B}"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FD535BD2-C084-42B7-B5D4-9F5D928E195C}"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7B5C5604-41A5-46A4-8470-E15893191C73}"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6E608A89-217D-44C3-9AB4-836C9549AE83}"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A465F1A9-DCB5-4B02-9455-3FA7AD3B376F}"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1A89475B-5558-4199-B345-5B2472E5EF3D}"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EB268545-1592-4F70-ABCE-A1B2AC9CD144}"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D7E37143-A2E1-4E59-9905-07497E287331}"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6931BCF6-66D0-4ADD-B376-8E801732D103}"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026C4E7D-44A0-4256-AE71-E8EAC6D1B348}"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A7C93B3E-F1F0-4BA4-A6F2-796971B58383}"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B4F699BE-EB56-4D36-A120-CF1492F29502}"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F7FB226D-CA09-4CC6-A44B-ACF34C468348}"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75D165D7-28A2-4276-93D5-80F9ED9288F1}"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3FF53B80-CCC6-42E9-BAE0-D2EDD2E9B387}"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1DF2E104-F2F0-46BB-92FA-217BC56DDE3C}"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EEB2FF11-F80B-42E5-8125-8742ED6777E3}"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FC6DA138-CD65-45CA-B0B4-C598636EABAB}"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E56ED2E9-8DE1-4193-8FC6-896626AC6180}"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6C507552-568C-42F2-9DBB-F9347D15BB0E}"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8F05D503-B2A0-4FA7-BAEE-DC6F3C1CCA82}"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54701112-7F4E-41DB-A1B2-A81D9C2B0063}"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A52F6884-A732-4716-882A-E4DD9CF9C96E}"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CE8FAD54-FD34-42A2-8A33-4B7299DE7732}" type="slidenum">
              <a:t>&lt;#&gt;</a:t>
            </a:fld>
          </a:p>
        </p:txBody>
      </p:sp>
      <p:sp>
        <p:nvSpPr>
          <p:cNvPr id="11" name="PlaceHolder 10"/>
          <p:cNvSpPr>
            <a:spLocks noGrp="1"/>
          </p:cNvSpPr>
          <p:nvPr>
            <p:ph type="dt" idx="6"/>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7FD87E01-9BDD-4FCE-BA72-1776AE9FCC89}"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14B5F48E-D935-47AB-9130-1758EB66B1A3}"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1FE46563-A73E-438A-86D2-3B0B6A6F5305}"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2ADD875C-7BB2-44C5-A038-B78EC0DDF25E}"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77A47ED0-99EF-407D-ABD2-17D9240379A1}"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72C2D049-2626-445B-8F19-2E5ABC706D53}"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8D19A0DE-CE9D-4DBF-82C5-C75DEB5FB707}"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DDEF8A9F-0E5F-492F-A55C-10B9A450DA4C}"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2398517F-D82B-4D61-8430-0AC8D6ED92F6}"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1AA3D68D-6F92-4A5F-8F79-8B9A6A9E2980}"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A7698481-65B6-469C-AE39-38E4577276DD}" type="slidenum">
              <a:t>&lt;#&gt;</a:t>
            </a:fld>
          </a:p>
        </p:txBody>
      </p:sp>
      <p:sp>
        <p:nvSpPr>
          <p:cNvPr id="9" name="PlaceHolder 8"/>
          <p:cNvSpPr>
            <a:spLocks noGrp="1"/>
          </p:cNvSpPr>
          <p:nvPr>
            <p:ph type="dt" idx="9"/>
          </p:nvPr>
        </p:nvSpPr>
        <p:spPr/>
        <p:txBody>
          <a:bodyPr/>
          <a:p>
            <a:r>
              <a:rPr lang="en-US"/>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97B1B507-2E54-494F-8DC9-C6FB9C86C32A}" type="slidenum">
              <a:t>&lt;#&gt;</a:t>
            </a:fld>
          </a:p>
        </p:txBody>
      </p:sp>
      <p:sp>
        <p:nvSpPr>
          <p:cNvPr id="11" name="PlaceHolder 10"/>
          <p:cNvSpPr>
            <a:spLocks noGrp="1"/>
          </p:cNvSpPr>
          <p:nvPr>
            <p:ph type="dt" idx="9"/>
          </p:nvPr>
        </p:nvSpPr>
        <p:spPr/>
        <p:txBody>
          <a:bodyPr/>
          <a:p>
            <a:r>
              <a:rPr lang="en-US"/>
              <a:t/>
            </a: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0"/>
          </p:nvPr>
        </p:nvSpPr>
        <p:spPr/>
        <p:txBody>
          <a:bodyPr/>
          <a:p>
            <a:r>
              <a:t>Footer</a:t>
            </a:r>
          </a:p>
        </p:txBody>
      </p:sp>
      <p:sp>
        <p:nvSpPr>
          <p:cNvPr id="3" name="PlaceHolder 2"/>
          <p:cNvSpPr>
            <a:spLocks noGrp="1"/>
          </p:cNvSpPr>
          <p:nvPr>
            <p:ph type="sldNum" idx="11"/>
          </p:nvPr>
        </p:nvSpPr>
        <p:spPr/>
        <p:txBody>
          <a:bodyPr/>
          <a:p>
            <a:fld id="{0BB2D12F-EFD2-4CA2-826A-73EF40153A1F}" type="slidenum">
              <a:t>&lt;#&gt;</a:t>
            </a:fld>
          </a:p>
        </p:txBody>
      </p:sp>
      <p:sp>
        <p:nvSpPr>
          <p:cNvPr id="4" name="PlaceHolder 3"/>
          <p:cNvSpPr>
            <a:spLocks noGrp="1"/>
          </p:cNvSpPr>
          <p:nvPr>
            <p:ph type="dt" idx="12"/>
          </p:nvPr>
        </p:nvSpPr>
        <p:spPr/>
        <p:txBody>
          <a:bodyPr/>
          <a:p>
            <a:r>
              <a:rPr lang="en-US"/>
              <a:t/>
            </a: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55F414A6-BE1E-4A13-9299-3A6542F5E398}"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3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B545D992-B17A-4830-B7F2-43909611C35B}"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EF5C212D-8E75-400B-B440-A5BD9FFD6E22}"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26097919-42E9-4A71-A93F-63C0A0766052}"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DE698170-4345-4422-AA02-A79EB3F0FB26}"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155ECADA-DA81-4E31-AC5B-25F739412501}"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E9C19BAF-8165-4CF2-9CB3-59EC09D74A80}"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95A40381-A21E-4403-85E4-6BB75EE6F256}"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840F190D-1F0D-418B-9D38-E5F2F2C2BC80}"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0"/>
          </p:nvPr>
        </p:nvSpPr>
        <p:spPr/>
        <p:txBody>
          <a:bodyPr/>
          <a:p>
            <a:r>
              <a:t>Footer</a:t>
            </a:r>
          </a:p>
        </p:txBody>
      </p:sp>
      <p:sp>
        <p:nvSpPr>
          <p:cNvPr id="8" name="PlaceHolder 7"/>
          <p:cNvSpPr>
            <a:spLocks noGrp="1"/>
          </p:cNvSpPr>
          <p:nvPr>
            <p:ph type="sldNum" idx="11"/>
          </p:nvPr>
        </p:nvSpPr>
        <p:spPr/>
        <p:txBody>
          <a:bodyPr/>
          <a:p>
            <a:fld id="{04D5F3C8-6F4E-4137-B596-95DDC0BACE11}" type="slidenum">
              <a:t>&lt;#&gt;</a:t>
            </a:fld>
          </a:p>
        </p:txBody>
      </p:sp>
      <p:sp>
        <p:nvSpPr>
          <p:cNvPr id="9" name="PlaceHolder 8"/>
          <p:cNvSpPr>
            <a:spLocks noGrp="1"/>
          </p:cNvSpPr>
          <p:nvPr>
            <p:ph type="dt" idx="12"/>
          </p:nvPr>
        </p:nvSpPr>
        <p:spPr/>
        <p:txBody>
          <a:bodyPr/>
          <a:p>
            <a:r>
              <a:rPr lang="en-U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0"/>
          </p:nvPr>
        </p:nvSpPr>
        <p:spPr/>
        <p:txBody>
          <a:bodyPr/>
          <a:p>
            <a:r>
              <a:t>Footer</a:t>
            </a:r>
          </a:p>
        </p:txBody>
      </p:sp>
      <p:sp>
        <p:nvSpPr>
          <p:cNvPr id="10" name="PlaceHolder 9"/>
          <p:cNvSpPr>
            <a:spLocks noGrp="1"/>
          </p:cNvSpPr>
          <p:nvPr>
            <p:ph type="sldNum" idx="11"/>
          </p:nvPr>
        </p:nvSpPr>
        <p:spPr/>
        <p:txBody>
          <a:bodyPr/>
          <a:p>
            <a:fld id="{94C04133-3954-455C-8C69-E477E6EBB308}" type="slidenum">
              <a:t>&lt;#&gt;</a:t>
            </a:fld>
          </a:p>
        </p:txBody>
      </p:sp>
      <p:sp>
        <p:nvSpPr>
          <p:cNvPr id="11" name="PlaceHolder 10"/>
          <p:cNvSpPr>
            <a:spLocks noGrp="1"/>
          </p:cNvSpPr>
          <p:nvPr>
            <p:ph type="dt" idx="12"/>
          </p:nvPr>
        </p:nvSpPr>
        <p:spPr/>
        <p:txBody>
          <a:bodyPr/>
          <a:p>
            <a:r>
              <a:rPr lang="en-U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53A8E201-3A68-42ED-B9E9-50E1BF212535}"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706D27C2-4DCF-4880-9FFF-36F53CA3E5EA}"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7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1D92EEC6-BE44-4625-BDFA-92CD33C599E0}"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8CF5C378-0AA1-41AF-BBB8-757B8D5AE552}"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7C03109D-F390-4630-BBF2-5B9BEF42795A}"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7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29374678-2C10-4CDB-BA71-049D4BCCF8B3}"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8D83D557-FB82-41AB-AB38-846CAC0BAD86}"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938E2C3F-C18E-4F26-A2BD-E255775F4CD3}"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ED4819CF-AC28-4B06-9BA4-781E20F24026}"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4C293172-FAEF-48CA-A534-C051F34B7404}"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3"/>
          </p:nvPr>
        </p:nvSpPr>
        <p:spPr/>
        <p:txBody>
          <a:bodyPr/>
          <a:p>
            <a:r>
              <a:t>Footer</a:t>
            </a:r>
          </a:p>
        </p:txBody>
      </p:sp>
      <p:sp>
        <p:nvSpPr>
          <p:cNvPr id="8" name="PlaceHolder 7"/>
          <p:cNvSpPr>
            <a:spLocks noGrp="1"/>
          </p:cNvSpPr>
          <p:nvPr>
            <p:ph type="sldNum" idx="14"/>
          </p:nvPr>
        </p:nvSpPr>
        <p:spPr/>
        <p:txBody>
          <a:bodyPr/>
          <a:p>
            <a:fld id="{B35113B4-C6A0-49A2-A6B2-9FF843B562BA}" type="slidenum">
              <a:t>&lt;#&gt;</a:t>
            </a:fld>
          </a:p>
        </p:txBody>
      </p:sp>
      <p:sp>
        <p:nvSpPr>
          <p:cNvPr id="9" name="PlaceHolder 8"/>
          <p:cNvSpPr>
            <a:spLocks noGrp="1"/>
          </p:cNvSpPr>
          <p:nvPr>
            <p:ph type="dt" idx="15"/>
          </p:nvPr>
        </p:nvSpPr>
        <p:spPr/>
        <p:txBody>
          <a:bodyPr/>
          <a:p>
            <a:r>
              <a:rPr lang="en-US"/>
              <a:t/>
            </a: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3"/>
          </p:nvPr>
        </p:nvSpPr>
        <p:spPr/>
        <p:txBody>
          <a:bodyPr/>
          <a:p>
            <a:r>
              <a:t>Footer</a:t>
            </a:r>
          </a:p>
        </p:txBody>
      </p:sp>
      <p:sp>
        <p:nvSpPr>
          <p:cNvPr id="10" name="PlaceHolder 9"/>
          <p:cNvSpPr>
            <a:spLocks noGrp="1"/>
          </p:cNvSpPr>
          <p:nvPr>
            <p:ph type="sldNum" idx="14"/>
          </p:nvPr>
        </p:nvSpPr>
        <p:spPr/>
        <p:txBody>
          <a:bodyPr/>
          <a:p>
            <a:fld id="{ABFFE7BE-B7ED-4369-BA98-97DDC9EE9AA0}" type="slidenum">
              <a:t>&lt;#&gt;</a:t>
            </a:fld>
          </a:p>
        </p:txBody>
      </p:sp>
      <p:sp>
        <p:nvSpPr>
          <p:cNvPr id="11" name="PlaceHolder 10"/>
          <p:cNvSpPr>
            <a:spLocks noGrp="1"/>
          </p:cNvSpPr>
          <p:nvPr>
            <p:ph type="dt" idx="15"/>
          </p:nvPr>
        </p:nvSpPr>
        <p:spPr/>
        <p:txBody>
          <a:bodyPr/>
          <a:p>
            <a:r>
              <a:rPr lang="en-US"/>
              <a:t/>
            </a: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p>
            <a:r>
              <a:t>Footer</a:t>
            </a:r>
          </a:p>
        </p:txBody>
      </p:sp>
      <p:sp>
        <p:nvSpPr>
          <p:cNvPr id="3" name="PlaceHolder 2"/>
          <p:cNvSpPr>
            <a:spLocks noGrp="1"/>
          </p:cNvSpPr>
          <p:nvPr>
            <p:ph type="sldNum" idx="17"/>
          </p:nvPr>
        </p:nvSpPr>
        <p:spPr/>
        <p:txBody>
          <a:bodyPr/>
          <a:p>
            <a:fld id="{811B158E-05B9-445A-863F-5D4EC1FA5842}" type="slidenum">
              <a:t>&lt;#&gt;</a:t>
            </a:fld>
          </a:p>
        </p:txBody>
      </p:sp>
      <p:sp>
        <p:nvSpPr>
          <p:cNvPr id="4" name="PlaceHolder 3"/>
          <p:cNvSpPr>
            <a:spLocks noGrp="1"/>
          </p:cNvSpPr>
          <p:nvPr>
            <p:ph type="dt" idx="18"/>
          </p:nvPr>
        </p:nvSpPr>
        <p:spPr/>
        <p:txBody>
          <a:bodyPr/>
          <a:p>
            <a:r>
              <a:rPr lang="en-US"/>
              <a:t/>
            </a: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4989B6DD-87E8-4F8C-9497-FF0D8D255361}"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7A9D306C-DCF7-4C4C-8AA9-847820DFFC27}"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CCBE5747-314C-44E9-A97C-F923EF5798B3}"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F4661211-123F-4FA0-9402-7F887215EC38}"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1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D4609352-0EDF-4D3A-AC1B-5C612C8A7A10}"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E73EE5B7-78EA-46EC-9B48-FD44270A090A}"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EE7A675D-C201-419B-8EFE-4F2D8498EE6E}"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C524CDA6-2D3F-444A-9106-E91D6BFF2E62}"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64CCB511-7E13-4F81-ABE8-A634C6EDF23E}"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6"/>
          </p:nvPr>
        </p:nvSpPr>
        <p:spPr/>
        <p:txBody>
          <a:bodyPr/>
          <a:p>
            <a:r>
              <a:t>Footer</a:t>
            </a:r>
          </a:p>
        </p:txBody>
      </p:sp>
      <p:sp>
        <p:nvSpPr>
          <p:cNvPr id="8" name="PlaceHolder 7"/>
          <p:cNvSpPr>
            <a:spLocks noGrp="1"/>
          </p:cNvSpPr>
          <p:nvPr>
            <p:ph type="sldNum" idx="17"/>
          </p:nvPr>
        </p:nvSpPr>
        <p:spPr/>
        <p:txBody>
          <a:bodyPr/>
          <a:p>
            <a:fld id="{C9C49FC3-6B63-4C5F-961F-1C2CAAAB67F2}" type="slidenum">
              <a:t>&lt;#&gt;</a:t>
            </a:fld>
          </a:p>
        </p:txBody>
      </p:sp>
      <p:sp>
        <p:nvSpPr>
          <p:cNvPr id="9" name="PlaceHolder 8"/>
          <p:cNvSpPr>
            <a:spLocks noGrp="1"/>
          </p:cNvSpPr>
          <p:nvPr>
            <p:ph type="dt" idx="18"/>
          </p:nvPr>
        </p:nvSpPr>
        <p:spPr/>
        <p:txBody>
          <a:bodyPr/>
          <a:p>
            <a:r>
              <a:rPr lang="en-US"/>
              <a:t/>
            </a: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4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6"/>
          </p:nvPr>
        </p:nvSpPr>
        <p:spPr/>
        <p:txBody>
          <a:bodyPr/>
          <a:p>
            <a:r>
              <a:t>Footer</a:t>
            </a:r>
          </a:p>
        </p:txBody>
      </p:sp>
      <p:sp>
        <p:nvSpPr>
          <p:cNvPr id="10" name="PlaceHolder 9"/>
          <p:cNvSpPr>
            <a:spLocks noGrp="1"/>
          </p:cNvSpPr>
          <p:nvPr>
            <p:ph type="sldNum" idx="17"/>
          </p:nvPr>
        </p:nvSpPr>
        <p:spPr/>
        <p:txBody>
          <a:bodyPr/>
          <a:p>
            <a:fld id="{BF37D543-61D4-4888-9762-874AE48CE499}" type="slidenum">
              <a:t>&lt;#&gt;</a:t>
            </a:fld>
          </a:p>
        </p:txBody>
      </p:sp>
      <p:sp>
        <p:nvSpPr>
          <p:cNvPr id="11" name="PlaceHolder 10"/>
          <p:cNvSpPr>
            <a:spLocks noGrp="1"/>
          </p:cNvSpPr>
          <p:nvPr>
            <p:ph type="dt" idx="18"/>
          </p:nvPr>
        </p:nvSpPr>
        <p:spPr/>
        <p:txBody>
          <a:bodyPr/>
          <a:p>
            <a:r>
              <a:rPr lang="en-US"/>
              <a:t/>
            </a: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E6F5CEBF-5F8A-4A35-B4C1-CF84D01D5DCC}"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1E6101C6-029B-4AE4-B904-5631061DA198}"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C1372204-D48A-465B-947C-EFB11284E023}"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499C6AB5-16CD-4BAD-9C19-E403DEB730C8}"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72830F29-6133-4327-AA95-577DC4C565B9}"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5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F407E69A-E548-4EE4-ADCC-AE4DD6144088}"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014B4308-D90C-4FFC-B408-2B4515808843}"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84234AD3-31C6-453F-8A16-D9F40C6EB015}"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A1B19094-C469-4661-B067-1DCF2AA75720}"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F60363EF-23A4-4F87-8EBB-31F2F138750F}"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9"/>
          </p:nvPr>
        </p:nvSpPr>
        <p:spPr/>
        <p:txBody>
          <a:bodyPr/>
          <a:p>
            <a:r>
              <a:t>Footer</a:t>
            </a:r>
          </a:p>
        </p:txBody>
      </p:sp>
      <p:sp>
        <p:nvSpPr>
          <p:cNvPr id="8" name="PlaceHolder 7"/>
          <p:cNvSpPr>
            <a:spLocks noGrp="1"/>
          </p:cNvSpPr>
          <p:nvPr>
            <p:ph type="sldNum" idx="20"/>
          </p:nvPr>
        </p:nvSpPr>
        <p:spPr/>
        <p:txBody>
          <a:bodyPr/>
          <a:p>
            <a:fld id="{52F2EFE4-DAE4-4B7F-A901-53A03FFB0E51}" type="slidenum">
              <a:t>&lt;#&gt;</a:t>
            </a:fld>
          </a:p>
        </p:txBody>
      </p:sp>
      <p:sp>
        <p:nvSpPr>
          <p:cNvPr id="9" name="PlaceHolder 8"/>
          <p:cNvSpPr>
            <a:spLocks noGrp="1"/>
          </p:cNvSpPr>
          <p:nvPr>
            <p:ph type="dt" idx="21"/>
          </p:nvPr>
        </p:nvSpPr>
        <p:spPr/>
        <p:txBody>
          <a:bodyPr/>
          <a:p>
            <a:r>
              <a:rPr lang="en-US"/>
              <a:t/>
            </a: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8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9"/>
          </p:nvPr>
        </p:nvSpPr>
        <p:spPr/>
        <p:txBody>
          <a:bodyPr/>
          <a:p>
            <a:r>
              <a:t>Footer</a:t>
            </a:r>
          </a:p>
        </p:txBody>
      </p:sp>
      <p:sp>
        <p:nvSpPr>
          <p:cNvPr id="10" name="PlaceHolder 9"/>
          <p:cNvSpPr>
            <a:spLocks noGrp="1"/>
          </p:cNvSpPr>
          <p:nvPr>
            <p:ph type="sldNum" idx="20"/>
          </p:nvPr>
        </p:nvSpPr>
        <p:spPr/>
        <p:txBody>
          <a:bodyPr/>
          <a:p>
            <a:fld id="{BA4C2CA3-A55E-4720-95AA-CA573520F772}" type="slidenum">
              <a:t>&lt;#&gt;</a:t>
            </a:fld>
          </a:p>
        </p:txBody>
      </p:sp>
      <p:sp>
        <p:nvSpPr>
          <p:cNvPr id="11" name="PlaceHolder 10"/>
          <p:cNvSpPr>
            <a:spLocks noGrp="1"/>
          </p:cNvSpPr>
          <p:nvPr>
            <p:ph type="dt" idx="21"/>
          </p:nvPr>
        </p:nvSpPr>
        <p:spPr/>
        <p:txBody>
          <a:bodyPr/>
          <a:p>
            <a:r>
              <a:rPr lang="en-US"/>
              <a:t/>
            </a: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22908ABB-DA6F-46D2-95D5-D2AC5B5734D7}" type="slidenum">
              <a:t>&lt;#&gt;</a:t>
            </a:fld>
          </a:p>
        </p:txBody>
      </p:sp>
      <p:sp>
        <p:nvSpPr>
          <p:cNvPr id="4" name="PlaceHolder 3"/>
          <p:cNvSpPr>
            <a:spLocks noGrp="1"/>
          </p:cNvSpPr>
          <p:nvPr>
            <p:ph type="dt" idx="24"/>
          </p:nvPr>
        </p:nvSpPr>
        <p:spPr/>
        <p:txBody>
          <a:bodyPr/>
          <a:p>
            <a:r>
              <a:rPr lang="en-US"/>
              <a:t/>
            </a:r>
          </a:p>
        </p:txBody>
      </p:sp>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08A8AF4B-AB08-4243-85C1-28479316C044}"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0088F61A-FF3C-480E-9F80-49E846D7FF00}"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8C82473D-0882-4972-84B9-0D5913C7BBFE}"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F28EE9D4-FAA2-4032-ACDB-68C0E2CB4B44}"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0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AB55B445-8041-48EB-A9BB-20B24ACE9E31}"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476E08A2-3295-43B6-9A31-163DB19670EB}"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40AF2712-78D5-477F-A9BC-26AA4B23A940}"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8F772E43-84F2-426E-A849-398DA58E89A9}"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65E64D16-4C5A-400E-9B4A-FE282250810C}"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2"/>
          </p:nvPr>
        </p:nvSpPr>
        <p:spPr/>
        <p:txBody>
          <a:bodyPr/>
          <a:p>
            <a:r>
              <a:t>Footer</a:t>
            </a:r>
          </a:p>
        </p:txBody>
      </p:sp>
      <p:sp>
        <p:nvSpPr>
          <p:cNvPr id="8" name="PlaceHolder 7"/>
          <p:cNvSpPr>
            <a:spLocks noGrp="1"/>
          </p:cNvSpPr>
          <p:nvPr>
            <p:ph type="sldNum" idx="23"/>
          </p:nvPr>
        </p:nvSpPr>
        <p:spPr/>
        <p:txBody>
          <a:bodyPr/>
          <a:p>
            <a:fld id="{2106AB7D-052F-4409-9395-7C896225D81F}" type="slidenum">
              <a:t>&lt;#&gt;</a:t>
            </a:fld>
          </a:p>
        </p:txBody>
      </p:sp>
      <p:sp>
        <p:nvSpPr>
          <p:cNvPr id="9" name="PlaceHolder 8"/>
          <p:cNvSpPr>
            <a:spLocks noGrp="1"/>
          </p:cNvSpPr>
          <p:nvPr>
            <p:ph type="dt" idx="24"/>
          </p:nvPr>
        </p:nvSpPr>
        <p:spPr/>
        <p:txBody>
          <a:bodyPr/>
          <a:p>
            <a:r>
              <a:rPr lang="en-US"/>
              <a:t/>
            </a:r>
          </a:p>
        </p:txBody>
      </p:sp>
    </p:spTree>
  </p:cSld>
</p:sldLayout>
</file>

<file path=ppt/slideLayouts/slideLayout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2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2"/>
          </p:nvPr>
        </p:nvSpPr>
        <p:spPr/>
        <p:txBody>
          <a:bodyPr/>
          <a:p>
            <a:r>
              <a:t>Footer</a:t>
            </a:r>
          </a:p>
        </p:txBody>
      </p:sp>
      <p:sp>
        <p:nvSpPr>
          <p:cNvPr id="10" name="PlaceHolder 9"/>
          <p:cNvSpPr>
            <a:spLocks noGrp="1"/>
          </p:cNvSpPr>
          <p:nvPr>
            <p:ph type="sldNum" idx="23"/>
          </p:nvPr>
        </p:nvSpPr>
        <p:spPr/>
        <p:txBody>
          <a:bodyPr/>
          <a:p>
            <a:fld id="{27054880-1E0E-42DA-86CF-56F50F6F9AA8}" type="slidenum">
              <a:t>&lt;#&gt;</a:t>
            </a:fld>
          </a:p>
        </p:txBody>
      </p:sp>
      <p:sp>
        <p:nvSpPr>
          <p:cNvPr id="11" name="PlaceHolder 10"/>
          <p:cNvSpPr>
            <a:spLocks noGrp="1"/>
          </p:cNvSpPr>
          <p:nvPr>
            <p:ph type="dt" idx="24"/>
          </p:nvPr>
        </p:nvSpPr>
        <p:spPr/>
        <p:txBody>
          <a:bodyPr/>
          <a:p>
            <a:r>
              <a:rPr lang="en-US"/>
              <a:t/>
            </a:r>
          </a:p>
        </p:txBody>
      </p:sp>
    </p:spTree>
  </p:cSld>
</p:sldLayout>
</file>

<file path=ppt/slideLayouts/slideLayout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0C64EB5B-C03F-4517-BB13-953EE63E028A}"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9B21A360-175D-4C68-8359-BB547E8890E5}"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66E13D61-99D7-4FE6-8FED-BF266689448F}"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64E422A8-03E2-477D-9762-A2871D7F7A0A}"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B48D6C10-C1AC-42A0-B3AF-8ED9A7DCB116}"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4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261B80D8-C699-4B05-8C98-D9183CF87F18}"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EC418368-887A-4D3D-97A1-7A5DB3FA64E2}"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0399D5B8-65A0-433B-9C57-82C398D49443}"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C461DDF4-8233-468B-9BC0-E0A79097C419}"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C7F2C14E-FB87-4DFF-A73E-2EE10858B75D}"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5"/>
          </p:nvPr>
        </p:nvSpPr>
        <p:spPr/>
        <p:txBody>
          <a:bodyPr/>
          <a:p>
            <a:r>
              <a:t>Footer</a:t>
            </a:r>
          </a:p>
        </p:txBody>
      </p:sp>
      <p:sp>
        <p:nvSpPr>
          <p:cNvPr id="8" name="PlaceHolder 7"/>
          <p:cNvSpPr>
            <a:spLocks noGrp="1"/>
          </p:cNvSpPr>
          <p:nvPr>
            <p:ph type="sldNum" idx="26"/>
          </p:nvPr>
        </p:nvSpPr>
        <p:spPr/>
        <p:txBody>
          <a:bodyPr/>
          <a:p>
            <a:fld id="{3D7CCA53-AA9C-470B-B298-1C04C9655222}" type="slidenum">
              <a:t>&lt;#&gt;</a:t>
            </a:fld>
          </a:p>
        </p:txBody>
      </p:sp>
      <p:sp>
        <p:nvSpPr>
          <p:cNvPr id="9" name="PlaceHolder 8"/>
          <p:cNvSpPr>
            <a:spLocks noGrp="1"/>
          </p:cNvSpPr>
          <p:nvPr>
            <p:ph type="dt" idx="27"/>
          </p:nvPr>
        </p:nvSpPr>
        <p:spPr/>
        <p:txBody>
          <a:bodyPr/>
          <a:p>
            <a:r>
              <a:rPr lang="en-US"/>
              <a:t/>
            </a:r>
          </a:p>
        </p:txBody>
      </p:sp>
    </p:spTree>
  </p:cSld>
</p:sldLayout>
</file>

<file path=ppt/slideLayouts/slideLayout1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6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5"/>
          </p:nvPr>
        </p:nvSpPr>
        <p:spPr/>
        <p:txBody>
          <a:bodyPr/>
          <a:p>
            <a:r>
              <a:t>Footer</a:t>
            </a:r>
          </a:p>
        </p:txBody>
      </p:sp>
      <p:sp>
        <p:nvSpPr>
          <p:cNvPr id="10" name="PlaceHolder 9"/>
          <p:cNvSpPr>
            <a:spLocks noGrp="1"/>
          </p:cNvSpPr>
          <p:nvPr>
            <p:ph type="sldNum" idx="26"/>
          </p:nvPr>
        </p:nvSpPr>
        <p:spPr/>
        <p:txBody>
          <a:bodyPr/>
          <a:p>
            <a:fld id="{32748C70-D653-4612-AC25-83BE1D8895EE}" type="slidenum">
              <a:t>&lt;#&gt;</a:t>
            </a:fld>
          </a:p>
        </p:txBody>
      </p:sp>
      <p:sp>
        <p:nvSpPr>
          <p:cNvPr id="11" name="PlaceHolder 10"/>
          <p:cNvSpPr>
            <a:spLocks noGrp="1"/>
          </p:cNvSpPr>
          <p:nvPr>
            <p:ph type="dt" idx="27"/>
          </p:nvPr>
        </p:nvSpPr>
        <p:spPr/>
        <p:txBody>
          <a:bodyPr/>
          <a:p>
            <a:r>
              <a:rPr lang="en-US"/>
              <a:t/>
            </a:r>
          </a:p>
        </p:txBody>
      </p:sp>
    </p:spTree>
  </p:cSld>
</p:sldLayout>
</file>

<file path=ppt/slideLayouts/slideLayout1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12893163-AF5E-46A9-83D7-FECA62486EA4}"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5F51380A-39B5-45C5-B524-360FB5E6E1B0}"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2D0CF0D3-7E96-4C2B-8406-CB13D54616DE}"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ACF3E72D-FBA8-4922-B9CE-00879B78B222}"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3C262AA6-94F4-4A54-9F38-2DB2669C91A6}"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8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AD6A2FA0-4872-436F-AF96-8BE185989B13}"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9FDD730E-23EE-45F2-BA10-5DC2CAD57456}"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98C5C5BF-4636-4A16-8246-379A77A1BBB6}"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1586E5B9-E223-4AFB-9805-011CBDB02E34}"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9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F26D2367-9ACE-482C-9EC3-481F8F6DB0E0}"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8"/>
          </p:nvPr>
        </p:nvSpPr>
        <p:spPr/>
        <p:txBody>
          <a:bodyPr/>
          <a:p>
            <a:r>
              <a:t>Footer</a:t>
            </a:r>
          </a:p>
        </p:txBody>
      </p:sp>
      <p:sp>
        <p:nvSpPr>
          <p:cNvPr id="8" name="PlaceHolder 7"/>
          <p:cNvSpPr>
            <a:spLocks noGrp="1"/>
          </p:cNvSpPr>
          <p:nvPr>
            <p:ph type="sldNum" idx="29"/>
          </p:nvPr>
        </p:nvSpPr>
        <p:spPr/>
        <p:txBody>
          <a:bodyPr/>
          <a:p>
            <a:fld id="{C0F32D4B-FFF2-4EE9-9511-DAC4264481F6}" type="slidenum">
              <a:t>&lt;#&gt;</a:t>
            </a:fld>
          </a:p>
        </p:txBody>
      </p:sp>
      <p:sp>
        <p:nvSpPr>
          <p:cNvPr id="9" name="PlaceHolder 8"/>
          <p:cNvSpPr>
            <a:spLocks noGrp="1"/>
          </p:cNvSpPr>
          <p:nvPr>
            <p:ph type="dt" idx="30"/>
          </p:nvPr>
        </p:nvSpPr>
        <p:spPr/>
        <p:txBody>
          <a:bodyPr/>
          <a:p>
            <a:r>
              <a:rPr lang="en-US"/>
              <a:t/>
            </a:r>
          </a:p>
        </p:txBody>
      </p:sp>
    </p:spTree>
  </p:cSld>
</p:sldLayout>
</file>

<file path=ppt/slideLayouts/slideLayout1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0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8"/>
          </p:nvPr>
        </p:nvSpPr>
        <p:spPr/>
        <p:txBody>
          <a:bodyPr/>
          <a:p>
            <a:r>
              <a:t>Footer</a:t>
            </a:r>
          </a:p>
        </p:txBody>
      </p:sp>
      <p:sp>
        <p:nvSpPr>
          <p:cNvPr id="10" name="PlaceHolder 9"/>
          <p:cNvSpPr>
            <a:spLocks noGrp="1"/>
          </p:cNvSpPr>
          <p:nvPr>
            <p:ph type="sldNum" idx="29"/>
          </p:nvPr>
        </p:nvSpPr>
        <p:spPr/>
        <p:txBody>
          <a:bodyPr/>
          <a:p>
            <a:fld id="{C9055B33-20C8-4306-9D5D-F12D03B97C92}" type="slidenum">
              <a:t>&lt;#&gt;</a:t>
            </a:fld>
          </a:p>
        </p:txBody>
      </p:sp>
      <p:sp>
        <p:nvSpPr>
          <p:cNvPr id="11" name="PlaceHolder 10"/>
          <p:cNvSpPr>
            <a:spLocks noGrp="1"/>
          </p:cNvSpPr>
          <p:nvPr>
            <p:ph type="dt" idx="30"/>
          </p:nvPr>
        </p:nvSpPr>
        <p:spPr/>
        <p:txBody>
          <a:bodyPr/>
          <a:p>
            <a:r>
              <a:rPr lang="en-US"/>
              <a:t/>
            </a:r>
          </a:p>
        </p:txBody>
      </p:sp>
    </p:spTree>
  </p:cSld>
</p:sldLayout>
</file>

<file path=ppt/slideLayouts/slideLayout1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DAA36B49-29F5-4A49-A55D-C45765C413ED}" type="slidenum">
              <a:t>&lt;#&gt;</a:t>
            </a:fld>
          </a:p>
        </p:txBody>
      </p:sp>
      <p:sp>
        <p:nvSpPr>
          <p:cNvPr id="4" name="PlaceHolder 3"/>
          <p:cNvSpPr>
            <a:spLocks noGrp="1"/>
          </p:cNvSpPr>
          <p:nvPr>
            <p:ph type="dt" idx="33"/>
          </p:nvPr>
        </p:nvSpPr>
        <p:spPr/>
        <p:txBody>
          <a:bodyPr/>
          <a:p>
            <a:r>
              <a:rPr lang="en-US"/>
              <a:t/>
            </a:r>
          </a:p>
        </p:txBody>
      </p:sp>
    </p:spTree>
  </p:cSld>
</p:sldLayout>
</file>

<file path=ppt/slideLayouts/slideLayout1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9FB0CEAB-83B2-49EA-8F9A-184ABD96546B}"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D920588E-7EEA-46EF-B15F-CBF83112A61A}"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27C9A6C0-D5B3-4982-8ECC-7FD36AC50905}"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12C0F028-E931-4293-8CD3-4B89E8C3ACD3}"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2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A9A45960-1C1C-4AE0-9DA1-CBF0582ABE39}"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E1E98D2C-0F70-4349-96AC-13260D6F5386}"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A518E4C2-5687-4030-90BF-3A70D6EF1996}"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D9727F28-2273-44A3-82F4-91A663717BED}"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3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5C92322E-2362-4429-AD60-69B18953C74D}"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1"/>
          </p:nvPr>
        </p:nvSpPr>
        <p:spPr/>
        <p:txBody>
          <a:bodyPr/>
          <a:p>
            <a:r>
              <a:t>Footer</a:t>
            </a:r>
          </a:p>
        </p:txBody>
      </p:sp>
      <p:sp>
        <p:nvSpPr>
          <p:cNvPr id="8" name="PlaceHolder 7"/>
          <p:cNvSpPr>
            <a:spLocks noGrp="1"/>
          </p:cNvSpPr>
          <p:nvPr>
            <p:ph type="sldNum" idx="32"/>
          </p:nvPr>
        </p:nvSpPr>
        <p:spPr/>
        <p:txBody>
          <a:bodyPr/>
          <a:p>
            <a:fld id="{CFD08B68-B630-4F42-A244-4879194BEC95}" type="slidenum">
              <a:t>&lt;#&gt;</a:t>
            </a:fld>
          </a:p>
        </p:txBody>
      </p:sp>
      <p:sp>
        <p:nvSpPr>
          <p:cNvPr id="9" name="PlaceHolder 8"/>
          <p:cNvSpPr>
            <a:spLocks noGrp="1"/>
          </p:cNvSpPr>
          <p:nvPr>
            <p:ph type="dt" idx="33"/>
          </p:nvPr>
        </p:nvSpPr>
        <p:spPr/>
        <p:txBody>
          <a:bodyPr/>
          <a:p>
            <a:r>
              <a:rPr lang="en-US"/>
              <a:t/>
            </a:r>
          </a:p>
        </p:txBody>
      </p:sp>
    </p:spTree>
  </p:cSld>
</p:sldLayout>
</file>

<file path=ppt/slideLayouts/slideLayout1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5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1"/>
          </p:nvPr>
        </p:nvSpPr>
        <p:spPr/>
        <p:txBody>
          <a:bodyPr/>
          <a:p>
            <a:r>
              <a:t>Footer</a:t>
            </a:r>
          </a:p>
        </p:txBody>
      </p:sp>
      <p:sp>
        <p:nvSpPr>
          <p:cNvPr id="10" name="PlaceHolder 9"/>
          <p:cNvSpPr>
            <a:spLocks noGrp="1"/>
          </p:cNvSpPr>
          <p:nvPr>
            <p:ph type="sldNum" idx="32"/>
          </p:nvPr>
        </p:nvSpPr>
        <p:spPr/>
        <p:txBody>
          <a:bodyPr/>
          <a:p>
            <a:fld id="{5DE02756-697F-4B94-A9B1-B17207E57536}" type="slidenum">
              <a:t>&lt;#&gt;</a:t>
            </a:fld>
          </a:p>
        </p:txBody>
      </p:sp>
      <p:sp>
        <p:nvSpPr>
          <p:cNvPr id="11" name="PlaceHolder 10"/>
          <p:cNvSpPr>
            <a:spLocks noGrp="1"/>
          </p:cNvSpPr>
          <p:nvPr>
            <p:ph type="dt" idx="33"/>
          </p:nvPr>
        </p:nvSpPr>
        <p:spPr/>
        <p:txBody>
          <a:bodyPr/>
          <a:p>
            <a:r>
              <a:rPr lang="en-US"/>
              <a:t/>
            </a:r>
          </a:p>
        </p:txBody>
      </p:sp>
    </p:spTree>
  </p:cSld>
</p:sldLayout>
</file>

<file path=ppt/slideLayouts/slideLayout1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6F962310-A65F-4C49-9146-1F483E04A7EE}" type="slidenum">
              <a:t>&lt;#&gt;</a:t>
            </a:fld>
          </a:p>
        </p:txBody>
      </p:sp>
      <p:sp>
        <p:nvSpPr>
          <p:cNvPr id="4" name="PlaceHolder 3"/>
          <p:cNvSpPr>
            <a:spLocks noGrp="1"/>
          </p:cNvSpPr>
          <p:nvPr>
            <p:ph type="dt" idx="36"/>
          </p:nvPr>
        </p:nvSpPr>
        <p:spPr/>
        <p:txBody>
          <a:bodyPr/>
          <a:p>
            <a:r>
              <a:rPr lang="en-US"/>
              <a:t/>
            </a:r>
          </a:p>
        </p:txBody>
      </p:sp>
    </p:spTree>
  </p:cSld>
</p:sldLayout>
</file>

<file path=ppt/slideLayouts/slideLayout1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E89F5AD9-2228-487F-AF86-8EBAEC1D8CBD}"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E508EEB6-F571-4BF7-9958-1D36E9519745}"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283B0E21-3995-41F7-9E86-6845DABA48CF}"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6EC4B1D0-68B1-4839-9E90-1BEAF8FAF0BB}"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6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AA53DD94-5D1C-41EC-BE31-733F4F5F1F0C}"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1D09EC1C-CE7D-4EB2-88A8-8E7B9787B6BD}"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82AE3665-0F3A-449C-9F47-A1F4AB332407}"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40C9B8BB-7A61-41E0-AAFD-E9FF9FBB1B10}"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7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48AA95C7-2F35-426E-A2B5-5E2ACF859C4B}"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4"/>
          </p:nvPr>
        </p:nvSpPr>
        <p:spPr/>
        <p:txBody>
          <a:bodyPr/>
          <a:p>
            <a:r>
              <a:t>Footer</a:t>
            </a:r>
          </a:p>
        </p:txBody>
      </p:sp>
      <p:sp>
        <p:nvSpPr>
          <p:cNvPr id="8" name="PlaceHolder 7"/>
          <p:cNvSpPr>
            <a:spLocks noGrp="1"/>
          </p:cNvSpPr>
          <p:nvPr>
            <p:ph type="sldNum" idx="35"/>
          </p:nvPr>
        </p:nvSpPr>
        <p:spPr/>
        <p:txBody>
          <a:bodyPr/>
          <a:p>
            <a:fld id="{6133164D-9AFB-4AC1-8F2E-2DBBF98F8F67}" type="slidenum">
              <a:t>&lt;#&gt;</a:t>
            </a:fld>
          </a:p>
        </p:txBody>
      </p:sp>
      <p:sp>
        <p:nvSpPr>
          <p:cNvPr id="9" name="PlaceHolder 8"/>
          <p:cNvSpPr>
            <a:spLocks noGrp="1"/>
          </p:cNvSpPr>
          <p:nvPr>
            <p:ph type="dt" idx="36"/>
          </p:nvPr>
        </p:nvSpPr>
        <p:spPr/>
        <p:txBody>
          <a:bodyPr/>
          <a:p>
            <a:r>
              <a:rPr lang="en-US"/>
              <a:t/>
            </a:r>
          </a:p>
        </p:txBody>
      </p:sp>
    </p:spTree>
  </p:cSld>
</p:sldLayout>
</file>

<file path=ppt/slideLayouts/slideLayout1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4"/>
          </p:nvPr>
        </p:nvSpPr>
        <p:spPr/>
        <p:txBody>
          <a:bodyPr/>
          <a:p>
            <a:r>
              <a:t>Footer</a:t>
            </a:r>
          </a:p>
        </p:txBody>
      </p:sp>
      <p:sp>
        <p:nvSpPr>
          <p:cNvPr id="10" name="PlaceHolder 9"/>
          <p:cNvSpPr>
            <a:spLocks noGrp="1"/>
          </p:cNvSpPr>
          <p:nvPr>
            <p:ph type="sldNum" idx="35"/>
          </p:nvPr>
        </p:nvSpPr>
        <p:spPr/>
        <p:txBody>
          <a:bodyPr/>
          <a:p>
            <a:fld id="{90804179-063C-438D-9B6B-FF0E7B8AC39F}" type="slidenum">
              <a:t>&lt;#&gt;</a:t>
            </a:fld>
          </a:p>
        </p:txBody>
      </p:sp>
      <p:sp>
        <p:nvSpPr>
          <p:cNvPr id="11" name="PlaceHolder 10"/>
          <p:cNvSpPr>
            <a:spLocks noGrp="1"/>
          </p:cNvSpPr>
          <p:nvPr>
            <p:ph type="dt" idx="36"/>
          </p:nvPr>
        </p:nvSpPr>
        <p:spPr/>
        <p:txBody>
          <a:bodyPr/>
          <a:p>
            <a:r>
              <a:rPr lang="en-US"/>
              <a:t/>
            </a:r>
          </a:p>
        </p:txBody>
      </p:sp>
    </p:spTree>
  </p:cSld>
</p:sldLayout>
</file>

<file path=ppt/slideLayouts/slideLayout1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p>
            <a:r>
              <a:t>Footer</a:t>
            </a:r>
          </a:p>
        </p:txBody>
      </p:sp>
      <p:sp>
        <p:nvSpPr>
          <p:cNvPr id="3" name="PlaceHolder 2"/>
          <p:cNvSpPr>
            <a:spLocks noGrp="1"/>
          </p:cNvSpPr>
          <p:nvPr>
            <p:ph type="sldNum" idx="38"/>
          </p:nvPr>
        </p:nvSpPr>
        <p:spPr/>
        <p:txBody>
          <a:bodyPr/>
          <a:p>
            <a:fld id="{DAD42D1C-E8F2-49AC-B301-E325FF0D6427}" type="slidenum">
              <a:t>&lt;#&gt;</a:t>
            </a:fld>
          </a:p>
        </p:txBody>
      </p:sp>
      <p:sp>
        <p:nvSpPr>
          <p:cNvPr id="4" name="PlaceHolder 3"/>
          <p:cNvSpPr>
            <a:spLocks noGrp="1"/>
          </p:cNvSpPr>
          <p:nvPr>
            <p:ph type="dt" idx="39"/>
          </p:nvPr>
        </p:nvSpPr>
        <p:spPr/>
        <p:txBody>
          <a:bodyPr/>
          <a:p>
            <a:r>
              <a:rPr lang="en-US"/>
              <a:t/>
            </a:r>
          </a:p>
        </p:txBody>
      </p:sp>
    </p:spTree>
  </p:cSld>
</p:sldLayout>
</file>

<file path=ppt/slideLayouts/slideLayout1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9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B82DBA7D-17A7-4AEE-828B-0BBB3EB7292B}"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955AA8A2-5AB6-4952-B39C-2660DDB88811}"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39514D8B-F0A5-4A61-9E8B-1580AA98C311}"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6522D6BA-54FD-4D1D-A6D7-25B3C7571599}"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0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6D106B72-522F-43D9-AF51-0612CF166D57}"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0C7E688F-5F03-4870-BE16-17758B6963D4}"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AB151910-6959-4908-8496-2276DB292F6B}"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C8DB2953-16E8-4AD7-A23E-0288DCFA04AB}"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B2796B62-EDBE-4FC1-93C6-400B8F9F4F0A}"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7"/>
          </p:nvPr>
        </p:nvSpPr>
        <p:spPr/>
        <p:txBody>
          <a:bodyPr/>
          <a:p>
            <a:r>
              <a:t>Footer</a:t>
            </a:r>
          </a:p>
        </p:txBody>
      </p:sp>
      <p:sp>
        <p:nvSpPr>
          <p:cNvPr id="8" name="PlaceHolder 7"/>
          <p:cNvSpPr>
            <a:spLocks noGrp="1"/>
          </p:cNvSpPr>
          <p:nvPr>
            <p:ph type="sldNum" idx="38"/>
          </p:nvPr>
        </p:nvSpPr>
        <p:spPr/>
        <p:txBody>
          <a:bodyPr/>
          <a:p>
            <a:fld id="{338BC27B-DF26-4BB8-A8AB-AAF252ED1A88}" type="slidenum">
              <a:t>&lt;#&gt;</a:t>
            </a:fld>
          </a:p>
        </p:txBody>
      </p:sp>
      <p:sp>
        <p:nvSpPr>
          <p:cNvPr id="9" name="PlaceHolder 8"/>
          <p:cNvSpPr>
            <a:spLocks noGrp="1"/>
          </p:cNvSpPr>
          <p:nvPr>
            <p:ph type="dt" idx="39"/>
          </p:nvPr>
        </p:nvSpPr>
        <p:spPr/>
        <p:txBody>
          <a:bodyPr/>
          <a:p>
            <a:r>
              <a:rPr lang="en-US"/>
              <a:t/>
            </a:r>
          </a:p>
        </p:txBody>
      </p:sp>
    </p:spTree>
  </p:cSld>
</p:sldLayout>
</file>

<file path=ppt/slideLayouts/slideLayout1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7"/>
          </p:nvPr>
        </p:nvSpPr>
        <p:spPr/>
        <p:txBody>
          <a:bodyPr/>
          <a:p>
            <a:r>
              <a:t>Footer</a:t>
            </a:r>
          </a:p>
        </p:txBody>
      </p:sp>
      <p:sp>
        <p:nvSpPr>
          <p:cNvPr id="10" name="PlaceHolder 9"/>
          <p:cNvSpPr>
            <a:spLocks noGrp="1"/>
          </p:cNvSpPr>
          <p:nvPr>
            <p:ph type="sldNum" idx="38"/>
          </p:nvPr>
        </p:nvSpPr>
        <p:spPr/>
        <p:txBody>
          <a:bodyPr/>
          <a:p>
            <a:fld id="{89AC98E4-E21F-44EC-93D0-225E5C29A8BC}" type="slidenum">
              <a:t>&lt;#&gt;</a:t>
            </a:fld>
          </a:p>
        </p:txBody>
      </p:sp>
      <p:sp>
        <p:nvSpPr>
          <p:cNvPr id="11" name="PlaceHolder 10"/>
          <p:cNvSpPr>
            <a:spLocks noGrp="1"/>
          </p:cNvSpPr>
          <p:nvPr>
            <p:ph type="dt" idx="39"/>
          </p:nvPr>
        </p:nvSpPr>
        <p:spPr/>
        <p:txBody>
          <a:bodyPr/>
          <a:p>
            <a:r>
              <a:rPr lang="en-US"/>
              <a:t/>
            </a:r>
          </a:p>
        </p:txBody>
      </p:sp>
    </p:spTree>
  </p:cSld>
</p:sldLayout>
</file>

<file path=ppt/slideLayouts/slideLayout1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p>
            <a:r>
              <a:t>Footer</a:t>
            </a:r>
          </a:p>
        </p:txBody>
      </p:sp>
      <p:sp>
        <p:nvSpPr>
          <p:cNvPr id="3" name="PlaceHolder 2"/>
          <p:cNvSpPr>
            <a:spLocks noGrp="1"/>
          </p:cNvSpPr>
          <p:nvPr>
            <p:ph type="sldNum" idx="41"/>
          </p:nvPr>
        </p:nvSpPr>
        <p:spPr/>
        <p:txBody>
          <a:bodyPr/>
          <a:p>
            <a:fld id="{CA182B02-4496-4402-A796-7FC42685DDAA}" type="slidenum">
              <a:t>&lt;#&gt;</a:t>
            </a:fld>
          </a:p>
        </p:txBody>
      </p:sp>
      <p:sp>
        <p:nvSpPr>
          <p:cNvPr id="4" name="PlaceHolder 3"/>
          <p:cNvSpPr>
            <a:spLocks noGrp="1"/>
          </p:cNvSpPr>
          <p:nvPr>
            <p:ph type="dt" idx="42"/>
          </p:nvPr>
        </p:nvSpPr>
        <p:spPr/>
        <p:txBody>
          <a:bodyPr/>
          <a:p>
            <a:r>
              <a:rPr lang="en-US"/>
              <a:t/>
            </a:r>
          </a:p>
        </p:txBody>
      </p:sp>
    </p:spTree>
  </p:cSld>
</p:sldLayout>
</file>

<file path=ppt/slideLayouts/slideLayout1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3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C9A8AAC3-1C51-4C26-BDC9-0C6B9741F59E}"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9C21EF4A-9AFD-4994-89B0-B8AEF8572682}"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CF6F59C2-03AE-44DA-B421-7DF08B037871}"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0EA6B98A-BF44-4C62-B77C-8C2136550C43}"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5DD2D701-45A7-4909-9D35-CC9D430B00A1}"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D9855440-4845-4D4D-8EA9-90ED127D604B}"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7FB8D9B0-981A-4710-89A0-D43135643E5A}"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A9510E81-079D-4EE2-AC12-1EE29C9206DB}"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67DBDEF7-B244-43F6-BBAA-2C08698A0544}"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0"/>
          </p:nvPr>
        </p:nvSpPr>
        <p:spPr/>
        <p:txBody>
          <a:bodyPr/>
          <a:p>
            <a:r>
              <a:t>Footer</a:t>
            </a:r>
          </a:p>
        </p:txBody>
      </p:sp>
      <p:sp>
        <p:nvSpPr>
          <p:cNvPr id="8" name="PlaceHolder 7"/>
          <p:cNvSpPr>
            <a:spLocks noGrp="1"/>
          </p:cNvSpPr>
          <p:nvPr>
            <p:ph type="sldNum" idx="41"/>
          </p:nvPr>
        </p:nvSpPr>
        <p:spPr/>
        <p:txBody>
          <a:bodyPr/>
          <a:p>
            <a:fld id="{81DC21F0-551E-433C-8481-CBAF25CE40BF}" type="slidenum">
              <a:t>&lt;#&gt;</a:t>
            </a:fld>
          </a:p>
        </p:txBody>
      </p:sp>
      <p:sp>
        <p:nvSpPr>
          <p:cNvPr id="9" name="PlaceHolder 8"/>
          <p:cNvSpPr>
            <a:spLocks noGrp="1"/>
          </p:cNvSpPr>
          <p:nvPr>
            <p:ph type="dt" idx="42"/>
          </p:nvPr>
        </p:nvSpPr>
        <p:spPr/>
        <p:txBody>
          <a:bodyPr/>
          <a:p>
            <a:r>
              <a:rPr lang="en-US"/>
              <a:t/>
            </a:r>
          </a:p>
        </p:txBody>
      </p:sp>
    </p:spTree>
  </p:cSld>
</p:sldLayout>
</file>

<file path=ppt/slideLayouts/slideLayout1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0"/>
          </p:nvPr>
        </p:nvSpPr>
        <p:spPr/>
        <p:txBody>
          <a:bodyPr/>
          <a:p>
            <a:r>
              <a:t>Footer</a:t>
            </a:r>
          </a:p>
        </p:txBody>
      </p:sp>
      <p:sp>
        <p:nvSpPr>
          <p:cNvPr id="10" name="PlaceHolder 9"/>
          <p:cNvSpPr>
            <a:spLocks noGrp="1"/>
          </p:cNvSpPr>
          <p:nvPr>
            <p:ph type="sldNum" idx="41"/>
          </p:nvPr>
        </p:nvSpPr>
        <p:spPr/>
        <p:txBody>
          <a:bodyPr/>
          <a:p>
            <a:fld id="{3238D0A6-614C-46FA-A8EA-8BACD6694E71}" type="slidenum">
              <a:t>&lt;#&gt;</a:t>
            </a:fld>
          </a:p>
        </p:txBody>
      </p:sp>
      <p:sp>
        <p:nvSpPr>
          <p:cNvPr id="11" name="PlaceHolder 10"/>
          <p:cNvSpPr>
            <a:spLocks noGrp="1"/>
          </p:cNvSpPr>
          <p:nvPr>
            <p:ph type="dt" idx="42"/>
          </p:nvPr>
        </p:nvSpPr>
        <p:spPr/>
        <p:txBody>
          <a:bodyPr/>
          <a:p>
            <a:r>
              <a:rPr lang="en-US"/>
              <a:t/>
            </a:r>
          </a:p>
        </p:txBody>
      </p:sp>
    </p:spTree>
  </p:cSld>
</p:sldLayout>
</file>

<file path=ppt/slideLayouts/slideLayout1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p>
            <a:r>
              <a:t>Footer</a:t>
            </a:r>
          </a:p>
        </p:txBody>
      </p:sp>
      <p:sp>
        <p:nvSpPr>
          <p:cNvPr id="3" name="PlaceHolder 2"/>
          <p:cNvSpPr>
            <a:spLocks noGrp="1"/>
          </p:cNvSpPr>
          <p:nvPr>
            <p:ph type="sldNum" idx="44"/>
          </p:nvPr>
        </p:nvSpPr>
        <p:spPr/>
        <p:txBody>
          <a:bodyPr/>
          <a:p>
            <a:fld id="{A0E16C4E-BBF3-4575-9229-1E2BBD825493}" type="slidenum">
              <a:t>&lt;#&gt;</a:t>
            </a:fld>
          </a:p>
        </p:txBody>
      </p:sp>
      <p:sp>
        <p:nvSpPr>
          <p:cNvPr id="4" name="PlaceHolder 3"/>
          <p:cNvSpPr>
            <a:spLocks noGrp="1"/>
          </p:cNvSpPr>
          <p:nvPr>
            <p:ph type="dt" idx="45"/>
          </p:nvPr>
        </p:nvSpPr>
        <p:spPr/>
        <p:txBody>
          <a:bodyPr/>
          <a:p>
            <a:r>
              <a:rPr lang="en-US"/>
              <a:t/>
            </a:r>
          </a:p>
        </p:txBody>
      </p:sp>
    </p:spTree>
  </p:cSld>
</p:sldLayout>
</file>

<file path=ppt/slideLayouts/slideLayout1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7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7F7724BF-1C24-4E49-A3E5-FF4A507249FF}"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AE113F63-D439-40D1-94A4-EC0D13230EEE}"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5C24ACB2-6B0A-4728-9D9F-3550AD358443}"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AE1983A0-32A1-4B6C-93E5-7ADA7C01C884}"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8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60E33B6F-3FDB-432D-94A8-E950435E5706}"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8F9E600F-E801-440D-A986-B7ED1BE51889}"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7BE9709F-28FB-43E1-AD8D-34806FB403FC}"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774830EE-5AE2-43DF-A73F-E5921AAC02D3}"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B05A0891-2567-4C55-B600-0B9F5527AFDD}"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3"/>
          </p:nvPr>
        </p:nvSpPr>
        <p:spPr/>
        <p:txBody>
          <a:bodyPr/>
          <a:p>
            <a:r>
              <a:t>Footer</a:t>
            </a:r>
          </a:p>
        </p:txBody>
      </p:sp>
      <p:sp>
        <p:nvSpPr>
          <p:cNvPr id="8" name="PlaceHolder 7"/>
          <p:cNvSpPr>
            <a:spLocks noGrp="1"/>
          </p:cNvSpPr>
          <p:nvPr>
            <p:ph type="sldNum" idx="44"/>
          </p:nvPr>
        </p:nvSpPr>
        <p:spPr/>
        <p:txBody>
          <a:bodyPr/>
          <a:p>
            <a:fld id="{1F0760EB-E674-424A-9B5B-7B7DB83D3984}" type="slidenum">
              <a:t>&lt;#&gt;</a:t>
            </a:fld>
          </a:p>
        </p:txBody>
      </p:sp>
      <p:sp>
        <p:nvSpPr>
          <p:cNvPr id="9" name="PlaceHolder 8"/>
          <p:cNvSpPr>
            <a:spLocks noGrp="1"/>
          </p:cNvSpPr>
          <p:nvPr>
            <p:ph type="dt" idx="45"/>
          </p:nvPr>
        </p:nvSpPr>
        <p:spPr/>
        <p:txBody>
          <a:bodyPr/>
          <a:p>
            <a:r>
              <a:rPr lang="en-US"/>
              <a:t/>
            </a:r>
          </a:p>
        </p:txBody>
      </p:sp>
    </p:spTree>
  </p:cSld>
</p:sldLayout>
</file>

<file path=ppt/slideLayouts/slideLayout1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3"/>
          </p:nvPr>
        </p:nvSpPr>
        <p:spPr/>
        <p:txBody>
          <a:bodyPr/>
          <a:p>
            <a:r>
              <a:t>Footer</a:t>
            </a:r>
          </a:p>
        </p:txBody>
      </p:sp>
      <p:sp>
        <p:nvSpPr>
          <p:cNvPr id="10" name="PlaceHolder 9"/>
          <p:cNvSpPr>
            <a:spLocks noGrp="1"/>
          </p:cNvSpPr>
          <p:nvPr>
            <p:ph type="sldNum" idx="44"/>
          </p:nvPr>
        </p:nvSpPr>
        <p:spPr/>
        <p:txBody>
          <a:bodyPr/>
          <a:p>
            <a:fld id="{C3C075E0-0525-4ADC-B2A1-63A22384B38B}" type="slidenum">
              <a:t>&lt;#&gt;</a:t>
            </a:fld>
          </a:p>
        </p:txBody>
      </p:sp>
      <p:sp>
        <p:nvSpPr>
          <p:cNvPr id="11" name="PlaceHolder 10"/>
          <p:cNvSpPr>
            <a:spLocks noGrp="1"/>
          </p:cNvSpPr>
          <p:nvPr>
            <p:ph type="dt" idx="45"/>
          </p:nvPr>
        </p:nvSpPr>
        <p:spPr/>
        <p:txBody>
          <a:bodyPr/>
          <a:p>
            <a:r>
              <a:rPr lang="en-US"/>
              <a:t/>
            </a:r>
          </a:p>
        </p:txBody>
      </p:sp>
    </p:spTree>
  </p:cSld>
</p:sldLayout>
</file>

<file path=ppt/slideLayouts/slideLayout1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6"/>
          </p:nvPr>
        </p:nvSpPr>
        <p:spPr/>
        <p:txBody>
          <a:bodyPr/>
          <a:p>
            <a:r>
              <a:t>Footer</a:t>
            </a:r>
          </a:p>
        </p:txBody>
      </p:sp>
      <p:sp>
        <p:nvSpPr>
          <p:cNvPr id="3" name="PlaceHolder 2"/>
          <p:cNvSpPr>
            <a:spLocks noGrp="1"/>
          </p:cNvSpPr>
          <p:nvPr>
            <p:ph type="sldNum" idx="47"/>
          </p:nvPr>
        </p:nvSpPr>
        <p:spPr/>
        <p:txBody>
          <a:bodyPr/>
          <a:p>
            <a:fld id="{82E7D390-CEE9-4A40-A41E-27EC956BA7BB}" type="slidenum">
              <a:t>&lt;#&gt;</a:t>
            </a:fld>
          </a:p>
        </p:txBody>
      </p:sp>
      <p:sp>
        <p:nvSpPr>
          <p:cNvPr id="4" name="PlaceHolder 3"/>
          <p:cNvSpPr>
            <a:spLocks noGrp="1"/>
          </p:cNvSpPr>
          <p:nvPr>
            <p:ph type="dt" idx="48"/>
          </p:nvPr>
        </p:nvSpPr>
        <p:spPr/>
        <p:txBody>
          <a:bodyPr/>
          <a:p>
            <a:r>
              <a:rPr lang="en-US"/>
              <a:t/>
            </a:r>
          </a:p>
        </p:txBody>
      </p:sp>
    </p:spTree>
  </p:cSld>
</p:sldLayout>
</file>

<file path=ppt/slideLayouts/slideLayout1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2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8CCB0BCF-8A3D-4BA4-BB49-1BB988EC012A}"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95CC294B-2756-49BA-9C7D-955A73DA2F91}"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AA4398C0-B192-4F75-8541-B866A2892CD2}"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46870858-6E0B-46DA-A3BC-353DEB1C57BE}"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2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0CD8E3BA-8F29-4B2D-AB4F-5ECBB4322A05}"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F603876C-B174-4FDA-912D-E2E455B24BB9}"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EA2FE010-BB06-450A-9C4C-61B0D3E2723F}"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AA17A8E7-B241-4C61-BAF7-1E97A5013DD7}"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93316B00-2DA6-4A13-AA42-985929922F48}"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6"/>
          </p:nvPr>
        </p:nvSpPr>
        <p:spPr/>
        <p:txBody>
          <a:bodyPr/>
          <a:p>
            <a:r>
              <a:t>Footer</a:t>
            </a:r>
          </a:p>
        </p:txBody>
      </p:sp>
      <p:sp>
        <p:nvSpPr>
          <p:cNvPr id="8" name="PlaceHolder 7"/>
          <p:cNvSpPr>
            <a:spLocks noGrp="1"/>
          </p:cNvSpPr>
          <p:nvPr>
            <p:ph type="sldNum" idx="47"/>
          </p:nvPr>
        </p:nvSpPr>
        <p:spPr/>
        <p:txBody>
          <a:bodyPr/>
          <a:p>
            <a:fld id="{C48AD1CF-AC92-45C3-82AC-6179634478CE}" type="slidenum">
              <a:t>&lt;#&gt;</a:t>
            </a:fld>
          </a:p>
        </p:txBody>
      </p:sp>
      <p:sp>
        <p:nvSpPr>
          <p:cNvPr id="9" name="PlaceHolder 8"/>
          <p:cNvSpPr>
            <a:spLocks noGrp="1"/>
          </p:cNvSpPr>
          <p:nvPr>
            <p:ph type="dt" idx="48"/>
          </p:nvPr>
        </p:nvSpPr>
        <p:spPr/>
        <p:txBody>
          <a:bodyPr/>
          <a:p>
            <a:r>
              <a:rPr lang="en-US"/>
              <a:t/>
            </a:r>
          </a:p>
        </p:txBody>
      </p:sp>
    </p:spTree>
  </p:cSld>
</p:sldLayout>
</file>

<file path=ppt/slideLayouts/slideLayout1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5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6"/>
          </p:nvPr>
        </p:nvSpPr>
        <p:spPr/>
        <p:txBody>
          <a:bodyPr/>
          <a:p>
            <a:r>
              <a:t>Footer</a:t>
            </a:r>
          </a:p>
        </p:txBody>
      </p:sp>
      <p:sp>
        <p:nvSpPr>
          <p:cNvPr id="10" name="PlaceHolder 9"/>
          <p:cNvSpPr>
            <a:spLocks noGrp="1"/>
          </p:cNvSpPr>
          <p:nvPr>
            <p:ph type="sldNum" idx="47"/>
          </p:nvPr>
        </p:nvSpPr>
        <p:spPr/>
        <p:txBody>
          <a:bodyPr/>
          <a:p>
            <a:fld id="{20A127BB-E1DB-40FE-AD58-93406C173D8A}" type="slidenum">
              <a:t>&lt;#&gt;</a:t>
            </a:fld>
          </a:p>
        </p:txBody>
      </p:sp>
      <p:sp>
        <p:nvSpPr>
          <p:cNvPr id="11" name="PlaceHolder 10"/>
          <p:cNvSpPr>
            <a:spLocks noGrp="1"/>
          </p:cNvSpPr>
          <p:nvPr>
            <p:ph type="dt" idx="48"/>
          </p:nvPr>
        </p:nvSpPr>
        <p:spPr/>
        <p:txBody>
          <a:bodyPr/>
          <a:p>
            <a:r>
              <a:rPr lang="en-US"/>
              <a:t/>
            </a:r>
          </a:p>
        </p:txBody>
      </p:sp>
    </p:spTree>
  </p:cSld>
</p:sldLayout>
</file>

<file path=ppt/slideLayouts/slideLayout1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p>
            <a:r>
              <a:t>Footer</a:t>
            </a:r>
          </a:p>
        </p:txBody>
      </p:sp>
      <p:sp>
        <p:nvSpPr>
          <p:cNvPr id="3" name="PlaceHolder 2"/>
          <p:cNvSpPr>
            <a:spLocks noGrp="1"/>
          </p:cNvSpPr>
          <p:nvPr>
            <p:ph type="sldNum" idx="50"/>
          </p:nvPr>
        </p:nvSpPr>
        <p:spPr/>
        <p:txBody>
          <a:bodyPr/>
          <a:p>
            <a:fld id="{92338F89-7321-46B8-8FBA-9BE213E0C30A}" type="slidenum">
              <a:t>&lt;#&gt;</a:t>
            </a:fld>
          </a:p>
        </p:txBody>
      </p:sp>
      <p:sp>
        <p:nvSpPr>
          <p:cNvPr id="4" name="PlaceHolder 3"/>
          <p:cNvSpPr>
            <a:spLocks noGrp="1"/>
          </p:cNvSpPr>
          <p:nvPr>
            <p:ph type="dt" idx="51"/>
          </p:nvPr>
        </p:nvSpPr>
        <p:spPr/>
        <p:txBody>
          <a:bodyPr/>
          <a:p>
            <a:r>
              <a:rPr lang="en-US"/>
              <a:t/>
            </a:r>
          </a:p>
        </p:txBody>
      </p:sp>
    </p:spTree>
  </p:cSld>
</p:sldLayout>
</file>

<file path=ppt/slideLayouts/slideLayout1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2F9D9C06-58D7-444F-B974-A46A39A27A4B}"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1206A449-7676-48D3-B62C-486F79C7C507}"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FD782A4C-849C-40B7-8671-B3D6F83F642A}"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1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6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7D3FB491-236D-4E95-8AD8-41B4F5FCE846}"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6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8DDF3FCB-81CB-4758-9490-E2FF1E589071}"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EDDFA21B-4136-4732-8D89-A3DBB6227C5C}"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3559C484-7E47-408A-994B-FEE3A0EBD39E}"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02C4A48D-1CCD-43C9-A912-EA70D9B50850}"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E5A1C0D7-0BCD-485F-95A3-507AD5D2463A}"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2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9"/>
          </p:nvPr>
        </p:nvSpPr>
        <p:spPr/>
        <p:txBody>
          <a:bodyPr/>
          <a:p>
            <a:r>
              <a:t>Footer</a:t>
            </a:r>
          </a:p>
        </p:txBody>
      </p:sp>
      <p:sp>
        <p:nvSpPr>
          <p:cNvPr id="8" name="PlaceHolder 7"/>
          <p:cNvSpPr>
            <a:spLocks noGrp="1"/>
          </p:cNvSpPr>
          <p:nvPr>
            <p:ph type="sldNum" idx="50"/>
          </p:nvPr>
        </p:nvSpPr>
        <p:spPr/>
        <p:txBody>
          <a:bodyPr/>
          <a:p>
            <a:fld id="{AA7D8B99-490C-40DB-A17F-FE65F2AF6924}" type="slidenum">
              <a:t>&lt;#&gt;</a:t>
            </a:fld>
          </a:p>
        </p:txBody>
      </p:sp>
      <p:sp>
        <p:nvSpPr>
          <p:cNvPr id="9" name="PlaceHolder 8"/>
          <p:cNvSpPr>
            <a:spLocks noGrp="1"/>
          </p:cNvSpPr>
          <p:nvPr>
            <p:ph type="dt" idx="51"/>
          </p:nvPr>
        </p:nvSpPr>
        <p:spPr/>
        <p:txBody>
          <a:bodyPr/>
          <a:p>
            <a:r>
              <a:rPr lang="en-US"/>
              <a:t/>
            </a:r>
          </a:p>
        </p:txBody>
      </p:sp>
    </p:spTree>
  </p:cSld>
</p:sldLayout>
</file>

<file path=ppt/slideLayouts/slideLayout2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9"/>
          </p:nvPr>
        </p:nvSpPr>
        <p:spPr/>
        <p:txBody>
          <a:bodyPr/>
          <a:p>
            <a:r>
              <a:t>Footer</a:t>
            </a:r>
          </a:p>
        </p:txBody>
      </p:sp>
      <p:sp>
        <p:nvSpPr>
          <p:cNvPr id="10" name="PlaceHolder 9"/>
          <p:cNvSpPr>
            <a:spLocks noGrp="1"/>
          </p:cNvSpPr>
          <p:nvPr>
            <p:ph type="sldNum" idx="50"/>
          </p:nvPr>
        </p:nvSpPr>
        <p:spPr/>
        <p:txBody>
          <a:bodyPr/>
          <a:p>
            <a:fld id="{08566D7D-EC36-4A40-9B45-F5C6C6FE994E}" type="slidenum">
              <a:t>&lt;#&gt;</a:t>
            </a:fld>
          </a:p>
        </p:txBody>
      </p:sp>
      <p:sp>
        <p:nvSpPr>
          <p:cNvPr id="11" name="PlaceHolder 10"/>
          <p:cNvSpPr>
            <a:spLocks noGrp="1"/>
          </p:cNvSpPr>
          <p:nvPr>
            <p:ph type="dt" idx="51"/>
          </p:nvPr>
        </p:nvSpPr>
        <p:spPr/>
        <p:txBody>
          <a:bodyPr/>
          <a:p>
            <a:r>
              <a:rPr lang="en-US"/>
              <a:t/>
            </a:r>
          </a:p>
        </p:txBody>
      </p:sp>
    </p:spTree>
  </p:cSld>
</p:sldLayout>
</file>

<file path=ppt/slideLayouts/slideLayout2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2"/>
          </p:nvPr>
        </p:nvSpPr>
        <p:spPr/>
        <p:txBody>
          <a:bodyPr/>
          <a:p>
            <a:r>
              <a:t>Footer</a:t>
            </a:r>
          </a:p>
        </p:txBody>
      </p:sp>
      <p:sp>
        <p:nvSpPr>
          <p:cNvPr id="3" name="PlaceHolder 2"/>
          <p:cNvSpPr>
            <a:spLocks noGrp="1"/>
          </p:cNvSpPr>
          <p:nvPr>
            <p:ph type="sldNum" idx="53"/>
          </p:nvPr>
        </p:nvSpPr>
        <p:spPr/>
        <p:txBody>
          <a:bodyPr/>
          <a:p>
            <a:fld id="{D617DB0D-54D1-40F0-A9AB-DBA295D4B27A}" type="slidenum">
              <a:t>&lt;#&gt;</a:t>
            </a:fld>
          </a:p>
        </p:txBody>
      </p:sp>
      <p:sp>
        <p:nvSpPr>
          <p:cNvPr id="4" name="PlaceHolder 3"/>
          <p:cNvSpPr>
            <a:spLocks noGrp="1"/>
          </p:cNvSpPr>
          <p:nvPr>
            <p:ph type="dt" idx="54"/>
          </p:nvPr>
        </p:nvSpPr>
        <p:spPr/>
        <p:txBody>
          <a:bodyPr/>
          <a:p>
            <a:r>
              <a:rPr lang="en-US"/>
              <a:t/>
            </a:r>
          </a:p>
        </p:txBody>
      </p:sp>
    </p:spTree>
  </p:cSld>
</p:sldLayout>
</file>

<file path=ppt/slideLayouts/slideLayout2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621A00FF-E48D-4239-812C-48DBD10DA4F3}"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0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257FD3D0-FC54-4226-B99F-AAF9A4C88001}"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0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09B9D7D1-49C5-4105-A402-EF7B5EEC5520}"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0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A12EF402-08C1-4F08-A099-403CD9296ABE}"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0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47D3D35A-4D08-4C12-AF0A-59DA589996EC}"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9AAB52EF-EF2C-4764-95E6-2737100F490B}"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AC8E9E59-3CBE-4927-A8B8-3C83F5D812AB}"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AC91C885-AE0F-436E-B00E-441E921C9B64}"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D993BD7B-32B5-48F2-B031-F7EC8512BBE0}"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2"/>
          </p:nvPr>
        </p:nvSpPr>
        <p:spPr/>
        <p:txBody>
          <a:bodyPr/>
          <a:p>
            <a:r>
              <a:t>Footer</a:t>
            </a:r>
          </a:p>
        </p:txBody>
      </p:sp>
      <p:sp>
        <p:nvSpPr>
          <p:cNvPr id="8" name="PlaceHolder 7"/>
          <p:cNvSpPr>
            <a:spLocks noGrp="1"/>
          </p:cNvSpPr>
          <p:nvPr>
            <p:ph type="sldNum" idx="53"/>
          </p:nvPr>
        </p:nvSpPr>
        <p:spPr/>
        <p:txBody>
          <a:bodyPr/>
          <a:p>
            <a:fld id="{3EFAE4B1-E2D2-4B84-A02D-B6043E82B1A9}" type="slidenum">
              <a:t>&lt;#&gt;</a:t>
            </a:fld>
          </a:p>
        </p:txBody>
      </p:sp>
      <p:sp>
        <p:nvSpPr>
          <p:cNvPr id="9" name="PlaceHolder 8"/>
          <p:cNvSpPr>
            <a:spLocks noGrp="1"/>
          </p:cNvSpPr>
          <p:nvPr>
            <p:ph type="dt" idx="54"/>
          </p:nvPr>
        </p:nvSpPr>
        <p:spPr/>
        <p:txBody>
          <a:bodyPr/>
          <a:p>
            <a:r>
              <a:rPr lang="en-US"/>
              <a:t/>
            </a:r>
          </a:p>
        </p:txBody>
      </p:sp>
    </p:spTree>
  </p:cSld>
</p:sldLayout>
</file>

<file path=ppt/slideLayouts/slideLayout2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3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2"/>
          </p:nvPr>
        </p:nvSpPr>
        <p:spPr/>
        <p:txBody>
          <a:bodyPr/>
          <a:p>
            <a:r>
              <a:t>Footer</a:t>
            </a:r>
          </a:p>
        </p:txBody>
      </p:sp>
      <p:sp>
        <p:nvSpPr>
          <p:cNvPr id="10" name="PlaceHolder 9"/>
          <p:cNvSpPr>
            <a:spLocks noGrp="1"/>
          </p:cNvSpPr>
          <p:nvPr>
            <p:ph type="sldNum" idx="53"/>
          </p:nvPr>
        </p:nvSpPr>
        <p:spPr/>
        <p:txBody>
          <a:bodyPr/>
          <a:p>
            <a:fld id="{E2B89E96-FEB8-413D-B20B-E5F5EA5567A4}" type="slidenum">
              <a:t>&lt;#&gt;</a:t>
            </a:fld>
          </a:p>
        </p:txBody>
      </p:sp>
      <p:sp>
        <p:nvSpPr>
          <p:cNvPr id="11" name="PlaceHolder 10"/>
          <p:cNvSpPr>
            <a:spLocks noGrp="1"/>
          </p:cNvSpPr>
          <p:nvPr>
            <p:ph type="dt" idx="54"/>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1.xml"/><Relationship Id="rId3" Type="http://schemas.openxmlformats.org/officeDocument/2006/relationships/slideLayout" Target="../slideLayouts/slideLayout62.xml"/><Relationship Id="rId4" Type="http://schemas.openxmlformats.org/officeDocument/2006/relationships/slideLayout" Target="../slideLayouts/slideLayout63.xml"/><Relationship Id="rId5" Type="http://schemas.openxmlformats.org/officeDocument/2006/relationships/slideLayout" Target="../slideLayouts/slideLayout64.xml"/><Relationship Id="rId6" Type="http://schemas.openxmlformats.org/officeDocument/2006/relationships/slideLayout" Target="../slideLayouts/slideLayout65.xml"/><Relationship Id="rId7" Type="http://schemas.openxmlformats.org/officeDocument/2006/relationships/slideLayout" Target="../slideLayouts/slideLayout66.xml"/><Relationship Id="rId8" Type="http://schemas.openxmlformats.org/officeDocument/2006/relationships/slideLayout" Target="../slideLayouts/slideLayout67.xml"/><Relationship Id="rId9" Type="http://schemas.openxmlformats.org/officeDocument/2006/relationships/slideLayout" Target="../slideLayouts/slideLayout68.xml"/><Relationship Id="rId10" Type="http://schemas.openxmlformats.org/officeDocument/2006/relationships/slideLayout" Target="../slideLayouts/slideLayout69.xml"/><Relationship Id="rId11" Type="http://schemas.openxmlformats.org/officeDocument/2006/relationships/slideLayout" Target="../slideLayouts/slideLayout70.xml"/><Relationship Id="rId12" Type="http://schemas.openxmlformats.org/officeDocument/2006/relationships/slideLayout" Target="../slideLayouts/slideLayout71.xml"/><Relationship Id="rId13" Type="http://schemas.openxmlformats.org/officeDocument/2006/relationships/slideLayout" Target="../slideLayouts/slideLayout72.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3.xml"/><Relationship Id="rId3" Type="http://schemas.openxmlformats.org/officeDocument/2006/relationships/slideLayout" Target="../slideLayouts/slideLayout74.xml"/><Relationship Id="rId4" Type="http://schemas.openxmlformats.org/officeDocument/2006/relationships/slideLayout" Target="../slideLayouts/slideLayout75.xml"/><Relationship Id="rId5" Type="http://schemas.openxmlformats.org/officeDocument/2006/relationships/slideLayout" Target="../slideLayouts/slideLayout76.xml"/><Relationship Id="rId6" Type="http://schemas.openxmlformats.org/officeDocument/2006/relationships/slideLayout" Target="../slideLayouts/slideLayout77.xml"/><Relationship Id="rId7" Type="http://schemas.openxmlformats.org/officeDocument/2006/relationships/slideLayout" Target="../slideLayouts/slideLayout78.xml"/><Relationship Id="rId8" Type="http://schemas.openxmlformats.org/officeDocument/2006/relationships/slideLayout" Target="../slideLayouts/slideLayout79.xml"/><Relationship Id="rId9" Type="http://schemas.openxmlformats.org/officeDocument/2006/relationships/slideLayout" Target="../slideLayouts/slideLayout80.xml"/><Relationship Id="rId10" Type="http://schemas.openxmlformats.org/officeDocument/2006/relationships/slideLayout" Target="../slideLayouts/slideLayout81.xml"/><Relationship Id="rId11" Type="http://schemas.openxmlformats.org/officeDocument/2006/relationships/slideLayout" Target="../slideLayouts/slideLayout82.xml"/><Relationship Id="rId12" Type="http://schemas.openxmlformats.org/officeDocument/2006/relationships/slideLayout" Target="../slideLayouts/slideLayout83.xml"/><Relationship Id="rId13" Type="http://schemas.openxmlformats.org/officeDocument/2006/relationships/slideLayout" Target="../slideLayouts/slideLayout84.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9" Type="http://schemas.openxmlformats.org/officeDocument/2006/relationships/slideLayout" Target="../slideLayouts/slideLayout92.xml"/><Relationship Id="rId10" Type="http://schemas.openxmlformats.org/officeDocument/2006/relationships/slideLayout" Target="../slideLayouts/slideLayout93.xml"/><Relationship Id="rId11" Type="http://schemas.openxmlformats.org/officeDocument/2006/relationships/slideLayout" Target="../slideLayouts/slideLayout94.xml"/><Relationship Id="rId12" Type="http://schemas.openxmlformats.org/officeDocument/2006/relationships/slideLayout" Target="../slideLayouts/slideLayout95.xml"/><Relationship Id="rId13" Type="http://schemas.openxmlformats.org/officeDocument/2006/relationships/slideLayout" Target="../slideLayouts/slideLayout96.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9" Type="http://schemas.openxmlformats.org/officeDocument/2006/relationships/slideLayout" Target="../slideLayouts/slideLayout104.xml"/><Relationship Id="rId10" Type="http://schemas.openxmlformats.org/officeDocument/2006/relationships/slideLayout" Target="../slideLayouts/slideLayout105.xml"/><Relationship Id="rId11" Type="http://schemas.openxmlformats.org/officeDocument/2006/relationships/slideLayout" Target="../slideLayouts/slideLayout106.xml"/><Relationship Id="rId12" Type="http://schemas.openxmlformats.org/officeDocument/2006/relationships/slideLayout" Target="../slideLayouts/slideLayout107.xml"/><Relationship Id="rId13" Type="http://schemas.openxmlformats.org/officeDocument/2006/relationships/slideLayout" Target="../slideLayouts/slideLayout108.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9.xml"/><Relationship Id="rId3" Type="http://schemas.openxmlformats.org/officeDocument/2006/relationships/slideLayout" Target="../slideLayouts/slideLayout110.xml"/><Relationship Id="rId4" Type="http://schemas.openxmlformats.org/officeDocument/2006/relationships/slideLayout" Target="../slideLayouts/slideLayout111.xml"/><Relationship Id="rId5" Type="http://schemas.openxmlformats.org/officeDocument/2006/relationships/slideLayout" Target="../slideLayouts/slideLayout112.xml"/><Relationship Id="rId6" Type="http://schemas.openxmlformats.org/officeDocument/2006/relationships/slideLayout" Target="../slideLayouts/slideLayout113.xml"/><Relationship Id="rId7" Type="http://schemas.openxmlformats.org/officeDocument/2006/relationships/slideLayout" Target="../slideLayouts/slideLayout114.xml"/><Relationship Id="rId8" Type="http://schemas.openxmlformats.org/officeDocument/2006/relationships/slideLayout" Target="../slideLayouts/slideLayout115.xml"/><Relationship Id="rId9" Type="http://schemas.openxmlformats.org/officeDocument/2006/relationships/slideLayout" Target="../slideLayouts/slideLayout116.xml"/><Relationship Id="rId10" Type="http://schemas.openxmlformats.org/officeDocument/2006/relationships/slideLayout" Target="../slideLayouts/slideLayout117.xml"/><Relationship Id="rId11" Type="http://schemas.openxmlformats.org/officeDocument/2006/relationships/slideLayout" Target="../slideLayouts/slideLayout118.xml"/><Relationship Id="rId12" Type="http://schemas.openxmlformats.org/officeDocument/2006/relationships/slideLayout" Target="../slideLayouts/slideLayout119.xml"/><Relationship Id="rId13" Type="http://schemas.openxmlformats.org/officeDocument/2006/relationships/slideLayout" Target="../slideLayouts/slideLayout12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21.xml"/><Relationship Id="rId3" Type="http://schemas.openxmlformats.org/officeDocument/2006/relationships/slideLayout" Target="../slideLayouts/slideLayout122.xml"/><Relationship Id="rId4" Type="http://schemas.openxmlformats.org/officeDocument/2006/relationships/slideLayout" Target="../slideLayouts/slideLayout123.xml"/><Relationship Id="rId5" Type="http://schemas.openxmlformats.org/officeDocument/2006/relationships/slideLayout" Target="../slideLayouts/slideLayout124.xml"/><Relationship Id="rId6" Type="http://schemas.openxmlformats.org/officeDocument/2006/relationships/slideLayout" Target="../slideLayouts/slideLayout125.xml"/><Relationship Id="rId7" Type="http://schemas.openxmlformats.org/officeDocument/2006/relationships/slideLayout" Target="../slideLayouts/slideLayout126.xml"/><Relationship Id="rId8" Type="http://schemas.openxmlformats.org/officeDocument/2006/relationships/slideLayout" Target="../slideLayouts/slideLayout127.xml"/><Relationship Id="rId9" Type="http://schemas.openxmlformats.org/officeDocument/2006/relationships/slideLayout" Target="../slideLayouts/slideLayout128.xml"/><Relationship Id="rId10" Type="http://schemas.openxmlformats.org/officeDocument/2006/relationships/slideLayout" Target="../slideLayouts/slideLayout129.xml"/><Relationship Id="rId11" Type="http://schemas.openxmlformats.org/officeDocument/2006/relationships/slideLayout" Target="../slideLayouts/slideLayout130.xml"/><Relationship Id="rId12" Type="http://schemas.openxmlformats.org/officeDocument/2006/relationships/slideLayout" Target="../slideLayouts/slideLayout131.xml"/><Relationship Id="rId13" Type="http://schemas.openxmlformats.org/officeDocument/2006/relationships/slideLayout" Target="../slideLayouts/slideLayout132.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33.xml"/><Relationship Id="rId3" Type="http://schemas.openxmlformats.org/officeDocument/2006/relationships/slideLayout" Target="../slideLayouts/slideLayout134.xml"/><Relationship Id="rId4" Type="http://schemas.openxmlformats.org/officeDocument/2006/relationships/slideLayout" Target="../slideLayouts/slideLayout135.xml"/><Relationship Id="rId5" Type="http://schemas.openxmlformats.org/officeDocument/2006/relationships/slideLayout" Target="../slideLayouts/slideLayout136.xml"/><Relationship Id="rId6" Type="http://schemas.openxmlformats.org/officeDocument/2006/relationships/slideLayout" Target="../slideLayouts/slideLayout137.xml"/><Relationship Id="rId7" Type="http://schemas.openxmlformats.org/officeDocument/2006/relationships/slideLayout" Target="../slideLayouts/slideLayout138.xml"/><Relationship Id="rId8" Type="http://schemas.openxmlformats.org/officeDocument/2006/relationships/slideLayout" Target="../slideLayouts/slideLayout139.xml"/><Relationship Id="rId9" Type="http://schemas.openxmlformats.org/officeDocument/2006/relationships/slideLayout" Target="../slideLayouts/slideLayout140.xml"/><Relationship Id="rId10" Type="http://schemas.openxmlformats.org/officeDocument/2006/relationships/slideLayout" Target="../slideLayouts/slideLayout141.xml"/><Relationship Id="rId11" Type="http://schemas.openxmlformats.org/officeDocument/2006/relationships/slideLayout" Target="../slideLayouts/slideLayout142.xml"/><Relationship Id="rId12" Type="http://schemas.openxmlformats.org/officeDocument/2006/relationships/slideLayout" Target="../slideLayouts/slideLayout143.xml"/><Relationship Id="rId13" Type="http://schemas.openxmlformats.org/officeDocument/2006/relationships/slideLayout" Target="../slideLayouts/slideLayout144.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45.xml"/><Relationship Id="rId3" Type="http://schemas.openxmlformats.org/officeDocument/2006/relationships/slideLayout" Target="../slideLayouts/slideLayout146.xml"/><Relationship Id="rId4" Type="http://schemas.openxmlformats.org/officeDocument/2006/relationships/slideLayout" Target="../slideLayouts/slideLayout147.xml"/><Relationship Id="rId5" Type="http://schemas.openxmlformats.org/officeDocument/2006/relationships/slideLayout" Target="../slideLayouts/slideLayout148.xml"/><Relationship Id="rId6" Type="http://schemas.openxmlformats.org/officeDocument/2006/relationships/slideLayout" Target="../slideLayouts/slideLayout149.xml"/><Relationship Id="rId7" Type="http://schemas.openxmlformats.org/officeDocument/2006/relationships/slideLayout" Target="../slideLayouts/slideLayout150.xml"/><Relationship Id="rId8" Type="http://schemas.openxmlformats.org/officeDocument/2006/relationships/slideLayout" Target="../slideLayouts/slideLayout151.xml"/><Relationship Id="rId9" Type="http://schemas.openxmlformats.org/officeDocument/2006/relationships/slideLayout" Target="../slideLayouts/slideLayout152.xml"/><Relationship Id="rId10" Type="http://schemas.openxmlformats.org/officeDocument/2006/relationships/slideLayout" Target="../slideLayouts/slideLayout153.xml"/><Relationship Id="rId11" Type="http://schemas.openxmlformats.org/officeDocument/2006/relationships/slideLayout" Target="../slideLayouts/slideLayout154.xml"/><Relationship Id="rId12" Type="http://schemas.openxmlformats.org/officeDocument/2006/relationships/slideLayout" Target="../slideLayouts/slideLayout155.xml"/><Relationship Id="rId13" Type="http://schemas.openxmlformats.org/officeDocument/2006/relationships/slideLayout" Target="../slideLayouts/slideLayout156.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57.xml"/><Relationship Id="rId3" Type="http://schemas.openxmlformats.org/officeDocument/2006/relationships/slideLayout" Target="../slideLayouts/slideLayout158.xml"/><Relationship Id="rId4" Type="http://schemas.openxmlformats.org/officeDocument/2006/relationships/slideLayout" Target="../slideLayouts/slideLayout159.xml"/><Relationship Id="rId5" Type="http://schemas.openxmlformats.org/officeDocument/2006/relationships/slideLayout" Target="../slideLayouts/slideLayout160.xml"/><Relationship Id="rId6" Type="http://schemas.openxmlformats.org/officeDocument/2006/relationships/slideLayout" Target="../slideLayouts/slideLayout161.xml"/><Relationship Id="rId7" Type="http://schemas.openxmlformats.org/officeDocument/2006/relationships/slideLayout" Target="../slideLayouts/slideLayout162.xml"/><Relationship Id="rId8" Type="http://schemas.openxmlformats.org/officeDocument/2006/relationships/slideLayout" Target="../slideLayouts/slideLayout163.xml"/><Relationship Id="rId9" Type="http://schemas.openxmlformats.org/officeDocument/2006/relationships/slideLayout" Target="../slideLayouts/slideLayout164.xml"/><Relationship Id="rId10" Type="http://schemas.openxmlformats.org/officeDocument/2006/relationships/slideLayout" Target="../slideLayouts/slideLayout165.xml"/><Relationship Id="rId11" Type="http://schemas.openxmlformats.org/officeDocument/2006/relationships/slideLayout" Target="../slideLayouts/slideLayout166.xml"/><Relationship Id="rId12" Type="http://schemas.openxmlformats.org/officeDocument/2006/relationships/slideLayout" Target="../slideLayouts/slideLayout167.xml"/><Relationship Id="rId13" Type="http://schemas.openxmlformats.org/officeDocument/2006/relationships/slideLayout" Target="../slideLayouts/slideLayout168.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69.xml"/><Relationship Id="rId3" Type="http://schemas.openxmlformats.org/officeDocument/2006/relationships/slideLayout" Target="../slideLayouts/slideLayout170.xml"/><Relationship Id="rId4" Type="http://schemas.openxmlformats.org/officeDocument/2006/relationships/slideLayout" Target="../slideLayouts/slideLayout171.xml"/><Relationship Id="rId5" Type="http://schemas.openxmlformats.org/officeDocument/2006/relationships/slideLayout" Target="../slideLayouts/slideLayout172.xml"/><Relationship Id="rId6" Type="http://schemas.openxmlformats.org/officeDocument/2006/relationships/slideLayout" Target="../slideLayouts/slideLayout173.xml"/><Relationship Id="rId7" Type="http://schemas.openxmlformats.org/officeDocument/2006/relationships/slideLayout" Target="../slideLayouts/slideLayout174.xml"/><Relationship Id="rId8" Type="http://schemas.openxmlformats.org/officeDocument/2006/relationships/slideLayout" Target="../slideLayouts/slideLayout175.xml"/><Relationship Id="rId9" Type="http://schemas.openxmlformats.org/officeDocument/2006/relationships/slideLayout" Target="../slideLayouts/slideLayout176.xml"/><Relationship Id="rId10" Type="http://schemas.openxmlformats.org/officeDocument/2006/relationships/slideLayout" Target="../slideLayouts/slideLayout177.xml"/><Relationship Id="rId11" Type="http://schemas.openxmlformats.org/officeDocument/2006/relationships/slideLayout" Target="../slideLayouts/slideLayout178.xml"/><Relationship Id="rId12" Type="http://schemas.openxmlformats.org/officeDocument/2006/relationships/slideLayout" Target="../slideLayouts/slideLayout179.xml"/><Relationship Id="rId13" Type="http://schemas.openxmlformats.org/officeDocument/2006/relationships/slideLayout" Target="../slideLayouts/slideLayout180.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81.xml"/><Relationship Id="rId3" Type="http://schemas.openxmlformats.org/officeDocument/2006/relationships/slideLayout" Target="../slideLayouts/slideLayout182.xml"/><Relationship Id="rId4" Type="http://schemas.openxmlformats.org/officeDocument/2006/relationships/slideLayout" Target="../slideLayouts/slideLayout183.xml"/><Relationship Id="rId5" Type="http://schemas.openxmlformats.org/officeDocument/2006/relationships/slideLayout" Target="../slideLayouts/slideLayout184.xml"/><Relationship Id="rId6" Type="http://schemas.openxmlformats.org/officeDocument/2006/relationships/slideLayout" Target="../slideLayouts/slideLayout185.xml"/><Relationship Id="rId7" Type="http://schemas.openxmlformats.org/officeDocument/2006/relationships/slideLayout" Target="../slideLayouts/slideLayout186.xml"/><Relationship Id="rId8" Type="http://schemas.openxmlformats.org/officeDocument/2006/relationships/slideLayout" Target="../slideLayouts/slideLayout187.xml"/><Relationship Id="rId9" Type="http://schemas.openxmlformats.org/officeDocument/2006/relationships/slideLayout" Target="../slideLayouts/slideLayout188.xml"/><Relationship Id="rId10" Type="http://schemas.openxmlformats.org/officeDocument/2006/relationships/slideLayout" Target="../slideLayouts/slideLayout189.xml"/><Relationship Id="rId11" Type="http://schemas.openxmlformats.org/officeDocument/2006/relationships/slideLayout" Target="../slideLayouts/slideLayout190.xml"/><Relationship Id="rId12" Type="http://schemas.openxmlformats.org/officeDocument/2006/relationships/slideLayout" Target="../slideLayouts/slideLayout191.xml"/><Relationship Id="rId13" Type="http://schemas.openxmlformats.org/officeDocument/2006/relationships/slideLayout" Target="../slideLayouts/slideLayout192.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93.xml"/><Relationship Id="rId3" Type="http://schemas.openxmlformats.org/officeDocument/2006/relationships/slideLayout" Target="../slideLayouts/slideLayout194.xml"/><Relationship Id="rId4" Type="http://schemas.openxmlformats.org/officeDocument/2006/relationships/slideLayout" Target="../slideLayouts/slideLayout195.xml"/><Relationship Id="rId5" Type="http://schemas.openxmlformats.org/officeDocument/2006/relationships/slideLayout" Target="../slideLayouts/slideLayout196.xml"/><Relationship Id="rId6" Type="http://schemas.openxmlformats.org/officeDocument/2006/relationships/slideLayout" Target="../slideLayouts/slideLayout197.xml"/><Relationship Id="rId7" Type="http://schemas.openxmlformats.org/officeDocument/2006/relationships/slideLayout" Target="../slideLayouts/slideLayout198.xml"/><Relationship Id="rId8" Type="http://schemas.openxmlformats.org/officeDocument/2006/relationships/slideLayout" Target="../slideLayouts/slideLayout199.xml"/><Relationship Id="rId9" Type="http://schemas.openxmlformats.org/officeDocument/2006/relationships/slideLayout" Target="../slideLayouts/slideLayout200.xml"/><Relationship Id="rId10" Type="http://schemas.openxmlformats.org/officeDocument/2006/relationships/slideLayout" Target="../slideLayouts/slideLayout201.xml"/><Relationship Id="rId11" Type="http://schemas.openxmlformats.org/officeDocument/2006/relationships/slideLayout" Target="../slideLayouts/slideLayout202.xml"/><Relationship Id="rId12" Type="http://schemas.openxmlformats.org/officeDocument/2006/relationships/slideLayout" Target="../slideLayouts/slideLayout203.xml"/><Relationship Id="rId13" Type="http://schemas.openxmlformats.org/officeDocument/2006/relationships/slideLayout" Target="../slideLayouts/slideLayout204.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205.xml"/><Relationship Id="rId3" Type="http://schemas.openxmlformats.org/officeDocument/2006/relationships/slideLayout" Target="../slideLayouts/slideLayout206.xml"/><Relationship Id="rId4" Type="http://schemas.openxmlformats.org/officeDocument/2006/relationships/slideLayout" Target="../slideLayouts/slideLayout207.xml"/><Relationship Id="rId5" Type="http://schemas.openxmlformats.org/officeDocument/2006/relationships/slideLayout" Target="../slideLayouts/slideLayout208.xml"/><Relationship Id="rId6" Type="http://schemas.openxmlformats.org/officeDocument/2006/relationships/slideLayout" Target="../slideLayouts/slideLayout209.xml"/><Relationship Id="rId7" Type="http://schemas.openxmlformats.org/officeDocument/2006/relationships/slideLayout" Target="../slideLayouts/slideLayout210.xml"/><Relationship Id="rId8" Type="http://schemas.openxmlformats.org/officeDocument/2006/relationships/slideLayout" Target="../slideLayouts/slideLayout211.xml"/><Relationship Id="rId9" Type="http://schemas.openxmlformats.org/officeDocument/2006/relationships/slideLayout" Target="../slideLayouts/slideLayout212.xml"/><Relationship Id="rId10" Type="http://schemas.openxmlformats.org/officeDocument/2006/relationships/slideLayout" Target="../slideLayouts/slideLayout213.xml"/><Relationship Id="rId11" Type="http://schemas.openxmlformats.org/officeDocument/2006/relationships/slideLayout" Target="../slideLayouts/slideLayout214.xml"/><Relationship Id="rId12" Type="http://schemas.openxmlformats.org/officeDocument/2006/relationships/slideLayout" Target="../slideLayouts/slideLayout215.xml"/><Relationship Id="rId13" Type="http://schemas.openxmlformats.org/officeDocument/2006/relationships/slideLayout" Target="../slideLayouts/slideLayout21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87200" cy="3567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 name="PlaceHolder 2"/>
          <p:cNvSpPr>
            <a:spLocks noGrp="1"/>
          </p:cNvSpPr>
          <p:nvPr>
            <p:ph type="sldNum" idx="2"/>
          </p:nvPr>
        </p:nvSpPr>
        <p:spPr>
          <a:xfrm>
            <a:off x="6553080" y="6356520"/>
            <a:ext cx="2125440" cy="3567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FB4B5F38-3E59-4B4B-8A0E-A28525F2889F}"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 name="PlaceHolder 3"/>
          <p:cNvSpPr>
            <a:spLocks noGrp="1"/>
          </p:cNvSpPr>
          <p:nvPr>
            <p:ph type="dt" idx="3"/>
          </p:nvPr>
        </p:nvSpPr>
        <p:spPr>
          <a:xfrm>
            <a:off x="457200" y="6356520"/>
            <a:ext cx="2125440" cy="3567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3124080" y="6356520"/>
            <a:ext cx="2889360" cy="3589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2" name="PlaceHolder 2"/>
          <p:cNvSpPr>
            <a:spLocks noGrp="1"/>
          </p:cNvSpPr>
          <p:nvPr>
            <p:ph type="sldNum" idx="5"/>
          </p:nvPr>
        </p:nvSpPr>
        <p:spPr>
          <a:xfrm>
            <a:off x="6553080" y="6356520"/>
            <a:ext cx="2127600" cy="3589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368AD2C-067C-4BD0-AB4D-C3B49D871384}"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3" name="PlaceHolder 3"/>
          <p:cNvSpPr>
            <a:spLocks noGrp="1"/>
          </p:cNvSpPr>
          <p:nvPr>
            <p:ph type="dt" idx="6"/>
          </p:nvPr>
        </p:nvSpPr>
        <p:spPr>
          <a:xfrm>
            <a:off x="457200" y="6356520"/>
            <a:ext cx="2127600" cy="3589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ftr" idx="7"/>
          </p:nvPr>
        </p:nvSpPr>
        <p:spPr>
          <a:xfrm>
            <a:off x="3124080" y="6356520"/>
            <a:ext cx="2889000" cy="3585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3" name="PlaceHolder 2"/>
          <p:cNvSpPr>
            <a:spLocks noGrp="1"/>
          </p:cNvSpPr>
          <p:nvPr>
            <p:ph type="sldNum" idx="8"/>
          </p:nvPr>
        </p:nvSpPr>
        <p:spPr>
          <a:xfrm>
            <a:off x="6553080" y="6356520"/>
            <a:ext cx="2127240" cy="3585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4CB3783-DAC1-4E79-AEBF-9278E1F4D25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4" name="PlaceHolder 3"/>
          <p:cNvSpPr>
            <a:spLocks noGrp="1"/>
          </p:cNvSpPr>
          <p:nvPr>
            <p:ph type="dt" idx="9"/>
          </p:nvPr>
        </p:nvSpPr>
        <p:spPr>
          <a:xfrm>
            <a:off x="457200" y="6356520"/>
            <a:ext cx="2127240" cy="3585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3" name="PlaceHolder 1"/>
          <p:cNvSpPr>
            <a:spLocks noGrp="1"/>
          </p:cNvSpPr>
          <p:nvPr>
            <p:ph type="ftr" idx="10"/>
          </p:nvPr>
        </p:nvSpPr>
        <p:spPr>
          <a:xfrm>
            <a:off x="3124080" y="6356520"/>
            <a:ext cx="2887200" cy="3567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4" name="PlaceHolder 2"/>
          <p:cNvSpPr>
            <a:spLocks noGrp="1"/>
          </p:cNvSpPr>
          <p:nvPr>
            <p:ph type="sldNum" idx="11"/>
          </p:nvPr>
        </p:nvSpPr>
        <p:spPr>
          <a:xfrm>
            <a:off x="6553080" y="6356520"/>
            <a:ext cx="2125440" cy="3567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BA1FCCFB-E337-4F73-BBB1-FB0EF44BB904}"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25" name="PlaceHolder 3"/>
          <p:cNvSpPr>
            <a:spLocks noGrp="1"/>
          </p:cNvSpPr>
          <p:nvPr>
            <p:ph type="dt" idx="12"/>
          </p:nvPr>
        </p:nvSpPr>
        <p:spPr>
          <a:xfrm>
            <a:off x="457200" y="6356520"/>
            <a:ext cx="2125440" cy="3567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2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4" name="PlaceHolder 1"/>
          <p:cNvSpPr>
            <a:spLocks noGrp="1"/>
          </p:cNvSpPr>
          <p:nvPr>
            <p:ph type="ftr" idx="13"/>
          </p:nvPr>
        </p:nvSpPr>
        <p:spPr>
          <a:xfrm>
            <a:off x="3124080" y="6356520"/>
            <a:ext cx="2887560" cy="3571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5" name="PlaceHolder 2"/>
          <p:cNvSpPr>
            <a:spLocks noGrp="1"/>
          </p:cNvSpPr>
          <p:nvPr>
            <p:ph type="sldNum" idx="14"/>
          </p:nvPr>
        </p:nvSpPr>
        <p:spPr>
          <a:xfrm>
            <a:off x="6553080" y="6356520"/>
            <a:ext cx="2125800" cy="3571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910595F5-08EF-4E74-96DA-1553E9D5D059}"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66" name="PlaceHolder 3"/>
          <p:cNvSpPr>
            <a:spLocks noGrp="1"/>
          </p:cNvSpPr>
          <p:nvPr>
            <p:ph type="dt" idx="15"/>
          </p:nvPr>
        </p:nvSpPr>
        <p:spPr>
          <a:xfrm>
            <a:off x="457200" y="6356520"/>
            <a:ext cx="2125800" cy="3571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6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6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ftr" idx="16"/>
          </p:nvPr>
        </p:nvSpPr>
        <p:spPr>
          <a:xfrm>
            <a:off x="3124080" y="6356520"/>
            <a:ext cx="2887920" cy="3574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6" name="PlaceHolder 2"/>
          <p:cNvSpPr>
            <a:spLocks noGrp="1"/>
          </p:cNvSpPr>
          <p:nvPr>
            <p:ph type="sldNum" idx="17"/>
          </p:nvPr>
        </p:nvSpPr>
        <p:spPr>
          <a:xfrm>
            <a:off x="6553080" y="6356520"/>
            <a:ext cx="2126160" cy="3574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1A465502-FF41-44A6-89E4-C819A7DC36B3}"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07" name="PlaceHolder 3"/>
          <p:cNvSpPr>
            <a:spLocks noGrp="1"/>
          </p:cNvSpPr>
          <p:nvPr>
            <p:ph type="dt" idx="18"/>
          </p:nvPr>
        </p:nvSpPr>
        <p:spPr>
          <a:xfrm>
            <a:off x="457200" y="6356520"/>
            <a:ext cx="2126160" cy="3574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0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0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6" name="PlaceHolder 1"/>
          <p:cNvSpPr>
            <a:spLocks noGrp="1"/>
          </p:cNvSpPr>
          <p:nvPr>
            <p:ph type="ftr" idx="19"/>
          </p:nvPr>
        </p:nvSpPr>
        <p:spPr>
          <a:xfrm>
            <a:off x="3124080" y="6356520"/>
            <a:ext cx="2888640" cy="3582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47" name="PlaceHolder 2"/>
          <p:cNvSpPr>
            <a:spLocks noGrp="1"/>
          </p:cNvSpPr>
          <p:nvPr>
            <p:ph type="sldNum" idx="20"/>
          </p:nvPr>
        </p:nvSpPr>
        <p:spPr>
          <a:xfrm>
            <a:off x="6553080" y="6356520"/>
            <a:ext cx="2126880" cy="3582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7C0D2F9A-9169-41FE-88C7-1E18D9AC6A43}"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48" name="PlaceHolder 3"/>
          <p:cNvSpPr>
            <a:spLocks noGrp="1"/>
          </p:cNvSpPr>
          <p:nvPr>
            <p:ph type="dt" idx="21"/>
          </p:nvPr>
        </p:nvSpPr>
        <p:spPr>
          <a:xfrm>
            <a:off x="457200" y="6356520"/>
            <a:ext cx="2126880" cy="3582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4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7" name="PlaceHolder 1"/>
          <p:cNvSpPr>
            <a:spLocks noGrp="1"/>
          </p:cNvSpPr>
          <p:nvPr>
            <p:ph type="ftr" idx="22"/>
          </p:nvPr>
        </p:nvSpPr>
        <p:spPr>
          <a:xfrm>
            <a:off x="3124080" y="6356520"/>
            <a:ext cx="2889720" cy="3592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8" name="PlaceHolder 2"/>
          <p:cNvSpPr>
            <a:spLocks noGrp="1"/>
          </p:cNvSpPr>
          <p:nvPr>
            <p:ph type="sldNum" idx="23"/>
          </p:nvPr>
        </p:nvSpPr>
        <p:spPr>
          <a:xfrm>
            <a:off x="6553080" y="6356520"/>
            <a:ext cx="2127960" cy="3592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843786A4-D84C-4938-B701-51F5F5D26E6A}"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89" name="PlaceHolder 3"/>
          <p:cNvSpPr>
            <a:spLocks noGrp="1"/>
          </p:cNvSpPr>
          <p:nvPr>
            <p:ph type="dt" idx="24"/>
          </p:nvPr>
        </p:nvSpPr>
        <p:spPr>
          <a:xfrm>
            <a:off x="457200" y="6356520"/>
            <a:ext cx="2127960" cy="3592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9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9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8" name="PlaceHolder 1"/>
          <p:cNvSpPr>
            <a:spLocks noGrp="1"/>
          </p:cNvSpPr>
          <p:nvPr>
            <p:ph type="ftr" idx="25"/>
          </p:nvPr>
        </p:nvSpPr>
        <p:spPr>
          <a:xfrm>
            <a:off x="3124080" y="6356520"/>
            <a:ext cx="2890080" cy="3596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9" name="PlaceHolder 2"/>
          <p:cNvSpPr>
            <a:spLocks noGrp="1"/>
          </p:cNvSpPr>
          <p:nvPr>
            <p:ph type="sldNum" idx="26"/>
          </p:nvPr>
        </p:nvSpPr>
        <p:spPr>
          <a:xfrm>
            <a:off x="6553080" y="6356520"/>
            <a:ext cx="2128320" cy="3596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7BAFDDE3-3CAD-4049-8856-587FE943D05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30" name="PlaceHolder 3"/>
          <p:cNvSpPr>
            <a:spLocks noGrp="1"/>
          </p:cNvSpPr>
          <p:nvPr>
            <p:ph type="dt" idx="27"/>
          </p:nvPr>
        </p:nvSpPr>
        <p:spPr>
          <a:xfrm>
            <a:off x="457200" y="6356520"/>
            <a:ext cx="2128320" cy="3596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3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3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53" r:id="rId2"/>
    <p:sldLayoutId id="2147483754" r:id="rId3"/>
    <p:sldLayoutId id="2147483755" r:id="rId4"/>
    <p:sldLayoutId id="2147483756" r:id="rId5"/>
    <p:sldLayoutId id="2147483757" r:id="rId6"/>
    <p:sldLayoutId id="2147483758" r:id="rId7"/>
    <p:sldLayoutId id="2147483759" r:id="rId8"/>
    <p:sldLayoutId id="2147483760" r:id="rId9"/>
    <p:sldLayoutId id="2147483761" r:id="rId10"/>
    <p:sldLayoutId id="2147483762" r:id="rId11"/>
    <p:sldLayoutId id="2147483763" r:id="rId12"/>
    <p:sldLayoutId id="2147483764" r:id="rId1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9" name="PlaceHolder 1"/>
          <p:cNvSpPr>
            <a:spLocks noGrp="1"/>
          </p:cNvSpPr>
          <p:nvPr>
            <p:ph type="ftr" idx="28"/>
          </p:nvPr>
        </p:nvSpPr>
        <p:spPr>
          <a:xfrm>
            <a:off x="3124080" y="6356520"/>
            <a:ext cx="2890440" cy="3600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0" name="PlaceHolder 2"/>
          <p:cNvSpPr>
            <a:spLocks noGrp="1"/>
          </p:cNvSpPr>
          <p:nvPr>
            <p:ph type="sldNum" idx="29"/>
          </p:nvPr>
        </p:nvSpPr>
        <p:spPr>
          <a:xfrm>
            <a:off x="6553080" y="6356520"/>
            <a:ext cx="2128680" cy="3600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FE34956-AB7C-4218-A27A-64C14919C580}"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71" name="PlaceHolder 3"/>
          <p:cNvSpPr>
            <a:spLocks noGrp="1"/>
          </p:cNvSpPr>
          <p:nvPr>
            <p:ph type="dt" idx="30"/>
          </p:nvPr>
        </p:nvSpPr>
        <p:spPr>
          <a:xfrm>
            <a:off x="457200" y="6356520"/>
            <a:ext cx="2128680" cy="3600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7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7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0" name="PlaceHolder 1"/>
          <p:cNvSpPr>
            <a:spLocks noGrp="1"/>
          </p:cNvSpPr>
          <p:nvPr>
            <p:ph type="ftr" idx="31"/>
          </p:nvPr>
        </p:nvSpPr>
        <p:spPr>
          <a:xfrm>
            <a:off x="3124080" y="6356520"/>
            <a:ext cx="2890800" cy="3603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1" name="PlaceHolder 2"/>
          <p:cNvSpPr>
            <a:spLocks noGrp="1"/>
          </p:cNvSpPr>
          <p:nvPr>
            <p:ph type="sldNum" idx="32"/>
          </p:nvPr>
        </p:nvSpPr>
        <p:spPr>
          <a:xfrm>
            <a:off x="6553080" y="6356520"/>
            <a:ext cx="2129040" cy="3603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9C0E866B-6DC3-4EC8-9B41-FA0635E8B30B}"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12" name="PlaceHolder 3"/>
          <p:cNvSpPr>
            <a:spLocks noGrp="1"/>
          </p:cNvSpPr>
          <p:nvPr>
            <p:ph type="dt" idx="33"/>
          </p:nvPr>
        </p:nvSpPr>
        <p:spPr>
          <a:xfrm>
            <a:off x="457200" y="6356520"/>
            <a:ext cx="2129040" cy="3603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1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1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1" name="PlaceHolder 1"/>
          <p:cNvSpPr>
            <a:spLocks noGrp="1"/>
          </p:cNvSpPr>
          <p:nvPr>
            <p:ph type="ftr" idx="34"/>
          </p:nvPr>
        </p:nvSpPr>
        <p:spPr>
          <a:xfrm>
            <a:off x="3124080" y="6356520"/>
            <a:ext cx="2891520" cy="3610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2" name="PlaceHolder 2"/>
          <p:cNvSpPr>
            <a:spLocks noGrp="1"/>
          </p:cNvSpPr>
          <p:nvPr>
            <p:ph type="sldNum" idx="35"/>
          </p:nvPr>
        </p:nvSpPr>
        <p:spPr>
          <a:xfrm>
            <a:off x="6553080" y="6356520"/>
            <a:ext cx="2129760" cy="3610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477AB5F1-6336-4D2E-A8DF-AFE3E298C9CA}"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53" name="PlaceHolder 3"/>
          <p:cNvSpPr>
            <a:spLocks noGrp="1"/>
          </p:cNvSpPr>
          <p:nvPr>
            <p:ph type="dt" idx="36"/>
          </p:nvPr>
        </p:nvSpPr>
        <p:spPr>
          <a:xfrm>
            <a:off x="457200" y="6356520"/>
            <a:ext cx="2129760" cy="3610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5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92" r:id="rId2"/>
    <p:sldLayoutId id="2147483793" r:id="rId3"/>
    <p:sldLayoutId id="2147483794" r:id="rId4"/>
    <p:sldLayoutId id="2147483795" r:id="rId5"/>
    <p:sldLayoutId id="2147483796" r:id="rId6"/>
    <p:sldLayoutId id="2147483797" r:id="rId7"/>
    <p:sldLayoutId id="2147483798" r:id="rId8"/>
    <p:sldLayoutId id="2147483799" r:id="rId9"/>
    <p:sldLayoutId id="2147483800" r:id="rId10"/>
    <p:sldLayoutId id="2147483801" r:id="rId11"/>
    <p:sldLayoutId id="2147483802" r:id="rId12"/>
    <p:sldLayoutId id="2147483803"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2" name="PlaceHolder 1"/>
          <p:cNvSpPr>
            <a:spLocks noGrp="1"/>
          </p:cNvSpPr>
          <p:nvPr>
            <p:ph type="ftr" idx="37"/>
          </p:nvPr>
        </p:nvSpPr>
        <p:spPr>
          <a:xfrm>
            <a:off x="3124080" y="6356520"/>
            <a:ext cx="2892240" cy="3618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3" name="PlaceHolder 2"/>
          <p:cNvSpPr>
            <a:spLocks noGrp="1"/>
          </p:cNvSpPr>
          <p:nvPr>
            <p:ph type="sldNum" idx="38"/>
          </p:nvPr>
        </p:nvSpPr>
        <p:spPr>
          <a:xfrm>
            <a:off x="6553080" y="6356520"/>
            <a:ext cx="2130480" cy="3618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1230052-39BA-4D4C-9CA1-6ECD67801F8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94" name="PlaceHolder 3"/>
          <p:cNvSpPr>
            <a:spLocks noGrp="1"/>
          </p:cNvSpPr>
          <p:nvPr>
            <p:ph type="dt" idx="39"/>
          </p:nvPr>
        </p:nvSpPr>
        <p:spPr>
          <a:xfrm>
            <a:off x="457200" y="6356520"/>
            <a:ext cx="2130480" cy="3618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9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9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 id="2147483815" r:id="rId12"/>
    <p:sldLayoutId id="2147483816" r:id="rId13"/>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3" name="PlaceHolder 1"/>
          <p:cNvSpPr>
            <a:spLocks noGrp="1"/>
          </p:cNvSpPr>
          <p:nvPr>
            <p:ph type="ftr" idx="40"/>
          </p:nvPr>
        </p:nvSpPr>
        <p:spPr>
          <a:xfrm>
            <a:off x="3124080" y="6356520"/>
            <a:ext cx="2892600" cy="3621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4" name="PlaceHolder 2"/>
          <p:cNvSpPr>
            <a:spLocks noGrp="1"/>
          </p:cNvSpPr>
          <p:nvPr>
            <p:ph type="sldNum" idx="41"/>
          </p:nvPr>
        </p:nvSpPr>
        <p:spPr>
          <a:xfrm>
            <a:off x="6553080" y="6356520"/>
            <a:ext cx="2130840" cy="3621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F9427DF-BF67-4FB2-B145-78C389C4F0C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35" name="PlaceHolder 3"/>
          <p:cNvSpPr>
            <a:spLocks noGrp="1"/>
          </p:cNvSpPr>
          <p:nvPr>
            <p:ph type="dt" idx="42"/>
          </p:nvPr>
        </p:nvSpPr>
        <p:spPr>
          <a:xfrm>
            <a:off x="457200" y="6356520"/>
            <a:ext cx="2130840" cy="3621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3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3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18" r:id="rId2"/>
    <p:sldLayoutId id="2147483819" r:id="rId3"/>
    <p:sldLayoutId id="2147483820" r:id="rId4"/>
    <p:sldLayoutId id="2147483821" r:id="rId5"/>
    <p:sldLayoutId id="2147483822" r:id="rId6"/>
    <p:sldLayoutId id="2147483823" r:id="rId7"/>
    <p:sldLayoutId id="2147483824" r:id="rId8"/>
    <p:sldLayoutId id="2147483825" r:id="rId9"/>
    <p:sldLayoutId id="2147483826" r:id="rId10"/>
    <p:sldLayoutId id="2147483827" r:id="rId11"/>
    <p:sldLayoutId id="2147483828" r:id="rId12"/>
    <p:sldLayoutId id="2147483829" r:id="rId13"/>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74" name="PlaceHolder 1"/>
          <p:cNvSpPr>
            <a:spLocks noGrp="1"/>
          </p:cNvSpPr>
          <p:nvPr>
            <p:ph type="ftr" idx="43"/>
          </p:nvPr>
        </p:nvSpPr>
        <p:spPr>
          <a:xfrm>
            <a:off x="3124080" y="6356520"/>
            <a:ext cx="2892960" cy="3625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75" name="PlaceHolder 2"/>
          <p:cNvSpPr>
            <a:spLocks noGrp="1"/>
          </p:cNvSpPr>
          <p:nvPr>
            <p:ph type="sldNum" idx="44"/>
          </p:nvPr>
        </p:nvSpPr>
        <p:spPr>
          <a:xfrm>
            <a:off x="6553080" y="6356520"/>
            <a:ext cx="2131200" cy="3625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F210CD8E-E7A7-4B3E-912E-C159168749D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76" name="PlaceHolder 3"/>
          <p:cNvSpPr>
            <a:spLocks noGrp="1"/>
          </p:cNvSpPr>
          <p:nvPr>
            <p:ph type="dt" idx="45"/>
          </p:nvPr>
        </p:nvSpPr>
        <p:spPr>
          <a:xfrm>
            <a:off x="457200" y="6356520"/>
            <a:ext cx="2131200" cy="3625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7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7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31" r:id="rId2"/>
    <p:sldLayoutId id="2147483832" r:id="rId3"/>
    <p:sldLayoutId id="2147483833" r:id="rId4"/>
    <p:sldLayoutId id="2147483834" r:id="rId5"/>
    <p:sldLayoutId id="2147483835" r:id="rId6"/>
    <p:sldLayoutId id="2147483836" r:id="rId7"/>
    <p:sldLayoutId id="2147483837" r:id="rId8"/>
    <p:sldLayoutId id="2147483838" r:id="rId9"/>
    <p:sldLayoutId id="2147483839" r:id="rId10"/>
    <p:sldLayoutId id="2147483840" r:id="rId11"/>
    <p:sldLayoutId id="2147483841" r:id="rId12"/>
    <p:sldLayoutId id="2147483842" r:id="rId1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5" name="PlaceHolder 1"/>
          <p:cNvSpPr>
            <a:spLocks noGrp="1"/>
          </p:cNvSpPr>
          <p:nvPr>
            <p:ph type="ftr" idx="46"/>
          </p:nvPr>
        </p:nvSpPr>
        <p:spPr>
          <a:xfrm>
            <a:off x="3124080" y="6356520"/>
            <a:ext cx="2893320" cy="3628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16" name="PlaceHolder 2"/>
          <p:cNvSpPr>
            <a:spLocks noGrp="1"/>
          </p:cNvSpPr>
          <p:nvPr>
            <p:ph type="sldNum" idx="47"/>
          </p:nvPr>
        </p:nvSpPr>
        <p:spPr>
          <a:xfrm>
            <a:off x="6553080" y="6356520"/>
            <a:ext cx="2131560" cy="3628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9158684-AF7B-4BE1-ACD5-2AF166D7D25D}"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17" name="PlaceHolder 3"/>
          <p:cNvSpPr>
            <a:spLocks noGrp="1"/>
          </p:cNvSpPr>
          <p:nvPr>
            <p:ph type="dt" idx="48"/>
          </p:nvPr>
        </p:nvSpPr>
        <p:spPr>
          <a:xfrm>
            <a:off x="457200" y="6356520"/>
            <a:ext cx="2131560" cy="3628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1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1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 id="2147483854" r:id="rId12"/>
    <p:sldLayoutId id="2147483855" r:id="rId1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6" name="PlaceHolder 1"/>
          <p:cNvSpPr>
            <a:spLocks noGrp="1"/>
          </p:cNvSpPr>
          <p:nvPr>
            <p:ph type="ftr" idx="49"/>
          </p:nvPr>
        </p:nvSpPr>
        <p:spPr>
          <a:xfrm>
            <a:off x="3124080" y="6356520"/>
            <a:ext cx="2894040" cy="3636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7" name="PlaceHolder 2"/>
          <p:cNvSpPr>
            <a:spLocks noGrp="1"/>
          </p:cNvSpPr>
          <p:nvPr>
            <p:ph type="sldNum" idx="50"/>
          </p:nvPr>
        </p:nvSpPr>
        <p:spPr>
          <a:xfrm>
            <a:off x="6553080" y="6356520"/>
            <a:ext cx="2132280" cy="3636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2D52DD3-4342-4CEB-BC23-33C7FD168CB7}"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58" name="PlaceHolder 3"/>
          <p:cNvSpPr>
            <a:spLocks noGrp="1"/>
          </p:cNvSpPr>
          <p:nvPr>
            <p:ph type="dt" idx="51"/>
          </p:nvPr>
        </p:nvSpPr>
        <p:spPr>
          <a:xfrm>
            <a:off x="457200" y="6356520"/>
            <a:ext cx="2132280" cy="3636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 id="2147483868" r:id="rId13"/>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95" name="PlaceHolder 1"/>
          <p:cNvSpPr>
            <a:spLocks noGrp="1"/>
          </p:cNvSpPr>
          <p:nvPr>
            <p:ph type="ftr" idx="52"/>
          </p:nvPr>
        </p:nvSpPr>
        <p:spPr>
          <a:xfrm>
            <a:off x="3124080" y="6356520"/>
            <a:ext cx="289440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96" name="PlaceHolder 2"/>
          <p:cNvSpPr>
            <a:spLocks noGrp="1"/>
          </p:cNvSpPr>
          <p:nvPr>
            <p:ph type="sldNum" idx="53"/>
          </p:nvPr>
        </p:nvSpPr>
        <p:spPr>
          <a:xfrm>
            <a:off x="6553080" y="6356520"/>
            <a:ext cx="213264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6B6E2857-513F-43A1-AAA8-634945D44EAD}"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97" name="PlaceHolder 3"/>
          <p:cNvSpPr>
            <a:spLocks noGrp="1"/>
          </p:cNvSpPr>
          <p:nvPr>
            <p:ph type="dt" idx="54"/>
          </p:nvPr>
        </p:nvSpPr>
        <p:spPr>
          <a:xfrm>
            <a:off x="457200" y="6356520"/>
            <a:ext cx="2132640" cy="3639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9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9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70" r:id="rId2"/>
    <p:sldLayoutId id="2147483871" r:id="rId3"/>
    <p:sldLayoutId id="2147483872" r:id="rId4"/>
    <p:sldLayoutId id="2147483873" r:id="rId5"/>
    <p:sldLayoutId id="2147483874" r:id="rId6"/>
    <p:sldLayoutId id="2147483875" r:id="rId7"/>
    <p:sldLayoutId id="2147483876" r:id="rId8"/>
    <p:sldLayoutId id="2147483877" r:id="rId9"/>
    <p:sldLayoutId id="2147483878" r:id="rId10"/>
    <p:sldLayoutId id="2147483879" r:id="rId11"/>
    <p:sldLayoutId id="2147483880" r:id="rId12"/>
    <p:sldLayoutId id="2147483881"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8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3.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45.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57.xml"/>
</Relationships>
</file>

<file path=ppt/slides/_rels/slide1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5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6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8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93.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0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6" name="Rectangle 1"/>
          <p:cNvSpPr/>
          <p:nvPr/>
        </p:nvSpPr>
        <p:spPr>
          <a:xfrm>
            <a:off x="0" y="0"/>
            <a:ext cx="12180600" cy="68497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37" name="Rectangle 2"/>
          <p:cNvSpPr/>
          <p:nvPr/>
        </p:nvSpPr>
        <p:spPr>
          <a:xfrm>
            <a:off x="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38" name="Rectangle 3"/>
          <p:cNvSpPr/>
          <p:nvPr/>
        </p:nvSpPr>
        <p:spPr>
          <a:xfrm>
            <a:off x="914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39" name="Rectangle 4"/>
          <p:cNvSpPr/>
          <p:nvPr/>
        </p:nvSpPr>
        <p:spPr>
          <a:xfrm>
            <a:off x="1828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40" name="Rectangle 5"/>
          <p:cNvSpPr/>
          <p:nvPr/>
        </p:nvSpPr>
        <p:spPr>
          <a:xfrm>
            <a:off x="2743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41" name="Rectangle 6"/>
          <p:cNvSpPr/>
          <p:nvPr/>
        </p:nvSpPr>
        <p:spPr>
          <a:xfrm>
            <a:off x="3657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42" name="Rectangle 7"/>
          <p:cNvSpPr/>
          <p:nvPr/>
        </p:nvSpPr>
        <p:spPr>
          <a:xfrm>
            <a:off x="4572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43" name="Rectangle 8"/>
          <p:cNvSpPr/>
          <p:nvPr/>
        </p:nvSpPr>
        <p:spPr>
          <a:xfrm>
            <a:off x="5486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44" name="Rectangle 9"/>
          <p:cNvSpPr/>
          <p:nvPr/>
        </p:nvSpPr>
        <p:spPr>
          <a:xfrm>
            <a:off x="6400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45" name="Rectangle 10"/>
          <p:cNvSpPr/>
          <p:nvPr/>
        </p:nvSpPr>
        <p:spPr>
          <a:xfrm>
            <a:off x="7315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46" name="Rectangle 11"/>
          <p:cNvSpPr/>
          <p:nvPr/>
        </p:nvSpPr>
        <p:spPr>
          <a:xfrm>
            <a:off x="8229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47" name="Rectangle 12"/>
          <p:cNvSpPr/>
          <p:nvPr/>
        </p:nvSpPr>
        <p:spPr>
          <a:xfrm>
            <a:off x="9144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48" name="Rectangle 13"/>
          <p:cNvSpPr/>
          <p:nvPr/>
        </p:nvSpPr>
        <p:spPr>
          <a:xfrm>
            <a:off x="10058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49" name="Rectangle 14"/>
          <p:cNvSpPr/>
          <p:nvPr/>
        </p:nvSpPr>
        <p:spPr>
          <a:xfrm>
            <a:off x="10972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50" name="Rectangle 15"/>
          <p:cNvSpPr/>
          <p:nvPr/>
        </p:nvSpPr>
        <p:spPr>
          <a:xfrm>
            <a:off x="11887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51" name="Rectangle 16"/>
          <p:cNvSpPr/>
          <p:nvPr/>
        </p:nvSpPr>
        <p:spPr>
          <a:xfrm>
            <a:off x="0" y="0"/>
            <a:ext cx="311760" cy="68497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52" name="Rounded Rectangle 17"/>
          <p:cNvSpPr/>
          <p:nvPr/>
        </p:nvSpPr>
        <p:spPr>
          <a:xfrm>
            <a:off x="9875520" y="365760"/>
            <a:ext cx="2003400" cy="4946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753" name="TextBox 18"/>
          <p:cNvSpPr/>
          <p:nvPr/>
        </p:nvSpPr>
        <p:spPr>
          <a:xfrm>
            <a:off x="3340800" y="1005840"/>
            <a:ext cx="4289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a:t>
            </a:r>
            <a:endParaRPr b="0" lang="en-US" sz="4800" spc="-1" strike="noStrike">
              <a:solidFill>
                <a:srgbClr val="000000"/>
              </a:solidFill>
              <a:latin typeface="Arial"/>
            </a:endParaRPr>
          </a:p>
        </p:txBody>
      </p:sp>
      <p:sp>
        <p:nvSpPr>
          <p:cNvPr id="754" name="TextBox 19"/>
          <p:cNvSpPr/>
          <p:nvPr/>
        </p:nvSpPr>
        <p:spPr>
          <a:xfrm>
            <a:off x="1470960" y="2057400"/>
            <a:ext cx="95018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Variables are named memory locations used to store data in a program.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In Java, every variable must have a specific data type that defines what kind of data it can store.</a:t>
            </a:r>
            <a:endParaRPr b="0" lang="en-US" sz="1900" spc="-1" strike="noStrike">
              <a:solidFill>
                <a:srgbClr val="000000"/>
              </a:solidFill>
              <a:latin typeface="Arial"/>
            </a:endParaRPr>
          </a:p>
        </p:txBody>
      </p:sp>
      <p:sp>
        <p:nvSpPr>
          <p:cNvPr id="755" name="Rounded Rectangle 20"/>
          <p:cNvSpPr/>
          <p:nvPr/>
        </p:nvSpPr>
        <p:spPr>
          <a:xfrm>
            <a:off x="98748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56" name="Rounded Rectangle 21"/>
          <p:cNvSpPr/>
          <p:nvPr/>
        </p:nvSpPr>
        <p:spPr>
          <a:xfrm>
            <a:off x="914400" y="3108960"/>
            <a:ext cx="3283560" cy="3284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100" spc="-1" strike="noStrike">
                <a:solidFill>
                  <a:schemeClr val="lt1"/>
                </a:solidFill>
                <a:latin typeface="Calibri"/>
                <a:ea typeface="DejaVu Sans"/>
              </a:rPr>
              <a:t>Variable Definition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A variable is a named memory location used to store data.</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Data Type Requirement</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In Java, every variable must be declared with a specific data type.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Memory Allocation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The data type determines the type of value and the memory size.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Example Data Types</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For example, int stores whole numbers, double stores decimals, and String stores text.</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Program Flexibility</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Variables allow programs to store and modify data during execution.</a:t>
            </a:r>
            <a:endParaRPr b="0" lang="en-US" sz="1100" spc="-1" strike="noStrike">
              <a:solidFill>
                <a:srgbClr val="ffffff"/>
              </a:solidFill>
              <a:latin typeface="Arial"/>
            </a:endParaRPr>
          </a:p>
        </p:txBody>
      </p:sp>
      <p:sp>
        <p:nvSpPr>
          <p:cNvPr id="757" name="Rounded Rectangle 22"/>
          <p:cNvSpPr/>
          <p:nvPr/>
        </p:nvSpPr>
        <p:spPr>
          <a:xfrm>
            <a:off x="450792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58" name="Rounded Rectangle 23"/>
          <p:cNvSpPr/>
          <p:nvPr/>
        </p:nvSpPr>
        <p:spPr>
          <a:xfrm>
            <a:off x="4434840" y="3108960"/>
            <a:ext cx="3283560" cy="2734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Start Program</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Declare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(data type + name)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Assign Value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Use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(print / calculate)</a:t>
            </a:r>
            <a:endParaRPr b="0" lang="en-US" sz="1800" spc="-1" strike="noStrike">
              <a:solidFill>
                <a:srgbClr val="ffffff"/>
              </a:solidFill>
              <a:latin typeface="Arial"/>
            </a:endParaRPr>
          </a:p>
        </p:txBody>
      </p:sp>
      <p:sp>
        <p:nvSpPr>
          <p:cNvPr id="759" name="Rounded Rectangle 24"/>
          <p:cNvSpPr/>
          <p:nvPr/>
        </p:nvSpPr>
        <p:spPr>
          <a:xfrm>
            <a:off x="802836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60" name="Rounded Rectangle 25"/>
          <p:cNvSpPr/>
          <p:nvPr/>
        </p:nvSpPr>
        <p:spPr>
          <a:xfrm>
            <a:off x="7955280" y="3108960"/>
            <a:ext cx="3467520" cy="3284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VariableExample{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21;</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br>
              <a:rPr sz="1400"/>
            </a:b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System.out.println(price);    System.out.println(name);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761" name="TextBox 2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Rectangle 32"/>
          <p:cNvSpPr/>
          <p:nvPr/>
        </p:nvSpPr>
        <p:spPr>
          <a:xfrm>
            <a:off x="0" y="0"/>
            <a:ext cx="12180600" cy="68497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3" name="Rectangle 33"/>
          <p:cNvSpPr/>
          <p:nvPr/>
        </p:nvSpPr>
        <p:spPr>
          <a:xfrm>
            <a:off x="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4" name="Rectangle 34"/>
          <p:cNvSpPr/>
          <p:nvPr/>
        </p:nvSpPr>
        <p:spPr>
          <a:xfrm>
            <a:off x="914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5" name="Rectangle 35"/>
          <p:cNvSpPr/>
          <p:nvPr/>
        </p:nvSpPr>
        <p:spPr>
          <a:xfrm>
            <a:off x="1828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6" name="Rectangle 36"/>
          <p:cNvSpPr/>
          <p:nvPr/>
        </p:nvSpPr>
        <p:spPr>
          <a:xfrm>
            <a:off x="2743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7" name="Rectangle 37"/>
          <p:cNvSpPr/>
          <p:nvPr/>
        </p:nvSpPr>
        <p:spPr>
          <a:xfrm>
            <a:off x="3657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8" name="Rectangle 38"/>
          <p:cNvSpPr/>
          <p:nvPr/>
        </p:nvSpPr>
        <p:spPr>
          <a:xfrm>
            <a:off x="4572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9" name="Rectangle 39"/>
          <p:cNvSpPr/>
          <p:nvPr/>
        </p:nvSpPr>
        <p:spPr>
          <a:xfrm>
            <a:off x="5486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0" name="Rectangle 40"/>
          <p:cNvSpPr/>
          <p:nvPr/>
        </p:nvSpPr>
        <p:spPr>
          <a:xfrm>
            <a:off x="6400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1" name="Rectangle 41"/>
          <p:cNvSpPr/>
          <p:nvPr/>
        </p:nvSpPr>
        <p:spPr>
          <a:xfrm>
            <a:off x="7315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2" name="Rectangle 42"/>
          <p:cNvSpPr/>
          <p:nvPr/>
        </p:nvSpPr>
        <p:spPr>
          <a:xfrm>
            <a:off x="8229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3" name="Rectangle 43"/>
          <p:cNvSpPr/>
          <p:nvPr/>
        </p:nvSpPr>
        <p:spPr>
          <a:xfrm>
            <a:off x="9144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4" name="Rectangle 44"/>
          <p:cNvSpPr/>
          <p:nvPr/>
        </p:nvSpPr>
        <p:spPr>
          <a:xfrm>
            <a:off x="10058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5" name="Rectangle 45"/>
          <p:cNvSpPr/>
          <p:nvPr/>
        </p:nvSpPr>
        <p:spPr>
          <a:xfrm>
            <a:off x="10972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6" name="Rectangle 46"/>
          <p:cNvSpPr/>
          <p:nvPr/>
        </p:nvSpPr>
        <p:spPr>
          <a:xfrm>
            <a:off x="11887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7" name="Rectangle 47"/>
          <p:cNvSpPr/>
          <p:nvPr/>
        </p:nvSpPr>
        <p:spPr>
          <a:xfrm>
            <a:off x="0" y="0"/>
            <a:ext cx="311760" cy="68497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8" name="Rounded Rectangle 8"/>
          <p:cNvSpPr/>
          <p:nvPr/>
        </p:nvSpPr>
        <p:spPr>
          <a:xfrm>
            <a:off x="9875520" y="365760"/>
            <a:ext cx="2003400" cy="4946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779" name="TextBox 4"/>
          <p:cNvSpPr/>
          <p:nvPr/>
        </p:nvSpPr>
        <p:spPr>
          <a:xfrm>
            <a:off x="2652120" y="1005840"/>
            <a:ext cx="5667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 TYPES</a:t>
            </a:r>
            <a:endParaRPr b="0" lang="en-US" sz="4800" spc="-1" strike="noStrike">
              <a:solidFill>
                <a:srgbClr val="000000"/>
              </a:solidFill>
              <a:latin typeface="Arial"/>
            </a:endParaRPr>
          </a:p>
        </p:txBody>
      </p:sp>
      <p:sp>
        <p:nvSpPr>
          <p:cNvPr id="780" name="TextBox 5"/>
          <p:cNvSpPr/>
          <p:nvPr/>
        </p:nvSpPr>
        <p:spPr>
          <a:xfrm>
            <a:off x="712800" y="2057400"/>
            <a:ext cx="1101816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variables are classified based on where they are declared and how they are used within a class or method.</a:t>
            </a:r>
            <a:endParaRPr b="0" lang="en-US" sz="1900" spc="-1" strike="noStrike">
              <a:solidFill>
                <a:srgbClr val="000000"/>
              </a:solidFill>
              <a:latin typeface="Arial"/>
            </a:endParaRPr>
          </a:p>
        </p:txBody>
      </p:sp>
      <p:sp>
        <p:nvSpPr>
          <p:cNvPr id="781" name="Rounded Rectangle 9"/>
          <p:cNvSpPr/>
          <p:nvPr/>
        </p:nvSpPr>
        <p:spPr>
          <a:xfrm>
            <a:off x="98748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2" name="Rounded Rectangle 10"/>
          <p:cNvSpPr/>
          <p:nvPr/>
        </p:nvSpPr>
        <p:spPr>
          <a:xfrm>
            <a:off x="826200" y="2925720"/>
            <a:ext cx="3387240" cy="3698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Local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Local variables are declared inside a method, constructor, or block. They can only be accessed within that specific method or block where they are created.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Instance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Instance variables are declared inside a class but outside methods. Each object of the class has its own copy of these variables.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Static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Static variables are declared using the static keyword. They belong to the class itself and are shared among all objects of that class.</a:t>
            </a:r>
            <a:endParaRPr b="0" lang="en-US" sz="1300" spc="-1" strike="noStrike">
              <a:solidFill>
                <a:srgbClr val="ffffff"/>
              </a:solidFill>
              <a:latin typeface="Arial"/>
            </a:endParaRPr>
          </a:p>
        </p:txBody>
      </p:sp>
      <p:sp>
        <p:nvSpPr>
          <p:cNvPr id="783" name="Rounded Rectangle 11"/>
          <p:cNvSpPr/>
          <p:nvPr/>
        </p:nvSpPr>
        <p:spPr>
          <a:xfrm>
            <a:off x="450792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4" name="Rounded Rectangle 12"/>
          <p:cNvSpPr/>
          <p:nvPr/>
        </p:nvSpPr>
        <p:spPr>
          <a:xfrm>
            <a:off x="4434840" y="3108960"/>
            <a:ext cx="3283560" cy="3056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Class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Static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Instance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Method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Local Variable</a:t>
            </a:r>
            <a:endParaRPr b="0" lang="en-US" sz="1800" spc="-1" strike="noStrike">
              <a:solidFill>
                <a:srgbClr val="ffffff"/>
              </a:solidFill>
              <a:latin typeface="Arial"/>
            </a:endParaRPr>
          </a:p>
        </p:txBody>
      </p:sp>
      <p:sp>
        <p:nvSpPr>
          <p:cNvPr id="785" name="Rounded Rectangle 13"/>
          <p:cNvSpPr/>
          <p:nvPr/>
        </p:nvSpPr>
        <p:spPr>
          <a:xfrm>
            <a:off x="802836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6" name="Rounded Rectangle 14"/>
          <p:cNvSpPr/>
          <p:nvPr/>
        </p:nvSpPr>
        <p:spPr>
          <a:xfrm>
            <a:off x="7955280" y="3108960"/>
            <a:ext cx="3467520" cy="3284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VariableTypes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instanceVar = 10;        // instance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static int staticVar = 20;   // static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void showVariables()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localVar = 30;       // local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System.out.println(localVar);        System.out.println(instanceVar);        System.out.println(staticVar);</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787" name="TextBox 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8" name="Rectangle 160"/>
          <p:cNvSpPr/>
          <p:nvPr/>
        </p:nvSpPr>
        <p:spPr>
          <a:xfrm>
            <a:off x="0" y="0"/>
            <a:ext cx="12182760" cy="68518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9" name="Rectangle 161"/>
          <p:cNvSpPr/>
          <p:nvPr/>
        </p:nvSpPr>
        <p:spPr>
          <a:xfrm>
            <a:off x="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0" name="Rectangle 162"/>
          <p:cNvSpPr/>
          <p:nvPr/>
        </p:nvSpPr>
        <p:spPr>
          <a:xfrm>
            <a:off x="914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1" name="Rectangle 163"/>
          <p:cNvSpPr/>
          <p:nvPr/>
        </p:nvSpPr>
        <p:spPr>
          <a:xfrm>
            <a:off x="1828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2" name="Rectangle 164"/>
          <p:cNvSpPr/>
          <p:nvPr/>
        </p:nvSpPr>
        <p:spPr>
          <a:xfrm>
            <a:off x="2743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3" name="Rectangle 165"/>
          <p:cNvSpPr/>
          <p:nvPr/>
        </p:nvSpPr>
        <p:spPr>
          <a:xfrm>
            <a:off x="3657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4" name="Rectangle 166"/>
          <p:cNvSpPr/>
          <p:nvPr/>
        </p:nvSpPr>
        <p:spPr>
          <a:xfrm>
            <a:off x="4572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5" name="Rectangle 167"/>
          <p:cNvSpPr/>
          <p:nvPr/>
        </p:nvSpPr>
        <p:spPr>
          <a:xfrm>
            <a:off x="5486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6" name="Rectangle 168"/>
          <p:cNvSpPr/>
          <p:nvPr/>
        </p:nvSpPr>
        <p:spPr>
          <a:xfrm>
            <a:off x="6400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7" name="Rectangle 169"/>
          <p:cNvSpPr/>
          <p:nvPr/>
        </p:nvSpPr>
        <p:spPr>
          <a:xfrm>
            <a:off x="7315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8" name="Rectangle 170"/>
          <p:cNvSpPr/>
          <p:nvPr/>
        </p:nvSpPr>
        <p:spPr>
          <a:xfrm>
            <a:off x="8229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9" name="Rectangle 171"/>
          <p:cNvSpPr/>
          <p:nvPr/>
        </p:nvSpPr>
        <p:spPr>
          <a:xfrm>
            <a:off x="9144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0" name="Rectangle 172"/>
          <p:cNvSpPr/>
          <p:nvPr/>
        </p:nvSpPr>
        <p:spPr>
          <a:xfrm>
            <a:off x="10058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1" name="Rectangle 173"/>
          <p:cNvSpPr/>
          <p:nvPr/>
        </p:nvSpPr>
        <p:spPr>
          <a:xfrm>
            <a:off x="10972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2" name="Rectangle 174"/>
          <p:cNvSpPr/>
          <p:nvPr/>
        </p:nvSpPr>
        <p:spPr>
          <a:xfrm>
            <a:off x="11887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3" name="Rectangle 175"/>
          <p:cNvSpPr/>
          <p:nvPr/>
        </p:nvSpPr>
        <p:spPr>
          <a:xfrm>
            <a:off x="0" y="0"/>
            <a:ext cx="313920" cy="68518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4" name="Rounded Rectangle 71"/>
          <p:cNvSpPr/>
          <p:nvPr/>
        </p:nvSpPr>
        <p:spPr>
          <a:xfrm>
            <a:off x="9875520" y="365760"/>
            <a:ext cx="2005560" cy="4968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05" name="TextBox 31"/>
          <p:cNvSpPr/>
          <p:nvPr/>
        </p:nvSpPr>
        <p:spPr>
          <a:xfrm>
            <a:off x="2074320" y="685800"/>
            <a:ext cx="684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 EXAMPLE</a:t>
            </a:r>
            <a:endParaRPr b="0" lang="en-US" sz="4800" spc="-1" strike="noStrike">
              <a:solidFill>
                <a:srgbClr val="000000"/>
              </a:solidFill>
              <a:latin typeface="Arial"/>
            </a:endParaRPr>
          </a:p>
        </p:txBody>
      </p:sp>
      <p:sp>
        <p:nvSpPr>
          <p:cNvPr id="806" name="TextBox 32"/>
          <p:cNvSpPr/>
          <p:nvPr/>
        </p:nvSpPr>
        <p:spPr>
          <a:xfrm>
            <a:off x="2312280" y="1679400"/>
            <a:ext cx="6373080" cy="1063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600" spc="-1" strike="noStrike">
                <a:solidFill>
                  <a:srgbClr val="aaaaaa"/>
                </a:solidFill>
                <a:latin typeface="Calibri"/>
                <a:ea typeface="DejaVu Sans"/>
              </a:rPr>
              <a:t>Java programs use different variable types together.</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Each type has a different scope and lifetime.</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Local variables exist in methods, I</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nstance variables belong to objects, and static variables belong to the class.</a:t>
            </a:r>
            <a:endParaRPr b="0" lang="en-US" sz="1600" spc="-1" strike="noStrike">
              <a:solidFill>
                <a:srgbClr val="000000"/>
              </a:solidFill>
              <a:latin typeface="Arial"/>
            </a:endParaRPr>
          </a:p>
        </p:txBody>
      </p:sp>
      <p:sp>
        <p:nvSpPr>
          <p:cNvPr id="807" name="Rounded Rectangle 72"/>
          <p:cNvSpPr/>
          <p:nvPr/>
        </p:nvSpPr>
        <p:spPr>
          <a:xfrm>
            <a:off x="98748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8" name="Rounded Rectangle 73"/>
          <p:cNvSpPr/>
          <p:nvPr/>
        </p:nvSpPr>
        <p:spPr>
          <a:xfrm>
            <a:off x="685800" y="2971800"/>
            <a:ext cx="3514320" cy="3195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Değişken Kapsamı</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Yerel Değişken (Local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Sadece bir metod içinde bulunur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başladığında oluşturulur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bittiğinde yok edilir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Instance Değişken (Instance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Bir nesneye aittir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Her nesnenin kendine ait kopyası vardır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Static Değişken (Static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Tüm nesneler tarafından paylaşılır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Sınıfın kendisine aittir</a:t>
            </a:r>
            <a:endParaRPr b="0" lang="en-US" sz="1400" spc="-1" strike="noStrike">
              <a:solidFill>
                <a:srgbClr val="ffffff"/>
              </a:solidFill>
              <a:latin typeface="Arial"/>
            </a:endParaRPr>
          </a:p>
        </p:txBody>
      </p:sp>
      <p:sp>
        <p:nvSpPr>
          <p:cNvPr id="809" name="Rounded Rectangle 74"/>
          <p:cNvSpPr/>
          <p:nvPr/>
        </p:nvSpPr>
        <p:spPr>
          <a:xfrm>
            <a:off x="450792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0" name="Rounded Rectangle 75"/>
          <p:cNvSpPr/>
          <p:nvPr/>
        </p:nvSpPr>
        <p:spPr>
          <a:xfrm>
            <a:off x="4434840" y="3108960"/>
            <a:ext cx="3285720" cy="3058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Execution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Class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Static Variable (shared)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Object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Call Method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Local Variable</a:t>
            </a:r>
            <a:endParaRPr b="0" lang="en-US" sz="1400" spc="-1" strike="noStrike">
              <a:solidFill>
                <a:srgbClr val="ffffff"/>
              </a:solidFill>
              <a:latin typeface="Arial"/>
            </a:endParaRPr>
          </a:p>
        </p:txBody>
      </p:sp>
      <p:sp>
        <p:nvSpPr>
          <p:cNvPr id="811" name="Rounded Rectangle 76"/>
          <p:cNvSpPr/>
          <p:nvPr/>
        </p:nvSpPr>
        <p:spPr>
          <a:xfrm>
            <a:off x="802836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2" name="Rounded Rectangle 77"/>
          <p:cNvSpPr/>
          <p:nvPr/>
        </p:nvSpPr>
        <p:spPr>
          <a:xfrm>
            <a:off x="7955280" y="2971800"/>
            <a:ext cx="3698280" cy="3423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50" spc="-1" strike="noStrike">
                <a:solidFill>
                  <a:srgbClr val="78ffc8"/>
                </a:solidFill>
                <a:latin typeface="Consolas"/>
                <a:ea typeface="DejaVu Sans"/>
              </a:rPr>
              <a:t>public class VariableDemo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static String university = "Tech University"; // static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String studentName; // instance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void showInfo()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int year = 2; // local variable</a:t>
            </a:r>
            <a:endParaRPr b="0" lang="en-US" sz="1050" spc="-1" strike="noStrike">
              <a:solidFill>
                <a:srgbClr val="ffffff"/>
              </a:solidFill>
              <a:latin typeface="Arial"/>
            </a:endParaRPr>
          </a:p>
          <a:p>
            <a:pPr algn="ctr">
              <a:lnSpc>
                <a:spcPct val="100000"/>
              </a:lnSpc>
            </a:pP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System.out.println(studentName);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System.out.println(university);</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System.out.println(year);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static void main(String[] args)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VariableDemo s1 = new VariableDemo();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s1.studentName = "Tuna";</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s1.showInfo();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a:t>
            </a:r>
            <a:endParaRPr b="0" lang="en-US" sz="1050" spc="-1" strike="noStrike">
              <a:solidFill>
                <a:srgbClr val="ffffff"/>
              </a:solidFill>
              <a:latin typeface="Arial"/>
            </a:endParaRPr>
          </a:p>
        </p:txBody>
      </p:sp>
      <p:sp>
        <p:nvSpPr>
          <p:cNvPr id="813" name="TextBox 3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4" name="Rectangle 144"/>
          <p:cNvSpPr/>
          <p:nvPr/>
        </p:nvSpPr>
        <p:spPr>
          <a:xfrm>
            <a:off x="0" y="0"/>
            <a:ext cx="12182400" cy="68515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5" name="Rectangle 145"/>
          <p:cNvSpPr/>
          <p:nvPr/>
        </p:nvSpPr>
        <p:spPr>
          <a:xfrm>
            <a:off x="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6" name="Rectangle 146"/>
          <p:cNvSpPr/>
          <p:nvPr/>
        </p:nvSpPr>
        <p:spPr>
          <a:xfrm>
            <a:off x="914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7" name="Rectangle 147"/>
          <p:cNvSpPr/>
          <p:nvPr/>
        </p:nvSpPr>
        <p:spPr>
          <a:xfrm>
            <a:off x="1828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8" name="Rectangle 148"/>
          <p:cNvSpPr/>
          <p:nvPr/>
        </p:nvSpPr>
        <p:spPr>
          <a:xfrm>
            <a:off x="2743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9" name="Rectangle 149"/>
          <p:cNvSpPr/>
          <p:nvPr/>
        </p:nvSpPr>
        <p:spPr>
          <a:xfrm>
            <a:off x="3657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0" name="Rectangle 150"/>
          <p:cNvSpPr/>
          <p:nvPr/>
        </p:nvSpPr>
        <p:spPr>
          <a:xfrm>
            <a:off x="4572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1" name="Rectangle 151"/>
          <p:cNvSpPr/>
          <p:nvPr/>
        </p:nvSpPr>
        <p:spPr>
          <a:xfrm>
            <a:off x="5486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2" name="Rectangle 152"/>
          <p:cNvSpPr/>
          <p:nvPr/>
        </p:nvSpPr>
        <p:spPr>
          <a:xfrm>
            <a:off x="6400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3" name="Rectangle 153"/>
          <p:cNvSpPr/>
          <p:nvPr/>
        </p:nvSpPr>
        <p:spPr>
          <a:xfrm>
            <a:off x="7315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4" name="Rectangle 154"/>
          <p:cNvSpPr/>
          <p:nvPr/>
        </p:nvSpPr>
        <p:spPr>
          <a:xfrm>
            <a:off x="8229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5" name="Rectangle 155"/>
          <p:cNvSpPr/>
          <p:nvPr/>
        </p:nvSpPr>
        <p:spPr>
          <a:xfrm>
            <a:off x="9144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6" name="Rectangle 156"/>
          <p:cNvSpPr/>
          <p:nvPr/>
        </p:nvSpPr>
        <p:spPr>
          <a:xfrm>
            <a:off x="10058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7" name="Rectangle 157"/>
          <p:cNvSpPr/>
          <p:nvPr/>
        </p:nvSpPr>
        <p:spPr>
          <a:xfrm>
            <a:off x="10972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8" name="Rectangle 158"/>
          <p:cNvSpPr/>
          <p:nvPr/>
        </p:nvSpPr>
        <p:spPr>
          <a:xfrm>
            <a:off x="11887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9" name="Rectangle 159"/>
          <p:cNvSpPr/>
          <p:nvPr/>
        </p:nvSpPr>
        <p:spPr>
          <a:xfrm>
            <a:off x="0" y="0"/>
            <a:ext cx="313560" cy="68515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0" name="Rounded Rectangle 64"/>
          <p:cNvSpPr/>
          <p:nvPr/>
        </p:nvSpPr>
        <p:spPr>
          <a:xfrm>
            <a:off x="9875520" y="365760"/>
            <a:ext cx="2005200" cy="4964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31" name="TextBox 28"/>
          <p:cNvSpPr/>
          <p:nvPr/>
        </p:nvSpPr>
        <p:spPr>
          <a:xfrm>
            <a:off x="3228120" y="1005840"/>
            <a:ext cx="4515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DATA TYPES</a:t>
            </a:r>
            <a:endParaRPr b="0" lang="en-US" sz="4800" spc="-1" strike="noStrike">
              <a:solidFill>
                <a:srgbClr val="000000"/>
              </a:solidFill>
              <a:latin typeface="Arial"/>
            </a:endParaRPr>
          </a:p>
        </p:txBody>
      </p:sp>
      <p:sp>
        <p:nvSpPr>
          <p:cNvPr id="832" name="TextBox 29"/>
          <p:cNvSpPr/>
          <p:nvPr/>
        </p:nvSpPr>
        <p:spPr>
          <a:xfrm>
            <a:off x="2229120" y="2194560"/>
            <a:ext cx="65120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Data types define what kind of value a variable can store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Every variable must have a specific data type</a:t>
            </a:r>
            <a:endParaRPr b="0" lang="en-US" sz="1900" spc="-1" strike="noStrike">
              <a:solidFill>
                <a:srgbClr val="000000"/>
              </a:solidFill>
              <a:latin typeface="Arial"/>
            </a:endParaRPr>
          </a:p>
        </p:txBody>
      </p:sp>
      <p:sp>
        <p:nvSpPr>
          <p:cNvPr id="833" name="Rounded Rectangle 65"/>
          <p:cNvSpPr/>
          <p:nvPr/>
        </p:nvSpPr>
        <p:spPr>
          <a:xfrm>
            <a:off x="98748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4" name="Rounded Rectangle 66"/>
          <p:cNvSpPr/>
          <p:nvPr/>
        </p:nvSpPr>
        <p:spPr>
          <a:xfrm>
            <a:off x="685800" y="3108960"/>
            <a:ext cx="3513960" cy="3286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500" spc="-1" strike="noStrike">
                <a:solidFill>
                  <a:schemeClr val="lt1"/>
                </a:solidFill>
                <a:latin typeface="Calibri"/>
                <a:ea typeface="DejaVu Sans"/>
              </a:rPr>
              <a:t>Data Types</a:t>
            </a:r>
            <a:r>
              <a:rPr b="0" lang="en-US" sz="1500" spc="-1" strike="noStrike">
                <a:solidFill>
                  <a:schemeClr val="lt1"/>
                </a:solidFill>
                <a:latin typeface="Calibri"/>
                <a:ea typeface="DejaVu Sans"/>
              </a:rPr>
              <a:t> specify the type of data stored in a variable.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Java has </a:t>
            </a:r>
            <a:r>
              <a:rPr b="1" lang="en-US" sz="1500" spc="-1" strike="noStrike">
                <a:solidFill>
                  <a:schemeClr val="lt1"/>
                </a:solidFill>
                <a:latin typeface="Calibri"/>
                <a:ea typeface="DejaVu Sans"/>
              </a:rPr>
              <a:t>two main data type categories</a:t>
            </a:r>
            <a:r>
              <a:rPr b="0" lang="en-US" sz="1500" spc="-1" strike="noStrike">
                <a:solidFill>
                  <a:schemeClr val="lt1"/>
                </a:solidFill>
                <a:latin typeface="Calibri"/>
                <a:ea typeface="DejaVu Sans"/>
              </a:rPr>
              <a:t>.</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simple values directly in memory.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a:t>
            </a:r>
            <a:r>
              <a:rPr b="1" lang="en-US" sz="1500" spc="-1" strike="noStrike">
                <a:solidFill>
                  <a:schemeClr val="lt1"/>
                </a:solidFill>
                <a:latin typeface="Calibri"/>
                <a:ea typeface="DejaVu Sans"/>
              </a:rPr>
              <a:t>int, double, char, boolean.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references to objects.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String, Arrays, Classes.</a:t>
            </a:r>
            <a:endParaRPr b="0" lang="en-US" sz="1500" spc="-1" strike="noStrike">
              <a:solidFill>
                <a:srgbClr val="ffffff"/>
              </a:solidFill>
              <a:latin typeface="Arial"/>
            </a:endParaRPr>
          </a:p>
        </p:txBody>
      </p:sp>
      <p:sp>
        <p:nvSpPr>
          <p:cNvPr id="835" name="Rounded Rectangle 67"/>
          <p:cNvSpPr/>
          <p:nvPr/>
        </p:nvSpPr>
        <p:spPr>
          <a:xfrm>
            <a:off x="450792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6" name="Rounded Rectangle 68"/>
          <p:cNvSpPr/>
          <p:nvPr/>
        </p:nvSpPr>
        <p:spPr>
          <a:xfrm>
            <a:off x="4434840" y="3108960"/>
            <a:ext cx="3285360" cy="3057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Java Data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int</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double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char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boolean</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String</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Array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Class</a:t>
            </a:r>
            <a:endParaRPr b="0" lang="en-US" sz="1500" spc="-1" strike="noStrike">
              <a:solidFill>
                <a:srgbClr val="ffffff"/>
              </a:solidFill>
              <a:latin typeface="Arial"/>
            </a:endParaRPr>
          </a:p>
        </p:txBody>
      </p:sp>
      <p:sp>
        <p:nvSpPr>
          <p:cNvPr id="837" name="Rounded Rectangle 69"/>
          <p:cNvSpPr/>
          <p:nvPr/>
        </p:nvSpPr>
        <p:spPr>
          <a:xfrm>
            <a:off x="802836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8" name="Rounded Rectangle 70"/>
          <p:cNvSpPr/>
          <p:nvPr/>
        </p:nvSpPr>
        <p:spPr>
          <a:xfrm>
            <a:off x="7955280" y="3108960"/>
            <a:ext cx="3697920" cy="3057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DataTypesExample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salary = 5500.5;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char grade = 'A';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boolean isStudent = true;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"Tuna";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839" name="TextBox 3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Rectangle 48"/>
          <p:cNvSpPr/>
          <p:nvPr/>
        </p:nvSpPr>
        <p:spPr>
          <a:xfrm>
            <a:off x="0" y="0"/>
            <a:ext cx="12180600" cy="68497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1" name="Rectangle 49"/>
          <p:cNvSpPr/>
          <p:nvPr/>
        </p:nvSpPr>
        <p:spPr>
          <a:xfrm>
            <a:off x="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2" name="Rectangle 50"/>
          <p:cNvSpPr/>
          <p:nvPr/>
        </p:nvSpPr>
        <p:spPr>
          <a:xfrm>
            <a:off x="914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3" name="Rectangle 51"/>
          <p:cNvSpPr/>
          <p:nvPr/>
        </p:nvSpPr>
        <p:spPr>
          <a:xfrm>
            <a:off x="1828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4" name="Rectangle 52"/>
          <p:cNvSpPr/>
          <p:nvPr/>
        </p:nvSpPr>
        <p:spPr>
          <a:xfrm>
            <a:off x="2743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5" name="Rectangle 53"/>
          <p:cNvSpPr/>
          <p:nvPr/>
        </p:nvSpPr>
        <p:spPr>
          <a:xfrm>
            <a:off x="3657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6" name="Rectangle 54"/>
          <p:cNvSpPr/>
          <p:nvPr/>
        </p:nvSpPr>
        <p:spPr>
          <a:xfrm>
            <a:off x="4572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7" name="Rectangle 55"/>
          <p:cNvSpPr/>
          <p:nvPr/>
        </p:nvSpPr>
        <p:spPr>
          <a:xfrm>
            <a:off x="5486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8" name="Rectangle 56"/>
          <p:cNvSpPr/>
          <p:nvPr/>
        </p:nvSpPr>
        <p:spPr>
          <a:xfrm>
            <a:off x="6400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9" name="Rectangle 57"/>
          <p:cNvSpPr/>
          <p:nvPr/>
        </p:nvSpPr>
        <p:spPr>
          <a:xfrm>
            <a:off x="7315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0" name="Rectangle 58"/>
          <p:cNvSpPr/>
          <p:nvPr/>
        </p:nvSpPr>
        <p:spPr>
          <a:xfrm>
            <a:off x="8229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1" name="Rectangle 59"/>
          <p:cNvSpPr/>
          <p:nvPr/>
        </p:nvSpPr>
        <p:spPr>
          <a:xfrm>
            <a:off x="9144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2" name="Rectangle 60"/>
          <p:cNvSpPr/>
          <p:nvPr/>
        </p:nvSpPr>
        <p:spPr>
          <a:xfrm>
            <a:off x="10058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3" name="Rectangle 61"/>
          <p:cNvSpPr/>
          <p:nvPr/>
        </p:nvSpPr>
        <p:spPr>
          <a:xfrm>
            <a:off x="10972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4" name="Rectangle 62"/>
          <p:cNvSpPr/>
          <p:nvPr/>
        </p:nvSpPr>
        <p:spPr>
          <a:xfrm>
            <a:off x="11887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5" name="Rectangle 63"/>
          <p:cNvSpPr/>
          <p:nvPr/>
        </p:nvSpPr>
        <p:spPr>
          <a:xfrm>
            <a:off x="0" y="0"/>
            <a:ext cx="311760" cy="68497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6" name="Rounded Rectangle 15"/>
          <p:cNvSpPr/>
          <p:nvPr/>
        </p:nvSpPr>
        <p:spPr>
          <a:xfrm>
            <a:off x="9875520" y="365760"/>
            <a:ext cx="2003400" cy="4946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57" name="TextBox 7"/>
          <p:cNvSpPr/>
          <p:nvPr/>
        </p:nvSpPr>
        <p:spPr>
          <a:xfrm>
            <a:off x="1629000" y="1005840"/>
            <a:ext cx="77144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   </a:t>
            </a:r>
            <a:r>
              <a:rPr b="1" lang="en-US" sz="4800" spc="-1" strike="noStrike">
                <a:solidFill>
                  <a:srgbClr val="f5f5f5"/>
                </a:solidFill>
                <a:latin typeface="Calibri"/>
                <a:ea typeface="DejaVu Sans"/>
              </a:rPr>
              <a:t>JAVA PRIMITIVE DATA TYPES</a:t>
            </a:r>
            <a:endParaRPr b="0" lang="en-US" sz="4800" spc="-1" strike="noStrike">
              <a:solidFill>
                <a:srgbClr val="000000"/>
              </a:solidFill>
              <a:latin typeface="Arial"/>
            </a:endParaRPr>
          </a:p>
        </p:txBody>
      </p:sp>
      <p:sp>
        <p:nvSpPr>
          <p:cNvPr id="858" name="TextBox 8"/>
          <p:cNvSpPr/>
          <p:nvPr/>
        </p:nvSpPr>
        <p:spPr>
          <a:xfrm>
            <a:off x="1870560" y="1846080"/>
            <a:ext cx="72892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Primitive data types are the basic data types in Java used to store simple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values such as numbers, characters, and boolean values.</a:t>
            </a:r>
            <a:endParaRPr b="0" lang="en-US" sz="1900" spc="-1" strike="noStrike">
              <a:solidFill>
                <a:srgbClr val="000000"/>
              </a:solidFill>
              <a:latin typeface="Arial"/>
            </a:endParaRPr>
          </a:p>
        </p:txBody>
      </p:sp>
      <p:sp>
        <p:nvSpPr>
          <p:cNvPr id="859" name="Rounded Rectangle 16"/>
          <p:cNvSpPr/>
          <p:nvPr/>
        </p:nvSpPr>
        <p:spPr>
          <a:xfrm>
            <a:off x="98748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0" name="Rounded Rectangle 18"/>
          <p:cNvSpPr/>
          <p:nvPr/>
        </p:nvSpPr>
        <p:spPr>
          <a:xfrm>
            <a:off x="685800" y="2743200"/>
            <a:ext cx="3512160" cy="3421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Numeric Types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provides numeric data types such as byte, short, int, long, float, and double to store different kinds of numbers.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Character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char data type is used to store a single character based on the Unicode system.</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Boolean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boolean data type represents logical values and can only store true or false.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Memory Efficiency</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Primitive types are stored directly in memory and are faster and more memory-efficient than reference types.</a:t>
            </a:r>
            <a:endParaRPr b="0" lang="en-US" sz="1300" spc="-1" strike="noStrike">
              <a:solidFill>
                <a:srgbClr val="ffffff"/>
              </a:solidFill>
              <a:latin typeface="Arial"/>
            </a:endParaRPr>
          </a:p>
        </p:txBody>
      </p:sp>
      <p:sp>
        <p:nvSpPr>
          <p:cNvPr id="861" name="Rounded Rectangle 19"/>
          <p:cNvSpPr/>
          <p:nvPr/>
        </p:nvSpPr>
        <p:spPr>
          <a:xfrm>
            <a:off x="450792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2" name="Rounded Rectangle 26"/>
          <p:cNvSpPr/>
          <p:nvPr/>
        </p:nvSpPr>
        <p:spPr>
          <a:xfrm>
            <a:off x="4343400" y="2743200"/>
            <a:ext cx="3375000" cy="3650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Primitive Data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Numeric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Character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char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a:t>
            </a:r>
            <a:endParaRPr b="0" lang="en-US" sz="1400" spc="-1" strike="noStrike">
              <a:solidFill>
                <a:srgbClr val="ffffff"/>
              </a:solidFill>
              <a:latin typeface="Arial"/>
            </a:endParaRPr>
          </a:p>
        </p:txBody>
      </p:sp>
      <p:sp>
        <p:nvSpPr>
          <p:cNvPr id="863" name="Rounded Rectangle 27"/>
          <p:cNvSpPr/>
          <p:nvPr/>
        </p:nvSpPr>
        <p:spPr>
          <a:xfrm>
            <a:off x="802836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4" name="Rounded Rectangle 28"/>
          <p:cNvSpPr/>
          <p:nvPr/>
        </p:nvSpPr>
        <p:spPr>
          <a:xfrm>
            <a:off x="7955280" y="2971800"/>
            <a:ext cx="3696120" cy="3193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PrimitiveExample {</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grade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boolean isStudent = true;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      System.out.println(grade);    System.out.println(isStudent);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865" name="TextBox 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6" name="Rectangle 80"/>
          <p:cNvSpPr/>
          <p:nvPr/>
        </p:nvSpPr>
        <p:spPr>
          <a:xfrm>
            <a:off x="0" y="0"/>
            <a:ext cx="12180960" cy="68500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7" name="Rectangle 81"/>
          <p:cNvSpPr/>
          <p:nvPr/>
        </p:nvSpPr>
        <p:spPr>
          <a:xfrm>
            <a:off x="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8" name="Rectangle 82"/>
          <p:cNvSpPr/>
          <p:nvPr/>
        </p:nvSpPr>
        <p:spPr>
          <a:xfrm>
            <a:off x="914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9" name="Rectangle 83"/>
          <p:cNvSpPr/>
          <p:nvPr/>
        </p:nvSpPr>
        <p:spPr>
          <a:xfrm>
            <a:off x="1828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0" name="Rectangle 84"/>
          <p:cNvSpPr/>
          <p:nvPr/>
        </p:nvSpPr>
        <p:spPr>
          <a:xfrm>
            <a:off x="2743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1" name="Rectangle 85"/>
          <p:cNvSpPr/>
          <p:nvPr/>
        </p:nvSpPr>
        <p:spPr>
          <a:xfrm>
            <a:off x="3657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2" name="Rectangle 86"/>
          <p:cNvSpPr/>
          <p:nvPr/>
        </p:nvSpPr>
        <p:spPr>
          <a:xfrm>
            <a:off x="4572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3" name="Rectangle 87"/>
          <p:cNvSpPr/>
          <p:nvPr/>
        </p:nvSpPr>
        <p:spPr>
          <a:xfrm>
            <a:off x="5486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4" name="Rectangle 88"/>
          <p:cNvSpPr/>
          <p:nvPr/>
        </p:nvSpPr>
        <p:spPr>
          <a:xfrm>
            <a:off x="6400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5" name="Rectangle 89"/>
          <p:cNvSpPr/>
          <p:nvPr/>
        </p:nvSpPr>
        <p:spPr>
          <a:xfrm>
            <a:off x="7315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6" name="Rectangle 90"/>
          <p:cNvSpPr/>
          <p:nvPr/>
        </p:nvSpPr>
        <p:spPr>
          <a:xfrm>
            <a:off x="8229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7" name="Rectangle 91"/>
          <p:cNvSpPr/>
          <p:nvPr/>
        </p:nvSpPr>
        <p:spPr>
          <a:xfrm>
            <a:off x="9144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8" name="Rectangle 92"/>
          <p:cNvSpPr/>
          <p:nvPr/>
        </p:nvSpPr>
        <p:spPr>
          <a:xfrm>
            <a:off x="10058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9" name="Rectangle 93"/>
          <p:cNvSpPr/>
          <p:nvPr/>
        </p:nvSpPr>
        <p:spPr>
          <a:xfrm>
            <a:off x="10972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0" name="Rectangle 94"/>
          <p:cNvSpPr/>
          <p:nvPr/>
        </p:nvSpPr>
        <p:spPr>
          <a:xfrm>
            <a:off x="11887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1" name="Rectangle 95"/>
          <p:cNvSpPr/>
          <p:nvPr/>
        </p:nvSpPr>
        <p:spPr>
          <a:xfrm>
            <a:off x="0" y="0"/>
            <a:ext cx="312120" cy="68500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2" name="Rounded Rectangle 36"/>
          <p:cNvSpPr/>
          <p:nvPr/>
        </p:nvSpPr>
        <p:spPr>
          <a:xfrm>
            <a:off x="9875520" y="365760"/>
            <a:ext cx="2003760" cy="4950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83" name="TextBox 13"/>
          <p:cNvSpPr/>
          <p:nvPr/>
        </p:nvSpPr>
        <p:spPr>
          <a:xfrm>
            <a:off x="2400480" y="1005840"/>
            <a:ext cx="6170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REFERENCE DATA TYPES</a:t>
            </a:r>
            <a:endParaRPr b="0" lang="en-US" sz="4800" spc="-1" strike="noStrike">
              <a:solidFill>
                <a:srgbClr val="000000"/>
              </a:solidFill>
              <a:latin typeface="Arial"/>
            </a:endParaRPr>
          </a:p>
        </p:txBody>
      </p:sp>
      <p:sp>
        <p:nvSpPr>
          <p:cNvPr id="884" name="TextBox 14"/>
          <p:cNvSpPr/>
          <p:nvPr/>
        </p:nvSpPr>
        <p:spPr>
          <a:xfrm>
            <a:off x="2493720" y="2194560"/>
            <a:ext cx="59832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Reference data types store references (memory addresses)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to objects rather than the actual values.</a:t>
            </a:r>
            <a:endParaRPr b="0" lang="en-US" sz="1900" spc="-1" strike="noStrike">
              <a:solidFill>
                <a:srgbClr val="000000"/>
              </a:solidFill>
              <a:latin typeface="Arial"/>
            </a:endParaRPr>
          </a:p>
        </p:txBody>
      </p:sp>
      <p:sp>
        <p:nvSpPr>
          <p:cNvPr id="885" name="Rounded Rectangle 37"/>
          <p:cNvSpPr/>
          <p:nvPr/>
        </p:nvSpPr>
        <p:spPr>
          <a:xfrm>
            <a:off x="98748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6" name="Rounded Rectangle 38"/>
          <p:cNvSpPr/>
          <p:nvPr/>
        </p:nvSpPr>
        <p:spPr>
          <a:xfrm>
            <a:off x="685800" y="3108960"/>
            <a:ext cx="3512520" cy="328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Object-Based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represent objects created from classes.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Memory Reference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store the memory address of the object instead of the actual data.</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Common 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 include String, arrays, classes, and objects.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Flexible Structure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allow storing complex data structures and multiple values.</a:t>
            </a:r>
            <a:endParaRPr b="0" lang="en-US" sz="1400" spc="-1" strike="noStrike">
              <a:solidFill>
                <a:srgbClr val="ffffff"/>
              </a:solidFill>
              <a:latin typeface="Arial"/>
            </a:endParaRPr>
          </a:p>
        </p:txBody>
      </p:sp>
      <p:sp>
        <p:nvSpPr>
          <p:cNvPr id="887" name="Rounded Rectangle 39"/>
          <p:cNvSpPr/>
          <p:nvPr/>
        </p:nvSpPr>
        <p:spPr>
          <a:xfrm>
            <a:off x="450792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8" name="Rounded Rectangle 40"/>
          <p:cNvSpPr/>
          <p:nvPr/>
        </p:nvSpPr>
        <p:spPr>
          <a:xfrm>
            <a:off x="4434840" y="3108960"/>
            <a:ext cx="3283920" cy="2735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2200" spc="-1" strike="noStrike">
                <a:solidFill>
                  <a:schemeClr val="lt1"/>
                </a:solidFill>
                <a:latin typeface="Calibri"/>
                <a:ea typeface="DejaVu Sans"/>
              </a:rPr>
              <a:t>Reference Types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String</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Arrays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Classes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Objects</a:t>
            </a:r>
            <a:endParaRPr b="0" lang="en-US" sz="2200" spc="-1" strike="noStrike">
              <a:solidFill>
                <a:srgbClr val="ffffff"/>
              </a:solidFill>
              <a:latin typeface="Arial"/>
            </a:endParaRPr>
          </a:p>
        </p:txBody>
      </p:sp>
      <p:sp>
        <p:nvSpPr>
          <p:cNvPr id="889" name="Rounded Rectangle 41"/>
          <p:cNvSpPr/>
          <p:nvPr/>
        </p:nvSpPr>
        <p:spPr>
          <a:xfrm>
            <a:off x="802836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0" name="Rounded Rectangle 42"/>
          <p:cNvSpPr/>
          <p:nvPr/>
        </p:nvSpPr>
        <p:spPr>
          <a:xfrm>
            <a:off x="7955280" y="3108960"/>
            <a:ext cx="3696480" cy="3056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ReferenceExample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numbers = {10, 20, 30};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System.out.println(numbers[0]);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891" name="TextBox 1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2" name="Rectangle 64"/>
          <p:cNvSpPr/>
          <p:nvPr/>
        </p:nvSpPr>
        <p:spPr>
          <a:xfrm>
            <a:off x="0" y="0"/>
            <a:ext cx="12180960" cy="68500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3" name="Rectangle 65"/>
          <p:cNvSpPr/>
          <p:nvPr/>
        </p:nvSpPr>
        <p:spPr>
          <a:xfrm>
            <a:off x="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4" name="Rectangle 66"/>
          <p:cNvSpPr/>
          <p:nvPr/>
        </p:nvSpPr>
        <p:spPr>
          <a:xfrm>
            <a:off x="914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5" name="Rectangle 67"/>
          <p:cNvSpPr/>
          <p:nvPr/>
        </p:nvSpPr>
        <p:spPr>
          <a:xfrm>
            <a:off x="1828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6" name="Rectangle 68"/>
          <p:cNvSpPr/>
          <p:nvPr/>
        </p:nvSpPr>
        <p:spPr>
          <a:xfrm>
            <a:off x="2743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7" name="Rectangle 69"/>
          <p:cNvSpPr/>
          <p:nvPr/>
        </p:nvSpPr>
        <p:spPr>
          <a:xfrm>
            <a:off x="3657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8" name="Rectangle 70"/>
          <p:cNvSpPr/>
          <p:nvPr/>
        </p:nvSpPr>
        <p:spPr>
          <a:xfrm>
            <a:off x="4572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9" name="Rectangle 71"/>
          <p:cNvSpPr/>
          <p:nvPr/>
        </p:nvSpPr>
        <p:spPr>
          <a:xfrm>
            <a:off x="5486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0" name="Rectangle 72"/>
          <p:cNvSpPr/>
          <p:nvPr/>
        </p:nvSpPr>
        <p:spPr>
          <a:xfrm>
            <a:off x="6400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1" name="Rectangle 73"/>
          <p:cNvSpPr/>
          <p:nvPr/>
        </p:nvSpPr>
        <p:spPr>
          <a:xfrm>
            <a:off x="7315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2" name="Rectangle 74"/>
          <p:cNvSpPr/>
          <p:nvPr/>
        </p:nvSpPr>
        <p:spPr>
          <a:xfrm>
            <a:off x="8229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3" name="Rectangle 75"/>
          <p:cNvSpPr/>
          <p:nvPr/>
        </p:nvSpPr>
        <p:spPr>
          <a:xfrm>
            <a:off x="9144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4" name="Rectangle 76"/>
          <p:cNvSpPr/>
          <p:nvPr/>
        </p:nvSpPr>
        <p:spPr>
          <a:xfrm>
            <a:off x="10058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5" name="Rectangle 77"/>
          <p:cNvSpPr/>
          <p:nvPr/>
        </p:nvSpPr>
        <p:spPr>
          <a:xfrm>
            <a:off x="10972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6" name="Rectangle 78"/>
          <p:cNvSpPr/>
          <p:nvPr/>
        </p:nvSpPr>
        <p:spPr>
          <a:xfrm>
            <a:off x="11887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7" name="Rectangle 79"/>
          <p:cNvSpPr/>
          <p:nvPr/>
        </p:nvSpPr>
        <p:spPr>
          <a:xfrm>
            <a:off x="0" y="0"/>
            <a:ext cx="312120" cy="68500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8" name="Rounded Rectangle 29"/>
          <p:cNvSpPr/>
          <p:nvPr/>
        </p:nvSpPr>
        <p:spPr>
          <a:xfrm>
            <a:off x="9875520" y="365760"/>
            <a:ext cx="2003760" cy="4950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09" name="TextBox 10"/>
          <p:cNvSpPr/>
          <p:nvPr/>
        </p:nvSpPr>
        <p:spPr>
          <a:xfrm>
            <a:off x="1342800" y="1005840"/>
            <a:ext cx="8285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PRIMITIVE VS REFERENCE TYPES</a:t>
            </a:r>
            <a:endParaRPr b="0" lang="en-US" sz="4800" spc="-1" strike="noStrike">
              <a:solidFill>
                <a:srgbClr val="000000"/>
              </a:solidFill>
              <a:latin typeface="Arial"/>
            </a:endParaRPr>
          </a:p>
        </p:txBody>
      </p:sp>
      <p:sp>
        <p:nvSpPr>
          <p:cNvPr id="910" name="TextBox 11"/>
          <p:cNvSpPr/>
          <p:nvPr/>
        </p:nvSpPr>
        <p:spPr>
          <a:xfrm>
            <a:off x="1143000" y="2057400"/>
            <a:ext cx="92732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data types are divided into primitive types and reference types.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Primitive types store actual values, while reference types store memory addresses of objects.</a:t>
            </a:r>
            <a:endParaRPr b="0" lang="en-US" sz="1900" spc="-1" strike="noStrike">
              <a:solidFill>
                <a:srgbClr val="000000"/>
              </a:solidFill>
              <a:latin typeface="Arial"/>
            </a:endParaRPr>
          </a:p>
        </p:txBody>
      </p:sp>
      <p:sp>
        <p:nvSpPr>
          <p:cNvPr id="911" name="Rounded Rectangle 30"/>
          <p:cNvSpPr/>
          <p:nvPr/>
        </p:nvSpPr>
        <p:spPr>
          <a:xfrm>
            <a:off x="98748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2" name="Rounded Rectangle 31"/>
          <p:cNvSpPr/>
          <p:nvPr/>
        </p:nvSpPr>
        <p:spPr>
          <a:xfrm>
            <a:off x="457200" y="2971800"/>
            <a:ext cx="3741120" cy="3422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Primitive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store the actual value directly in memory. Examples include int, double, char, and boolean.</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Reference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Reference types store the memory address of an object. Examples include String, arrays, and class objects.</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Memory Storage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values are stored directly, while reference types point to objects in memory.</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Usage Difference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are used for simple values, while reference types handle complex data and objects.</a:t>
            </a:r>
            <a:endParaRPr b="0" lang="en-US" sz="1200" spc="-1" strike="noStrike">
              <a:solidFill>
                <a:srgbClr val="ffffff"/>
              </a:solidFill>
              <a:latin typeface="Arial"/>
            </a:endParaRPr>
          </a:p>
        </p:txBody>
      </p:sp>
      <p:sp>
        <p:nvSpPr>
          <p:cNvPr id="913" name="Rounded Rectangle 32"/>
          <p:cNvSpPr/>
          <p:nvPr/>
        </p:nvSpPr>
        <p:spPr>
          <a:xfrm>
            <a:off x="450792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4" name="Rounded Rectangle 33"/>
          <p:cNvSpPr/>
          <p:nvPr/>
        </p:nvSpPr>
        <p:spPr>
          <a:xfrm>
            <a:off x="4343400" y="2971800"/>
            <a:ext cx="3422160" cy="328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Java Data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Primitive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char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boolean</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Reference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Arrays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Objects</a:t>
            </a:r>
            <a:endParaRPr b="0" lang="en-US" sz="1800" spc="-1" strike="noStrike">
              <a:solidFill>
                <a:srgbClr val="ffffff"/>
              </a:solidFill>
              <a:latin typeface="Arial"/>
            </a:endParaRPr>
          </a:p>
        </p:txBody>
      </p:sp>
      <p:sp>
        <p:nvSpPr>
          <p:cNvPr id="915" name="Rounded Rectangle 34"/>
          <p:cNvSpPr/>
          <p:nvPr/>
        </p:nvSpPr>
        <p:spPr>
          <a:xfrm>
            <a:off x="802836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6" name="Rounded Rectangle 35"/>
          <p:cNvSpPr/>
          <p:nvPr/>
        </p:nvSpPr>
        <p:spPr>
          <a:xfrm>
            <a:off x="7955280" y="3108960"/>
            <a:ext cx="3696480" cy="3056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100" spc="-1" strike="noStrike">
                <a:solidFill>
                  <a:srgbClr val="78ffc8"/>
                </a:solidFill>
                <a:latin typeface="Consolas"/>
                <a:ea typeface="DejaVu Sans"/>
              </a:rPr>
              <a:t>public class PrimitiveVsReference {</a:t>
            </a:r>
            <a:endParaRPr b="0" lang="en-US" sz="1100" spc="-1" strike="noStrike">
              <a:solidFill>
                <a:srgbClr val="ffffff"/>
              </a:solidFill>
              <a:latin typeface="Arial"/>
            </a:endParaRPr>
          </a:p>
          <a:p>
            <a:pPr algn="ctr">
              <a:lnSpc>
                <a:spcPct val="100000"/>
              </a:lnSpc>
            </a:pP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public static void main(String[] args) {</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 = 10;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double price = 19.99;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String text = "Java";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numbers = {1, 2, 3};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System.out.println(price);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System.out.println(text);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System.out.println(numbers[0]);</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a:t>
            </a:r>
            <a:endParaRPr b="0" lang="en-US" sz="1100" spc="-1" strike="noStrike">
              <a:solidFill>
                <a:srgbClr val="ffffff"/>
              </a:solidFill>
              <a:latin typeface="Arial"/>
            </a:endParaRPr>
          </a:p>
        </p:txBody>
      </p:sp>
      <p:sp>
        <p:nvSpPr>
          <p:cNvPr id="917" name="TextBox 1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8" name="Rectangle 96"/>
          <p:cNvSpPr/>
          <p:nvPr/>
        </p:nvSpPr>
        <p:spPr>
          <a:xfrm>
            <a:off x="0" y="0"/>
            <a:ext cx="12181320" cy="68504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9" name="Rectangle 97"/>
          <p:cNvSpPr/>
          <p:nvPr/>
        </p:nvSpPr>
        <p:spPr>
          <a:xfrm>
            <a:off x="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0" name="Rectangle 98"/>
          <p:cNvSpPr/>
          <p:nvPr/>
        </p:nvSpPr>
        <p:spPr>
          <a:xfrm>
            <a:off x="914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1" name="Rectangle 99"/>
          <p:cNvSpPr/>
          <p:nvPr/>
        </p:nvSpPr>
        <p:spPr>
          <a:xfrm>
            <a:off x="1828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2" name="Rectangle 100"/>
          <p:cNvSpPr/>
          <p:nvPr/>
        </p:nvSpPr>
        <p:spPr>
          <a:xfrm>
            <a:off x="2743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3" name="Rectangle 101"/>
          <p:cNvSpPr/>
          <p:nvPr/>
        </p:nvSpPr>
        <p:spPr>
          <a:xfrm>
            <a:off x="3657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4" name="Rectangle 102"/>
          <p:cNvSpPr/>
          <p:nvPr/>
        </p:nvSpPr>
        <p:spPr>
          <a:xfrm>
            <a:off x="4572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5" name="Rectangle 103"/>
          <p:cNvSpPr/>
          <p:nvPr/>
        </p:nvSpPr>
        <p:spPr>
          <a:xfrm>
            <a:off x="5486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6" name="Rectangle 104"/>
          <p:cNvSpPr/>
          <p:nvPr/>
        </p:nvSpPr>
        <p:spPr>
          <a:xfrm>
            <a:off x="6400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7" name="Rectangle 105"/>
          <p:cNvSpPr/>
          <p:nvPr/>
        </p:nvSpPr>
        <p:spPr>
          <a:xfrm>
            <a:off x="7315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8" name="Rectangle 106"/>
          <p:cNvSpPr/>
          <p:nvPr/>
        </p:nvSpPr>
        <p:spPr>
          <a:xfrm>
            <a:off x="8229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9" name="Rectangle 107"/>
          <p:cNvSpPr/>
          <p:nvPr/>
        </p:nvSpPr>
        <p:spPr>
          <a:xfrm>
            <a:off x="9144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0" name="Rectangle 108"/>
          <p:cNvSpPr/>
          <p:nvPr/>
        </p:nvSpPr>
        <p:spPr>
          <a:xfrm>
            <a:off x="10058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1" name="Rectangle 109"/>
          <p:cNvSpPr/>
          <p:nvPr/>
        </p:nvSpPr>
        <p:spPr>
          <a:xfrm>
            <a:off x="10972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2" name="Rectangle 110"/>
          <p:cNvSpPr/>
          <p:nvPr/>
        </p:nvSpPr>
        <p:spPr>
          <a:xfrm>
            <a:off x="11887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3" name="Rectangle 111"/>
          <p:cNvSpPr/>
          <p:nvPr/>
        </p:nvSpPr>
        <p:spPr>
          <a:xfrm>
            <a:off x="0" y="0"/>
            <a:ext cx="312480" cy="68504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4" name="Rounded Rectangle 43"/>
          <p:cNvSpPr/>
          <p:nvPr/>
        </p:nvSpPr>
        <p:spPr>
          <a:xfrm>
            <a:off x="9875520" y="365760"/>
            <a:ext cx="2004120" cy="4953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35" name="TextBox 16"/>
          <p:cNvSpPr/>
          <p:nvPr/>
        </p:nvSpPr>
        <p:spPr>
          <a:xfrm>
            <a:off x="2108520" y="1005840"/>
            <a:ext cx="67543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NAMING RULES</a:t>
            </a:r>
            <a:endParaRPr b="0" lang="en-US" sz="4800" spc="-1" strike="noStrike">
              <a:solidFill>
                <a:srgbClr val="000000"/>
              </a:solidFill>
              <a:latin typeface="Arial"/>
            </a:endParaRPr>
          </a:p>
        </p:txBody>
      </p:sp>
      <p:sp>
        <p:nvSpPr>
          <p:cNvPr id="936" name="TextBox 17"/>
          <p:cNvSpPr/>
          <p:nvPr/>
        </p:nvSpPr>
        <p:spPr>
          <a:xfrm>
            <a:off x="2305080" y="1826640"/>
            <a:ext cx="65041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naming rules specify how variables should be written in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ensure valid and readable code.</a:t>
            </a:r>
            <a:endParaRPr b="0" lang="en-US" sz="1900" spc="-1" strike="noStrike">
              <a:solidFill>
                <a:srgbClr val="000000"/>
              </a:solidFill>
              <a:latin typeface="Arial"/>
            </a:endParaRPr>
          </a:p>
        </p:txBody>
      </p:sp>
      <p:sp>
        <p:nvSpPr>
          <p:cNvPr id="937" name="Rounded Rectangle 44"/>
          <p:cNvSpPr/>
          <p:nvPr/>
        </p:nvSpPr>
        <p:spPr>
          <a:xfrm>
            <a:off x="98748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8" name="Rounded Rectangle 45"/>
          <p:cNvSpPr/>
          <p:nvPr/>
        </p:nvSpPr>
        <p:spPr>
          <a:xfrm>
            <a:off x="475560" y="2514600"/>
            <a:ext cx="3723120" cy="3879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Start with Letter, _ or $</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 variable name must start with a letter, underscore _, or dollar sign $.</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No Spaces Allowed</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cannot contain spaces.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Case Sensitive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variable names are case sensitive (age and Age are different).</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Cannot Use Keywords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reserved keywords such as int, class, or public cannot be used as variable names.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Meaningful Names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should be meaningful and descriptive to improve code readability.</a:t>
            </a:r>
            <a:endParaRPr b="0" lang="en-US" sz="1300" spc="-1" strike="noStrike">
              <a:solidFill>
                <a:srgbClr val="ffffff"/>
              </a:solidFill>
              <a:latin typeface="Arial"/>
            </a:endParaRPr>
          </a:p>
        </p:txBody>
      </p:sp>
      <p:sp>
        <p:nvSpPr>
          <p:cNvPr id="939" name="Rounded Rectangle 46"/>
          <p:cNvSpPr/>
          <p:nvPr/>
        </p:nvSpPr>
        <p:spPr>
          <a:xfrm>
            <a:off x="450792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0" name="Rounded Rectangle 47"/>
          <p:cNvSpPr/>
          <p:nvPr/>
        </p:nvSpPr>
        <p:spPr>
          <a:xfrm>
            <a:off x="4434840" y="3108960"/>
            <a:ext cx="3284280" cy="2735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Variable Name Rules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Start with letter / _ /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 spaces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Case sensitive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Not a keyword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Use meaningful names</a:t>
            </a:r>
            <a:endParaRPr b="0" lang="en-US" sz="1800" spc="-1" strike="noStrike">
              <a:solidFill>
                <a:srgbClr val="ffffff"/>
              </a:solidFill>
              <a:latin typeface="Arial"/>
            </a:endParaRPr>
          </a:p>
        </p:txBody>
      </p:sp>
      <p:sp>
        <p:nvSpPr>
          <p:cNvPr id="941" name="Rounded Rectangle 48"/>
          <p:cNvSpPr/>
          <p:nvPr/>
        </p:nvSpPr>
        <p:spPr>
          <a:xfrm>
            <a:off x="802836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2" name="Rounded Rectangle 49"/>
          <p:cNvSpPr/>
          <p:nvPr/>
        </p:nvSpPr>
        <p:spPr>
          <a:xfrm>
            <a:off x="7955280" y="2514600"/>
            <a:ext cx="3696840" cy="3403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VariableNaming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25;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studentCount = 30;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2age = 20;      // invalid (cannot start with number)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student age = 5; // invalid (space not allowed)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class = 10;     // invalid (keyword)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System.out.println(age); System.out.println(studentCount);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943" name="TextBox 2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4" name="Rectangle 112"/>
          <p:cNvSpPr/>
          <p:nvPr/>
        </p:nvSpPr>
        <p:spPr>
          <a:xfrm>
            <a:off x="0" y="0"/>
            <a:ext cx="12181320" cy="68504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5" name="Rectangle 113"/>
          <p:cNvSpPr/>
          <p:nvPr/>
        </p:nvSpPr>
        <p:spPr>
          <a:xfrm>
            <a:off x="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6" name="Rectangle 114"/>
          <p:cNvSpPr/>
          <p:nvPr/>
        </p:nvSpPr>
        <p:spPr>
          <a:xfrm>
            <a:off x="914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7" name="Rectangle 115"/>
          <p:cNvSpPr/>
          <p:nvPr/>
        </p:nvSpPr>
        <p:spPr>
          <a:xfrm>
            <a:off x="1828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8" name="Rectangle 116"/>
          <p:cNvSpPr/>
          <p:nvPr/>
        </p:nvSpPr>
        <p:spPr>
          <a:xfrm>
            <a:off x="2743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9" name="Rectangle 117"/>
          <p:cNvSpPr/>
          <p:nvPr/>
        </p:nvSpPr>
        <p:spPr>
          <a:xfrm>
            <a:off x="3657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0" name="Rectangle 118"/>
          <p:cNvSpPr/>
          <p:nvPr/>
        </p:nvSpPr>
        <p:spPr>
          <a:xfrm>
            <a:off x="4572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1" name="Rectangle 119"/>
          <p:cNvSpPr/>
          <p:nvPr/>
        </p:nvSpPr>
        <p:spPr>
          <a:xfrm>
            <a:off x="5486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2" name="Rectangle 120"/>
          <p:cNvSpPr/>
          <p:nvPr/>
        </p:nvSpPr>
        <p:spPr>
          <a:xfrm>
            <a:off x="6400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3" name="Rectangle 121"/>
          <p:cNvSpPr/>
          <p:nvPr/>
        </p:nvSpPr>
        <p:spPr>
          <a:xfrm>
            <a:off x="7315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4" name="Rectangle 122"/>
          <p:cNvSpPr/>
          <p:nvPr/>
        </p:nvSpPr>
        <p:spPr>
          <a:xfrm>
            <a:off x="8229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5" name="Rectangle 123"/>
          <p:cNvSpPr/>
          <p:nvPr/>
        </p:nvSpPr>
        <p:spPr>
          <a:xfrm>
            <a:off x="9144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6" name="Rectangle 124"/>
          <p:cNvSpPr/>
          <p:nvPr/>
        </p:nvSpPr>
        <p:spPr>
          <a:xfrm>
            <a:off x="10058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7" name="Rectangle 125"/>
          <p:cNvSpPr/>
          <p:nvPr/>
        </p:nvSpPr>
        <p:spPr>
          <a:xfrm>
            <a:off x="10972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8" name="Rectangle 126"/>
          <p:cNvSpPr/>
          <p:nvPr/>
        </p:nvSpPr>
        <p:spPr>
          <a:xfrm>
            <a:off x="11887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9" name="Rectangle 127"/>
          <p:cNvSpPr/>
          <p:nvPr/>
        </p:nvSpPr>
        <p:spPr>
          <a:xfrm>
            <a:off x="0" y="0"/>
            <a:ext cx="312480" cy="68504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0" name="Rounded Rectangle 50"/>
          <p:cNvSpPr/>
          <p:nvPr/>
        </p:nvSpPr>
        <p:spPr>
          <a:xfrm>
            <a:off x="9875520" y="365760"/>
            <a:ext cx="2004120" cy="4953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61" name="TextBox 21"/>
          <p:cNvSpPr/>
          <p:nvPr/>
        </p:nvSpPr>
        <p:spPr>
          <a:xfrm>
            <a:off x="2159640" y="1005840"/>
            <a:ext cx="6652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INITIALIZATION</a:t>
            </a:r>
            <a:endParaRPr b="0" lang="en-US" sz="4800" spc="-1" strike="noStrike">
              <a:solidFill>
                <a:srgbClr val="000000"/>
              </a:solidFill>
              <a:latin typeface="Arial"/>
            </a:endParaRPr>
          </a:p>
        </p:txBody>
      </p:sp>
      <p:sp>
        <p:nvSpPr>
          <p:cNvPr id="962" name="TextBox 22"/>
          <p:cNvSpPr/>
          <p:nvPr/>
        </p:nvSpPr>
        <p:spPr>
          <a:xfrm>
            <a:off x="2057400" y="2074680"/>
            <a:ext cx="687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initialization is the process of assigning a value to a variable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when it is declared or before it is used.</a:t>
            </a:r>
            <a:endParaRPr b="0" lang="en-US" sz="1900" spc="-1" strike="noStrike">
              <a:solidFill>
                <a:srgbClr val="000000"/>
              </a:solidFill>
              <a:latin typeface="Arial"/>
            </a:endParaRPr>
          </a:p>
        </p:txBody>
      </p:sp>
      <p:sp>
        <p:nvSpPr>
          <p:cNvPr id="963" name="Rounded Rectangle 51"/>
          <p:cNvSpPr/>
          <p:nvPr/>
        </p:nvSpPr>
        <p:spPr>
          <a:xfrm>
            <a:off x="98748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4" name="Rounded Rectangle 52"/>
          <p:cNvSpPr/>
          <p:nvPr/>
        </p:nvSpPr>
        <p:spPr>
          <a:xfrm>
            <a:off x="685800" y="2971800"/>
            <a:ext cx="3512880" cy="319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Declaration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 variable must first be declared with a data type and name.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Initialization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Initialization means assigning an initial value to the variable.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Default Values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Some variables receive default values automatically depending on their type.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Before Usage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Local variables must be initialized before they are used in a program.</a:t>
            </a:r>
            <a:endParaRPr b="0" lang="en-US" sz="1400" spc="-1" strike="noStrike">
              <a:solidFill>
                <a:srgbClr val="ffffff"/>
              </a:solidFill>
              <a:latin typeface="Arial"/>
            </a:endParaRPr>
          </a:p>
        </p:txBody>
      </p:sp>
      <p:sp>
        <p:nvSpPr>
          <p:cNvPr id="965" name="Rounded Rectangle 53"/>
          <p:cNvSpPr/>
          <p:nvPr/>
        </p:nvSpPr>
        <p:spPr>
          <a:xfrm>
            <a:off x="450792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6" name="Rounded Rectangle 54"/>
          <p:cNvSpPr/>
          <p:nvPr/>
        </p:nvSpPr>
        <p:spPr>
          <a:xfrm>
            <a:off x="4434840" y="3108960"/>
            <a:ext cx="3284280" cy="2735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Variable Initialization</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Declare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int age;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Assign Value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age = 20;</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Use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r>
              <a:rPr b="0" lang="en-US" sz="1600" spc="-1" strike="noStrike">
                <a:solidFill>
                  <a:schemeClr val="lt1"/>
                </a:solidFill>
                <a:latin typeface="Calibri"/>
                <a:ea typeface="DejaVu Sans"/>
              </a:rPr>
              <a:t>System.out.println(age);</a:t>
            </a:r>
            <a:endParaRPr b="0" lang="en-US" sz="1600" spc="-1" strike="noStrike">
              <a:solidFill>
                <a:srgbClr val="ffffff"/>
              </a:solidFill>
              <a:latin typeface="Arial"/>
            </a:endParaRPr>
          </a:p>
        </p:txBody>
      </p:sp>
      <p:sp>
        <p:nvSpPr>
          <p:cNvPr id="967" name="Rounded Rectangle 55"/>
          <p:cNvSpPr/>
          <p:nvPr/>
        </p:nvSpPr>
        <p:spPr>
          <a:xfrm>
            <a:off x="802836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8" name="Rounded Rectangle 56"/>
          <p:cNvSpPr/>
          <p:nvPr/>
        </p:nvSpPr>
        <p:spPr>
          <a:xfrm>
            <a:off x="7955280" y="2971800"/>
            <a:ext cx="3468240" cy="2965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VariableInitialization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declaration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age = 20;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 // declaration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969" name="TextBox 2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0" name="Rectangle 128"/>
          <p:cNvSpPr/>
          <p:nvPr/>
        </p:nvSpPr>
        <p:spPr>
          <a:xfrm>
            <a:off x="0" y="0"/>
            <a:ext cx="12182040" cy="68511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1" name="Rectangle 129"/>
          <p:cNvSpPr/>
          <p:nvPr/>
        </p:nvSpPr>
        <p:spPr>
          <a:xfrm>
            <a:off x="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2" name="Rectangle 130"/>
          <p:cNvSpPr/>
          <p:nvPr/>
        </p:nvSpPr>
        <p:spPr>
          <a:xfrm>
            <a:off x="914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3" name="Rectangle 131"/>
          <p:cNvSpPr/>
          <p:nvPr/>
        </p:nvSpPr>
        <p:spPr>
          <a:xfrm>
            <a:off x="1828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4" name="Rectangle 132"/>
          <p:cNvSpPr/>
          <p:nvPr/>
        </p:nvSpPr>
        <p:spPr>
          <a:xfrm>
            <a:off x="2743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5" name="Rectangle 133"/>
          <p:cNvSpPr/>
          <p:nvPr/>
        </p:nvSpPr>
        <p:spPr>
          <a:xfrm>
            <a:off x="3657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6" name="Rectangle 134"/>
          <p:cNvSpPr/>
          <p:nvPr/>
        </p:nvSpPr>
        <p:spPr>
          <a:xfrm>
            <a:off x="4572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7" name="Rectangle 135"/>
          <p:cNvSpPr/>
          <p:nvPr/>
        </p:nvSpPr>
        <p:spPr>
          <a:xfrm>
            <a:off x="5486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8" name="Rectangle 136"/>
          <p:cNvSpPr/>
          <p:nvPr/>
        </p:nvSpPr>
        <p:spPr>
          <a:xfrm>
            <a:off x="6400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9" name="Rectangle 137"/>
          <p:cNvSpPr/>
          <p:nvPr/>
        </p:nvSpPr>
        <p:spPr>
          <a:xfrm>
            <a:off x="7315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0" name="Rectangle 138"/>
          <p:cNvSpPr/>
          <p:nvPr/>
        </p:nvSpPr>
        <p:spPr>
          <a:xfrm>
            <a:off x="8229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1" name="Rectangle 139"/>
          <p:cNvSpPr/>
          <p:nvPr/>
        </p:nvSpPr>
        <p:spPr>
          <a:xfrm>
            <a:off x="9144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2" name="Rectangle 140"/>
          <p:cNvSpPr/>
          <p:nvPr/>
        </p:nvSpPr>
        <p:spPr>
          <a:xfrm>
            <a:off x="10058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3" name="Rectangle 141"/>
          <p:cNvSpPr/>
          <p:nvPr/>
        </p:nvSpPr>
        <p:spPr>
          <a:xfrm>
            <a:off x="10972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4" name="Rectangle 142"/>
          <p:cNvSpPr/>
          <p:nvPr/>
        </p:nvSpPr>
        <p:spPr>
          <a:xfrm>
            <a:off x="11887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5" name="Rectangle 143"/>
          <p:cNvSpPr/>
          <p:nvPr/>
        </p:nvSpPr>
        <p:spPr>
          <a:xfrm>
            <a:off x="0" y="0"/>
            <a:ext cx="313200" cy="68511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6" name="Rounded Rectangle 57"/>
          <p:cNvSpPr/>
          <p:nvPr/>
        </p:nvSpPr>
        <p:spPr>
          <a:xfrm>
            <a:off x="9875520" y="365760"/>
            <a:ext cx="2004840" cy="4960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87" name="TextBox 24"/>
          <p:cNvSpPr/>
          <p:nvPr/>
        </p:nvSpPr>
        <p:spPr>
          <a:xfrm>
            <a:off x="2999160" y="1005840"/>
            <a:ext cx="49755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WRAPPER CLASSES</a:t>
            </a:r>
            <a:endParaRPr b="0" lang="en-US" sz="4800" spc="-1" strike="noStrike">
              <a:solidFill>
                <a:srgbClr val="000000"/>
              </a:solidFill>
              <a:latin typeface="Arial"/>
            </a:endParaRPr>
          </a:p>
        </p:txBody>
      </p:sp>
      <p:sp>
        <p:nvSpPr>
          <p:cNvPr id="988" name="TextBox 25"/>
          <p:cNvSpPr/>
          <p:nvPr/>
        </p:nvSpPr>
        <p:spPr>
          <a:xfrm>
            <a:off x="1873440" y="2194560"/>
            <a:ext cx="722520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Wrapper classes allow primitive data types to be used as objects in Java.</a:t>
            </a:r>
            <a:endParaRPr b="0" lang="en-US" sz="1900" spc="-1" strike="noStrike">
              <a:solidFill>
                <a:srgbClr val="000000"/>
              </a:solidFill>
              <a:latin typeface="Arial"/>
            </a:endParaRPr>
          </a:p>
        </p:txBody>
      </p:sp>
      <p:sp>
        <p:nvSpPr>
          <p:cNvPr id="989" name="Rounded Rectangle 58"/>
          <p:cNvSpPr/>
          <p:nvPr/>
        </p:nvSpPr>
        <p:spPr>
          <a:xfrm>
            <a:off x="98748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0" name="Rounded Rectangle 59"/>
          <p:cNvSpPr/>
          <p:nvPr/>
        </p:nvSpPr>
        <p:spPr>
          <a:xfrm>
            <a:off x="685800" y="3108960"/>
            <a:ext cx="3513600" cy="3286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Wrapper classes convert primitive values into objects.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are commonly used in collections and object-based operations.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Primitive</a:t>
            </a:r>
            <a:r>
              <a:rPr b="0" lang="en-US" sz="1400" spc="-1" strike="noStrike">
                <a:solidFill>
                  <a:schemeClr val="lt1"/>
                </a:solidFill>
                <a:latin typeface="Calibri"/>
                <a:ea typeface="DejaVu Sans"/>
              </a:rPr>
              <a:t> → Wrapper examples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r>
              <a:rPr b="0" lang="en-US" sz="1400" spc="-1" strike="noStrike">
                <a:solidFill>
                  <a:schemeClr val="lt1"/>
                </a:solidFill>
                <a:latin typeface="Calibri"/>
                <a:ea typeface="DejaVu Sans"/>
              </a:rPr>
              <a:t> → Integer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r>
              <a:rPr b="0" lang="en-US" sz="1400" spc="-1" strike="noStrike">
                <a:solidFill>
                  <a:schemeClr val="lt1"/>
                </a:solidFill>
                <a:latin typeface="Calibri"/>
                <a:ea typeface="DejaVu Sans"/>
              </a:rPr>
              <a:t> → Double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char</a:t>
            </a:r>
            <a:r>
              <a:rPr b="0" lang="en-US" sz="1400" spc="-1" strike="noStrike">
                <a:solidFill>
                  <a:schemeClr val="lt1"/>
                </a:solidFill>
                <a:latin typeface="Calibri"/>
                <a:ea typeface="DejaVu Sans"/>
              </a:rPr>
              <a:t> → Character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boolean</a:t>
            </a:r>
            <a:r>
              <a:rPr b="0" lang="en-US" sz="1400" spc="-1" strike="noStrike">
                <a:solidFill>
                  <a:schemeClr val="lt1"/>
                </a:solidFill>
                <a:latin typeface="Calibri"/>
                <a:ea typeface="DejaVu Sans"/>
              </a:rPr>
              <a:t> → Boolean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Wrapper classes</a:t>
            </a:r>
            <a:r>
              <a:rPr b="0" lang="en-US" sz="1400" spc="-1" strike="noStrike">
                <a:solidFill>
                  <a:schemeClr val="lt1"/>
                </a:solidFill>
                <a:latin typeface="Calibri"/>
                <a:ea typeface="DejaVu Sans"/>
              </a:rPr>
              <a:t> provide useful methods for conversion and data handling.</a:t>
            </a:r>
            <a:endParaRPr b="0" lang="en-US" sz="1400" spc="-1" strike="noStrike">
              <a:solidFill>
                <a:srgbClr val="ffffff"/>
              </a:solidFill>
              <a:latin typeface="Arial"/>
            </a:endParaRPr>
          </a:p>
        </p:txBody>
      </p:sp>
      <p:sp>
        <p:nvSpPr>
          <p:cNvPr id="991" name="Rounded Rectangle 60"/>
          <p:cNvSpPr/>
          <p:nvPr/>
        </p:nvSpPr>
        <p:spPr>
          <a:xfrm>
            <a:off x="450792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2" name="Rounded Rectangle 61"/>
          <p:cNvSpPr/>
          <p:nvPr/>
        </p:nvSpPr>
        <p:spPr>
          <a:xfrm>
            <a:off x="4434840" y="3108960"/>
            <a:ext cx="3285000" cy="2736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Primitive Value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Wrapper Class Conversion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Object Representation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Use in Collections / Methods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Integer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boolean → Boolean</a:t>
            </a:r>
            <a:endParaRPr b="0" lang="en-US" sz="1300" spc="-1" strike="noStrike">
              <a:solidFill>
                <a:srgbClr val="ffffff"/>
              </a:solidFill>
              <a:latin typeface="Arial"/>
            </a:endParaRPr>
          </a:p>
        </p:txBody>
      </p:sp>
      <p:sp>
        <p:nvSpPr>
          <p:cNvPr id="993" name="Rounded Rectangle 62"/>
          <p:cNvSpPr/>
          <p:nvPr/>
        </p:nvSpPr>
        <p:spPr>
          <a:xfrm>
            <a:off x="802836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4" name="Rounded Rectangle 63"/>
          <p:cNvSpPr/>
          <p:nvPr/>
        </p:nvSpPr>
        <p:spPr>
          <a:xfrm>
            <a:off x="7955280" y="3108960"/>
            <a:ext cx="3468960" cy="3286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WrapperExample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10;</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Integer wrapperNumber = number;   // autoboxing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wrapperPrice =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995" name="TextBox 2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6" name="Rectangle 176"/>
          <p:cNvSpPr/>
          <p:nvPr/>
        </p:nvSpPr>
        <p:spPr>
          <a:xfrm>
            <a:off x="0" y="0"/>
            <a:ext cx="12182760" cy="68518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7" name="Rectangle 177"/>
          <p:cNvSpPr/>
          <p:nvPr/>
        </p:nvSpPr>
        <p:spPr>
          <a:xfrm>
            <a:off x="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8" name="Rectangle 178"/>
          <p:cNvSpPr/>
          <p:nvPr/>
        </p:nvSpPr>
        <p:spPr>
          <a:xfrm>
            <a:off x="914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9" name="Rectangle 179"/>
          <p:cNvSpPr/>
          <p:nvPr/>
        </p:nvSpPr>
        <p:spPr>
          <a:xfrm>
            <a:off x="1828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0" name="Rectangle 180"/>
          <p:cNvSpPr/>
          <p:nvPr/>
        </p:nvSpPr>
        <p:spPr>
          <a:xfrm>
            <a:off x="2743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1" name="Rectangle 181"/>
          <p:cNvSpPr/>
          <p:nvPr/>
        </p:nvSpPr>
        <p:spPr>
          <a:xfrm>
            <a:off x="3657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2" name="Rectangle 182"/>
          <p:cNvSpPr/>
          <p:nvPr/>
        </p:nvSpPr>
        <p:spPr>
          <a:xfrm>
            <a:off x="4572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3" name="Rectangle 183"/>
          <p:cNvSpPr/>
          <p:nvPr/>
        </p:nvSpPr>
        <p:spPr>
          <a:xfrm>
            <a:off x="5486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4" name="Rectangle 184"/>
          <p:cNvSpPr/>
          <p:nvPr/>
        </p:nvSpPr>
        <p:spPr>
          <a:xfrm>
            <a:off x="6400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5" name="Rectangle 185"/>
          <p:cNvSpPr/>
          <p:nvPr/>
        </p:nvSpPr>
        <p:spPr>
          <a:xfrm>
            <a:off x="7315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6" name="Rectangle 186"/>
          <p:cNvSpPr/>
          <p:nvPr/>
        </p:nvSpPr>
        <p:spPr>
          <a:xfrm>
            <a:off x="8229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7" name="Rectangle 187"/>
          <p:cNvSpPr/>
          <p:nvPr/>
        </p:nvSpPr>
        <p:spPr>
          <a:xfrm>
            <a:off x="9144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8" name="Rectangle 188"/>
          <p:cNvSpPr/>
          <p:nvPr/>
        </p:nvSpPr>
        <p:spPr>
          <a:xfrm>
            <a:off x="10058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9" name="Rectangle 189"/>
          <p:cNvSpPr/>
          <p:nvPr/>
        </p:nvSpPr>
        <p:spPr>
          <a:xfrm>
            <a:off x="10972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0" name="Rectangle 190"/>
          <p:cNvSpPr/>
          <p:nvPr/>
        </p:nvSpPr>
        <p:spPr>
          <a:xfrm>
            <a:off x="11887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1" name="Rectangle 191"/>
          <p:cNvSpPr/>
          <p:nvPr/>
        </p:nvSpPr>
        <p:spPr>
          <a:xfrm>
            <a:off x="0" y="0"/>
            <a:ext cx="313920" cy="68518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2" name="Rounded Rectangle 78"/>
          <p:cNvSpPr/>
          <p:nvPr/>
        </p:nvSpPr>
        <p:spPr>
          <a:xfrm>
            <a:off x="9875520" y="365760"/>
            <a:ext cx="2005560" cy="4968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13" name="TextBox 34"/>
          <p:cNvSpPr/>
          <p:nvPr/>
        </p:nvSpPr>
        <p:spPr>
          <a:xfrm>
            <a:off x="2912760" y="1005840"/>
            <a:ext cx="51462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TYPE CASTING</a:t>
            </a:r>
            <a:endParaRPr b="0" lang="en-US" sz="4800" spc="-1" strike="noStrike">
              <a:solidFill>
                <a:srgbClr val="000000"/>
              </a:solidFill>
              <a:latin typeface="Arial"/>
            </a:endParaRPr>
          </a:p>
        </p:txBody>
      </p:sp>
      <p:sp>
        <p:nvSpPr>
          <p:cNvPr id="1014" name="TextBox 35"/>
          <p:cNvSpPr/>
          <p:nvPr/>
        </p:nvSpPr>
        <p:spPr>
          <a:xfrm>
            <a:off x="2356200" y="2057400"/>
            <a:ext cx="6329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converts one data type into another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There are two types: implicit (automatic) and explicit (manual).</a:t>
            </a:r>
            <a:endParaRPr b="0" lang="en-US" sz="1900" spc="-1" strike="noStrike">
              <a:solidFill>
                <a:srgbClr val="000000"/>
              </a:solidFill>
              <a:latin typeface="Arial"/>
            </a:endParaRPr>
          </a:p>
        </p:txBody>
      </p:sp>
      <p:sp>
        <p:nvSpPr>
          <p:cNvPr id="1015" name="Rounded Rectangle 79"/>
          <p:cNvSpPr/>
          <p:nvPr/>
        </p:nvSpPr>
        <p:spPr>
          <a:xfrm>
            <a:off x="98748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6" name="Rounded Rectangle 80"/>
          <p:cNvSpPr/>
          <p:nvPr/>
        </p:nvSpPr>
        <p:spPr>
          <a:xfrm>
            <a:off x="914400" y="3108960"/>
            <a:ext cx="3285720" cy="2737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Implicit Casting (Widening)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automatically by Java</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Explicit Casting (Narrowing)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larger types to smaller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int → byte</a:t>
            </a:r>
            <a:endParaRPr b="0" lang="en-US" sz="1300" spc="-1" strike="noStrike">
              <a:solidFill>
                <a:srgbClr val="ffffff"/>
              </a:solidFill>
              <a:latin typeface="Arial"/>
            </a:endParaRPr>
          </a:p>
        </p:txBody>
      </p:sp>
      <p:sp>
        <p:nvSpPr>
          <p:cNvPr id="1017" name="Rounded Rectangle 81"/>
          <p:cNvSpPr/>
          <p:nvPr/>
        </p:nvSpPr>
        <p:spPr>
          <a:xfrm>
            <a:off x="450792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8" name="Rounded Rectangle 82"/>
          <p:cNvSpPr/>
          <p:nvPr/>
        </p:nvSpPr>
        <p:spPr>
          <a:xfrm>
            <a:off x="4434840" y="3108960"/>
            <a:ext cx="3285720" cy="2737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Type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Implicit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(Automatic)</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byte → short → int → long → float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Explicit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(Manual)</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019" name="Rounded Rectangle 83"/>
          <p:cNvSpPr/>
          <p:nvPr/>
        </p:nvSpPr>
        <p:spPr>
          <a:xfrm>
            <a:off x="802836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0" name="Rounded Rectangle 84"/>
          <p:cNvSpPr/>
          <p:nvPr/>
        </p:nvSpPr>
        <p:spPr>
          <a:xfrm>
            <a:off x="7955280" y="2971800"/>
            <a:ext cx="3698280" cy="3195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TypeCastingExample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21" name="TextBox 3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2" name="Rectangle 192"/>
          <p:cNvSpPr/>
          <p:nvPr/>
        </p:nvSpPr>
        <p:spPr>
          <a:xfrm>
            <a:off x="0" y="0"/>
            <a:ext cx="12183120" cy="68522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3" name="Rectangle 193"/>
          <p:cNvSpPr/>
          <p:nvPr/>
        </p:nvSpPr>
        <p:spPr>
          <a:xfrm>
            <a:off x="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4" name="Rectangle 194"/>
          <p:cNvSpPr/>
          <p:nvPr/>
        </p:nvSpPr>
        <p:spPr>
          <a:xfrm>
            <a:off x="914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5" name="Rectangle 195"/>
          <p:cNvSpPr/>
          <p:nvPr/>
        </p:nvSpPr>
        <p:spPr>
          <a:xfrm>
            <a:off x="1828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6" name="Rectangle 196"/>
          <p:cNvSpPr/>
          <p:nvPr/>
        </p:nvSpPr>
        <p:spPr>
          <a:xfrm>
            <a:off x="2743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7" name="Rectangle 197"/>
          <p:cNvSpPr/>
          <p:nvPr/>
        </p:nvSpPr>
        <p:spPr>
          <a:xfrm>
            <a:off x="3657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8" name="Rectangle 198"/>
          <p:cNvSpPr/>
          <p:nvPr/>
        </p:nvSpPr>
        <p:spPr>
          <a:xfrm>
            <a:off x="4572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9" name="Rectangle 199"/>
          <p:cNvSpPr/>
          <p:nvPr/>
        </p:nvSpPr>
        <p:spPr>
          <a:xfrm>
            <a:off x="5486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0" name="Rectangle 200"/>
          <p:cNvSpPr/>
          <p:nvPr/>
        </p:nvSpPr>
        <p:spPr>
          <a:xfrm>
            <a:off x="6400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1" name="Rectangle 201"/>
          <p:cNvSpPr/>
          <p:nvPr/>
        </p:nvSpPr>
        <p:spPr>
          <a:xfrm>
            <a:off x="7315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2" name="Rectangle 202"/>
          <p:cNvSpPr/>
          <p:nvPr/>
        </p:nvSpPr>
        <p:spPr>
          <a:xfrm>
            <a:off x="8229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3" name="Rectangle 203"/>
          <p:cNvSpPr/>
          <p:nvPr/>
        </p:nvSpPr>
        <p:spPr>
          <a:xfrm>
            <a:off x="9144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4" name="Rectangle 204"/>
          <p:cNvSpPr/>
          <p:nvPr/>
        </p:nvSpPr>
        <p:spPr>
          <a:xfrm>
            <a:off x="10058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5" name="Rectangle 205"/>
          <p:cNvSpPr/>
          <p:nvPr/>
        </p:nvSpPr>
        <p:spPr>
          <a:xfrm>
            <a:off x="10972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6" name="Rectangle 206"/>
          <p:cNvSpPr/>
          <p:nvPr/>
        </p:nvSpPr>
        <p:spPr>
          <a:xfrm>
            <a:off x="11887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7" name="Rectangle 207"/>
          <p:cNvSpPr/>
          <p:nvPr/>
        </p:nvSpPr>
        <p:spPr>
          <a:xfrm>
            <a:off x="0" y="0"/>
            <a:ext cx="314280" cy="68522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8" name="Rounded Rectangle 85"/>
          <p:cNvSpPr/>
          <p:nvPr/>
        </p:nvSpPr>
        <p:spPr>
          <a:xfrm>
            <a:off x="9875520" y="365760"/>
            <a:ext cx="2005920" cy="4971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39" name="TextBox 37"/>
          <p:cNvSpPr/>
          <p:nvPr/>
        </p:nvSpPr>
        <p:spPr>
          <a:xfrm>
            <a:off x="1242720" y="900360"/>
            <a:ext cx="848376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Implicit Casting (Automatic Conversion)</a:t>
            </a:r>
            <a:endParaRPr b="0" lang="en-US" sz="4000" spc="-1" strike="noStrike">
              <a:solidFill>
                <a:srgbClr val="000000"/>
              </a:solidFill>
              <a:latin typeface="Arial"/>
            </a:endParaRPr>
          </a:p>
        </p:txBody>
      </p:sp>
      <p:sp>
        <p:nvSpPr>
          <p:cNvPr id="1040" name="TextBox 38"/>
          <p:cNvSpPr/>
          <p:nvPr/>
        </p:nvSpPr>
        <p:spPr>
          <a:xfrm>
            <a:off x="3011040" y="1600200"/>
            <a:ext cx="4995720" cy="10026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500" spc="-1" strike="noStrike">
                <a:solidFill>
                  <a:srgbClr val="aaaaaa"/>
                </a:solidFill>
                <a:latin typeface="Calibri"/>
                <a:ea typeface="DejaVu Sans"/>
              </a:rPr>
              <a:t>Implicit casting occurs when Java automatically converts a </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smaller data type into a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This conversion is safe because the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 </a:t>
            </a:r>
            <a:r>
              <a:rPr b="0" lang="en-US" sz="1500" spc="-1" strike="noStrike">
                <a:solidFill>
                  <a:srgbClr val="aaaaaa"/>
                </a:solidFill>
                <a:latin typeface="Calibri"/>
                <a:ea typeface="DejaVu Sans"/>
              </a:rPr>
              <a:t>can store all values of the smaller data type without data loss.</a:t>
            </a:r>
            <a:endParaRPr b="0" lang="en-US" sz="1500" spc="-1" strike="noStrike">
              <a:solidFill>
                <a:srgbClr val="000000"/>
              </a:solidFill>
              <a:latin typeface="Arial"/>
            </a:endParaRPr>
          </a:p>
        </p:txBody>
      </p:sp>
      <p:sp>
        <p:nvSpPr>
          <p:cNvPr id="1041" name="Rounded Rectangle 86"/>
          <p:cNvSpPr/>
          <p:nvPr/>
        </p:nvSpPr>
        <p:spPr>
          <a:xfrm>
            <a:off x="98748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2" name="Rounded Rectangle 87"/>
          <p:cNvSpPr/>
          <p:nvPr/>
        </p:nvSpPr>
        <p:spPr>
          <a:xfrm>
            <a:off x="595440" y="2743200"/>
            <a:ext cx="3514680" cy="3652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Implicit Casting is the automatic conversion of a smaller data type to a larger data type in Java.</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performs this conversion automatically when there is no risk of data loss.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Widening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Done automatically by the compiler</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No manual casting needed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p:txBody>
      </p:sp>
      <p:sp>
        <p:nvSpPr>
          <p:cNvPr id="1043" name="Rounded Rectangle 88"/>
          <p:cNvSpPr/>
          <p:nvPr/>
        </p:nvSpPr>
        <p:spPr>
          <a:xfrm>
            <a:off x="450792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4" name="Rounded Rectangle 89"/>
          <p:cNvSpPr/>
          <p:nvPr/>
        </p:nvSpPr>
        <p:spPr>
          <a:xfrm>
            <a:off x="4343400" y="2880360"/>
            <a:ext cx="3652920" cy="3424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Implicit Casting Flow (Widening Conversion)</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Each step represents a data type that can store the previous type safely.</a:t>
            </a:r>
            <a:endParaRPr b="0" lang="en-US" sz="1400" spc="-1" strike="noStrike">
              <a:solidFill>
                <a:srgbClr val="ffffff"/>
              </a:solidFill>
              <a:latin typeface="Arial"/>
            </a:endParaRPr>
          </a:p>
        </p:txBody>
      </p:sp>
      <p:sp>
        <p:nvSpPr>
          <p:cNvPr id="1045" name="Rounded Rectangle 90"/>
          <p:cNvSpPr/>
          <p:nvPr/>
        </p:nvSpPr>
        <p:spPr>
          <a:xfrm>
            <a:off x="802836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6" name="Rounded Rectangle 91"/>
          <p:cNvSpPr/>
          <p:nvPr/>
        </p:nvSpPr>
        <p:spPr>
          <a:xfrm>
            <a:off x="8229600" y="2972880"/>
            <a:ext cx="3652920" cy="3194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ImplicitCastingExample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Automatic conversion from int to double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System.out.println("Number: "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System.out.println("Converted value: " + 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47" name="TextBox 3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8" name="Rectangle 208"/>
          <p:cNvSpPr/>
          <p:nvPr/>
        </p:nvSpPr>
        <p:spPr>
          <a:xfrm>
            <a:off x="0" y="0"/>
            <a:ext cx="12183480" cy="68526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9" name="Rectangle 209"/>
          <p:cNvSpPr/>
          <p:nvPr/>
        </p:nvSpPr>
        <p:spPr>
          <a:xfrm>
            <a:off x="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0" name="Rectangle 210"/>
          <p:cNvSpPr/>
          <p:nvPr/>
        </p:nvSpPr>
        <p:spPr>
          <a:xfrm>
            <a:off x="914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1" name="Rectangle 211"/>
          <p:cNvSpPr/>
          <p:nvPr/>
        </p:nvSpPr>
        <p:spPr>
          <a:xfrm>
            <a:off x="1828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2" name="Rectangle 212"/>
          <p:cNvSpPr/>
          <p:nvPr/>
        </p:nvSpPr>
        <p:spPr>
          <a:xfrm>
            <a:off x="2743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3" name="Rectangle 213"/>
          <p:cNvSpPr/>
          <p:nvPr/>
        </p:nvSpPr>
        <p:spPr>
          <a:xfrm>
            <a:off x="3657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4" name="Rectangle 214"/>
          <p:cNvSpPr/>
          <p:nvPr/>
        </p:nvSpPr>
        <p:spPr>
          <a:xfrm>
            <a:off x="4572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5" name="Rectangle 215"/>
          <p:cNvSpPr/>
          <p:nvPr/>
        </p:nvSpPr>
        <p:spPr>
          <a:xfrm>
            <a:off x="5486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6" name="Rectangle 216"/>
          <p:cNvSpPr/>
          <p:nvPr/>
        </p:nvSpPr>
        <p:spPr>
          <a:xfrm>
            <a:off x="6400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7" name="Rectangle 217"/>
          <p:cNvSpPr/>
          <p:nvPr/>
        </p:nvSpPr>
        <p:spPr>
          <a:xfrm>
            <a:off x="7315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8" name="Rectangle 218"/>
          <p:cNvSpPr/>
          <p:nvPr/>
        </p:nvSpPr>
        <p:spPr>
          <a:xfrm>
            <a:off x="8229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9" name="Rectangle 219"/>
          <p:cNvSpPr/>
          <p:nvPr/>
        </p:nvSpPr>
        <p:spPr>
          <a:xfrm>
            <a:off x="9144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0" name="Rectangle 220"/>
          <p:cNvSpPr/>
          <p:nvPr/>
        </p:nvSpPr>
        <p:spPr>
          <a:xfrm>
            <a:off x="10058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1" name="Rectangle 221"/>
          <p:cNvSpPr/>
          <p:nvPr/>
        </p:nvSpPr>
        <p:spPr>
          <a:xfrm>
            <a:off x="10972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2" name="Rectangle 222"/>
          <p:cNvSpPr/>
          <p:nvPr/>
        </p:nvSpPr>
        <p:spPr>
          <a:xfrm>
            <a:off x="11887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3" name="Rectangle 223"/>
          <p:cNvSpPr/>
          <p:nvPr/>
        </p:nvSpPr>
        <p:spPr>
          <a:xfrm>
            <a:off x="0" y="0"/>
            <a:ext cx="314640" cy="68526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4" name="Rounded Rectangle 92"/>
          <p:cNvSpPr/>
          <p:nvPr/>
        </p:nvSpPr>
        <p:spPr>
          <a:xfrm>
            <a:off x="9875520" y="365760"/>
            <a:ext cx="2006280" cy="4975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65" name="TextBox 40"/>
          <p:cNvSpPr/>
          <p:nvPr/>
        </p:nvSpPr>
        <p:spPr>
          <a:xfrm>
            <a:off x="2514600" y="685800"/>
            <a:ext cx="6071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EXPLICIT CASTING</a:t>
            </a:r>
            <a:endParaRPr b="0" lang="en-US" sz="4800" spc="-1" strike="noStrike">
              <a:solidFill>
                <a:srgbClr val="000000"/>
              </a:solidFill>
              <a:latin typeface="Arial"/>
            </a:endParaRPr>
          </a:p>
        </p:txBody>
      </p:sp>
      <p:sp>
        <p:nvSpPr>
          <p:cNvPr id="1066" name="TextBox 41"/>
          <p:cNvSpPr/>
          <p:nvPr/>
        </p:nvSpPr>
        <p:spPr>
          <a:xfrm>
            <a:off x="2647440" y="1600200"/>
            <a:ext cx="580932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Explicit casting is the manual conversion of 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larger data type to a smaller data type in Java.</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It is required when there is a risk of data or precision loss.</a:t>
            </a:r>
            <a:endParaRPr b="0" lang="en-US" sz="1900" spc="-1" strike="noStrike">
              <a:solidFill>
                <a:srgbClr val="000000"/>
              </a:solidFill>
              <a:latin typeface="Arial"/>
            </a:endParaRPr>
          </a:p>
        </p:txBody>
      </p:sp>
      <p:sp>
        <p:nvSpPr>
          <p:cNvPr id="1067" name="Rounded Rectangle 93"/>
          <p:cNvSpPr/>
          <p:nvPr/>
        </p:nvSpPr>
        <p:spPr>
          <a:xfrm>
            <a:off x="98748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8" name="Rounded Rectangle 94"/>
          <p:cNvSpPr/>
          <p:nvPr/>
        </p:nvSpPr>
        <p:spPr>
          <a:xfrm>
            <a:off x="457200" y="2743200"/>
            <a:ext cx="3743640" cy="3881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Explicit Casting is the manual conversion of a larger data type to a smaller data type.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Java does not perform this conversion automatically because the smaller type may not store all values.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Narrowing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Converts larger numeric types to smaller ones</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Requires casting syntax (type)</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May cause data or precision loss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069" name="Rounded Rectangle 95"/>
          <p:cNvSpPr/>
          <p:nvPr/>
        </p:nvSpPr>
        <p:spPr>
          <a:xfrm>
            <a:off x="450792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0" name="Rounded Rectangle 96"/>
          <p:cNvSpPr/>
          <p:nvPr/>
        </p:nvSpPr>
        <p:spPr>
          <a:xfrm>
            <a:off x="4434840" y="2971800"/>
            <a:ext cx="3286440" cy="3424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Explicit Casting Flow (Narrowing)</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float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short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byte</a:t>
            </a:r>
            <a:endParaRPr b="0" lang="en-US" sz="13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Each step converts the value to a smaller storage type, which may remove decimal values or overflow.</a:t>
            </a:r>
            <a:endParaRPr b="0" lang="en-US" sz="1200" spc="-1" strike="noStrike">
              <a:solidFill>
                <a:srgbClr val="ffffff"/>
              </a:solidFill>
              <a:latin typeface="Arial"/>
            </a:endParaRPr>
          </a:p>
        </p:txBody>
      </p:sp>
      <p:sp>
        <p:nvSpPr>
          <p:cNvPr id="1071" name="Rounded Rectangle 97"/>
          <p:cNvSpPr/>
          <p:nvPr/>
        </p:nvSpPr>
        <p:spPr>
          <a:xfrm>
            <a:off x="802836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2" name="Rounded Rectangle 98"/>
          <p:cNvSpPr/>
          <p:nvPr/>
        </p:nvSpPr>
        <p:spPr>
          <a:xfrm>
            <a:off x="7955280" y="2514600"/>
            <a:ext cx="3927600" cy="4110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ExplicitCastingExample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 Explicit casting from double to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newPrice = (int)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System.out.println("Original value: " +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System.out.println("Converted value: " + newPrice);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073" name="TextBox 4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4" name="Rectangle 224"/>
          <p:cNvSpPr/>
          <p:nvPr/>
        </p:nvSpPr>
        <p:spPr>
          <a:xfrm>
            <a:off x="0" y="0"/>
            <a:ext cx="12183840" cy="68529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5" name="Rectangle 225"/>
          <p:cNvSpPr/>
          <p:nvPr/>
        </p:nvSpPr>
        <p:spPr>
          <a:xfrm>
            <a:off x="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6" name="Rectangle 226"/>
          <p:cNvSpPr/>
          <p:nvPr/>
        </p:nvSpPr>
        <p:spPr>
          <a:xfrm>
            <a:off x="914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7" name="Rectangle 227"/>
          <p:cNvSpPr/>
          <p:nvPr/>
        </p:nvSpPr>
        <p:spPr>
          <a:xfrm>
            <a:off x="1828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8" name="Rectangle 228"/>
          <p:cNvSpPr/>
          <p:nvPr/>
        </p:nvSpPr>
        <p:spPr>
          <a:xfrm>
            <a:off x="2743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9" name="Rectangle 229"/>
          <p:cNvSpPr/>
          <p:nvPr/>
        </p:nvSpPr>
        <p:spPr>
          <a:xfrm>
            <a:off x="3657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0" name="Rectangle 230"/>
          <p:cNvSpPr/>
          <p:nvPr/>
        </p:nvSpPr>
        <p:spPr>
          <a:xfrm>
            <a:off x="4572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1" name="Rectangle 231"/>
          <p:cNvSpPr/>
          <p:nvPr/>
        </p:nvSpPr>
        <p:spPr>
          <a:xfrm>
            <a:off x="5486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2" name="Rectangle 232"/>
          <p:cNvSpPr/>
          <p:nvPr/>
        </p:nvSpPr>
        <p:spPr>
          <a:xfrm>
            <a:off x="6400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3" name="Rectangle 233"/>
          <p:cNvSpPr/>
          <p:nvPr/>
        </p:nvSpPr>
        <p:spPr>
          <a:xfrm>
            <a:off x="7315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4" name="Rectangle 234"/>
          <p:cNvSpPr/>
          <p:nvPr/>
        </p:nvSpPr>
        <p:spPr>
          <a:xfrm>
            <a:off x="8229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5" name="Rectangle 235"/>
          <p:cNvSpPr/>
          <p:nvPr/>
        </p:nvSpPr>
        <p:spPr>
          <a:xfrm>
            <a:off x="9144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6" name="Rectangle 236"/>
          <p:cNvSpPr/>
          <p:nvPr/>
        </p:nvSpPr>
        <p:spPr>
          <a:xfrm>
            <a:off x="10058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7" name="Rectangle 237"/>
          <p:cNvSpPr/>
          <p:nvPr/>
        </p:nvSpPr>
        <p:spPr>
          <a:xfrm>
            <a:off x="10972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8" name="Rectangle 238"/>
          <p:cNvSpPr/>
          <p:nvPr/>
        </p:nvSpPr>
        <p:spPr>
          <a:xfrm>
            <a:off x="11887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9" name="Rectangle 239"/>
          <p:cNvSpPr/>
          <p:nvPr/>
        </p:nvSpPr>
        <p:spPr>
          <a:xfrm>
            <a:off x="0" y="0"/>
            <a:ext cx="315000" cy="68529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0" name="Rounded Rectangle 99"/>
          <p:cNvSpPr/>
          <p:nvPr/>
        </p:nvSpPr>
        <p:spPr>
          <a:xfrm>
            <a:off x="9875520" y="365760"/>
            <a:ext cx="2006640" cy="4978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91" name="TextBox 43"/>
          <p:cNvSpPr/>
          <p:nvPr/>
        </p:nvSpPr>
        <p:spPr>
          <a:xfrm>
            <a:off x="2148480" y="1005840"/>
            <a:ext cx="6674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Implicit vs Explicit Casting</a:t>
            </a:r>
            <a:endParaRPr b="0" lang="en-US" sz="4800" spc="-1" strike="noStrike">
              <a:solidFill>
                <a:srgbClr val="000000"/>
              </a:solidFill>
              <a:latin typeface="Arial"/>
            </a:endParaRPr>
          </a:p>
        </p:txBody>
      </p:sp>
      <p:sp>
        <p:nvSpPr>
          <p:cNvPr id="1092" name="TextBox 44"/>
          <p:cNvSpPr/>
          <p:nvPr/>
        </p:nvSpPr>
        <p:spPr>
          <a:xfrm>
            <a:off x="2094480" y="2057400"/>
            <a:ext cx="678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Understanding the difference between implicit and explicit casting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helps prevent data loss and ensures correct type conversion in Java.</a:t>
            </a:r>
            <a:endParaRPr b="0" lang="en-US" sz="1900" spc="-1" strike="noStrike">
              <a:solidFill>
                <a:srgbClr val="000000"/>
              </a:solidFill>
              <a:latin typeface="Arial"/>
            </a:endParaRPr>
          </a:p>
        </p:txBody>
      </p:sp>
      <p:sp>
        <p:nvSpPr>
          <p:cNvPr id="1093" name="Rounded Rectangle 100"/>
          <p:cNvSpPr/>
          <p:nvPr/>
        </p:nvSpPr>
        <p:spPr>
          <a:xfrm>
            <a:off x="98748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4" name="Rounded Rectangle 101"/>
          <p:cNvSpPr/>
          <p:nvPr/>
        </p:nvSpPr>
        <p:spPr>
          <a:xfrm>
            <a:off x="914400" y="3108960"/>
            <a:ext cx="3286800" cy="2738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500" spc="-1" strike="noStrike">
                <a:solidFill>
                  <a:schemeClr val="lt1"/>
                </a:solidFill>
                <a:latin typeface="Calibri"/>
                <a:ea typeface="DejaVu Sans"/>
              </a:rPr>
              <a:t>Implicit Casting (Widening)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Smaller → Larger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automatically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syntax required</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Explicit Casting (Narrowing)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Larger → Smaller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manually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May cause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Requires (type) syntax</a:t>
            </a:r>
            <a:endParaRPr b="0" lang="en-US" sz="1500" spc="-1" strike="noStrike">
              <a:solidFill>
                <a:srgbClr val="ffffff"/>
              </a:solidFill>
              <a:latin typeface="Arial"/>
            </a:endParaRPr>
          </a:p>
        </p:txBody>
      </p:sp>
      <p:sp>
        <p:nvSpPr>
          <p:cNvPr id="1095" name="Rounded Rectangle 102"/>
          <p:cNvSpPr/>
          <p:nvPr/>
        </p:nvSpPr>
        <p:spPr>
          <a:xfrm>
            <a:off x="450792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6" name="Rounded Rectangle 103"/>
          <p:cNvSpPr/>
          <p:nvPr/>
        </p:nvSpPr>
        <p:spPr>
          <a:xfrm>
            <a:off x="4434840" y="3108960"/>
            <a:ext cx="3286800" cy="2738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Implicit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double → float → long → int → short → byte</a:t>
            </a:r>
            <a:endParaRPr b="0" lang="en-US" sz="1800" spc="-1" strike="noStrike">
              <a:solidFill>
                <a:srgbClr val="ffffff"/>
              </a:solidFill>
              <a:latin typeface="Arial"/>
            </a:endParaRPr>
          </a:p>
        </p:txBody>
      </p:sp>
      <p:sp>
        <p:nvSpPr>
          <p:cNvPr id="1097" name="Rounded Rectangle 104"/>
          <p:cNvSpPr/>
          <p:nvPr/>
        </p:nvSpPr>
        <p:spPr>
          <a:xfrm>
            <a:off x="802836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8" name="Rounded Rectangle 105"/>
          <p:cNvSpPr/>
          <p:nvPr/>
        </p:nvSpPr>
        <p:spPr>
          <a:xfrm>
            <a:off x="7955280" y="3108960"/>
            <a:ext cx="3699360" cy="3059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CastingComparison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99" name="TextBox 4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0" name="Rectangle 240"/>
          <p:cNvSpPr/>
          <p:nvPr/>
        </p:nvSpPr>
        <p:spPr>
          <a:xfrm>
            <a:off x="0" y="0"/>
            <a:ext cx="12184200" cy="68533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1" name="Rectangle 241"/>
          <p:cNvSpPr/>
          <p:nvPr/>
        </p:nvSpPr>
        <p:spPr>
          <a:xfrm>
            <a:off x="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2" name="Rectangle 242"/>
          <p:cNvSpPr/>
          <p:nvPr/>
        </p:nvSpPr>
        <p:spPr>
          <a:xfrm>
            <a:off x="914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3" name="Rectangle 243"/>
          <p:cNvSpPr/>
          <p:nvPr/>
        </p:nvSpPr>
        <p:spPr>
          <a:xfrm>
            <a:off x="1828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4" name="Rectangle 244"/>
          <p:cNvSpPr/>
          <p:nvPr/>
        </p:nvSpPr>
        <p:spPr>
          <a:xfrm>
            <a:off x="2743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5" name="Rectangle 245"/>
          <p:cNvSpPr/>
          <p:nvPr/>
        </p:nvSpPr>
        <p:spPr>
          <a:xfrm>
            <a:off x="36576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6" name="Rectangle 246"/>
          <p:cNvSpPr/>
          <p:nvPr/>
        </p:nvSpPr>
        <p:spPr>
          <a:xfrm>
            <a:off x="45720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7" name="Rectangle 247"/>
          <p:cNvSpPr/>
          <p:nvPr/>
        </p:nvSpPr>
        <p:spPr>
          <a:xfrm>
            <a:off x="5486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8" name="Rectangle 248"/>
          <p:cNvSpPr/>
          <p:nvPr/>
        </p:nvSpPr>
        <p:spPr>
          <a:xfrm>
            <a:off x="6400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9" name="Rectangle 249"/>
          <p:cNvSpPr/>
          <p:nvPr/>
        </p:nvSpPr>
        <p:spPr>
          <a:xfrm>
            <a:off x="7315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0" name="Rectangle 250"/>
          <p:cNvSpPr/>
          <p:nvPr/>
        </p:nvSpPr>
        <p:spPr>
          <a:xfrm>
            <a:off x="82296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1" name="Rectangle 251"/>
          <p:cNvSpPr/>
          <p:nvPr/>
        </p:nvSpPr>
        <p:spPr>
          <a:xfrm>
            <a:off x="91440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2" name="Rectangle 252"/>
          <p:cNvSpPr/>
          <p:nvPr/>
        </p:nvSpPr>
        <p:spPr>
          <a:xfrm>
            <a:off x="10058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3" name="Rectangle 253"/>
          <p:cNvSpPr/>
          <p:nvPr/>
        </p:nvSpPr>
        <p:spPr>
          <a:xfrm>
            <a:off x="10972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4" name="Rectangle 254"/>
          <p:cNvSpPr/>
          <p:nvPr/>
        </p:nvSpPr>
        <p:spPr>
          <a:xfrm>
            <a:off x="11887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5" name="Rectangle 255"/>
          <p:cNvSpPr/>
          <p:nvPr/>
        </p:nvSpPr>
        <p:spPr>
          <a:xfrm>
            <a:off x="0" y="0"/>
            <a:ext cx="315360" cy="68533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6" name="Rounded Rectangle 106"/>
          <p:cNvSpPr/>
          <p:nvPr/>
        </p:nvSpPr>
        <p:spPr>
          <a:xfrm>
            <a:off x="9875520" y="365760"/>
            <a:ext cx="2007000" cy="4982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17" name="TextBox 46"/>
          <p:cNvSpPr/>
          <p:nvPr/>
        </p:nvSpPr>
        <p:spPr>
          <a:xfrm>
            <a:off x="1659960" y="1005840"/>
            <a:ext cx="76518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DATA LOSS &amp; PRECISION LOSS</a:t>
            </a:r>
            <a:endParaRPr b="0" lang="en-US" sz="4800" spc="-1" strike="noStrike">
              <a:solidFill>
                <a:srgbClr val="000000"/>
              </a:solidFill>
              <a:latin typeface="Arial"/>
            </a:endParaRPr>
          </a:p>
        </p:txBody>
      </p:sp>
      <p:sp>
        <p:nvSpPr>
          <p:cNvPr id="1118" name="TextBox 47"/>
          <p:cNvSpPr/>
          <p:nvPr/>
        </p:nvSpPr>
        <p:spPr>
          <a:xfrm>
            <a:off x="2286000" y="1826640"/>
            <a:ext cx="643104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may cause data loss when converting from a larger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data type to a smaller one.</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Decimal values can be removed and large values may overflow.</a:t>
            </a:r>
            <a:endParaRPr b="0" lang="en-US" sz="1900" spc="-1" strike="noStrike">
              <a:solidFill>
                <a:srgbClr val="000000"/>
              </a:solidFill>
              <a:latin typeface="Arial"/>
            </a:endParaRPr>
          </a:p>
        </p:txBody>
      </p:sp>
      <p:sp>
        <p:nvSpPr>
          <p:cNvPr id="1119" name="Rounded Rectangle 107"/>
          <p:cNvSpPr/>
          <p:nvPr/>
        </p:nvSpPr>
        <p:spPr>
          <a:xfrm>
            <a:off x="98748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0" name="Rounded Rectangle 108"/>
          <p:cNvSpPr/>
          <p:nvPr/>
        </p:nvSpPr>
        <p:spPr>
          <a:xfrm>
            <a:off x="914400" y="3108960"/>
            <a:ext cx="3287160" cy="2738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Occurs in explicit (narrowing) casting</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Decimal part is truncated (not rounded)</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Smaller types cannot store full value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May lead to incorrect results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Precision loss happens especially with float → int</a:t>
            </a:r>
            <a:endParaRPr b="0" lang="en-US" sz="1800" spc="-1" strike="noStrike">
              <a:solidFill>
                <a:srgbClr val="ffffff"/>
              </a:solidFill>
              <a:latin typeface="Arial"/>
            </a:endParaRPr>
          </a:p>
        </p:txBody>
      </p:sp>
      <p:sp>
        <p:nvSpPr>
          <p:cNvPr id="1121" name="Rounded Rectangle 109"/>
          <p:cNvSpPr/>
          <p:nvPr/>
        </p:nvSpPr>
        <p:spPr>
          <a:xfrm>
            <a:off x="450792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2" name="Rounded Rectangle 110"/>
          <p:cNvSpPr/>
          <p:nvPr/>
        </p:nvSpPr>
        <p:spPr>
          <a:xfrm>
            <a:off x="4343400" y="3108960"/>
            <a:ext cx="3378600" cy="3288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double (9.78)</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(casting)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(9)</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(123456.789)</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(123456)</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Decimal part is completely removed</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No rounding happens</a:t>
            </a:r>
            <a:endParaRPr b="0" lang="en-US" sz="1800" spc="-1" strike="noStrike">
              <a:solidFill>
                <a:srgbClr val="ffffff"/>
              </a:solidFill>
              <a:latin typeface="Arial"/>
            </a:endParaRPr>
          </a:p>
        </p:txBody>
      </p:sp>
      <p:sp>
        <p:nvSpPr>
          <p:cNvPr id="1123" name="Rounded Rectangle 111"/>
          <p:cNvSpPr/>
          <p:nvPr/>
        </p:nvSpPr>
        <p:spPr>
          <a:xfrm>
            <a:off x="802836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4" name="Rounded Rectangle 112"/>
          <p:cNvSpPr/>
          <p:nvPr/>
        </p:nvSpPr>
        <p:spPr>
          <a:xfrm>
            <a:off x="7955280" y="2971800"/>
            <a:ext cx="3928320" cy="3425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DataLossExample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double value = 9.78;</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Explicit casting</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result = (int)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System.out.println("Original: " +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System.out.println("After casting: " + result);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float bigValue = 123456.789f;</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converted = (int)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System.out.println("Float: " +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System.out.println("Int: " + converted);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125" name="TextBox 48"/>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6" name="Rectangle 256"/>
          <p:cNvSpPr/>
          <p:nvPr/>
        </p:nvSpPr>
        <p:spPr>
          <a:xfrm>
            <a:off x="0" y="0"/>
            <a:ext cx="12184920" cy="68540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7" name="Rectangle 257"/>
          <p:cNvSpPr/>
          <p:nvPr/>
        </p:nvSpPr>
        <p:spPr>
          <a:xfrm>
            <a:off x="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8" name="Rectangle 258"/>
          <p:cNvSpPr/>
          <p:nvPr/>
        </p:nvSpPr>
        <p:spPr>
          <a:xfrm>
            <a:off x="914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9" name="Rectangle 259"/>
          <p:cNvSpPr/>
          <p:nvPr/>
        </p:nvSpPr>
        <p:spPr>
          <a:xfrm>
            <a:off x="1828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0" name="Rectangle 260"/>
          <p:cNvSpPr/>
          <p:nvPr/>
        </p:nvSpPr>
        <p:spPr>
          <a:xfrm>
            <a:off x="2743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1" name="Rectangle 261"/>
          <p:cNvSpPr/>
          <p:nvPr/>
        </p:nvSpPr>
        <p:spPr>
          <a:xfrm>
            <a:off x="36576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2" name="Rectangle 262"/>
          <p:cNvSpPr/>
          <p:nvPr/>
        </p:nvSpPr>
        <p:spPr>
          <a:xfrm>
            <a:off x="45720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3" name="Rectangle 263"/>
          <p:cNvSpPr/>
          <p:nvPr/>
        </p:nvSpPr>
        <p:spPr>
          <a:xfrm>
            <a:off x="5486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4" name="Rectangle 264"/>
          <p:cNvSpPr/>
          <p:nvPr/>
        </p:nvSpPr>
        <p:spPr>
          <a:xfrm>
            <a:off x="6400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5" name="Rectangle 265"/>
          <p:cNvSpPr/>
          <p:nvPr/>
        </p:nvSpPr>
        <p:spPr>
          <a:xfrm>
            <a:off x="7315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6" name="Rectangle 266"/>
          <p:cNvSpPr/>
          <p:nvPr/>
        </p:nvSpPr>
        <p:spPr>
          <a:xfrm>
            <a:off x="82296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7" name="Rectangle 267"/>
          <p:cNvSpPr/>
          <p:nvPr/>
        </p:nvSpPr>
        <p:spPr>
          <a:xfrm>
            <a:off x="91440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8" name="Rectangle 268"/>
          <p:cNvSpPr/>
          <p:nvPr/>
        </p:nvSpPr>
        <p:spPr>
          <a:xfrm>
            <a:off x="10058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9" name="Rectangle 269"/>
          <p:cNvSpPr/>
          <p:nvPr/>
        </p:nvSpPr>
        <p:spPr>
          <a:xfrm>
            <a:off x="10972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0" name="Rectangle 270"/>
          <p:cNvSpPr/>
          <p:nvPr/>
        </p:nvSpPr>
        <p:spPr>
          <a:xfrm>
            <a:off x="11887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1" name="Rectangle 271"/>
          <p:cNvSpPr/>
          <p:nvPr/>
        </p:nvSpPr>
        <p:spPr>
          <a:xfrm>
            <a:off x="0" y="0"/>
            <a:ext cx="316080" cy="68540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2" name="Rounded Rectangle 113"/>
          <p:cNvSpPr/>
          <p:nvPr/>
        </p:nvSpPr>
        <p:spPr>
          <a:xfrm>
            <a:off x="9875520" y="365760"/>
            <a:ext cx="2007720" cy="4989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43" name="TextBox 49"/>
          <p:cNvSpPr/>
          <p:nvPr/>
        </p:nvSpPr>
        <p:spPr>
          <a:xfrm>
            <a:off x="1458000" y="1005840"/>
            <a:ext cx="80557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 CASTING IN EXPRESSIONS</a:t>
            </a:r>
            <a:endParaRPr b="0" lang="en-US" sz="4800" spc="-1" strike="noStrike">
              <a:solidFill>
                <a:srgbClr val="000000"/>
              </a:solidFill>
              <a:latin typeface="Arial"/>
            </a:endParaRPr>
          </a:p>
        </p:txBody>
      </p:sp>
      <p:sp>
        <p:nvSpPr>
          <p:cNvPr id="1144" name="TextBox 50"/>
          <p:cNvSpPr/>
          <p:nvPr/>
        </p:nvSpPr>
        <p:spPr>
          <a:xfrm>
            <a:off x="2283480" y="2194560"/>
            <a:ext cx="640512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Automatic type conversion during arithmetic operations in Java.</a:t>
            </a:r>
            <a:endParaRPr b="0" lang="en-US" sz="1900" spc="-1" strike="noStrike">
              <a:solidFill>
                <a:srgbClr val="000000"/>
              </a:solidFill>
              <a:latin typeface="Arial"/>
            </a:endParaRPr>
          </a:p>
        </p:txBody>
      </p:sp>
      <p:sp>
        <p:nvSpPr>
          <p:cNvPr id="1145" name="Rounded Rectangle 114"/>
          <p:cNvSpPr/>
          <p:nvPr/>
        </p:nvSpPr>
        <p:spPr>
          <a:xfrm>
            <a:off x="98748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6" name="Rounded Rectangle 115"/>
          <p:cNvSpPr/>
          <p:nvPr/>
        </p:nvSpPr>
        <p:spPr>
          <a:xfrm>
            <a:off x="914400" y="3108960"/>
            <a:ext cx="3287880" cy="2739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Java promotes smaller types in expressions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Operations follow the largest data type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No manual casting needed (in most cases)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byte, short → converted to int automatically</a:t>
            </a:r>
            <a:endParaRPr b="0" lang="en-US" sz="1800" spc="-1" strike="noStrike">
              <a:solidFill>
                <a:srgbClr val="ffffff"/>
              </a:solidFill>
              <a:latin typeface="Arial"/>
            </a:endParaRPr>
          </a:p>
        </p:txBody>
      </p:sp>
      <p:sp>
        <p:nvSpPr>
          <p:cNvPr id="1147" name="Rounded Rectangle 116"/>
          <p:cNvSpPr/>
          <p:nvPr/>
        </p:nvSpPr>
        <p:spPr>
          <a:xfrm>
            <a:off x="450792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8" name="Rounded Rectangle 117"/>
          <p:cNvSpPr/>
          <p:nvPr/>
        </p:nvSpPr>
        <p:spPr>
          <a:xfrm>
            <a:off x="4434840" y="3108960"/>
            <a:ext cx="3287880" cy="2739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 double → 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 long → float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short + short → int</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Result = largest type</a:t>
            </a:r>
            <a:endParaRPr b="0" lang="en-US" sz="1800" spc="-1" strike="noStrike">
              <a:solidFill>
                <a:srgbClr val="ffffff"/>
              </a:solidFill>
              <a:latin typeface="Arial"/>
            </a:endParaRPr>
          </a:p>
        </p:txBody>
      </p:sp>
      <p:sp>
        <p:nvSpPr>
          <p:cNvPr id="1149" name="Rounded Rectangle 118"/>
          <p:cNvSpPr/>
          <p:nvPr/>
        </p:nvSpPr>
        <p:spPr>
          <a:xfrm>
            <a:off x="802836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0" name="Rounded Rectangle 119"/>
          <p:cNvSpPr/>
          <p:nvPr/>
        </p:nvSpPr>
        <p:spPr>
          <a:xfrm>
            <a:off x="7955280" y="2971800"/>
            <a:ext cx="3700440" cy="2876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int a = 10;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b = 5.5;</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result = a + b; // int → double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System.out.println(result);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x = 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y = 10;</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int sum = x + y; // byte →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System.out.println(sum);</a:t>
            </a:r>
            <a:endParaRPr b="0" lang="en-US" sz="1400" spc="-1" strike="noStrike">
              <a:solidFill>
                <a:srgbClr val="ffffff"/>
              </a:solidFill>
              <a:latin typeface="Arial"/>
            </a:endParaRPr>
          </a:p>
        </p:txBody>
      </p:sp>
      <p:sp>
        <p:nvSpPr>
          <p:cNvPr id="1151" name="TextBox 51"/>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2" name="Rectangle 272"/>
          <p:cNvSpPr/>
          <p:nvPr/>
        </p:nvSpPr>
        <p:spPr>
          <a:xfrm>
            <a:off x="0" y="0"/>
            <a:ext cx="12185640" cy="68547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3" name="Rectangle 273"/>
          <p:cNvSpPr/>
          <p:nvPr/>
        </p:nvSpPr>
        <p:spPr>
          <a:xfrm>
            <a:off x="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4" name="Rectangle 274"/>
          <p:cNvSpPr/>
          <p:nvPr/>
        </p:nvSpPr>
        <p:spPr>
          <a:xfrm>
            <a:off x="914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5" name="Rectangle 275"/>
          <p:cNvSpPr/>
          <p:nvPr/>
        </p:nvSpPr>
        <p:spPr>
          <a:xfrm>
            <a:off x="1828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6" name="Rectangle 276"/>
          <p:cNvSpPr/>
          <p:nvPr/>
        </p:nvSpPr>
        <p:spPr>
          <a:xfrm>
            <a:off x="2743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7" name="Rectangle 277"/>
          <p:cNvSpPr/>
          <p:nvPr/>
        </p:nvSpPr>
        <p:spPr>
          <a:xfrm>
            <a:off x="3657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8" name="Rectangle 278"/>
          <p:cNvSpPr/>
          <p:nvPr/>
        </p:nvSpPr>
        <p:spPr>
          <a:xfrm>
            <a:off x="4572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9" name="Rectangle 279"/>
          <p:cNvSpPr/>
          <p:nvPr/>
        </p:nvSpPr>
        <p:spPr>
          <a:xfrm>
            <a:off x="5486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0" name="Rectangle 280"/>
          <p:cNvSpPr/>
          <p:nvPr/>
        </p:nvSpPr>
        <p:spPr>
          <a:xfrm>
            <a:off x="6400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1" name="Rectangle 281"/>
          <p:cNvSpPr/>
          <p:nvPr/>
        </p:nvSpPr>
        <p:spPr>
          <a:xfrm>
            <a:off x="7315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2" name="Rectangle 282"/>
          <p:cNvSpPr/>
          <p:nvPr/>
        </p:nvSpPr>
        <p:spPr>
          <a:xfrm>
            <a:off x="8229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3" name="Rectangle 283"/>
          <p:cNvSpPr/>
          <p:nvPr/>
        </p:nvSpPr>
        <p:spPr>
          <a:xfrm>
            <a:off x="9144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4" name="Rectangle 284"/>
          <p:cNvSpPr/>
          <p:nvPr/>
        </p:nvSpPr>
        <p:spPr>
          <a:xfrm>
            <a:off x="10058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5" name="Rectangle 285"/>
          <p:cNvSpPr/>
          <p:nvPr/>
        </p:nvSpPr>
        <p:spPr>
          <a:xfrm>
            <a:off x="10972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6" name="Rectangle 286"/>
          <p:cNvSpPr/>
          <p:nvPr/>
        </p:nvSpPr>
        <p:spPr>
          <a:xfrm>
            <a:off x="11887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7" name="Rectangle 287"/>
          <p:cNvSpPr/>
          <p:nvPr/>
        </p:nvSpPr>
        <p:spPr>
          <a:xfrm>
            <a:off x="0" y="0"/>
            <a:ext cx="316800" cy="68547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8" name="Rounded Rectangle 120"/>
          <p:cNvSpPr/>
          <p:nvPr/>
        </p:nvSpPr>
        <p:spPr>
          <a:xfrm>
            <a:off x="9875520" y="365760"/>
            <a:ext cx="2008440" cy="4996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69" name="TextBox 52"/>
          <p:cNvSpPr/>
          <p:nvPr/>
        </p:nvSpPr>
        <p:spPr>
          <a:xfrm>
            <a:off x="1514160" y="1005840"/>
            <a:ext cx="7943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System – Introduction</a:t>
            </a:r>
            <a:endParaRPr b="0" lang="en-US" sz="4800" spc="-1" strike="noStrike">
              <a:solidFill>
                <a:srgbClr val="000000"/>
              </a:solidFill>
              <a:latin typeface="Arial"/>
            </a:endParaRPr>
          </a:p>
        </p:txBody>
      </p:sp>
      <p:sp>
        <p:nvSpPr>
          <p:cNvPr id="1170" name="TextBox 53"/>
          <p:cNvSpPr/>
          <p:nvPr/>
        </p:nvSpPr>
        <p:spPr>
          <a:xfrm>
            <a:off x="1787760" y="2074680"/>
            <a:ext cx="75834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is a universal character encoding standard that allows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represent text from multiple languages consistently across platforms</a:t>
            </a:r>
            <a:endParaRPr b="0" lang="en-US" sz="1900" spc="-1" strike="noStrike">
              <a:solidFill>
                <a:srgbClr val="000000"/>
              </a:solidFill>
              <a:latin typeface="Arial"/>
            </a:endParaRPr>
          </a:p>
        </p:txBody>
      </p:sp>
      <p:sp>
        <p:nvSpPr>
          <p:cNvPr id="1171" name="Rounded Rectangle 121"/>
          <p:cNvSpPr/>
          <p:nvPr/>
        </p:nvSpPr>
        <p:spPr>
          <a:xfrm>
            <a:off x="98748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2" name="Rounded Rectangle 122"/>
          <p:cNvSpPr/>
          <p:nvPr/>
        </p:nvSpPr>
        <p:spPr>
          <a:xfrm>
            <a:off x="914400" y="3108960"/>
            <a:ext cx="3288600" cy="3061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a global character set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has a unique code point (e.g.,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Replaced older encodings like ASCII and ISO</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Supports almost all world languages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Java uses Unicode internally (UTF-16)</a:t>
            </a:r>
            <a:endParaRPr b="0" lang="en-US" sz="1800" spc="-1" strike="noStrike">
              <a:solidFill>
                <a:srgbClr val="ffffff"/>
              </a:solidFill>
              <a:latin typeface="Arial"/>
            </a:endParaRPr>
          </a:p>
        </p:txBody>
      </p:sp>
      <p:sp>
        <p:nvSpPr>
          <p:cNvPr id="1173" name="Rounded Rectangle 123"/>
          <p:cNvSpPr/>
          <p:nvPr/>
        </p:nvSpPr>
        <p:spPr>
          <a:xfrm>
            <a:off x="450792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4" name="Rounded Rectangle 124"/>
          <p:cNvSpPr/>
          <p:nvPr/>
        </p:nvSpPr>
        <p:spPr>
          <a:xfrm>
            <a:off x="4434840" y="3108960"/>
            <a:ext cx="3288600" cy="2739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(UTF-16) → Stored in Java → Displayed</a:t>
            </a:r>
            <a:endParaRPr b="0" lang="en-US" sz="1800" spc="-1" strike="noStrike">
              <a:solidFill>
                <a:srgbClr val="ffffff"/>
              </a:solidFill>
              <a:latin typeface="Arial"/>
            </a:endParaRPr>
          </a:p>
        </p:txBody>
      </p:sp>
      <p:sp>
        <p:nvSpPr>
          <p:cNvPr id="1175" name="Rounded Rectangle 125"/>
          <p:cNvSpPr/>
          <p:nvPr/>
        </p:nvSpPr>
        <p:spPr>
          <a:xfrm>
            <a:off x="802836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6" name="Rounded Rectangle 126"/>
          <p:cNvSpPr/>
          <p:nvPr/>
        </p:nvSpPr>
        <p:spPr>
          <a:xfrm>
            <a:off x="7955280" y="3108960"/>
            <a:ext cx="3701160" cy="3289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500" spc="-1" strike="noStrike">
                <a:solidFill>
                  <a:srgbClr val="78ffc8"/>
                </a:solidFill>
                <a:latin typeface="Consolas"/>
                <a:ea typeface="DejaVu Sans"/>
              </a:rPr>
              <a:t>public class UnicodeExample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public static void main(String[] args)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ch = '\u0041'; // Unicode for 'A'</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System.out.println(ch);</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symbol = '\u00AB'; //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System.out.println(symbol);</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a:t>
            </a:r>
            <a:endParaRPr b="0" lang="en-US" sz="1500" spc="-1" strike="noStrike">
              <a:solidFill>
                <a:srgbClr val="ffffff"/>
              </a:solidFill>
              <a:latin typeface="Arial"/>
            </a:endParaRPr>
          </a:p>
        </p:txBody>
      </p:sp>
      <p:sp>
        <p:nvSpPr>
          <p:cNvPr id="1177" name="TextBox 54"/>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178" name="" descr=""/>
          <p:cNvPicPr/>
          <p:nvPr/>
        </p:nvPicPr>
        <p:blipFill>
          <a:blip r:embed="rId1"/>
          <a:stretch/>
        </p:blipFill>
        <p:spPr>
          <a:xfrm>
            <a:off x="4589280" y="5029200"/>
            <a:ext cx="2649600" cy="50508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9" name="Rectangle 288"/>
          <p:cNvSpPr/>
          <p:nvPr/>
        </p:nvSpPr>
        <p:spPr>
          <a:xfrm>
            <a:off x="0" y="0"/>
            <a:ext cx="12186000" cy="68551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0" name="Rectangle 289"/>
          <p:cNvSpPr/>
          <p:nvPr/>
        </p:nvSpPr>
        <p:spPr>
          <a:xfrm>
            <a:off x="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1" name="Rectangle 290"/>
          <p:cNvSpPr/>
          <p:nvPr/>
        </p:nvSpPr>
        <p:spPr>
          <a:xfrm>
            <a:off x="914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2" name="Rectangle 291"/>
          <p:cNvSpPr/>
          <p:nvPr/>
        </p:nvSpPr>
        <p:spPr>
          <a:xfrm>
            <a:off x="1828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3" name="Rectangle 292"/>
          <p:cNvSpPr/>
          <p:nvPr/>
        </p:nvSpPr>
        <p:spPr>
          <a:xfrm>
            <a:off x="2743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4" name="Rectangle 293"/>
          <p:cNvSpPr/>
          <p:nvPr/>
        </p:nvSpPr>
        <p:spPr>
          <a:xfrm>
            <a:off x="3657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5" name="Rectangle 294"/>
          <p:cNvSpPr/>
          <p:nvPr/>
        </p:nvSpPr>
        <p:spPr>
          <a:xfrm>
            <a:off x="4572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6" name="Rectangle 295"/>
          <p:cNvSpPr/>
          <p:nvPr/>
        </p:nvSpPr>
        <p:spPr>
          <a:xfrm>
            <a:off x="5486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7" name="Rectangle 296"/>
          <p:cNvSpPr/>
          <p:nvPr/>
        </p:nvSpPr>
        <p:spPr>
          <a:xfrm>
            <a:off x="6400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8" name="Rectangle 297"/>
          <p:cNvSpPr/>
          <p:nvPr/>
        </p:nvSpPr>
        <p:spPr>
          <a:xfrm>
            <a:off x="7315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9" name="Rectangle 298"/>
          <p:cNvSpPr/>
          <p:nvPr/>
        </p:nvSpPr>
        <p:spPr>
          <a:xfrm>
            <a:off x="8229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0" name="Rectangle 299"/>
          <p:cNvSpPr/>
          <p:nvPr/>
        </p:nvSpPr>
        <p:spPr>
          <a:xfrm>
            <a:off x="9144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1" name="Rectangle 300"/>
          <p:cNvSpPr/>
          <p:nvPr/>
        </p:nvSpPr>
        <p:spPr>
          <a:xfrm>
            <a:off x="10058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2" name="Rectangle 301"/>
          <p:cNvSpPr/>
          <p:nvPr/>
        </p:nvSpPr>
        <p:spPr>
          <a:xfrm>
            <a:off x="10972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3" name="Rectangle 302"/>
          <p:cNvSpPr/>
          <p:nvPr/>
        </p:nvSpPr>
        <p:spPr>
          <a:xfrm>
            <a:off x="11887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4" name="Rectangle 303"/>
          <p:cNvSpPr/>
          <p:nvPr/>
        </p:nvSpPr>
        <p:spPr>
          <a:xfrm>
            <a:off x="0" y="0"/>
            <a:ext cx="317160" cy="68551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5" name="Rounded Rectangle 127"/>
          <p:cNvSpPr/>
          <p:nvPr/>
        </p:nvSpPr>
        <p:spPr>
          <a:xfrm>
            <a:off x="9875520" y="365760"/>
            <a:ext cx="2008800" cy="5000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96" name="TextBox 55"/>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197" name="TextBox 56"/>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198" name="Rounded Rectangle 128"/>
          <p:cNvSpPr/>
          <p:nvPr/>
        </p:nvSpPr>
        <p:spPr>
          <a:xfrm>
            <a:off x="98748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9" name="Rounded Rectangle 129"/>
          <p:cNvSpPr/>
          <p:nvPr/>
        </p:nvSpPr>
        <p:spPr>
          <a:xfrm>
            <a:off x="685800" y="3108960"/>
            <a:ext cx="3517560" cy="3061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 Code Point (U+XXXX format)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Example:</a:t>
            </a: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A →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ç → U+00E7</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U+1F600</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universal → same meaning everywhere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Encoding systems (UTF-8, UTF-16, UTF-32) define how these are stored</a:t>
            </a:r>
            <a:endParaRPr b="0" lang="en-US" sz="1800" spc="-1" strike="noStrike">
              <a:solidFill>
                <a:srgbClr val="ffffff"/>
              </a:solidFill>
              <a:latin typeface="Arial"/>
            </a:endParaRPr>
          </a:p>
        </p:txBody>
      </p:sp>
      <p:sp>
        <p:nvSpPr>
          <p:cNvPr id="1200" name="Rounded Rectangle 130"/>
          <p:cNvSpPr/>
          <p:nvPr/>
        </p:nvSpPr>
        <p:spPr>
          <a:xfrm>
            <a:off x="450792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1" name="Rounded Rectangle 131"/>
          <p:cNvSpPr/>
          <p:nvPr/>
        </p:nvSpPr>
        <p:spPr>
          <a:xfrm>
            <a:off x="4434840" y="3108960"/>
            <a:ext cx="3288960" cy="2740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 Binary → Display</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 → U+0041 → UTF-8 → 01000001 → Screen</a:t>
            </a:r>
            <a:endParaRPr b="0" lang="en-US" sz="1800" spc="-1" strike="noStrike">
              <a:solidFill>
                <a:srgbClr val="ffffff"/>
              </a:solidFill>
              <a:latin typeface="Arial"/>
            </a:endParaRPr>
          </a:p>
        </p:txBody>
      </p:sp>
      <p:sp>
        <p:nvSpPr>
          <p:cNvPr id="1202" name="Rounded Rectangle 132"/>
          <p:cNvSpPr/>
          <p:nvPr/>
        </p:nvSpPr>
        <p:spPr>
          <a:xfrm>
            <a:off x="802836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3" name="Rounded Rectangle 133"/>
          <p:cNvSpPr/>
          <p:nvPr/>
        </p:nvSpPr>
        <p:spPr>
          <a:xfrm>
            <a:off x="7955280" y="2514600"/>
            <a:ext cx="3930120" cy="3655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letter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codePoint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System.out.println("Character: "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Code Point: U+" + Integer.toHexString(codePoint).toUpperCase());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Unicode escape usage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unicodeChar = '\u0041';</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Escape: " + unicodeChar);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204" name="TextBox 5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5" name="Rectangle 17"/>
          <p:cNvSpPr/>
          <p:nvPr/>
        </p:nvSpPr>
        <p:spPr>
          <a:xfrm>
            <a:off x="0" y="0"/>
            <a:ext cx="12186000" cy="68551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6" name="Rectangle 18"/>
          <p:cNvSpPr/>
          <p:nvPr/>
        </p:nvSpPr>
        <p:spPr>
          <a:xfrm>
            <a:off x="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7" name="Rectangle 19"/>
          <p:cNvSpPr/>
          <p:nvPr/>
        </p:nvSpPr>
        <p:spPr>
          <a:xfrm>
            <a:off x="914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8" name="Rectangle 20"/>
          <p:cNvSpPr/>
          <p:nvPr/>
        </p:nvSpPr>
        <p:spPr>
          <a:xfrm>
            <a:off x="1828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9" name="Rectangle 21"/>
          <p:cNvSpPr/>
          <p:nvPr/>
        </p:nvSpPr>
        <p:spPr>
          <a:xfrm>
            <a:off x="2743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0" name="Rectangle 22"/>
          <p:cNvSpPr/>
          <p:nvPr/>
        </p:nvSpPr>
        <p:spPr>
          <a:xfrm>
            <a:off x="3657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1" name="Rectangle 23"/>
          <p:cNvSpPr/>
          <p:nvPr/>
        </p:nvSpPr>
        <p:spPr>
          <a:xfrm>
            <a:off x="4572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2" name="Rectangle 24"/>
          <p:cNvSpPr/>
          <p:nvPr/>
        </p:nvSpPr>
        <p:spPr>
          <a:xfrm>
            <a:off x="5486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3" name="Rectangle 25"/>
          <p:cNvSpPr/>
          <p:nvPr/>
        </p:nvSpPr>
        <p:spPr>
          <a:xfrm>
            <a:off x="6400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4" name="Rectangle 26"/>
          <p:cNvSpPr/>
          <p:nvPr/>
        </p:nvSpPr>
        <p:spPr>
          <a:xfrm>
            <a:off x="7315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5" name="Rectangle 27"/>
          <p:cNvSpPr/>
          <p:nvPr/>
        </p:nvSpPr>
        <p:spPr>
          <a:xfrm>
            <a:off x="8229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6" name="Rectangle 28"/>
          <p:cNvSpPr/>
          <p:nvPr/>
        </p:nvSpPr>
        <p:spPr>
          <a:xfrm>
            <a:off x="9144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7" name="Rectangle 29"/>
          <p:cNvSpPr/>
          <p:nvPr/>
        </p:nvSpPr>
        <p:spPr>
          <a:xfrm>
            <a:off x="10058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8" name="Rectangle 30"/>
          <p:cNvSpPr/>
          <p:nvPr/>
        </p:nvSpPr>
        <p:spPr>
          <a:xfrm>
            <a:off x="10972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9" name="Rectangle 31"/>
          <p:cNvSpPr/>
          <p:nvPr/>
        </p:nvSpPr>
        <p:spPr>
          <a:xfrm>
            <a:off x="11887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0" name="Rectangle 304"/>
          <p:cNvSpPr/>
          <p:nvPr/>
        </p:nvSpPr>
        <p:spPr>
          <a:xfrm>
            <a:off x="0" y="0"/>
            <a:ext cx="317160" cy="68551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1" name="Rounded Rectangle 134"/>
          <p:cNvSpPr/>
          <p:nvPr/>
        </p:nvSpPr>
        <p:spPr>
          <a:xfrm>
            <a:off x="9875520" y="365760"/>
            <a:ext cx="2008800" cy="5000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22" name="TextBox 58"/>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223" name="TextBox 59"/>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224" name="Rounded Rectangle 135"/>
          <p:cNvSpPr/>
          <p:nvPr/>
        </p:nvSpPr>
        <p:spPr>
          <a:xfrm>
            <a:off x="98748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5" name="Rounded Rectangle 136"/>
          <p:cNvSpPr/>
          <p:nvPr/>
        </p:nvSpPr>
        <p:spPr>
          <a:xfrm>
            <a:off x="528480" y="2851200"/>
            <a:ext cx="3813480" cy="3319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rgbClr val="ffffff"/>
              </a:solidFill>
              <a:latin typeface="Arial"/>
              <a:ea typeface="DejaVu Sans"/>
            </a:endParaRPr>
          </a:p>
        </p:txBody>
      </p:sp>
      <p:sp>
        <p:nvSpPr>
          <p:cNvPr id="1226" name="Rounded Rectangle 137"/>
          <p:cNvSpPr/>
          <p:nvPr/>
        </p:nvSpPr>
        <p:spPr>
          <a:xfrm>
            <a:off x="450792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7" name="Rounded Rectangle 138"/>
          <p:cNvSpPr/>
          <p:nvPr/>
        </p:nvSpPr>
        <p:spPr>
          <a:xfrm>
            <a:off x="4482000" y="3099600"/>
            <a:ext cx="3288960" cy="2740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Character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Unicode Code Point (U+XXXX)</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Choose Encoding (UTF-8 / UTF-16)</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Convert to Binary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Store in Memory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Display on Screen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Example: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'A' → U+0041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UTF-8 → 01000001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UTF-16 → 00000000 01000001</a:t>
            </a:r>
            <a:endParaRPr b="0" lang="en-US" sz="1500" spc="-1" strike="noStrike">
              <a:solidFill>
                <a:srgbClr val="ffffff"/>
              </a:solidFill>
              <a:latin typeface="Arial"/>
            </a:endParaRPr>
          </a:p>
        </p:txBody>
      </p:sp>
      <p:sp>
        <p:nvSpPr>
          <p:cNvPr id="1228" name="Rounded Rectangle 139"/>
          <p:cNvSpPr/>
          <p:nvPr/>
        </p:nvSpPr>
        <p:spPr>
          <a:xfrm>
            <a:off x="802836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9" name="Rounded Rectangle 140"/>
          <p:cNvSpPr/>
          <p:nvPr/>
        </p:nvSpPr>
        <p:spPr>
          <a:xfrm>
            <a:off x="7955280" y="2286000"/>
            <a:ext cx="3930120" cy="3884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public class EncodingExample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"A";</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UTF-8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utf8Bytes = text.getBytes(java.nio.charset.StandardCharsets.UTF_8);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UTF-16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utf16Bytes = text.getBytes(java.nio.charset.StandardCharsets.UTF_16);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System.out.println("UTF-8:");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utf8Bytes)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System.out.println("\nUTF-16:");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utf16Bytes)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230" name="TextBox 6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231" name="" descr=""/>
          <p:cNvPicPr/>
          <p:nvPr/>
        </p:nvPicPr>
        <p:blipFill>
          <a:blip r:embed="rId1"/>
          <a:stretch/>
        </p:blipFill>
        <p:spPr>
          <a:xfrm>
            <a:off x="585720" y="3429000"/>
            <a:ext cx="3728880" cy="211644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2" name="Rectangle 305"/>
          <p:cNvSpPr/>
          <p:nvPr/>
        </p:nvSpPr>
        <p:spPr>
          <a:xfrm>
            <a:off x="0" y="0"/>
            <a:ext cx="12186360" cy="68554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3" name="Rectangle 306"/>
          <p:cNvSpPr/>
          <p:nvPr/>
        </p:nvSpPr>
        <p:spPr>
          <a:xfrm>
            <a:off x="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4" name="Rectangle 307"/>
          <p:cNvSpPr/>
          <p:nvPr/>
        </p:nvSpPr>
        <p:spPr>
          <a:xfrm>
            <a:off x="914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5" name="Rectangle 308"/>
          <p:cNvSpPr/>
          <p:nvPr/>
        </p:nvSpPr>
        <p:spPr>
          <a:xfrm>
            <a:off x="1828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6" name="Rectangle 309"/>
          <p:cNvSpPr/>
          <p:nvPr/>
        </p:nvSpPr>
        <p:spPr>
          <a:xfrm>
            <a:off x="2743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7" name="Rectangle 310"/>
          <p:cNvSpPr/>
          <p:nvPr/>
        </p:nvSpPr>
        <p:spPr>
          <a:xfrm>
            <a:off x="3657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8" name="Rectangle 311"/>
          <p:cNvSpPr/>
          <p:nvPr/>
        </p:nvSpPr>
        <p:spPr>
          <a:xfrm>
            <a:off x="4572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9" name="Rectangle 312"/>
          <p:cNvSpPr/>
          <p:nvPr/>
        </p:nvSpPr>
        <p:spPr>
          <a:xfrm>
            <a:off x="5486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0" name="Rectangle 313"/>
          <p:cNvSpPr/>
          <p:nvPr/>
        </p:nvSpPr>
        <p:spPr>
          <a:xfrm>
            <a:off x="6400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1" name="Rectangle 314"/>
          <p:cNvSpPr/>
          <p:nvPr/>
        </p:nvSpPr>
        <p:spPr>
          <a:xfrm>
            <a:off x="7315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2" name="Rectangle 315"/>
          <p:cNvSpPr/>
          <p:nvPr/>
        </p:nvSpPr>
        <p:spPr>
          <a:xfrm>
            <a:off x="8229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3" name="Rectangle 316"/>
          <p:cNvSpPr/>
          <p:nvPr/>
        </p:nvSpPr>
        <p:spPr>
          <a:xfrm>
            <a:off x="9144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4" name="Rectangle 317"/>
          <p:cNvSpPr/>
          <p:nvPr/>
        </p:nvSpPr>
        <p:spPr>
          <a:xfrm>
            <a:off x="10058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5" name="Rectangle 318"/>
          <p:cNvSpPr/>
          <p:nvPr/>
        </p:nvSpPr>
        <p:spPr>
          <a:xfrm>
            <a:off x="10972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6" name="Rectangle 319"/>
          <p:cNvSpPr/>
          <p:nvPr/>
        </p:nvSpPr>
        <p:spPr>
          <a:xfrm>
            <a:off x="11887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7" name="Rectangle 320"/>
          <p:cNvSpPr/>
          <p:nvPr/>
        </p:nvSpPr>
        <p:spPr>
          <a:xfrm>
            <a:off x="0" y="0"/>
            <a:ext cx="317520" cy="68554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8" name="Rounded Rectangle 141"/>
          <p:cNvSpPr/>
          <p:nvPr/>
        </p:nvSpPr>
        <p:spPr>
          <a:xfrm>
            <a:off x="9875520" y="365760"/>
            <a:ext cx="2009160" cy="5004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49" name="TextBox 61"/>
          <p:cNvSpPr/>
          <p:nvPr/>
        </p:nvSpPr>
        <p:spPr>
          <a:xfrm>
            <a:off x="2571840" y="1005840"/>
            <a:ext cx="582660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Unicode Escape Sequences</a:t>
            </a:r>
            <a:endParaRPr b="0" lang="en-US" sz="4000" spc="-1" strike="noStrike">
              <a:solidFill>
                <a:srgbClr val="000000"/>
              </a:solidFill>
              <a:latin typeface="Arial"/>
            </a:endParaRPr>
          </a:p>
        </p:txBody>
      </p:sp>
      <p:sp>
        <p:nvSpPr>
          <p:cNvPr id="1250" name="TextBox 62"/>
          <p:cNvSpPr/>
          <p:nvPr/>
        </p:nvSpPr>
        <p:spPr>
          <a:xfrm>
            <a:off x="2514600" y="1828800"/>
            <a:ext cx="678492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Unicode characters can be written using escape sequences,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even if they are not directly available on the keyboard.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all characters to be safely represented within the code.</a:t>
            </a:r>
            <a:endParaRPr b="0" lang="en-US" sz="1900" spc="-1" strike="noStrike">
              <a:solidFill>
                <a:srgbClr val="000000"/>
              </a:solidFill>
              <a:latin typeface="Arial"/>
            </a:endParaRPr>
          </a:p>
        </p:txBody>
      </p:sp>
      <p:sp>
        <p:nvSpPr>
          <p:cNvPr id="1251" name="Rounded Rectangle 142"/>
          <p:cNvSpPr/>
          <p:nvPr/>
        </p:nvSpPr>
        <p:spPr>
          <a:xfrm>
            <a:off x="98748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2" name="Rounded Rectangle 143"/>
          <p:cNvSpPr/>
          <p:nvPr/>
        </p:nvSpPr>
        <p:spPr>
          <a:xfrm>
            <a:off x="685800" y="2971800"/>
            <a:ext cx="3517920" cy="3427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In Java, Unicode characters are written in the format \uXXXX</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XXXX → hexadecimal values (0–9, A–F)</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Every Unicode character has a unique code point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\u0041 → 'A'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\u00E7 → 'ç'</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\u0131 → 'ı'</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\u2665 → ♥</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Java char type uses Unicode (UTF-16)</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This allows support for all world languages</a:t>
            </a:r>
            <a:endParaRPr b="0" lang="en-US" sz="1400" spc="-1" strike="noStrike">
              <a:solidFill>
                <a:srgbClr val="ffffff"/>
              </a:solidFill>
              <a:latin typeface="Arial"/>
            </a:endParaRPr>
          </a:p>
        </p:txBody>
      </p:sp>
      <p:sp>
        <p:nvSpPr>
          <p:cNvPr id="1253" name="Rounded Rectangle 144"/>
          <p:cNvSpPr/>
          <p:nvPr/>
        </p:nvSpPr>
        <p:spPr>
          <a:xfrm>
            <a:off x="450792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4" name="Rounded Rectangle 145"/>
          <p:cNvSpPr/>
          <p:nvPr/>
        </p:nvSpPr>
        <p:spPr>
          <a:xfrm>
            <a:off x="4434840" y="3108960"/>
            <a:ext cx="3289320" cy="2740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Escape Sequence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as char in Java</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Example flow:</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'ç' → U+00E7 → \u00E7 → char → output</a:t>
            </a:r>
            <a:endParaRPr b="0" lang="en-US" sz="1800" spc="-1" strike="noStrike">
              <a:solidFill>
                <a:srgbClr val="ffffff"/>
              </a:solidFill>
              <a:latin typeface="Arial"/>
            </a:endParaRPr>
          </a:p>
        </p:txBody>
      </p:sp>
      <p:sp>
        <p:nvSpPr>
          <p:cNvPr id="1255" name="Rounded Rectangle 146"/>
          <p:cNvSpPr/>
          <p:nvPr/>
        </p:nvSpPr>
        <p:spPr>
          <a:xfrm>
            <a:off x="802836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6" name="Rounded Rectangle 147"/>
          <p:cNvSpPr/>
          <p:nvPr/>
        </p:nvSpPr>
        <p:spPr>
          <a:xfrm>
            <a:off x="7955280" y="3108960"/>
            <a:ext cx="3473280" cy="2833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UnicodeEscapeExample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a = '\u0041';   // 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c = '\u00E7';   // ç</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dotlessI = '\u0131'; // ı</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heart = '\u2665'; //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System.out.println(c);</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System.out.println(dotlessI);</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System.out.println(heart);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257" name="TextBox 6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8" name="Rectangle 321"/>
          <p:cNvSpPr/>
          <p:nvPr/>
        </p:nvSpPr>
        <p:spPr>
          <a:xfrm>
            <a:off x="0" y="0"/>
            <a:ext cx="12186720" cy="68558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9" name="Rectangle 322"/>
          <p:cNvSpPr/>
          <p:nvPr/>
        </p:nvSpPr>
        <p:spPr>
          <a:xfrm>
            <a:off x="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0" name="Rectangle 323"/>
          <p:cNvSpPr/>
          <p:nvPr/>
        </p:nvSpPr>
        <p:spPr>
          <a:xfrm>
            <a:off x="914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1" name="Rectangle 324"/>
          <p:cNvSpPr/>
          <p:nvPr/>
        </p:nvSpPr>
        <p:spPr>
          <a:xfrm>
            <a:off x="1828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2" name="Rectangle 325"/>
          <p:cNvSpPr/>
          <p:nvPr/>
        </p:nvSpPr>
        <p:spPr>
          <a:xfrm>
            <a:off x="2743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3" name="Rectangle 326"/>
          <p:cNvSpPr/>
          <p:nvPr/>
        </p:nvSpPr>
        <p:spPr>
          <a:xfrm>
            <a:off x="3657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4" name="Rectangle 327"/>
          <p:cNvSpPr/>
          <p:nvPr/>
        </p:nvSpPr>
        <p:spPr>
          <a:xfrm>
            <a:off x="4572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5" name="Rectangle 328"/>
          <p:cNvSpPr/>
          <p:nvPr/>
        </p:nvSpPr>
        <p:spPr>
          <a:xfrm>
            <a:off x="5486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6" name="Rectangle 329"/>
          <p:cNvSpPr/>
          <p:nvPr/>
        </p:nvSpPr>
        <p:spPr>
          <a:xfrm>
            <a:off x="6400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7" name="Rectangle 330"/>
          <p:cNvSpPr/>
          <p:nvPr/>
        </p:nvSpPr>
        <p:spPr>
          <a:xfrm>
            <a:off x="7315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8" name="Rectangle 331"/>
          <p:cNvSpPr/>
          <p:nvPr/>
        </p:nvSpPr>
        <p:spPr>
          <a:xfrm>
            <a:off x="8229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9" name="Rectangle 332"/>
          <p:cNvSpPr/>
          <p:nvPr/>
        </p:nvSpPr>
        <p:spPr>
          <a:xfrm>
            <a:off x="9144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0" name="Rectangle 333"/>
          <p:cNvSpPr/>
          <p:nvPr/>
        </p:nvSpPr>
        <p:spPr>
          <a:xfrm>
            <a:off x="10058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1" name="Rectangle 334"/>
          <p:cNvSpPr/>
          <p:nvPr/>
        </p:nvSpPr>
        <p:spPr>
          <a:xfrm>
            <a:off x="10972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2" name="Rectangle 335"/>
          <p:cNvSpPr/>
          <p:nvPr/>
        </p:nvSpPr>
        <p:spPr>
          <a:xfrm>
            <a:off x="11887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3" name="Rectangle 336"/>
          <p:cNvSpPr/>
          <p:nvPr/>
        </p:nvSpPr>
        <p:spPr>
          <a:xfrm>
            <a:off x="0" y="0"/>
            <a:ext cx="317880" cy="68558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4" name="Rounded Rectangle 148"/>
          <p:cNvSpPr/>
          <p:nvPr/>
        </p:nvSpPr>
        <p:spPr>
          <a:xfrm>
            <a:off x="9875520" y="365760"/>
            <a:ext cx="2009520" cy="5007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75" name="TextBox 64"/>
          <p:cNvSpPr/>
          <p:nvPr/>
        </p:nvSpPr>
        <p:spPr>
          <a:xfrm>
            <a:off x="954360" y="1005840"/>
            <a:ext cx="90630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and String Structure (Java)</a:t>
            </a:r>
            <a:endParaRPr b="0" lang="en-US" sz="4800" spc="-1" strike="noStrike">
              <a:solidFill>
                <a:srgbClr val="000000"/>
              </a:solidFill>
              <a:latin typeface="Arial"/>
            </a:endParaRPr>
          </a:p>
        </p:txBody>
      </p:sp>
      <p:sp>
        <p:nvSpPr>
          <p:cNvPr id="1276" name="TextBox 65"/>
          <p:cNvSpPr/>
          <p:nvPr/>
        </p:nvSpPr>
        <p:spPr>
          <a:xfrm>
            <a:off x="1874160" y="2194560"/>
            <a:ext cx="7222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texts (Strings) are actually sequences of Unicode characters and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each character is stored using UTF-16 encoding.</a:t>
            </a:r>
            <a:endParaRPr b="0" lang="en-US" sz="1900" spc="-1" strike="noStrike">
              <a:solidFill>
                <a:srgbClr val="000000"/>
              </a:solidFill>
              <a:latin typeface="Arial"/>
            </a:endParaRPr>
          </a:p>
        </p:txBody>
      </p:sp>
      <p:sp>
        <p:nvSpPr>
          <p:cNvPr id="1277" name="Rounded Rectangle 149"/>
          <p:cNvSpPr/>
          <p:nvPr/>
        </p:nvSpPr>
        <p:spPr>
          <a:xfrm>
            <a:off x="98748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8" name="Rounded Rectangle 150"/>
          <p:cNvSpPr/>
          <p:nvPr/>
        </p:nvSpPr>
        <p:spPr>
          <a:xfrm>
            <a:off x="685800" y="3108960"/>
            <a:ext cx="3518280" cy="283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600" spc="-1" strike="noStrike">
                <a:solidFill>
                  <a:schemeClr val="lt1"/>
                </a:solidFill>
                <a:latin typeface="Calibri"/>
                <a:ea typeface="DejaVu Sans"/>
              </a:rPr>
              <a:t>Basic Information</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String → combination of multiple char values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Java String internally uses Unicode (UTF-16)</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Each character = Unicode code point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length() → returns number of char units, not actual characters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Some characters (like emojis) may use 2 chars</a:t>
            </a:r>
            <a:endParaRPr b="0" lang="en-US" sz="1600" spc="-1" strike="noStrike">
              <a:solidFill>
                <a:srgbClr val="ffffff"/>
              </a:solidFill>
              <a:latin typeface="Arial"/>
            </a:endParaRPr>
          </a:p>
        </p:txBody>
      </p:sp>
      <p:sp>
        <p:nvSpPr>
          <p:cNvPr id="1279" name="Rounded Rectangle 151"/>
          <p:cNvSpPr/>
          <p:nvPr/>
        </p:nvSpPr>
        <p:spPr>
          <a:xfrm>
            <a:off x="450792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0" name="Rounded Rectangle 152"/>
          <p:cNvSpPr/>
          <p:nvPr/>
        </p:nvSpPr>
        <p:spPr>
          <a:xfrm>
            <a:off x="4434840" y="2971800"/>
            <a:ext cx="3289680" cy="3656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(Flow)</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Text (String)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Unicode characters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UTF-16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char array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in memory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Example: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"Hi 😊" → H + i + (2-char emoji) → length = 4</a:t>
            </a:r>
            <a:endParaRPr b="0" lang="en-US" sz="1800" spc="-1" strike="noStrike">
              <a:solidFill>
                <a:srgbClr val="ffffff"/>
              </a:solidFill>
              <a:latin typeface="Arial"/>
            </a:endParaRPr>
          </a:p>
        </p:txBody>
      </p:sp>
      <p:sp>
        <p:nvSpPr>
          <p:cNvPr id="1281" name="Rounded Rectangle 153"/>
          <p:cNvSpPr/>
          <p:nvPr/>
        </p:nvSpPr>
        <p:spPr>
          <a:xfrm>
            <a:off x="802836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2" name="Rounded Rectangle 154"/>
          <p:cNvSpPr/>
          <p:nvPr/>
        </p:nvSpPr>
        <p:spPr>
          <a:xfrm>
            <a:off x="7955280" y="2743200"/>
            <a:ext cx="3702240" cy="3656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StringUnicodeExample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String text = "Hi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 " + text);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System.out.println("Length: " + text.length());</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for (int i = 0; i &lt; text.length(); 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System.out.println(text.charAt(i));</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283" name="TextBox 6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4" name="Rectangle 337"/>
          <p:cNvSpPr/>
          <p:nvPr/>
        </p:nvSpPr>
        <p:spPr>
          <a:xfrm>
            <a:off x="0" y="0"/>
            <a:ext cx="12187440" cy="68565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5" name="Rectangle 338"/>
          <p:cNvSpPr/>
          <p:nvPr/>
        </p:nvSpPr>
        <p:spPr>
          <a:xfrm>
            <a:off x="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6" name="Rectangle 339"/>
          <p:cNvSpPr/>
          <p:nvPr/>
        </p:nvSpPr>
        <p:spPr>
          <a:xfrm>
            <a:off x="914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7" name="Rectangle 340"/>
          <p:cNvSpPr/>
          <p:nvPr/>
        </p:nvSpPr>
        <p:spPr>
          <a:xfrm>
            <a:off x="1828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8" name="Rectangle 341"/>
          <p:cNvSpPr/>
          <p:nvPr/>
        </p:nvSpPr>
        <p:spPr>
          <a:xfrm>
            <a:off x="2743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9" name="Rectangle 342"/>
          <p:cNvSpPr/>
          <p:nvPr/>
        </p:nvSpPr>
        <p:spPr>
          <a:xfrm>
            <a:off x="3657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0" name="Rectangle 343"/>
          <p:cNvSpPr/>
          <p:nvPr/>
        </p:nvSpPr>
        <p:spPr>
          <a:xfrm>
            <a:off x="4572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1" name="Rectangle 344"/>
          <p:cNvSpPr/>
          <p:nvPr/>
        </p:nvSpPr>
        <p:spPr>
          <a:xfrm>
            <a:off x="5486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2" name="Rectangle 345"/>
          <p:cNvSpPr/>
          <p:nvPr/>
        </p:nvSpPr>
        <p:spPr>
          <a:xfrm>
            <a:off x="6400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3" name="Rectangle 346"/>
          <p:cNvSpPr/>
          <p:nvPr/>
        </p:nvSpPr>
        <p:spPr>
          <a:xfrm>
            <a:off x="7315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4" name="Rectangle 347"/>
          <p:cNvSpPr/>
          <p:nvPr/>
        </p:nvSpPr>
        <p:spPr>
          <a:xfrm>
            <a:off x="8229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5" name="Rectangle 348"/>
          <p:cNvSpPr/>
          <p:nvPr/>
        </p:nvSpPr>
        <p:spPr>
          <a:xfrm>
            <a:off x="9144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6" name="Rectangle 349"/>
          <p:cNvSpPr/>
          <p:nvPr/>
        </p:nvSpPr>
        <p:spPr>
          <a:xfrm>
            <a:off x="10058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7" name="Rectangle 350"/>
          <p:cNvSpPr/>
          <p:nvPr/>
        </p:nvSpPr>
        <p:spPr>
          <a:xfrm>
            <a:off x="10972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8" name="Rectangle 351"/>
          <p:cNvSpPr/>
          <p:nvPr/>
        </p:nvSpPr>
        <p:spPr>
          <a:xfrm>
            <a:off x="11887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9" name="Rectangle 352"/>
          <p:cNvSpPr/>
          <p:nvPr/>
        </p:nvSpPr>
        <p:spPr>
          <a:xfrm>
            <a:off x="0" y="0"/>
            <a:ext cx="318600" cy="68565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0" name="Rounded Rectangle 155"/>
          <p:cNvSpPr/>
          <p:nvPr/>
        </p:nvSpPr>
        <p:spPr>
          <a:xfrm>
            <a:off x="9875520" y="365760"/>
            <a:ext cx="2010240" cy="5014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01" name="TextBox 67"/>
          <p:cNvSpPr/>
          <p:nvPr/>
        </p:nvSpPr>
        <p:spPr>
          <a:xfrm>
            <a:off x="1267920" y="1005840"/>
            <a:ext cx="8434800" cy="1551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in Java – Final Overview</a:t>
            </a:r>
            <a:endParaRPr b="0" lang="en-US" sz="4800" spc="-1" strike="noStrike">
              <a:solidFill>
                <a:srgbClr val="000000"/>
              </a:solidFill>
              <a:latin typeface="Arial"/>
            </a:endParaRPr>
          </a:p>
          <a:p>
            <a:pPr>
              <a:lnSpc>
                <a:spcPct val="100000"/>
              </a:lnSpc>
            </a:pPr>
            <a:endParaRPr b="0" lang="en-US" sz="4800" spc="-1" strike="noStrike">
              <a:solidFill>
                <a:srgbClr val="000000"/>
              </a:solidFill>
              <a:latin typeface="Arial"/>
            </a:endParaRPr>
          </a:p>
        </p:txBody>
      </p:sp>
      <p:sp>
        <p:nvSpPr>
          <p:cNvPr id="1302" name="TextBox 68"/>
          <p:cNvSpPr/>
          <p:nvPr/>
        </p:nvSpPr>
        <p:spPr>
          <a:xfrm>
            <a:off x="737280" y="2057400"/>
            <a:ext cx="94975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enables Java to represent text in a universal and standardized way.</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characters from different languages ​​to be processed securely within a single system.</a:t>
            </a:r>
            <a:endParaRPr b="0" lang="en-US" sz="1900" spc="-1" strike="noStrike">
              <a:solidFill>
                <a:srgbClr val="000000"/>
              </a:solidFill>
              <a:latin typeface="Arial"/>
            </a:endParaRPr>
          </a:p>
        </p:txBody>
      </p:sp>
      <p:sp>
        <p:nvSpPr>
          <p:cNvPr id="1303" name="Rounded Rectangle 156"/>
          <p:cNvSpPr/>
          <p:nvPr/>
        </p:nvSpPr>
        <p:spPr>
          <a:xfrm>
            <a:off x="98748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4" name="Rounded Rectangle 157"/>
          <p:cNvSpPr/>
          <p:nvPr/>
        </p:nvSpPr>
        <p:spPr>
          <a:xfrm>
            <a:off x="914400" y="3108960"/>
            <a:ext cx="3290400" cy="2741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Java uses the Unicode standard when processing characters. The `char` data type operates on the UTF-16 principle with its 16-bit structure and directly represents many characters. Thanks to this structure, Java can work not only with English characters but also with symbols from Turkish, Arabic, Chinese, and many other languages. Unicode support is of great importance in multilingual software development.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p:txBody>
      </p:sp>
      <p:sp>
        <p:nvSpPr>
          <p:cNvPr id="1305" name="Rounded Rectangle 158"/>
          <p:cNvSpPr/>
          <p:nvPr/>
        </p:nvSpPr>
        <p:spPr>
          <a:xfrm>
            <a:off x="450792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6" name="Rounded Rectangle 159"/>
          <p:cNvSpPr/>
          <p:nvPr/>
        </p:nvSpPr>
        <p:spPr>
          <a:xfrm>
            <a:off x="4434840" y="3108960"/>
            <a:ext cx="3290400" cy="2741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Unicode Code Point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UTF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Stored and Processed in Java</a:t>
            </a:r>
            <a:endParaRPr b="0" lang="en-US" sz="1800" spc="-1" strike="noStrike">
              <a:solidFill>
                <a:srgbClr val="ffffff"/>
              </a:solidFill>
              <a:latin typeface="Arial"/>
            </a:endParaRPr>
          </a:p>
        </p:txBody>
      </p:sp>
      <p:sp>
        <p:nvSpPr>
          <p:cNvPr id="1307" name="Rounded Rectangle 160"/>
          <p:cNvSpPr/>
          <p:nvPr/>
        </p:nvSpPr>
        <p:spPr>
          <a:xfrm>
            <a:off x="802836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8" name="Rounded Rectangle 161"/>
          <p:cNvSpPr/>
          <p:nvPr/>
        </p:nvSpPr>
        <p:spPr>
          <a:xfrm>
            <a:off x="7955280" y="3108960"/>
            <a:ext cx="3931560" cy="3291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public class UnicodeSummary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public static void main(String[] args)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char letter = 'Ç';</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System.out.println("Character: " +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System.out.println("Unicode Value: " + (int)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a:t>
            </a:r>
            <a:endParaRPr b="0" lang="en-US" sz="1600" spc="-1" strike="noStrike">
              <a:solidFill>
                <a:srgbClr val="ffffff"/>
              </a:solidFill>
              <a:latin typeface="Arial"/>
            </a:endParaRPr>
          </a:p>
        </p:txBody>
      </p:sp>
      <p:sp>
        <p:nvSpPr>
          <p:cNvPr id="1309" name="TextBox 69"/>
          <p:cNvSpPr/>
          <p:nvPr/>
        </p:nvSpPr>
        <p:spPr>
          <a:xfrm>
            <a:off x="4600080" y="6446520"/>
            <a:ext cx="305136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0" name="Rectangle 353"/>
          <p:cNvSpPr/>
          <p:nvPr/>
        </p:nvSpPr>
        <p:spPr>
          <a:xfrm>
            <a:off x="0" y="0"/>
            <a:ext cx="12187800" cy="68569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11" name="Rectangle 354"/>
          <p:cNvSpPr/>
          <p:nvPr/>
        </p:nvSpPr>
        <p:spPr>
          <a:xfrm>
            <a:off x="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12" name="Rectangle 355"/>
          <p:cNvSpPr/>
          <p:nvPr/>
        </p:nvSpPr>
        <p:spPr>
          <a:xfrm>
            <a:off x="914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13" name="Rectangle 356"/>
          <p:cNvSpPr/>
          <p:nvPr/>
        </p:nvSpPr>
        <p:spPr>
          <a:xfrm>
            <a:off x="1828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14" name="Rectangle 357"/>
          <p:cNvSpPr/>
          <p:nvPr/>
        </p:nvSpPr>
        <p:spPr>
          <a:xfrm>
            <a:off x="2743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15" name="Rectangle 358"/>
          <p:cNvSpPr/>
          <p:nvPr/>
        </p:nvSpPr>
        <p:spPr>
          <a:xfrm>
            <a:off x="3657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16" name="Rectangle 359"/>
          <p:cNvSpPr/>
          <p:nvPr/>
        </p:nvSpPr>
        <p:spPr>
          <a:xfrm>
            <a:off x="4572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17" name="Rectangle 360"/>
          <p:cNvSpPr/>
          <p:nvPr/>
        </p:nvSpPr>
        <p:spPr>
          <a:xfrm>
            <a:off x="5486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18" name="Rectangle 361"/>
          <p:cNvSpPr/>
          <p:nvPr/>
        </p:nvSpPr>
        <p:spPr>
          <a:xfrm>
            <a:off x="6400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19" name="Rectangle 362"/>
          <p:cNvSpPr/>
          <p:nvPr/>
        </p:nvSpPr>
        <p:spPr>
          <a:xfrm>
            <a:off x="7315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20" name="Rectangle 363"/>
          <p:cNvSpPr/>
          <p:nvPr/>
        </p:nvSpPr>
        <p:spPr>
          <a:xfrm>
            <a:off x="8229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21" name="Rectangle 364"/>
          <p:cNvSpPr/>
          <p:nvPr/>
        </p:nvSpPr>
        <p:spPr>
          <a:xfrm>
            <a:off x="9144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22" name="Rectangle 365"/>
          <p:cNvSpPr/>
          <p:nvPr/>
        </p:nvSpPr>
        <p:spPr>
          <a:xfrm>
            <a:off x="10058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23" name="Rectangle 366"/>
          <p:cNvSpPr/>
          <p:nvPr/>
        </p:nvSpPr>
        <p:spPr>
          <a:xfrm>
            <a:off x="10972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24" name="Rectangle 367"/>
          <p:cNvSpPr/>
          <p:nvPr/>
        </p:nvSpPr>
        <p:spPr>
          <a:xfrm>
            <a:off x="11887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25" name="Rectangle 368"/>
          <p:cNvSpPr/>
          <p:nvPr/>
        </p:nvSpPr>
        <p:spPr>
          <a:xfrm>
            <a:off x="0" y="0"/>
            <a:ext cx="318960" cy="68569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26" name="Rounded Rectangle 162"/>
          <p:cNvSpPr/>
          <p:nvPr/>
        </p:nvSpPr>
        <p:spPr>
          <a:xfrm>
            <a:off x="9875520" y="365760"/>
            <a:ext cx="2010600" cy="5018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27" name="TextBox 70"/>
          <p:cNvSpPr/>
          <p:nvPr/>
        </p:nvSpPr>
        <p:spPr>
          <a:xfrm>
            <a:off x="1162440" y="1005840"/>
            <a:ext cx="8646840" cy="6998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User Input (Getting Input from the User)</a:t>
            </a:r>
            <a:endParaRPr b="0" lang="en-US" sz="4000" spc="-1" strike="noStrike">
              <a:solidFill>
                <a:srgbClr val="000000"/>
              </a:solidFill>
              <a:latin typeface="Arial"/>
            </a:endParaRPr>
          </a:p>
        </p:txBody>
      </p:sp>
      <p:sp>
        <p:nvSpPr>
          <p:cNvPr id="1328" name="TextBox 71"/>
          <p:cNvSpPr/>
          <p:nvPr/>
        </p:nvSpPr>
        <p:spPr>
          <a:xfrm>
            <a:off x="984960" y="2057400"/>
            <a:ext cx="9002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user input is typically handled using the Scanner class.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class allows us to read data entered from the keyboard and use it within our program.</a:t>
            </a:r>
            <a:endParaRPr b="0" lang="en-US" sz="1900" spc="-1" strike="noStrike">
              <a:solidFill>
                <a:srgbClr val="000000"/>
              </a:solidFill>
              <a:latin typeface="Arial"/>
            </a:endParaRPr>
          </a:p>
        </p:txBody>
      </p:sp>
      <p:sp>
        <p:nvSpPr>
          <p:cNvPr id="1329" name="Rounded Rectangle 163"/>
          <p:cNvSpPr/>
          <p:nvPr/>
        </p:nvSpPr>
        <p:spPr>
          <a:xfrm>
            <a:off x="98748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30" name="Rounded Rectangle 164"/>
          <p:cNvSpPr/>
          <p:nvPr/>
        </p:nvSpPr>
        <p:spPr>
          <a:xfrm>
            <a:off x="685800" y="3108960"/>
            <a:ext cx="3519360" cy="3291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To use Scanner, we need to import it: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import java.util.Scanner;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Creating a Scanner Object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input = new Scanner(System.in);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How User Input Works in Java</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System.in → Represents keyboard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Scanner → Reads the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Used for different data types (e.g., nextLine(), nextInt())</a:t>
            </a:r>
            <a:endParaRPr b="0" lang="en-US" sz="1400" spc="-1" strike="noStrike">
              <a:solidFill>
                <a:srgbClr val="ffffff"/>
              </a:solidFill>
              <a:latin typeface="Arial"/>
            </a:endParaRPr>
          </a:p>
        </p:txBody>
      </p:sp>
      <p:sp>
        <p:nvSpPr>
          <p:cNvPr id="1331" name="Rounded Rectangle 165"/>
          <p:cNvSpPr/>
          <p:nvPr/>
        </p:nvSpPr>
        <p:spPr>
          <a:xfrm>
            <a:off x="450792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32" name="Rounded Rectangle 166"/>
          <p:cNvSpPr/>
          <p:nvPr/>
        </p:nvSpPr>
        <p:spPr>
          <a:xfrm>
            <a:off x="4434840" y="2971800"/>
            <a:ext cx="3337560" cy="3429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Program starts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object is created</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is prompted for input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enters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reads the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Data is assigned to variables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Program continues execution</a:t>
            </a:r>
            <a:endParaRPr b="0" lang="en-US" sz="1600" spc="-1" strike="noStrike">
              <a:solidFill>
                <a:srgbClr val="ffffff"/>
              </a:solidFill>
              <a:latin typeface="Arial"/>
            </a:endParaRPr>
          </a:p>
        </p:txBody>
      </p:sp>
      <p:sp>
        <p:nvSpPr>
          <p:cNvPr id="1333" name="Rounded Rectangle 167"/>
          <p:cNvSpPr/>
          <p:nvPr/>
        </p:nvSpPr>
        <p:spPr>
          <a:xfrm>
            <a:off x="802836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334" name="Rounded Rectangle 168"/>
          <p:cNvSpPr/>
          <p:nvPr/>
        </p:nvSpPr>
        <p:spPr>
          <a:xfrm>
            <a:off x="7955280" y="3108960"/>
            <a:ext cx="3703320" cy="3291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import java.util.Scanner;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public class UserInputExample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Scanner input = new Scanner(System.in);</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name: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name = input.nextLine();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age: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input.nextInt();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System.out.println("Hello " + name + ", your age is: " + age);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input.close();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335" name="TextBox 72"/>
          <p:cNvSpPr/>
          <p:nvPr/>
        </p:nvSpPr>
        <p:spPr>
          <a:xfrm>
            <a:off x="4600080" y="6446520"/>
            <a:ext cx="305172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8.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314</TotalTime>
  <Application>LibreOffice/7.4.2.3$Windows_X86_64 LibreOffice_project/382eef1f22670f7f4118c8c2dd222ec7ad009daf</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2026-04-11T23:57:14Z</dcterms:modified>
  <cp:revision>30</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