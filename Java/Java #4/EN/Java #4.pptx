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4F283D-8290-4F64-A5F5-9F6C318CA0F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05F482-DA0F-4136-9DFE-71F5DAC08A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F8B018-C3E8-40AA-8559-FA16EB4450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2716FA-9DCF-4F30-8E1F-A253D757F5E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066CC2-35C4-4A9F-B4E0-00102B903E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0AF34A-1290-4983-B467-EF05BBA9FF3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EE7C8C-A526-4537-910B-C9898CB227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74561A-07B1-48E7-9130-D266697125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25354B3-02B3-4164-877C-8C236599C8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613690-9B49-4C6F-89CC-D181CB5EC7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7E5462-6ACE-4190-B55F-D02A0D4C944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EC2E1D-7C35-4BA3-A11A-7758B74936E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9D3F52-FFC0-4A62-B798-D201E6D5F41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616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536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536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396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536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3960" cy="319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536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724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256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536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040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2200" cy="4110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500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36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2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54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40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50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50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756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464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464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288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36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648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36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648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36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580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89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46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89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1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20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89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756800" y="732600"/>
            <a:ext cx="74530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926280" y="1466280"/>
            <a:ext cx="973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89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50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433520" y="732600"/>
            <a:ext cx="810000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921960" y="1466280"/>
            <a:ext cx="9738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743200"/>
            <a:ext cx="31989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50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648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2026-05-20T02:01:45Z</dcterms:modified>
  <cp:revision>31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