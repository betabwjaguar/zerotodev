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</p:sld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B731376-EC19-443B-B373-742F954A436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17C80DD-DB8D-490D-A0FB-BC8B276D75F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F0CF437-64A1-42FA-803B-5E7300318DB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A2CF72B-9AE2-46BA-B223-5C5BE259493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20E229C-2D00-48CB-A57B-25C443F85B1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A1F2E59-E52B-450B-A431-16AFE9DC154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5DB9C7F-8140-4EC3-880B-FC0A4540DD0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EAF8841-86D7-480C-A8F9-717053A4374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02648CF-7639-429E-AF6D-20DA225F0EC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9F9BE84-6B1F-4F3E-92E1-E989FD2907E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EC41A8B-09DB-452C-9E1F-18A101997D7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A4C9E19-6D5C-44B6-B619-466F629E698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5681FF5-CD03-4F19-9C71-B1F5CEE64E8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4AA2C33-3535-4A08-B051-6F321484772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040DC60-40C8-46AA-B3F0-3B672B96D4F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91B0BA4-EA57-41EF-88A8-6772A653C8B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4B7A5A9-8309-4747-9496-69FF90A8911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1695272-C998-44D3-BFB4-1524FA57A52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54CE7F4-6CEC-4478-A877-931E4A22EC7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1D75E39-5081-4ECA-AAE7-B91E80A934B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C24F3F4-F20B-45DE-897E-76B3FAB4AC0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16C1762-49F0-4C5E-8076-5AB9E987CB0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5CC6EFF-3330-4217-9366-15626457B57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15A7377-96F0-41D8-934F-4A60F22BA6B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8B3713A-DCB1-405D-995C-CFCB08E64DD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0226A3A-AF79-42AA-A3A4-F06D3D33D83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78BBE0B-1C2E-424E-A184-28CFA5F9707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95B4B52-0616-4DD1-8870-3688682D661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16CDA38-5BD1-4060-BEC8-DA2A903C397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ACC9098-5210-4FB1-B367-5E43DB73F0B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8DF19DA-4C39-489A-A5AF-39EEC5A5E7C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EC0A6FF-6290-4BF3-A999-7093B9A07C2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250DBF6-073E-4319-85BE-E15E6CADA31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1F81649-18E5-4A21-A256-80C22A5161E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C7342E6-FA28-4D04-8BA3-B12BBE1C068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FFC1B60-D3F8-47B5-834E-4FC389BCA9F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7494117-E6D3-461E-BB78-E1DBAA0BE04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53A1ECA-F328-46B2-ACA8-C49EB18D0DD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F318C26-040F-496A-B3DE-994B3C0AEDF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3F9D821-B0F2-4FAE-9DC4-CBEAE87D2A9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53C6CA0-B632-481E-A287-BC173CEB215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CDEC852-6166-4990-9F1F-9B978CA8030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676BAF2-15D0-472A-8840-B891A390A7E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53F3681-938A-4E73-A1CF-7F274C71AD6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94283A5-AFF7-48D6-92EA-86158394A7B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E860A85-21E4-42DF-B912-E89638FB080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F811217-8CBD-4FED-BA38-724F569B18E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45B0474-B6E8-4BD9-A504-3D5EFAD8DAC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E916B06-D5B1-43A8-A06E-3BC5E6C98E9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1D223C8-C44E-4978-8613-CE01F6B71AF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DD6D12D-F7CE-49DB-ACD5-0740931C1B3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77D4807-EC55-4DAB-8DE2-CB096F19465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718FD7C-A565-4763-B382-880838C28DE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6BF2FDC-EF9E-444C-9108-305B5312832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1F6F27C-3590-40C1-8149-8FBC0F47B12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2480A5A-5057-45C4-904C-697DC246AA0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381DDE2-BE70-449E-A13A-91C450718B8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E1D4561-8DD0-4A57-BF5B-BCA8EF7C2F1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A7FEBA7-8E0D-46A5-BFB9-7873DCA8B62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CF7C9B2-5D5F-4DA3-8C53-E03E1BA1E79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E8421BC-FFC7-4C0C-980A-70F23A6D533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2E80BF5-82CB-439C-B86F-611E4732D11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6E99104-78B9-44C8-90CD-F110D1D12CE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A13EBB8-AF5D-4B1A-9BFE-0642D0ECB88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690BAD7-A10E-45A2-AF6E-BA63E168CED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4141538-0171-4ADD-A2E7-7B2EEDA7EE9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A5913F0-46B5-450E-AE28-67A482DFE71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8F88567-0114-4B54-903A-A01B706ED6C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DFE81C5-651C-4A06-BE65-FF488701B43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EAB5A99-A7DE-4B86-9D35-CFFDD911459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4A61CAC-5594-4416-B940-523E10B4973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BAB17ED-E272-4862-B01D-72C10418C25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E3461F1-BA6C-40E8-8243-88E82183C56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BE7BEEC-32BD-4703-AF39-D5D5DEB7734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E7C6CE4-4FD5-4B41-93B4-BC2EE3901A5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338B4D3-96D0-4670-B79C-D360CA1E20B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7761DEA-182A-41A8-8668-4CCDBDE08AC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010A4FA-E1BE-4BE6-B009-F95AB2029F5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D2F7A32-0F73-4C5E-8D2C-01A11352C6E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21B9BB8-F1C0-434D-9D10-75BF4D722A6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625EDC13-8600-4718-829C-EF20D158D81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4640BEF-9D4D-41F8-9A50-C0B07DDDCFC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E56605F-C412-4AAF-86C6-7D621B8128E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956EC00-3834-40C1-ADD3-09DB263C021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224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C86BEEA-62CB-4BC7-8361-F55C71FCBFB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224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F1E8434-B0BA-4757-93E6-4264590D2B4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432B61C-4528-4368-94DF-D8E3B7FB527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E296CB8-1A17-4ED7-9545-C43C382F844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CF438C1-844F-4211-9C08-857A90AD186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054A63C-1F7F-452F-8A5E-574B3F6DBDD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213B498-86A4-4168-856A-E2A14750823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Rectangle 1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2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3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4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5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6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7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8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9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10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11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12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13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14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15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16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ounded Rectangle 17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2" name="TextBox 18"/>
          <p:cNvSpPr/>
          <p:nvPr/>
        </p:nvSpPr>
        <p:spPr>
          <a:xfrm>
            <a:off x="3340800" y="1005840"/>
            <a:ext cx="4289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TextBox 19"/>
          <p:cNvSpPr/>
          <p:nvPr/>
        </p:nvSpPr>
        <p:spPr>
          <a:xfrm>
            <a:off x="1470960" y="2057400"/>
            <a:ext cx="9501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Variables are named memory locations used to store data in a program.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every variable must have a specific data type that defines what kind of data it can store.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Rounded Rectangle 20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ounded Rectangle 21"/>
          <p:cNvSpPr/>
          <p:nvPr/>
        </p:nvSpPr>
        <p:spPr>
          <a:xfrm>
            <a:off x="914400" y="3108960"/>
            <a:ext cx="3288600" cy="328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Definition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is a named memory location used to store data.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 Requirement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In Java, every variable must be declared with a specific data type.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Memory Allocation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type determines the type of value and the memory size.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Example Data Types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For example, int stores whole numbers, double stores decimals, and String stores text.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Flexibility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 allow programs to store and modify data during execution.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Rounded Rectangle 22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ounded Rectangle 23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Start Program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Declare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(data type + name)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Assign Value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(print / calculate)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Rounded Rectangle 24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ounded Rectangle 25"/>
          <p:cNvSpPr/>
          <p:nvPr/>
        </p:nvSpPr>
        <p:spPr>
          <a:xfrm>
            <a:off x="7955280" y="3108960"/>
            <a:ext cx="3472560" cy="328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VariableExample{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"Java";</a:t>
            </a:r>
            <a:br>
              <a:rPr sz="1400"/>
            </a:b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    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Rectangle 32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33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34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35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36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37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38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39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40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41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42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43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44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45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46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47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ounded Rectangle 8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8" name="TextBox 4"/>
          <p:cNvSpPr/>
          <p:nvPr/>
        </p:nvSpPr>
        <p:spPr>
          <a:xfrm>
            <a:off x="2652120" y="1005840"/>
            <a:ext cx="5667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TextBox 5"/>
          <p:cNvSpPr/>
          <p:nvPr/>
        </p:nvSpPr>
        <p:spPr>
          <a:xfrm>
            <a:off x="712800" y="2057400"/>
            <a:ext cx="11018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variables are classified based on where they are declared and how they are used within a class or method.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Rounded Rectangle 9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ounded Rectangle 10"/>
          <p:cNvSpPr/>
          <p:nvPr/>
        </p:nvSpPr>
        <p:spPr>
          <a:xfrm>
            <a:off x="826200" y="2925720"/>
            <a:ext cx="3392280" cy="370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 are declared inside a method, constructor, or block. They can only be accessed within that specific method or block where they are created.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variables are declared inside a class but outside methods. Each object of the class has its own copy of these variables.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variables are declared using the static keyword. They belong to the class itself and are shared among all objects of that class.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" name="Rounded Rectangle 11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ounded Rectangle 12"/>
          <p:cNvSpPr/>
          <p:nvPr/>
        </p:nvSpPr>
        <p:spPr>
          <a:xfrm>
            <a:off x="4434840" y="3108960"/>
            <a:ext cx="3288600" cy="306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Method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Rounded Rectangle 13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ounded Rectangle 14"/>
          <p:cNvSpPr/>
          <p:nvPr/>
        </p:nvSpPr>
        <p:spPr>
          <a:xfrm>
            <a:off x="7955280" y="3108960"/>
            <a:ext cx="3472560" cy="328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VariableTypes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instanceVar = 10;        // instance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staticVar = 20;   // static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showVariables()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localVar = 30;       // local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System.out.println(localVar);        System.out.println(instanceVar);        System.out.println(staticVar);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Rectangle 160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61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62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63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64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65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166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167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168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169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170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171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172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173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ectangle 174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ectangle 175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ounded Rectangle 71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4" name="TextBox 31"/>
          <p:cNvSpPr/>
          <p:nvPr/>
        </p:nvSpPr>
        <p:spPr>
          <a:xfrm>
            <a:off x="2074320" y="685800"/>
            <a:ext cx="6841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VARIABLES EXAMPLE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TextBox 32"/>
          <p:cNvSpPr/>
          <p:nvPr/>
        </p:nvSpPr>
        <p:spPr>
          <a:xfrm>
            <a:off x="2312280" y="1679400"/>
            <a:ext cx="6374520" cy="10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programs use different variable types together.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Each type has a different scope and lifetime.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Local variables exist in methods, I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nstance variables belong to objects, and static variables belong to the class.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Rounded Rectangle 72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ounded Rectangle 73"/>
          <p:cNvSpPr/>
          <p:nvPr/>
        </p:nvSpPr>
        <p:spPr>
          <a:xfrm>
            <a:off x="685800" y="2971800"/>
            <a:ext cx="3519360" cy="320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Kapsamı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 (Local Variable)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Sadece bir metod içinde bulunur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başladığında oluşturulur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bittiğinde yok edilir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Değişken (Instance Variable)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nesneye aittir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nesnenin kendine ait kopyası vardır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Değişken (Static Variable)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Tüm nesneler tarafından paylaşılır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Sınıfın kendisine aittir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8" name="Rounded Rectangle 74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ounded Rectangle 75"/>
          <p:cNvSpPr/>
          <p:nvPr/>
        </p:nvSpPr>
        <p:spPr>
          <a:xfrm>
            <a:off x="4434840" y="3108960"/>
            <a:ext cx="3290760" cy="306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Execution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 (shared)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Call Method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Rounded Rectangle 76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ounded Rectangle 77"/>
          <p:cNvSpPr/>
          <p:nvPr/>
        </p:nvSpPr>
        <p:spPr>
          <a:xfrm>
            <a:off x="7955280" y="2971800"/>
            <a:ext cx="3703320" cy="342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static String university = "Tech University"; // static variable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studentName; // instance variable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showInfo()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2; // local variable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System.out.println(studentName);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System.out.println(university);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System.out.println(year);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VariableDemo s1 = new VariableDemo();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s1.studentName = "Tuna";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s1.showInfo();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" name="TextBox 33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Rectangle 144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145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146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147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148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149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150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151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152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153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154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155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156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157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158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159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ounded Rectangle 64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0" name="TextBox 28"/>
          <p:cNvSpPr/>
          <p:nvPr/>
        </p:nvSpPr>
        <p:spPr>
          <a:xfrm>
            <a:off x="3228120" y="1005840"/>
            <a:ext cx="4515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TextBox 29"/>
          <p:cNvSpPr/>
          <p:nvPr/>
        </p:nvSpPr>
        <p:spPr>
          <a:xfrm>
            <a:off x="2229120" y="2194560"/>
            <a:ext cx="6513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Data types define what kind of value a variable can store in Java.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Every variable must have a specific data type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Rounded Rectangle 65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ounded Rectangle 66"/>
          <p:cNvSpPr/>
          <p:nvPr/>
        </p:nvSpPr>
        <p:spPr>
          <a:xfrm>
            <a:off x="685800" y="3108960"/>
            <a:ext cx="3519000" cy="329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Types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specify the type of data stored in a variable.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has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two main data type categories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Store simple values directly in memory.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Examples: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Non-Primitive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Store references to objects.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Examples: String, Arrays, Classes.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4" name="Rounded Rectangle 67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ounded Rectangle 68"/>
          <p:cNvSpPr/>
          <p:nvPr/>
        </p:nvSpPr>
        <p:spPr>
          <a:xfrm>
            <a:off x="4434840" y="3108960"/>
            <a:ext cx="3290400" cy="306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Data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Non-Primitive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Array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Rounded Rectangle 69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ounded Rectangle 70"/>
          <p:cNvSpPr/>
          <p:nvPr/>
        </p:nvSpPr>
        <p:spPr>
          <a:xfrm>
            <a:off x="7955280" y="3108960"/>
            <a:ext cx="3702960" cy="306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DataTypesExample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salary = 5500.5;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char grade = 'A';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isStudent = true;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"Tuna";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" name="TextBox 30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Rectangle 48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49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50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51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52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53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54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55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56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57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58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59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60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61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62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63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ounded Rectangle 15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6" name="TextBox 7"/>
          <p:cNvSpPr/>
          <p:nvPr/>
        </p:nvSpPr>
        <p:spPr>
          <a:xfrm>
            <a:off x="1629000" y="1005840"/>
            <a:ext cx="7714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PRIMITIVE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TextBox 8"/>
          <p:cNvSpPr/>
          <p:nvPr/>
        </p:nvSpPr>
        <p:spPr>
          <a:xfrm>
            <a:off x="1870560" y="1846080"/>
            <a:ext cx="72892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Primitive data types are the basic data types in Java used to store simple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values such as numbers, characters, and boolean values.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Rounded Rectangle 16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ounded Rectangle 18"/>
          <p:cNvSpPr/>
          <p:nvPr/>
        </p:nvSpPr>
        <p:spPr>
          <a:xfrm>
            <a:off x="685800" y="2743200"/>
            <a:ext cx="3517200" cy="342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Numeric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provides numeric data types such as byte, short, int, long, float, and double to store different kinds of numbers.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Type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char data type is used to store a single character based on the Unicode system.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Type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boolean data type represents logical values and can only store true or false.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Memory Efficiency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are stored directly in memory and are faster and more memory-efficient than reference types.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0" name="Rounded Rectangle 19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ounded Rectangle 26"/>
          <p:cNvSpPr/>
          <p:nvPr/>
        </p:nvSpPr>
        <p:spPr>
          <a:xfrm>
            <a:off x="4343400" y="2743200"/>
            <a:ext cx="3380040" cy="3655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Data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Numeric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Type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 Type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Rounded Rectangle 27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ounded Rectangle 28"/>
          <p:cNvSpPr/>
          <p:nvPr/>
        </p:nvSpPr>
        <p:spPr>
          <a:xfrm>
            <a:off x="7955280" y="2971800"/>
            <a:ext cx="3701160" cy="319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grade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isStudent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      System.out.println(grade);    System.out.println(isStudent);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Rectangle 80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81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82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83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84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85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86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87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88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89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90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91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92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93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94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95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ounded Rectangle 36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2" name="TextBox 13"/>
          <p:cNvSpPr/>
          <p:nvPr/>
        </p:nvSpPr>
        <p:spPr>
          <a:xfrm>
            <a:off x="2400480" y="1005840"/>
            <a:ext cx="6170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REFERENCE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TextBox 14"/>
          <p:cNvSpPr/>
          <p:nvPr/>
        </p:nvSpPr>
        <p:spPr>
          <a:xfrm>
            <a:off x="2493720" y="2194560"/>
            <a:ext cx="59832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Reference data types store references (memory addresses)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to objects rather than the actual values.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Rounded Rectangle 37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ounded Rectangle 38"/>
          <p:cNvSpPr/>
          <p:nvPr/>
        </p:nvSpPr>
        <p:spPr>
          <a:xfrm>
            <a:off x="685800" y="3108960"/>
            <a:ext cx="3517560" cy="329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Object-Based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represent objects created from classes.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Memory Reference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They store the memory address of the object instead of the actual data.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Common Examples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Examples include String, arrays, classes, and objects.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Flexible Structure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allow storing complex data structures and multiple values.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6" name="Rounded Rectangle 39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ounded Rectangle 40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Arrays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Classes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Objects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" name="Rounded Rectangle 41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ounded Rectangle 42"/>
          <p:cNvSpPr/>
          <p:nvPr/>
        </p:nvSpPr>
        <p:spPr>
          <a:xfrm>
            <a:off x="7955280" y="3108960"/>
            <a:ext cx="3701520" cy="306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ReferenceExample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int[] numbers = {10, 20, 30};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System.out.println(numbers[0]);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Rectangle 64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65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66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67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68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69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70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71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72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73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74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75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76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77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78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79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ounded Rectangle 29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8" name="TextBox 10"/>
          <p:cNvSpPr/>
          <p:nvPr/>
        </p:nvSpPr>
        <p:spPr>
          <a:xfrm>
            <a:off x="1342800" y="1005840"/>
            <a:ext cx="8285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PRIMITIVE VS REFERENCE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TextBox 11"/>
          <p:cNvSpPr/>
          <p:nvPr/>
        </p:nvSpPr>
        <p:spPr>
          <a:xfrm>
            <a:off x="1143000" y="2057400"/>
            <a:ext cx="92732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data types are divided into primitive types and reference types.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Primitive types store actual values, while reference types store memory addresses of objects.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Rounded Rectangle 30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ounded Rectangle 31"/>
          <p:cNvSpPr/>
          <p:nvPr/>
        </p:nvSpPr>
        <p:spPr>
          <a:xfrm>
            <a:off x="457200" y="2971800"/>
            <a:ext cx="374616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store the actual value directly in memory. Examples include int, double, char, and boolean.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store the memory address of an object. Examples include String, arrays, and class objects.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Memory Storage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values are stored directly, while reference types point to objects in memory.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Usage Difference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are used for simple values, while reference types handle complex data and objects.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2" name="Rounded Rectangle 32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ounded Rectangle 33"/>
          <p:cNvSpPr/>
          <p:nvPr/>
        </p:nvSpPr>
        <p:spPr>
          <a:xfrm>
            <a:off x="4343400" y="2971800"/>
            <a:ext cx="3427200" cy="329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Data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Arrays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Objects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" name="Rounded Rectangle 34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ounded Rectangle 35"/>
          <p:cNvSpPr/>
          <p:nvPr/>
        </p:nvSpPr>
        <p:spPr>
          <a:xfrm>
            <a:off x="7955280" y="3108960"/>
            <a:ext cx="3701520" cy="306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PrimitiveVsReference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        // primitive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     // primitive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"Java";     // reference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numbers = {1, 2, 3}; // reference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System.out.println(text);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System.out.println(numbers[0]);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Rectangle 96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97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98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99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100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101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102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103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104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105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106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107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108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109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110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111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ounded Rectangle 43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4" name="TextBox 16"/>
          <p:cNvSpPr/>
          <p:nvPr/>
        </p:nvSpPr>
        <p:spPr>
          <a:xfrm>
            <a:off x="2108520" y="1005840"/>
            <a:ext cx="6754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VARIABLE NAMING RULES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TextBox 17"/>
          <p:cNvSpPr/>
          <p:nvPr/>
        </p:nvSpPr>
        <p:spPr>
          <a:xfrm>
            <a:off x="2305080" y="1826640"/>
            <a:ext cx="65044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naming rules specify how variables should be written 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to ensure valid and readable code.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Rounded Rectangle 44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ounded Rectangle 45"/>
          <p:cNvSpPr/>
          <p:nvPr/>
        </p:nvSpPr>
        <p:spPr>
          <a:xfrm>
            <a:off x="475560" y="2514600"/>
            <a:ext cx="3728160" cy="3884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Start with Letter, _ or $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name must start with a letter, underscore _, or dollar sign $.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No Spaces Allowed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names cannot contain spaces.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Case Sensitive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variable names are case sensitive (age and Age are different).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Cannot Use Keywords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reserved keywords such as int, class, or public cannot be used as variable names.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Meaningful Names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names should be meaningful and descriptive to improve code readability.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8" name="Rounded Rectangle 46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ounded Rectangle 47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 Rules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Start with letter / _ / $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 spaces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Case sensitive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Not a keyword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meaningful names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Rounded Rectangle 48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ounded Rectangle 49"/>
          <p:cNvSpPr/>
          <p:nvPr/>
        </p:nvSpPr>
        <p:spPr>
          <a:xfrm>
            <a:off x="7955280" y="2514600"/>
            <a:ext cx="3701880" cy="3408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VariableNaming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          // valid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studentCount = 30; // valid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2age = 20;      // invalid (cannot start with number)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student age = 5; // invalid (space not allowed)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class = 10;     // invalid (keyword)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 System.out.println(studentCount);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Rectangle 112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113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114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115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116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117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118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119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120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121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122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123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124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125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126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127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ounded Rectangle 50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0" name="TextBox 21"/>
          <p:cNvSpPr/>
          <p:nvPr/>
        </p:nvSpPr>
        <p:spPr>
          <a:xfrm>
            <a:off x="2159640" y="1005840"/>
            <a:ext cx="6652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VARIABLE INITIALIZATION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TextBox 22"/>
          <p:cNvSpPr/>
          <p:nvPr/>
        </p:nvSpPr>
        <p:spPr>
          <a:xfrm>
            <a:off x="2057400" y="2074680"/>
            <a:ext cx="68716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initialization is the process of assigning a value to a variable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when it is declared or before it is used.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Rounded Rectangle 51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ounded Rectangle 52"/>
          <p:cNvSpPr/>
          <p:nvPr/>
        </p:nvSpPr>
        <p:spPr>
          <a:xfrm>
            <a:off x="685800" y="2971800"/>
            <a:ext cx="3517920" cy="319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Declaration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must first be declared with a data type and name.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Initialization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Initialization means assigning an initial value to the variable.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Default Values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Some variables receive default values automatically depending on their type.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Before Usage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 must be initialized before they are used in a program.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4" name="Rounded Rectangle 53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ounded Rectangle 54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Initialization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Declare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age;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Assign Value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age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Use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System.out.println(age);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" name="Rounded Rectangle 55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ounded Rectangle 56"/>
          <p:cNvSpPr/>
          <p:nvPr/>
        </p:nvSpPr>
        <p:spPr>
          <a:xfrm>
            <a:off x="7955280" y="2971800"/>
            <a:ext cx="3473280" cy="297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VariableInitialization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age;      // declaration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age = 20;     // initialization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 // declaration + initialization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Rectangle 128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129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130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131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132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133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134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135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136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137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138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139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140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141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142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143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ounded Rectangle 57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6" name="TextBox 24"/>
          <p:cNvSpPr/>
          <p:nvPr/>
        </p:nvSpPr>
        <p:spPr>
          <a:xfrm>
            <a:off x="2999160" y="1005840"/>
            <a:ext cx="49755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WRAPPER CLASSES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TextBox 25"/>
          <p:cNvSpPr/>
          <p:nvPr/>
        </p:nvSpPr>
        <p:spPr>
          <a:xfrm>
            <a:off x="1873440" y="2194560"/>
            <a:ext cx="72252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Wrapper classes allow primitive data types to be used as objects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Rounded Rectangle 58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ounded Rectangle 59"/>
          <p:cNvSpPr/>
          <p:nvPr/>
        </p:nvSpPr>
        <p:spPr>
          <a:xfrm>
            <a:off x="685800" y="3108960"/>
            <a:ext cx="3518640" cy="329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classes convert primitive values into objects.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They are commonly used in collections and object-based operations.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Wrapper examples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Integer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Character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classes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provide useful methods for conversion and data handling.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0" name="Rounded Rectangle 60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ounded Rectangle 61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Value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 Conversion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Object Representation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Use in Collections / Methods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Integer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→ Boolean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" name="Rounded Rectangle 62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ounded Rectangle 63"/>
          <p:cNvSpPr/>
          <p:nvPr/>
        </p:nvSpPr>
        <p:spPr>
          <a:xfrm>
            <a:off x="7955280" y="3108960"/>
            <a:ext cx="3474000" cy="329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WrapperExample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wrapperNumber = number;   // autoboxing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wrapperPrice =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Rectangle 176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177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178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179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180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181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182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183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184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185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186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187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188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189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190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191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ounded Rectangle 78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2" name="TextBox 34"/>
          <p:cNvSpPr/>
          <p:nvPr/>
        </p:nvSpPr>
        <p:spPr>
          <a:xfrm>
            <a:off x="2912760" y="1005840"/>
            <a:ext cx="51462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TYPE CASTING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TextBox 35"/>
          <p:cNvSpPr/>
          <p:nvPr/>
        </p:nvSpPr>
        <p:spPr>
          <a:xfrm>
            <a:off x="2356200" y="2057400"/>
            <a:ext cx="63306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Type casting converts one data type into another in Java.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There are two types: implicit (automatic) and explicit (manual).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Rounded Rectangle 79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ounded Rectangle 80"/>
          <p:cNvSpPr/>
          <p:nvPr/>
        </p:nvSpPr>
        <p:spPr>
          <a:xfrm>
            <a:off x="91440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(Widening)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Performed automatically by Java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smaller types to larger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(Narrowing)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Performed manually by the programmer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larger types to smaller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int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6" name="Rounded Rectangle 81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ounded Rectangle 82"/>
          <p:cNvSpPr/>
          <p:nvPr/>
        </p:nvSpPr>
        <p:spPr>
          <a:xfrm>
            <a:off x="443484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Type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(Automatic)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(Manual)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" name="Rounded Rectangle 83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ounded Rectangle 84"/>
          <p:cNvSpPr/>
          <p:nvPr/>
        </p:nvSpPr>
        <p:spPr>
          <a:xfrm>
            <a:off x="7955280" y="2971800"/>
            <a:ext cx="3703320" cy="320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TypeCastingExample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Implicit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number;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Explicit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System.out.println(newPrice);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0" name="TextBox 36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153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2026-03-14T16:08:52Z</dcterms:modified>
  <cp:revision>13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