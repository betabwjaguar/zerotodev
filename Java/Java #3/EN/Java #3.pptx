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179993B-9E70-4CC4-B3DC-F786D21494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66861D-5482-49E3-8ECD-4463639363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0F61F9-035E-47B5-A320-C510BCC51F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E8C603-0B75-4056-AE39-F53EBF6B65E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A70B610-8613-43CF-AAE3-366888A484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EC7C3F-ECA7-464C-A5CD-A021663F442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D8C837-5D10-411C-B53C-D5D6238321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043237-073A-4C44-8058-2668F7C70A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9CF137D-79AB-4B71-93CD-4B49E2534C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24A396-2578-4AC8-98DE-4AFF8BFA98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7834FC-3BD4-4531-AACD-B3B8A7E9D39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6ABB42-2E85-4442-94D9-1EDF25BD403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60696D-A7EF-48EC-B799-2FCFF3FDFDE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3EBC0FD-1D44-4D03-8786-2D6FFC53919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7E0C0BB-463B-4C4A-80A6-33C267E9FA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D1AD1EF-3B5E-40EB-98EC-E761124433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9EBA579-C1F1-44D4-94F6-F3ADD6D05A4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BE64DB-52B2-4F7B-A168-04BBED25224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65A138A-4491-44A1-967A-5DE8435CAB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C967601-C355-4BB1-85D7-D5CEDE6180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58ECDD8-18DE-430C-B585-A785E6F2FB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E538CDE-7571-4BBF-B5D3-1F3FAAF17F9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73AA5E6-F269-49B0-9B97-4AEED9E5295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7ECB92A-5FA2-45B8-86AB-5E1FE442C36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93F9A5F-ED47-495B-8948-ECA57F87E8E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59C4DEB-BCDD-4B41-A039-4C6334DEA8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B63DF99-3E95-4D34-9A49-26D876889C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E351146-C93F-4A66-BBF2-77B0590ED1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25D1737-ABA5-4BA7-97AE-1CE77249EAA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9224ACB-7B4C-427D-AD92-6B431259FC1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5781799-9E86-4416-9E07-6493F0F725C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BA75AB9-F5AC-4397-8C56-E2CBA00B81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0E2C801-85E4-4025-B184-5C63FC6DA50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099B12A-65EA-4CF8-A0B0-1A8708114B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C0296C0-2EC2-4B42-A725-694A1FABAF3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7263FC2-4028-4466-88CC-1866D89707F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71D7FA7-5096-4723-9333-508AF5BC51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3DEF8DC-C9E1-4A29-8D4A-8B155307F02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40E1ED5-DEAE-4DCA-B29A-3FCD01E999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83A1DD4-0EE7-4EFE-A38D-A290006D443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AB57E6E-38E4-441C-9274-B04A1126263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23AA6C1-F693-4956-AAFF-B776E4A8AE8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AEE36A7-B8FD-4A90-810F-A6242CB612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DE0C311-6275-46F8-9859-9BD653CAA2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2DCC085-879F-44B5-9E9E-194617D172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F667D3B-0BC2-4798-8927-52D8EAB8C5E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9C5F803-F22B-45F4-AEFF-E7723D78DC8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546222A-5C19-4DE4-A0C2-4E0BFE6A362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9F73D4-DC99-47DA-B1C5-8CB655B0927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F331D6-37DF-42A7-8925-65049B26FD4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3E87B9-2113-4426-B433-7B62FA4085F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F00229-771B-4958-88AC-705DF9E6D5D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1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1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1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1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1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1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1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1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ounded Rectangle 2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21"/>
          <p:cNvSpPr/>
          <p:nvPr/>
        </p:nvSpPr>
        <p:spPr>
          <a:xfrm>
            <a:off x="914400" y="3108960"/>
            <a:ext cx="329004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Rounded Rectangle 2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ounded Rectangle 2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Rounded Rectangle 2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ounded Rectangle 25"/>
          <p:cNvSpPr/>
          <p:nvPr/>
        </p:nvSpPr>
        <p:spPr>
          <a:xfrm>
            <a:off x="7955280" y="3108960"/>
            <a:ext cx="347400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3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3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3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3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3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3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3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3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4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4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4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4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4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4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4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4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8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ounded Rectangle 9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10"/>
          <p:cNvSpPr/>
          <p:nvPr/>
        </p:nvSpPr>
        <p:spPr>
          <a:xfrm>
            <a:off x="931680" y="2925720"/>
            <a:ext cx="3182400" cy="347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Rounded Rectangle 11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ounded Rectangle 12"/>
          <p:cNvSpPr/>
          <p:nvPr/>
        </p:nvSpPr>
        <p:spPr>
          <a:xfrm>
            <a:off x="4434840" y="3108960"/>
            <a:ext cx="32900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Rounded Rectangle 13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ounded Rectangle 14"/>
          <p:cNvSpPr/>
          <p:nvPr/>
        </p:nvSpPr>
        <p:spPr>
          <a:xfrm>
            <a:off x="7955280" y="3108960"/>
            <a:ext cx="347400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48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4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5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5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5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5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5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5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5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5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5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6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6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6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6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1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8"/>
          <p:cNvSpPr/>
          <p:nvPr/>
        </p:nvSpPr>
        <p:spPr>
          <a:xfrm>
            <a:off x="1870560" y="1846080"/>
            <a:ext cx="72900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Rounded Rectangle 1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18"/>
          <p:cNvSpPr/>
          <p:nvPr/>
        </p:nvSpPr>
        <p:spPr>
          <a:xfrm>
            <a:off x="685800" y="2743200"/>
            <a:ext cx="35186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Rounded Rectangle 1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ounded Rectangle 26"/>
          <p:cNvSpPr/>
          <p:nvPr/>
        </p:nvSpPr>
        <p:spPr>
          <a:xfrm>
            <a:off x="4343400" y="2743200"/>
            <a:ext cx="338148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Rounded Rectangle 2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ounded Rectangle 28"/>
          <p:cNvSpPr/>
          <p:nvPr/>
        </p:nvSpPr>
        <p:spPr>
          <a:xfrm>
            <a:off x="7955280" y="2971800"/>
            <a:ext cx="370260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80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81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82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83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84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85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86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87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88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89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90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91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92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93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94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95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36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14"/>
          <p:cNvSpPr/>
          <p:nvPr/>
        </p:nvSpPr>
        <p:spPr>
          <a:xfrm>
            <a:off x="2493720" y="2194560"/>
            <a:ext cx="5984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ounded Rectangle 37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38"/>
          <p:cNvSpPr/>
          <p:nvPr/>
        </p:nvSpPr>
        <p:spPr>
          <a:xfrm>
            <a:off x="685800" y="3108960"/>
            <a:ext cx="351900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Rounded Rectangle 3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ounded Rectangle 40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Rounded Rectangle 41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ounded Rectangle 42"/>
          <p:cNvSpPr/>
          <p:nvPr/>
        </p:nvSpPr>
        <p:spPr>
          <a:xfrm>
            <a:off x="7955280" y="3108960"/>
            <a:ext cx="3702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Box 15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Rectangle 64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65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66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67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68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69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70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71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72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73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74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75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76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77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78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79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29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Rounded Rectangle 3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31"/>
          <p:cNvSpPr/>
          <p:nvPr/>
        </p:nvSpPr>
        <p:spPr>
          <a:xfrm>
            <a:off x="457200" y="2971800"/>
            <a:ext cx="37476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Rounded Rectangle 3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ounded Rectangle 33"/>
          <p:cNvSpPr/>
          <p:nvPr/>
        </p:nvSpPr>
        <p:spPr>
          <a:xfrm>
            <a:off x="4343400" y="2971800"/>
            <a:ext cx="3428640" cy="329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Rounded Rectangle 3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ounded Rectangle 35"/>
          <p:cNvSpPr/>
          <p:nvPr/>
        </p:nvSpPr>
        <p:spPr>
          <a:xfrm>
            <a:off x="7955280" y="3108960"/>
            <a:ext cx="3702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12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Rectangle 96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97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98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99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00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01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02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03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04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05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06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07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08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09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10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11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43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17"/>
          <p:cNvSpPr/>
          <p:nvPr/>
        </p:nvSpPr>
        <p:spPr>
          <a:xfrm>
            <a:off x="4318200" y="2194560"/>
            <a:ext cx="2335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Concept / explanation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Rounded Rectangle 44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45"/>
          <p:cNvSpPr/>
          <p:nvPr/>
        </p:nvSpPr>
        <p:spPr>
          <a:xfrm>
            <a:off x="475560" y="2514600"/>
            <a:ext cx="372960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Rounded Rectangle 46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ounded Rectangle 47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Rounded Rectangle 48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ounded Rectangle 49"/>
          <p:cNvSpPr/>
          <p:nvPr/>
        </p:nvSpPr>
        <p:spPr>
          <a:xfrm>
            <a:off x="7955280" y="2514600"/>
            <a:ext cx="3703320" cy="3409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Box 20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112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13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14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15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16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17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18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19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20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21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22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23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24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25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26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27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50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22"/>
          <p:cNvSpPr/>
          <p:nvPr/>
        </p:nvSpPr>
        <p:spPr>
          <a:xfrm>
            <a:off x="2057400" y="2074680"/>
            <a:ext cx="687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Rounded Rectangle 51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52"/>
          <p:cNvSpPr/>
          <p:nvPr/>
        </p:nvSpPr>
        <p:spPr>
          <a:xfrm>
            <a:off x="685800" y="2971800"/>
            <a:ext cx="351936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Rounded Rectangle 53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ounded Rectangle 54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Rounded Rectangle 55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56"/>
          <p:cNvSpPr/>
          <p:nvPr/>
        </p:nvSpPr>
        <p:spPr>
          <a:xfrm>
            <a:off x="7955280" y="2971800"/>
            <a:ext cx="3474720" cy="297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Box 23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2026-03-10T17:06:43Z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