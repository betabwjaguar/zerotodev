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93A2A7-B884-4F48-9470-7D2E27C3632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BE5D63-35AE-40D2-8A72-150A0A73A4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C174D9-D10F-46BB-9266-A1685C1B11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958FAF-4AD0-4A10-8DBA-80DBDF2633B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24EB67-4340-4B3B-89C1-57B7C91588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C33894-C9B1-43E1-987F-CC7DCFC4A4B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226CD7-A3D8-402D-BD0F-D8FCF404E5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4308D0-E8EE-4B30-A63D-27C8EE884F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13C6F6-CF09-4A92-89A7-EC78F43285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59F237-C583-405B-B5D9-C25F598830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D5DF30-DD14-4F15-88D5-3F4FBF54B4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A17351-8160-4E1F-B396-916E8509298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9C529CC-E672-43DD-A764-7DB10CB335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67B1FBA-2177-4B0D-91A6-EA40E91717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3ACC886-3C6F-4C9E-9F16-B6F44754B8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48ACC6-7B87-4DAA-8387-1EAB44C53C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1DA50AF-FC98-45F8-AEA5-853F926F91A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C5ED1E7-C67D-41C1-8FBE-0B298ADF66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8CBF09-0135-4248-816B-05FC8DD5E9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16EFDF-C542-4D3E-AF30-3EF00AAA9D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362189-644C-4774-B0C3-A9203EEBC0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8DDB51F-F4CB-4CB7-A1E2-EEF23813D3B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CAB2FE5-C325-42A4-8AB5-083C1029DF1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14BB09-D58A-4E34-B222-FDEF44F3AE8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BBC73C1-9B12-49F5-BD47-A9E1FDE45E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3848A3A-A555-4981-B543-9155A93BDA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84E3BFE-176D-4A25-8EC9-519BC6DCF0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8B00FE5-9C16-4CCE-BAF9-27B8C6C99D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4EC64F2-010B-4F8C-BEBD-FB56C10CD4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21E7DE6-54B6-42A2-A278-230C402823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43E2297-ECD7-4CCC-B3BD-0993709E8F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C8B35E8-69F5-4BC7-9A92-70A52514B0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001986C-BF70-43FA-9170-F8DA06CFB3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EE1DE3-14BE-4797-B79D-EAA66D0EA8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00BBC81-BEE8-4B54-A312-D39BA957B92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811C45A-6173-42E2-A044-253D6635345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10A9FDB-DEF3-4209-8E3B-170D3CBC3E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56578CE-2B9F-4E1C-BC85-7A29668192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11BAE3A-032E-4DD2-A075-A82947FA43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AE7DE92-5E9C-40B9-AB0A-53C76DBF38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3954F83-A82D-400A-9674-A6C160E5BD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2DC5FA9-4BF5-4A0F-9537-B5D0FE7ADC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0547DDC-257C-409D-8DA7-1771983159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D1169E6-F1F6-4137-84C4-A21D27490F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4EB4044-51C5-499C-A7BA-B0669BB6FD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C6114E9-693D-45AC-B8D0-5A24DA6312E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12160D3-0EE0-4564-A546-E6913C8AB83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FA9A33-E23A-4327-8533-AAF393330AF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802F36B-8C6E-4623-93B5-8D6A7345EE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A4B50C1-C68D-4A11-B1A4-385B2B7BF0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6336A20-7464-44B9-85A6-36D5C1D6EA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09B2848-FC91-479E-AD22-2B955B8645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E0165D9-E113-4A92-B8F0-81FD7CE698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66EBEE7-3598-47CC-AB77-2B83DA9995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5ACC769-CD05-43C6-AF06-A4DAB7E287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267745D-152A-4C48-BC0A-122815CBE4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06F5A29-D394-4EE0-8B62-80AB6C7D6C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9A80558-D16D-4130-8968-D40D20F53FD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AE2225D-5DC6-4498-8A50-27CA5B2C1D8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80C3B56-6B8F-422F-A611-E2C653752F5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C54D6D2-34C4-43D5-9D45-7C8F0DA302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CA503E8-5867-4D1C-AC44-1B624A1AE9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6D2D64A-63AD-49D0-9DC1-3E18BA2BEBC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9832713-98EE-4498-AC64-571829A940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57C3780-F56A-436C-A399-358E5A8383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554C630-439D-48B2-9DA5-CB9A8F0FD7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BE632A5-CEF0-4DD7-A4A7-87C0FD3EFC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BBAE7F1-75A7-4634-9782-54D6E697AD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6A8B5C3-C297-416F-9207-D6EB04B299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ABE16A3-5388-4950-AC3C-12E2ABE2E6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52AE413-2186-42D7-9CD5-771130E2F00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0FE4B35-3FEC-497B-914E-AC8889CC06D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9192ABE-DDE3-4834-B530-E26644FD2B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3E1EE3C-F214-4859-86E6-D036DDE619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55FB456-B803-42DD-9F1B-38B296CA20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7EAF78B-37A6-4521-8C82-87599BB6A8D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F6AFA05-F7DE-4853-AFE9-F971302202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11E7EC2-23FC-41DF-AE6D-9F1D39DFF10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D4CA80E-3267-48F9-B9FD-89E5F8A31F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B8FAB45-2EF5-4430-A62F-77BB3F2F716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4578DE0-7CAE-4B82-B7BE-EA5C42F72F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FB17829-8DF6-40D1-AD9B-2264B56CCC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E876A27-B124-42D0-BBCD-1DC1869C8C2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A22AB47-E2DF-4C19-ADB6-53FB5EB3E62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28A54E-CF0A-4F14-9996-D73DD40F048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EB5620-95B7-4552-9BA7-E451078DBAB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6445C1-BB9F-4DAA-82CA-350108065A7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4EE851-15B9-47F6-8E9C-0A8337591D6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04A6CE-A937-4839-8308-64548C6B480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7097A8-B697-4A59-B356-70A5389A907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4E5BBC-EACB-42B3-8866-69117016DC1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1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2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21"/>
          <p:cNvSpPr/>
          <p:nvPr/>
        </p:nvSpPr>
        <p:spPr>
          <a:xfrm>
            <a:off x="685800" y="2521440"/>
            <a:ext cx="3425040" cy="332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2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2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25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3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3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3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3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3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3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4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4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4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4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4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4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4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10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1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1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14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4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4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5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5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5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5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5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5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5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5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5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5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6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6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6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6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15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16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18"/>
          <p:cNvSpPr/>
          <p:nvPr/>
        </p:nvSpPr>
        <p:spPr>
          <a:xfrm>
            <a:off x="475560" y="2743200"/>
            <a:ext cx="3726000" cy="310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26"/>
          <p:cNvSpPr/>
          <p:nvPr/>
        </p:nvSpPr>
        <p:spPr>
          <a:xfrm>
            <a:off x="4343400" y="2918520"/>
            <a:ext cx="3515760" cy="292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27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28"/>
          <p:cNvSpPr/>
          <p:nvPr/>
        </p:nvSpPr>
        <p:spPr>
          <a:xfrm>
            <a:off x="8023680" y="2743200"/>
            <a:ext cx="383724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64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65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66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67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68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69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70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71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72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73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74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75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76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77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78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79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29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3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31"/>
          <p:cNvSpPr/>
          <p:nvPr/>
        </p:nvSpPr>
        <p:spPr>
          <a:xfrm>
            <a:off x="685800" y="3108960"/>
            <a:ext cx="35161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3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3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3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35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80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81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82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83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84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85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86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87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88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89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90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91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92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93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94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95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3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3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38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3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40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4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42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1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3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3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9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4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4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45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4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47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4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49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9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0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0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0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0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0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0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0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0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0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0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1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1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1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50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1666800" y="1005840"/>
            <a:ext cx="763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4382280" y="2194560"/>
            <a:ext cx="2212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51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52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53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54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55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56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13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1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1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1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1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1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1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2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2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2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23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2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2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2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2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2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5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24"/>
          <p:cNvSpPr/>
          <p:nvPr/>
        </p:nvSpPr>
        <p:spPr>
          <a:xfrm>
            <a:off x="2216880" y="1005840"/>
            <a:ext cx="6536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58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59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60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61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62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63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2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30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31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32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33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34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35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36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37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38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39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40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41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42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43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44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64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28"/>
          <p:cNvSpPr/>
          <p:nvPr/>
        </p:nvSpPr>
        <p:spPr>
          <a:xfrm>
            <a:off x="2915280" y="1005840"/>
            <a:ext cx="5138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9"/>
          <p:cNvSpPr/>
          <p:nvPr/>
        </p:nvSpPr>
        <p:spPr>
          <a:xfrm>
            <a:off x="907200" y="2194560"/>
            <a:ext cx="9169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65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66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67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68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69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70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145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46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47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48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49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50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51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52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53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54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55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56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7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8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9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6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71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32"/>
          <p:cNvSpPr/>
          <p:nvPr/>
        </p:nvSpPr>
        <p:spPr>
          <a:xfrm>
            <a:off x="2434680" y="2194560"/>
            <a:ext cx="611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72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73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74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75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76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77"/>
          <p:cNvSpPr/>
          <p:nvPr/>
        </p:nvSpPr>
        <p:spPr>
          <a:xfrm>
            <a:off x="7955280" y="3108960"/>
            <a:ext cx="328824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16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6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6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6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6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6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6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6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7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7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7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7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7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7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7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7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35"/>
          <p:cNvSpPr/>
          <p:nvPr/>
        </p:nvSpPr>
        <p:spPr>
          <a:xfrm>
            <a:off x="2746440" y="2194560"/>
            <a:ext cx="5490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7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80"/>
          <p:cNvSpPr/>
          <p:nvPr/>
        </p:nvSpPr>
        <p:spPr>
          <a:xfrm>
            <a:off x="457200" y="2971800"/>
            <a:ext cx="378324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8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82"/>
          <p:cNvSpPr/>
          <p:nvPr/>
        </p:nvSpPr>
        <p:spPr>
          <a:xfrm>
            <a:off x="4434840" y="3108960"/>
            <a:ext cx="3288240" cy="283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8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84"/>
          <p:cNvSpPr/>
          <p:nvPr/>
        </p:nvSpPr>
        <p:spPr>
          <a:xfrm>
            <a:off x="8001000" y="2971800"/>
            <a:ext cx="3427560" cy="3040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7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7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7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8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8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8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8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8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8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8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8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8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8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9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9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9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8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38"/>
          <p:cNvSpPr/>
          <p:nvPr/>
        </p:nvSpPr>
        <p:spPr>
          <a:xfrm>
            <a:off x="429480" y="2194560"/>
            <a:ext cx="101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8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87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88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89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90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91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9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9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9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9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9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9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0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0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0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0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0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20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20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20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20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92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40"/>
          <p:cNvSpPr/>
          <p:nvPr/>
        </p:nvSpPr>
        <p:spPr>
          <a:xfrm>
            <a:off x="578160" y="1005840"/>
            <a:ext cx="981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41"/>
          <p:cNvSpPr/>
          <p:nvPr/>
        </p:nvSpPr>
        <p:spPr>
          <a:xfrm>
            <a:off x="1653840" y="2194560"/>
            <a:ext cx="7663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Hello World program may look simple, but it contains the core structure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that every Java application follows.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93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94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 execution starts from main()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from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runs without creating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method returns nothing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command-line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main() method is the entry point of every Java application.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95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96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searches for main()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executes instructions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runs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Text appears on console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9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98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225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26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227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228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229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230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231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232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233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234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235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236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237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238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239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240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06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46"/>
          <p:cNvSpPr/>
          <p:nvPr/>
        </p:nvSpPr>
        <p:spPr>
          <a:xfrm>
            <a:off x="2931480" y="1005840"/>
            <a:ext cx="5108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BASIC SYNTAX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7"/>
          <p:cNvSpPr/>
          <p:nvPr/>
        </p:nvSpPr>
        <p:spPr>
          <a:xfrm>
            <a:off x="2680560" y="2194560"/>
            <a:ext cx="5610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Basic Syntax defines the fundamental rules and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required to write and execute a Java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07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08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Basic Syntax refers to the core writing rules of Java programs.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is written inside a 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starts from the main() method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end with semicolon ( ; 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Curly braces { } define code blocks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0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10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Method Executes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Run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End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11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12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48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209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10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11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12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13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214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215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216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217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218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219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220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221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222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23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224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99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43"/>
          <p:cNvSpPr/>
          <p:nvPr/>
        </p:nvSpPr>
        <p:spPr>
          <a:xfrm>
            <a:off x="3177000" y="1005840"/>
            <a:ext cx="4617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IDENTIFIERS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44"/>
          <p:cNvSpPr/>
          <p:nvPr/>
        </p:nvSpPr>
        <p:spPr>
          <a:xfrm>
            <a:off x="1739880" y="2194560"/>
            <a:ext cx="7491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0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01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Rules for Java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Must start with a letter, $ or _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After first character, any combination is allowed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Keywords cannot be used as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identifiers are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Names should be meaningful and readable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0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0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Name Declared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First Character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Reserved Keywords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Valid Identifier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Used in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0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05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Illegal examples: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45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2026-02-18T23:29:29Z</dcterms:modified>
  <cp:revision>28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