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_rels/slideMaster1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9.xml.rels" ContentType="application/vnd.openxmlformats-package.relationshi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5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54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55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6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57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58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59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108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Layouts/_rels/slideLayout47.xml.rels" ContentType="application/vnd.openxmlformats-package.relationships+xml"/>
  <Override PartName="/ppt/slideLayouts/_rels/slideLayout48.xml.rels" ContentType="application/vnd.openxmlformats-package.relationships+xml"/>
  <Override PartName="/ppt/slideLayouts/_rels/slideLayout49.xml.rels" ContentType="application/vnd.openxmlformats-package.relationships+xml"/>
  <Override PartName="/ppt/slideLayouts/_rels/slideLayout50.xml.rels" ContentType="application/vnd.openxmlformats-package.relationships+xml"/>
  <Override PartName="/ppt/slideLayouts/_rels/slideLayout51.xml.rels" ContentType="application/vnd.openxmlformats-package.relationships+xml"/>
  <Override PartName="/ppt/slideLayouts/_rels/slideLayout52.xml.rels" ContentType="application/vnd.openxmlformats-package.relationships+xml"/>
  <Override PartName="/ppt/slideLayouts/_rels/slideLayout60.xml.rels" ContentType="application/vnd.openxmlformats-package.relationships+xml"/>
  <Override PartName="/ppt/slideLayouts/_rels/slideLayout61.xml.rels" ContentType="application/vnd.openxmlformats-package.relationships+xml"/>
  <Override PartName="/ppt/slideLayouts/_rels/slideLayout62.xml.rels" ContentType="application/vnd.openxmlformats-package.relationships+xml"/>
  <Override PartName="/ppt/slideLayouts/_rels/slideLayout63.xml.rels" ContentType="application/vnd.openxmlformats-package.relationships+xml"/>
  <Override PartName="/ppt/slideLayouts/_rels/slideLayout64.xml.rels" ContentType="application/vnd.openxmlformats-package.relationships+xml"/>
  <Override PartName="/ppt/slideLayouts/_rels/slideLayout65.xml.rels" ContentType="application/vnd.openxmlformats-package.relationships+xml"/>
  <Override PartName="/ppt/slideLayouts/_rels/slideLayout66.xml.rels" ContentType="application/vnd.openxmlformats-package.relationships+xml"/>
  <Override PartName="/ppt/slideLayouts/_rels/slideLayout67.xml.rels" ContentType="application/vnd.openxmlformats-package.relationships+xml"/>
  <Override PartName="/ppt/slideLayouts/_rels/slideLayout68.xml.rels" ContentType="application/vnd.openxmlformats-package.relationships+xml"/>
  <Override PartName="/ppt/slideLayouts/_rels/slideLayout69.xml.rels" ContentType="application/vnd.openxmlformats-package.relationships+xml"/>
  <Override PartName="/ppt/slideLayouts/_rels/slideLayout70.xml.rels" ContentType="application/vnd.openxmlformats-package.relationships+xml"/>
  <Override PartName="/ppt/slideLayouts/_rels/slideLayout71.xml.rels" ContentType="application/vnd.openxmlformats-package.relationships+xml"/>
  <Override PartName="/ppt/slideLayouts/_rels/slideLayout72.xml.rels" ContentType="application/vnd.openxmlformats-package.relationships+xml"/>
  <Override PartName="/ppt/slideLayouts/_rels/slideLayout73.xml.rels" ContentType="application/vnd.openxmlformats-package.relationships+xml"/>
  <Override PartName="/ppt/slideLayouts/_rels/slideLayout74.xml.rels" ContentType="application/vnd.openxmlformats-package.relationships+xml"/>
  <Override PartName="/ppt/slideLayouts/_rels/slideLayout75.xml.rels" ContentType="application/vnd.openxmlformats-package.relationships+xml"/>
  <Override PartName="/ppt/slideLayouts/_rels/slideLayout76.xml.rels" ContentType="application/vnd.openxmlformats-package.relationships+xml"/>
  <Override PartName="/ppt/slideLayouts/_rels/slideLayout77.xml.rels" ContentType="application/vnd.openxmlformats-package.relationships+xml"/>
  <Override PartName="/ppt/slideLayouts/_rels/slideLayout78.xml.rels" ContentType="application/vnd.openxmlformats-package.relationships+xml"/>
  <Override PartName="/ppt/slideLayouts/_rels/slideLayout79.xml.rels" ContentType="application/vnd.openxmlformats-package.relationships+xml"/>
  <Override PartName="/ppt/slideLayouts/_rels/slideLayout80.xml.rels" ContentType="application/vnd.openxmlformats-package.relationships+xml"/>
  <Override PartName="/ppt/slideLayouts/_rels/slideLayout81.xml.rels" ContentType="application/vnd.openxmlformats-package.relationships+xml"/>
  <Override PartName="/ppt/slideLayouts/_rels/slideLayout82.xml.rels" ContentType="application/vnd.openxmlformats-package.relationships+xml"/>
  <Override PartName="/ppt/slideLayouts/_rels/slideLayout83.xml.rels" ContentType="application/vnd.openxmlformats-package.relationships+xml"/>
  <Override PartName="/ppt/slideLayouts/_rels/slideLayout84.xml.rels" ContentType="application/vnd.openxmlformats-package.relationships+xml"/>
  <Override PartName="/ppt/slideLayouts/_rels/slideLayout85.xml.rels" ContentType="application/vnd.openxmlformats-package.relationships+xml"/>
  <Override PartName="/ppt/slideLayouts/_rels/slideLayout86.xml.rels" ContentType="application/vnd.openxmlformats-package.relationships+xml"/>
  <Override PartName="/ppt/slideLayouts/_rels/slideLayout87.xml.rels" ContentType="application/vnd.openxmlformats-package.relationships+xml"/>
  <Override PartName="/ppt/slideLayouts/_rels/slideLayout88.xml.rels" ContentType="application/vnd.openxmlformats-package.relationships+xml"/>
  <Override PartName="/ppt/slideLayouts/_rels/slideLayout89.xml.rels" ContentType="application/vnd.openxmlformats-package.relationships+xml"/>
  <Override PartName="/ppt/slideLayouts/_rels/slideLayout90.xml.rels" ContentType="application/vnd.openxmlformats-package.relationships+xml"/>
  <Override PartName="/ppt/slideLayouts/_rels/slideLayout91.xml.rels" ContentType="application/vnd.openxmlformats-package.relationships+xml"/>
  <Override PartName="/ppt/slideLayouts/_rels/slideLayout92.xml.rels" ContentType="application/vnd.openxmlformats-package.relationships+xml"/>
  <Override PartName="/ppt/slideLayouts/_rels/slideLayout93.xml.rels" ContentType="application/vnd.openxmlformats-package.relationships+xml"/>
  <Override PartName="/ppt/slideLayouts/_rels/slideLayout94.xml.rels" ContentType="application/vnd.openxmlformats-package.relationships+xml"/>
  <Override PartName="/ppt/slideLayouts/_rels/slideLayout95.xml.rels" ContentType="application/vnd.openxmlformats-package.relationships+xml"/>
  <Override PartName="/ppt/slideLayouts/_rels/slideLayout96.xml.rels" ContentType="application/vnd.openxmlformats-package.relationships+xml"/>
  <Override PartName="/ppt/slideLayouts/_rels/slideLayout97.xml.rels" ContentType="application/vnd.openxmlformats-package.relationships+xml"/>
  <Override PartName="/ppt/slideLayouts/_rels/slideLayout98.xml.rels" ContentType="application/vnd.openxmlformats-package.relationships+xml"/>
  <Override PartName="/ppt/slideLayouts/_rels/slideLayout99.xml.rels" ContentType="application/vnd.openxmlformats-package.relationships+xml"/>
  <Override PartName="/ppt/slideLayouts/_rels/slideLayout100.xml.rels" ContentType="application/vnd.openxmlformats-package.relationships+xml"/>
  <Override PartName="/ppt/slideLayouts/_rels/slideLayout101.xml.rels" ContentType="application/vnd.openxmlformats-package.relationships+xml"/>
  <Override PartName="/ppt/slideLayouts/_rels/slideLayout102.xml.rels" ContentType="application/vnd.openxmlformats-package.relationships+xml"/>
  <Override PartName="/ppt/slideLayouts/_rels/slideLayout103.xml.rels" ContentType="application/vnd.openxmlformats-package.relationships+xml"/>
  <Override PartName="/ppt/slideLayouts/_rels/slideLayout104.xml.rels" ContentType="application/vnd.openxmlformats-package.relationships+xml"/>
  <Override PartName="/ppt/slideLayouts/_rels/slideLayout105.xml.rels" ContentType="application/vnd.openxmlformats-package.relationships+xml"/>
  <Override PartName="/ppt/slideLayouts/_rels/slideLayout106.xml.rels" ContentType="application/vnd.openxmlformats-package.relationships+xml"/>
  <Override PartName="/ppt/slideLayouts/_rels/slideLayout107.xml.rels" ContentType="application/vnd.openxmlformats-package.relationships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2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20.xml.rels" ContentType="application/vnd.openxmlformats-package.relationships+xml"/>
  <Override PartName="/ppt/slides/_rels/slide3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slides/_rels/slide9.xml.rels" ContentType="application/vnd.openxmlformats-package.relationships+xml"/>
  <Override PartName="/ppt/slides/_rels/slide10.xml.rels" ContentType="application/vnd.openxmlformats-package.relationships+xml"/>
  <Override PartName="/ppt/slides/_rels/slide11.xml.rels" ContentType="application/vnd.openxmlformats-package.relationships+xml"/>
  <Override PartName="/ppt/slides/_rels/slide12.xml.rels" ContentType="application/vnd.openxmlformats-package.relationships+xml"/>
  <Override PartName="/ppt/slides/_rels/slide13.xml.rels" ContentType="application/vnd.openxmlformats-package.relationships+xml"/>
  <Override PartName="/ppt/slides/_rels/slide14.xml.rels" ContentType="application/vnd.openxmlformats-package.relationships+xml"/>
  <Override PartName="/ppt/slides/_rels/slide15.xml.rels" ContentType="application/vnd.openxmlformats-package.relationships+xml"/>
  <Override PartName="/ppt/slides/_rels/slide16.xml.rels" ContentType="application/vnd.openxmlformats-package.relationships+xml"/>
  <Override PartName="/ppt/slides/_rels/slide17.xml.rels" ContentType="application/vnd.openxmlformats-package.relationships+xml"/>
  <Override PartName="/ppt/slides/_rels/slide18.xml.rels" ContentType="application/vnd.openxmlformats-package.relationships+xml"/>
  <Override PartName="/ppt/slides/_rels/slide19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87" r:id="rId5"/>
    <p:sldMasterId id="2147483700" r:id="rId6"/>
    <p:sldMasterId id="2147483713" r:id="rId7"/>
    <p:sldMasterId id="2147483726" r:id="rId8"/>
    <p:sldMasterId id="2147483739" r:id="rId9"/>
    <p:sldMasterId id="2147483752" r:id="rId10"/>
  </p:sld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4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5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6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7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8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9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CB6AB23-B489-4A0E-BCC2-AFBE5B0287A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5452D48-A77A-47FA-8C3A-B0CE55FA059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8FD26F5-80BB-4F23-89F2-7E5269A4283B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6C367C-2414-4FF2-87EF-252329872ED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91B15A5-55C6-44C8-A11D-D5A5F1C5629E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61B77A7-9974-470B-B16F-03A8CFF7CE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DA4CAA4D-AD08-4838-BAE8-13C06882774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87DCD2E4-B968-4BAF-A230-C45BCEA512F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FA22EF2-E5BC-4905-9164-F5B99C4AF3A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44A9518-19E7-49DC-A332-5A27A4E1CA5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6D5798A-EA43-473B-974A-3BC47933A74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33473C0-B0BC-4350-A71D-6368685D7D4F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3226001-F423-4F1B-B96E-7094E908425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AB9B2E1-8BEF-4A5E-A685-5DB377B3214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4361FA1-1AA7-4DA9-8AF1-2F009AD73B5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26D3136-C6FE-420C-B44B-28DE3A487C8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839D66CC-9F1D-4AB7-A012-84EE5ACBEF1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3B4E5DB0-5741-4693-A92B-229DF945E9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CC122E6E-1256-41B3-95AC-0DFADC946DA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D78CECDA-2725-4F1D-85BA-F0EB433BEA0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46B9781B-B66F-4D26-AAA7-51E20DE0A34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97BE900-845C-403D-A5AC-54D759C27C16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A6905013-9896-4E03-8752-7FBF54B85A47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8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762D09C-8239-4017-AD5F-7AFEE3ABFF75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D8C42E1-6DF2-43F2-9950-C991CA51432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96FDDFF-086F-46EF-AAA0-E8D266C32C0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F2314F1-BD3D-497C-8CAD-7495249469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716FBC8-C60E-4712-B8A2-5511116D650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CF51AEF6-8FEB-4A98-99A5-5379614CB93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3093504-0ECC-4EFD-B970-DB2F870F3F8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FD7BA0FA-9BF3-4996-87AB-9AE10C329523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95D1203A-1ACB-40A4-9DE2-FF287C416F7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6A1CF4AD-5751-49D0-8F57-391B6F14939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E238465F-A09F-4841-AAAC-B1A0C65F7AB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4B6325D7-48E1-4D57-AB74-914259DE6AE3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DAD6A822-1DDD-4ACC-ABFA-87F93C33755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7BFBE0F2-D822-4F72-BDDA-EB0044D3B7D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8DA1E69-B169-44A6-9BB8-E65D4BACB71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ED84A58-74E0-444D-A4F3-EE0D7906BF8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6D44FCA-3615-4FFD-A3D2-48EC50AED41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5276088B-B99E-493B-A057-695EA9F9C821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F8A042E6-3AB8-4A77-AB81-C21E13343EA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895CC077-8706-4855-BC7B-6E41F18E59FD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5EFD3C9-75A7-4FEC-82DB-81C3DCA1CA6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6FB5FA8-83E9-4F99-B64E-ABBC25983F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41589D49-2AC1-40D2-A2BE-338C8D8E63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0864FE21-D29E-4039-9C06-BB46DCDBE43B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3B723356-9C92-400D-887E-284E11C4A0E8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15C83E17-FB3F-46A6-9C6C-8E78A5F7AEF9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B9DC0E80-5955-415D-8211-F9C6D270606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E939236-16AF-40F1-90B5-D1A38828730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EDFC2643-CF21-46F4-AAEF-632A341B460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F5BB0259-CC4A-405B-A520-54780F2CDD46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0371FD17-898F-4280-BEDD-1535CD97D15A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C5D5644-3B05-49AC-88AA-BDF489ED084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5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820F8FF4-DA2B-40EF-99FB-88D8CB51A98A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4F743FA7-79F7-41C2-B5D5-18A9C8EE20A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A5A5AAEE-69E4-49EC-9A8D-F4A7B80EAC9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6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D88DB3D9-AB32-47A5-9717-4E715212E8C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1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2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3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39F12003-AFA6-4D9E-B6AC-7228B719016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9CED9870-EC7B-4C4A-97F0-FDF3106FE0F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1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2B482DB-654D-459D-9D2C-3F3A86F5DDD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8E5F05D-5EFC-4C7C-AE46-C3CF5F0CC32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E2BF6644-5D0A-457E-A76C-95D27BA50535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B270E10-7AF5-4ECD-9A4C-2D57B0D0E79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0EAC19D-C32E-4353-9099-EFC8A662FF6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4187B1CC-7C79-49EC-A486-B781C252B434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64E24DC1-58D7-4241-9BF2-DE54941F198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58F3BA8-5F4B-4BE7-A8F0-8DE954395E0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A07B6138-3B7D-48D7-97FC-AD310F12DF7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8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D97CB3C2-98C1-421E-99F3-3BC203D0F6F8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2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4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CF59E6A5-FECC-4A68-9284-03E62001CD9B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31D2090-C3EE-41C1-BCCC-C68EECA6111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BF91B3D-A164-48ED-A83D-485E5AE946C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6676B36-E333-4865-A80D-1E6A59D3B01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79CBBE6-E2FC-4165-8EAF-53F1EFD74F47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D4E61A9-DB65-456F-B6C2-0104112C58E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56880A5F-FB7B-4A33-88F8-E67F7A2D7FF3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A97E3AA-B21F-4E47-BAD8-8B90EB2F0600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C730E2E-6591-4FF8-8164-DB686BAD2B7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B952149-E7D1-44C0-8030-1B1B043C0B5C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63B8656-19F7-44EE-9899-D0C135BC9B1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8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9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15E907EE-079C-4E59-9886-730AE8496CD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2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3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4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5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D4008D63-F93E-4D80-BE7A-1DCA17DE6FBA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2F8B0C48-9E51-444F-B108-19910AFEBD2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3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51BD65D-A176-4C95-9CDC-17497612565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F69A37A-98C7-44A6-AD47-7A484739D16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3D234A05-D9B3-496F-AAA5-2AD1D3643AF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EE44B6C-0B27-4C7E-BCFB-66069C6E8F7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92B008B-E9CD-4B0F-8DA3-68CCD95B1DC5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D615A31F-DC58-4709-A6BE-76DB2395970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80244B64-A994-4872-8C57-0C73980F6526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1F207B04-FE44-4118-BC20-351A76D77117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4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0E71B617-E10B-4794-9DCE-559DD176341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BC3CB68-C293-4892-98F5-7956B087DB64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2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3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4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5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6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7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C0E7180A-3642-44B7-946C-B94B6BCD2717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33667F34-00AE-4DDA-B952-4E9A98B6D63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AFB4C8D7-E7F7-41F0-BAE9-FDD2959ADE40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6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442D1719-F3A2-4A82-B50F-E2802C284A4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C7E0EDF3-1FC3-4086-98AF-0423198919F1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E51B0F7-DB19-40B4-8E1E-5A8A0E7F3B4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9CAE0269-AB88-4DFE-8284-E68BFE77F627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AD93913-CFAC-4EA9-827C-27B2398D332B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7AA0018F-67D4-44AB-8AED-56431F3B07EE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3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52DF9F13-CCD7-4CBE-8590-415A63A4C171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515F81B-E1A0-4E46-9D82-E3AD58756663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F68FC877-98DF-43AD-AC8A-4502AD5EAA70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5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6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7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8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BAC7D640-E6BE-435B-B271-A795B799AA82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<Relationship Id="rId3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8.xml"/><Relationship Id="rId6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0.xml"/><Relationship Id="rId8" Type="http://schemas.openxmlformats.org/officeDocument/2006/relationships/slideLayout" Target="../slideLayouts/slideLayout31.xml"/><Relationship Id="rId9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33.xml"/><Relationship Id="rId11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35.xml"/><Relationship Id="rId13" Type="http://schemas.openxmlformats.org/officeDocument/2006/relationships/slideLayout" Target="../slideLayouts/slideLayout36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37.xml"/><Relationship Id="rId3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9.xml"/><Relationship Id="rId5" Type="http://schemas.openxmlformats.org/officeDocument/2006/relationships/slideLayout" Target="../slideLayouts/slideLayout40.xml"/><Relationship Id="rId6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2.xml"/><Relationship Id="rId8" Type="http://schemas.openxmlformats.org/officeDocument/2006/relationships/slideLayout" Target="../slideLayouts/slideLayout43.xml"/><Relationship Id="rId9" Type="http://schemas.openxmlformats.org/officeDocument/2006/relationships/slideLayout" Target="../slideLayouts/slideLayout44.xml"/><Relationship Id="rId10" Type="http://schemas.openxmlformats.org/officeDocument/2006/relationships/slideLayout" Target="../slideLayouts/slideLayout45.xml"/><Relationship Id="rId11" Type="http://schemas.openxmlformats.org/officeDocument/2006/relationships/slideLayout" Target="../slideLayouts/slideLayout46.xml"/><Relationship Id="rId12" Type="http://schemas.openxmlformats.org/officeDocument/2006/relationships/slideLayout" Target="../slideLayouts/slideLayout47.xml"/><Relationship Id="rId13" Type="http://schemas.openxmlformats.org/officeDocument/2006/relationships/slideLayout" Target="../slideLayouts/slideLayout48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49.xml"/><Relationship Id="rId3" Type="http://schemas.openxmlformats.org/officeDocument/2006/relationships/slideLayout" Target="../slideLayouts/slideLayout50.xml"/><Relationship Id="rId4" Type="http://schemas.openxmlformats.org/officeDocument/2006/relationships/slideLayout" Target="../slideLayouts/slideLayout51.xml"/><Relationship Id="rId5" Type="http://schemas.openxmlformats.org/officeDocument/2006/relationships/slideLayout" Target="../slideLayouts/slideLayout52.xml"/><Relationship Id="rId6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4.xml"/><Relationship Id="rId8" Type="http://schemas.openxmlformats.org/officeDocument/2006/relationships/slideLayout" Target="../slideLayouts/slideLayout55.xml"/><Relationship Id="rId9" Type="http://schemas.openxmlformats.org/officeDocument/2006/relationships/slideLayout" Target="../slideLayouts/slideLayout56.xml"/><Relationship Id="rId10" Type="http://schemas.openxmlformats.org/officeDocument/2006/relationships/slideLayout" Target="../slideLayouts/slideLayout57.xml"/><Relationship Id="rId11" Type="http://schemas.openxmlformats.org/officeDocument/2006/relationships/slideLayout" Target="../slideLayouts/slideLayout58.xml"/><Relationship Id="rId12" Type="http://schemas.openxmlformats.org/officeDocument/2006/relationships/slideLayout" Target="../slideLayouts/slideLayout59.xml"/><Relationship Id="rId13" Type="http://schemas.openxmlformats.org/officeDocument/2006/relationships/slideLayout" Target="../slideLayouts/slideLayout60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1.xml"/><Relationship Id="rId3" Type="http://schemas.openxmlformats.org/officeDocument/2006/relationships/slideLayout" Target="../slideLayouts/slideLayout62.xml"/><Relationship Id="rId4" Type="http://schemas.openxmlformats.org/officeDocument/2006/relationships/slideLayout" Target="../slideLayouts/slideLayout63.xml"/><Relationship Id="rId5" Type="http://schemas.openxmlformats.org/officeDocument/2006/relationships/slideLayout" Target="../slideLayouts/slideLayout64.xml"/><Relationship Id="rId6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6.xml"/><Relationship Id="rId8" Type="http://schemas.openxmlformats.org/officeDocument/2006/relationships/slideLayout" Target="../slideLayouts/slideLayout67.xml"/><Relationship Id="rId9" Type="http://schemas.openxmlformats.org/officeDocument/2006/relationships/slideLayout" Target="../slideLayouts/slideLayout68.xml"/><Relationship Id="rId10" Type="http://schemas.openxmlformats.org/officeDocument/2006/relationships/slideLayout" Target="../slideLayouts/slideLayout69.xml"/><Relationship Id="rId11" Type="http://schemas.openxmlformats.org/officeDocument/2006/relationships/slideLayout" Target="../slideLayouts/slideLayout70.xml"/><Relationship Id="rId12" Type="http://schemas.openxmlformats.org/officeDocument/2006/relationships/slideLayout" Target="../slideLayouts/slideLayout71.xml"/><Relationship Id="rId13" Type="http://schemas.openxmlformats.org/officeDocument/2006/relationships/slideLayout" Target="../slideLayouts/slideLayout72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3.xml"/><Relationship Id="rId3" Type="http://schemas.openxmlformats.org/officeDocument/2006/relationships/slideLayout" Target="../slideLayouts/slideLayout74.xml"/><Relationship Id="rId4" Type="http://schemas.openxmlformats.org/officeDocument/2006/relationships/slideLayout" Target="../slideLayouts/slideLayout75.xml"/><Relationship Id="rId5" Type="http://schemas.openxmlformats.org/officeDocument/2006/relationships/slideLayout" Target="../slideLayouts/slideLayout76.xml"/><Relationship Id="rId6" Type="http://schemas.openxmlformats.org/officeDocument/2006/relationships/slideLayout" Target="../slideLayouts/slideLayout77.xml"/><Relationship Id="rId7" Type="http://schemas.openxmlformats.org/officeDocument/2006/relationships/slideLayout" Target="../slideLayouts/slideLayout78.xml"/><Relationship Id="rId8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0.xml"/><Relationship Id="rId10" Type="http://schemas.openxmlformats.org/officeDocument/2006/relationships/slideLayout" Target="../slideLayouts/slideLayout81.xml"/><Relationship Id="rId11" Type="http://schemas.openxmlformats.org/officeDocument/2006/relationships/slideLayout" Target="../slideLayouts/slideLayout82.xml"/><Relationship Id="rId12" Type="http://schemas.openxmlformats.org/officeDocument/2006/relationships/slideLayout" Target="../slideLayouts/slideLayout83.xml"/><Relationship Id="rId13" Type="http://schemas.openxmlformats.org/officeDocument/2006/relationships/slideLayout" Target="../slideLayouts/slideLayout84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85.xml"/><Relationship Id="rId3" Type="http://schemas.openxmlformats.org/officeDocument/2006/relationships/slideLayout" Target="../slideLayouts/slideLayout86.xml"/><Relationship Id="rId4" Type="http://schemas.openxmlformats.org/officeDocument/2006/relationships/slideLayout" Target="../slideLayouts/slideLayout87.xml"/><Relationship Id="rId5" Type="http://schemas.openxmlformats.org/officeDocument/2006/relationships/slideLayout" Target="../slideLayouts/slideLayout88.xml"/><Relationship Id="rId6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0.xml"/><Relationship Id="rId8" Type="http://schemas.openxmlformats.org/officeDocument/2006/relationships/slideLayout" Target="../slideLayouts/slideLayout91.xml"/><Relationship Id="rId9" Type="http://schemas.openxmlformats.org/officeDocument/2006/relationships/slideLayout" Target="../slideLayouts/slideLayout92.xml"/><Relationship Id="rId10" Type="http://schemas.openxmlformats.org/officeDocument/2006/relationships/slideLayout" Target="../slideLayouts/slideLayout93.xml"/><Relationship Id="rId11" Type="http://schemas.openxmlformats.org/officeDocument/2006/relationships/slideLayout" Target="../slideLayouts/slideLayout94.xml"/><Relationship Id="rId12" Type="http://schemas.openxmlformats.org/officeDocument/2006/relationships/slideLayout" Target="../slideLayouts/slideLayout95.xml"/><Relationship Id="rId13" Type="http://schemas.openxmlformats.org/officeDocument/2006/relationships/slideLayout" Target="../slideLayouts/slideLayout96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97.xml"/><Relationship Id="rId3" Type="http://schemas.openxmlformats.org/officeDocument/2006/relationships/slideLayout" Target="../slideLayouts/slideLayout98.xml"/><Relationship Id="rId4" Type="http://schemas.openxmlformats.org/officeDocument/2006/relationships/slideLayout" Target="../slideLayouts/slideLayout99.xml"/><Relationship Id="rId5" Type="http://schemas.openxmlformats.org/officeDocument/2006/relationships/slideLayout" Target="../slideLayouts/slideLayout100.xml"/><Relationship Id="rId6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2.xml"/><Relationship Id="rId8" Type="http://schemas.openxmlformats.org/officeDocument/2006/relationships/slideLayout" Target="../slideLayouts/slideLayout103.xml"/><Relationship Id="rId9" Type="http://schemas.openxmlformats.org/officeDocument/2006/relationships/slideLayout" Target="../slideLayouts/slideLayout104.xml"/><Relationship Id="rId10" Type="http://schemas.openxmlformats.org/officeDocument/2006/relationships/slideLayout" Target="../slideLayouts/slideLayout105.xml"/><Relationship Id="rId11" Type="http://schemas.openxmlformats.org/officeDocument/2006/relationships/slideLayout" Target="../slideLayouts/slideLayout106.xml"/><Relationship Id="rId12" Type="http://schemas.openxmlformats.org/officeDocument/2006/relationships/slideLayout" Target="../slideLayouts/slideLayout107.xml"/><Relationship Id="rId13" Type="http://schemas.openxmlformats.org/officeDocument/2006/relationships/slideLayout" Target="../slideLayouts/slideLayout108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9F977B1-1639-43BF-98F7-E09254DA519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ftr" idx="4"/>
          </p:nvPr>
        </p:nvSpPr>
        <p:spPr>
          <a:xfrm>
            <a:off x="3124080" y="6356520"/>
            <a:ext cx="288828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sldNum" idx="5"/>
          </p:nvPr>
        </p:nvSpPr>
        <p:spPr>
          <a:xfrm>
            <a:off x="655308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9F1B89-4C0E-497F-A96F-966E33A54B30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dt" idx="6"/>
          </p:nvPr>
        </p:nvSpPr>
        <p:spPr>
          <a:xfrm>
            <a:off x="457200" y="6356520"/>
            <a:ext cx="2126520" cy="3578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ftr" idx="7"/>
          </p:nvPr>
        </p:nvSpPr>
        <p:spPr>
          <a:xfrm>
            <a:off x="3124080" y="6356520"/>
            <a:ext cx="288864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sldNum" idx="8"/>
          </p:nvPr>
        </p:nvSpPr>
        <p:spPr>
          <a:xfrm>
            <a:off x="655308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6B249C4-DCE6-4251-8A37-410C697DDDB6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dt" idx="9"/>
          </p:nvPr>
        </p:nvSpPr>
        <p:spPr>
          <a:xfrm>
            <a:off x="457200" y="6356520"/>
            <a:ext cx="2126880" cy="3582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5" r:id="rId2"/>
    <p:sldLayoutId id="2147483676" r:id="rId3"/>
    <p:sldLayoutId id="2147483677" r:id="rId4"/>
    <p:sldLayoutId id="2147483678" r:id="rId5"/>
    <p:sldLayoutId id="2147483679" r:id="rId6"/>
    <p:sldLayoutId id="2147483680" r:id="rId7"/>
    <p:sldLayoutId id="2147483681" r:id="rId8"/>
    <p:sldLayoutId id="2147483682" r:id="rId9"/>
    <p:sldLayoutId id="2147483683" r:id="rId10"/>
    <p:sldLayoutId id="2147483684" r:id="rId11"/>
    <p:sldLayoutId id="2147483685" r:id="rId12"/>
    <p:sldLayoutId id="2147483686" r:id="rId13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ftr" idx="10"/>
          </p:nvPr>
        </p:nvSpPr>
        <p:spPr>
          <a:xfrm>
            <a:off x="3124080" y="6356520"/>
            <a:ext cx="288900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sldNum" idx="11"/>
          </p:nvPr>
        </p:nvSpPr>
        <p:spPr>
          <a:xfrm>
            <a:off x="655308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7D75E1F4-1454-4B9C-9BB3-F79D03F5B7F9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dt" idx="12"/>
          </p:nvPr>
        </p:nvSpPr>
        <p:spPr>
          <a:xfrm>
            <a:off x="457200" y="6356520"/>
            <a:ext cx="2127240" cy="35856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  <p:sldLayoutId id="2147483698" r:id="rId12"/>
    <p:sldLayoutId id="2147483699" r:id="rId13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ftr" idx="13"/>
          </p:nvPr>
        </p:nvSpPr>
        <p:spPr>
          <a:xfrm>
            <a:off x="3124080" y="6356520"/>
            <a:ext cx="288972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 type="sldNum" idx="14"/>
          </p:nvPr>
        </p:nvSpPr>
        <p:spPr>
          <a:xfrm>
            <a:off x="655308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8FDF2A-AA90-4BB2-BF5F-27F908C3D3B4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 type="dt" idx="15"/>
          </p:nvPr>
        </p:nvSpPr>
        <p:spPr>
          <a:xfrm>
            <a:off x="457200" y="6356520"/>
            <a:ext cx="2127960" cy="3592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8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ftr" idx="16"/>
          </p:nvPr>
        </p:nvSpPr>
        <p:spPr>
          <a:xfrm>
            <a:off x="3124080" y="6356520"/>
            <a:ext cx="289116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6" name="PlaceHolder 2"/>
          <p:cNvSpPr>
            <a:spLocks noGrp="1"/>
          </p:cNvSpPr>
          <p:nvPr>
            <p:ph type="sldNum" idx="17"/>
          </p:nvPr>
        </p:nvSpPr>
        <p:spPr>
          <a:xfrm>
            <a:off x="655308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3F4C38F-DBF9-4D99-94D3-2CC04E0A532F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dt" idx="18"/>
          </p:nvPr>
        </p:nvSpPr>
        <p:spPr>
          <a:xfrm>
            <a:off x="457200" y="6356520"/>
            <a:ext cx="2129400" cy="3607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08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14" r:id="rId2"/>
    <p:sldLayoutId id="2147483715" r:id="rId3"/>
    <p:sldLayoutId id="2147483716" r:id="rId4"/>
    <p:sldLayoutId id="2147483717" r:id="rId5"/>
    <p:sldLayoutId id="2147483718" r:id="rId6"/>
    <p:sldLayoutId id="2147483719" r:id="rId7"/>
    <p:sldLayoutId id="2147483720" r:id="rId8"/>
    <p:sldLayoutId id="2147483721" r:id="rId9"/>
    <p:sldLayoutId id="2147483722" r:id="rId10"/>
    <p:sldLayoutId id="2147483723" r:id="rId11"/>
    <p:sldLayoutId id="2147483724" r:id="rId12"/>
    <p:sldLayoutId id="2147483725" r:id="rId13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PlaceHolder 1"/>
          <p:cNvSpPr>
            <a:spLocks noGrp="1"/>
          </p:cNvSpPr>
          <p:nvPr>
            <p:ph type="ftr" idx="19"/>
          </p:nvPr>
        </p:nvSpPr>
        <p:spPr>
          <a:xfrm>
            <a:off x="3124080" y="6356520"/>
            <a:ext cx="289188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7" name="PlaceHolder 2"/>
          <p:cNvSpPr>
            <a:spLocks noGrp="1"/>
          </p:cNvSpPr>
          <p:nvPr>
            <p:ph type="sldNum" idx="20"/>
          </p:nvPr>
        </p:nvSpPr>
        <p:spPr>
          <a:xfrm>
            <a:off x="655308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3F194D3-CC7D-4107-814A-60E4CB79687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8" name="PlaceHolder 3"/>
          <p:cNvSpPr>
            <a:spLocks noGrp="1"/>
          </p:cNvSpPr>
          <p:nvPr>
            <p:ph type="dt" idx="21"/>
          </p:nvPr>
        </p:nvSpPr>
        <p:spPr>
          <a:xfrm>
            <a:off x="457200" y="6356520"/>
            <a:ext cx="2130120" cy="361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9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27" r:id="rId2"/>
    <p:sldLayoutId id="2147483728" r:id="rId3"/>
    <p:sldLayoutId id="2147483729" r:id="rId4"/>
    <p:sldLayoutId id="2147483730" r:id="rId5"/>
    <p:sldLayoutId id="2147483731" r:id="rId6"/>
    <p:sldLayoutId id="2147483732" r:id="rId7"/>
    <p:sldLayoutId id="2147483733" r:id="rId8"/>
    <p:sldLayoutId id="2147483734" r:id="rId9"/>
    <p:sldLayoutId id="2147483735" r:id="rId10"/>
    <p:sldLayoutId id="2147483736" r:id="rId11"/>
    <p:sldLayoutId id="2147483737" r:id="rId12"/>
    <p:sldLayoutId id="2147483738" r:id="rId13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ftr" idx="22"/>
          </p:nvPr>
        </p:nvSpPr>
        <p:spPr>
          <a:xfrm>
            <a:off x="3124080" y="6356520"/>
            <a:ext cx="289296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 type="sldNum" idx="23"/>
          </p:nvPr>
        </p:nvSpPr>
        <p:spPr>
          <a:xfrm>
            <a:off x="655308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DD95FF7-8383-4BCD-8D6C-42CBDE414BBE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89" name="PlaceHolder 3"/>
          <p:cNvSpPr>
            <a:spLocks noGrp="1"/>
          </p:cNvSpPr>
          <p:nvPr>
            <p:ph type="dt" idx="24"/>
          </p:nvPr>
        </p:nvSpPr>
        <p:spPr>
          <a:xfrm>
            <a:off x="457200" y="6356520"/>
            <a:ext cx="2131200" cy="3625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90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40" r:id="rId2"/>
    <p:sldLayoutId id="2147483741" r:id="rId3"/>
    <p:sldLayoutId id="2147483742" r:id="rId4"/>
    <p:sldLayoutId id="2147483743" r:id="rId5"/>
    <p:sldLayoutId id="2147483744" r:id="rId6"/>
    <p:sldLayoutId id="2147483745" r:id="rId7"/>
    <p:sldLayoutId id="2147483746" r:id="rId8"/>
    <p:sldLayoutId id="2147483747" r:id="rId9"/>
    <p:sldLayoutId id="2147483748" r:id="rId10"/>
    <p:sldLayoutId id="2147483749" r:id="rId11"/>
    <p:sldLayoutId id="2147483750" r:id="rId12"/>
    <p:sldLayoutId id="2147483751" r:id="rId13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PlaceHolder 1"/>
          <p:cNvSpPr>
            <a:spLocks noGrp="1"/>
          </p:cNvSpPr>
          <p:nvPr>
            <p:ph type="ftr" idx="25"/>
          </p:nvPr>
        </p:nvSpPr>
        <p:spPr>
          <a:xfrm>
            <a:off x="3124080" y="6356520"/>
            <a:ext cx="289404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9" name="PlaceHolder 2"/>
          <p:cNvSpPr>
            <a:spLocks noGrp="1"/>
          </p:cNvSpPr>
          <p:nvPr>
            <p:ph type="sldNum" idx="26"/>
          </p:nvPr>
        </p:nvSpPr>
        <p:spPr>
          <a:xfrm>
            <a:off x="655308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42362FD9-1E5B-47ED-A1E4-A861AC874163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0" name="PlaceHolder 3"/>
          <p:cNvSpPr>
            <a:spLocks noGrp="1"/>
          </p:cNvSpPr>
          <p:nvPr>
            <p:ph type="dt" idx="27"/>
          </p:nvPr>
        </p:nvSpPr>
        <p:spPr>
          <a:xfrm>
            <a:off x="457200" y="6356520"/>
            <a:ext cx="2132280" cy="3636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1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753" r:id="rId2"/>
    <p:sldLayoutId id="2147483754" r:id="rId3"/>
    <p:sldLayoutId id="2147483755" r:id="rId4"/>
    <p:sldLayoutId id="2147483756" r:id="rId5"/>
    <p:sldLayoutId id="2147483757" r:id="rId6"/>
    <p:sldLayoutId id="2147483758" r:id="rId7"/>
    <p:sldLayoutId id="2147483759" r:id="rId8"/>
    <p:sldLayoutId id="2147483760" r:id="rId9"/>
    <p:sldLayoutId id="2147483761" r:id="rId10"/>
    <p:sldLayoutId id="2147483762" r:id="rId11"/>
    <p:sldLayoutId id="2147483763" r:id="rId12"/>
    <p:sldLayoutId id="2147483764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5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7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85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3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Rectangle 1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0" name="Rectangle 2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1" name="Rectangle 3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2" name="Rectangle 4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3" name="Rectangle 5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4" name="Rectangle 6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5" name="Rectangle 7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6" name="Rectangle 8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7" name="Rectangle 9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8" name="Rectangle 10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79" name="Rectangle 11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0" name="Rectangle 12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1" name="Rectangle 13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2" name="Rectangle 14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3" name="Rectangle 15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4" name="Rectangle 16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5" name="Rounded Rectangle 17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86" name="TextBox 18"/>
          <p:cNvSpPr/>
          <p:nvPr/>
        </p:nvSpPr>
        <p:spPr>
          <a:xfrm>
            <a:off x="1522800" y="1005840"/>
            <a:ext cx="79261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VIRTUAL MACHINE (JVM)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TextBox 19"/>
          <p:cNvSpPr/>
          <p:nvPr/>
        </p:nvSpPr>
        <p:spPr>
          <a:xfrm>
            <a:off x="3661920" y="2057400"/>
            <a:ext cx="36482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engine that runs Java programs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Rounded Rectangle 20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89" name="Rounded Rectangle 21"/>
          <p:cNvSpPr/>
          <p:nvPr/>
        </p:nvSpPr>
        <p:spPr>
          <a:xfrm>
            <a:off x="685800" y="2521440"/>
            <a:ext cx="3422880" cy="33235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Java Virtual Machine (JVM) is a virtual runtime engine that executes Java bytecode.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It allows Java programs to run on any platform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bytecode, not machine code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translates bytecode into machine-specific instructions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JVM Responsibilities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Platform independence (Write Once, Run Anywhere)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Bytecode execution (Interpreter + JIT Compiler)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Automatic memory management (Garbage Collection)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Security through a controlled runtime environment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👉 </a:t>
            </a: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JVM acts as a bridge between Java programs and the operating system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0" name="Rounded Rectangle 22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1" name="Rounded Rectangle 23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JVM 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for OS/CPU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2" name="Rounded Rectangle 24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3" name="Rounded Rectangle 25"/>
          <p:cNvSpPr/>
          <p:nvPr/>
        </p:nvSpPr>
        <p:spPr>
          <a:xfrm>
            <a:off x="795528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System.out.println("Hello, JVM!");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94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Rectangle 32"/>
          <p:cNvSpPr/>
          <p:nvPr/>
        </p:nvSpPr>
        <p:spPr>
          <a:xfrm>
            <a:off x="0" y="0"/>
            <a:ext cx="12181680" cy="68508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6" name="Rectangle 33"/>
          <p:cNvSpPr/>
          <p:nvPr/>
        </p:nvSpPr>
        <p:spPr>
          <a:xfrm>
            <a:off x="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7" name="Rectangle 34"/>
          <p:cNvSpPr/>
          <p:nvPr/>
        </p:nvSpPr>
        <p:spPr>
          <a:xfrm>
            <a:off x="914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8" name="Rectangle 35"/>
          <p:cNvSpPr/>
          <p:nvPr/>
        </p:nvSpPr>
        <p:spPr>
          <a:xfrm>
            <a:off x="1828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399" name="Rectangle 36"/>
          <p:cNvSpPr/>
          <p:nvPr/>
        </p:nvSpPr>
        <p:spPr>
          <a:xfrm>
            <a:off x="2743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0" name="Rectangle 37"/>
          <p:cNvSpPr/>
          <p:nvPr/>
        </p:nvSpPr>
        <p:spPr>
          <a:xfrm>
            <a:off x="3657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1" name="Rectangle 38"/>
          <p:cNvSpPr/>
          <p:nvPr/>
        </p:nvSpPr>
        <p:spPr>
          <a:xfrm>
            <a:off x="4572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2" name="Rectangle 39"/>
          <p:cNvSpPr/>
          <p:nvPr/>
        </p:nvSpPr>
        <p:spPr>
          <a:xfrm>
            <a:off x="5486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3" name="Rectangle 40"/>
          <p:cNvSpPr/>
          <p:nvPr/>
        </p:nvSpPr>
        <p:spPr>
          <a:xfrm>
            <a:off x="6400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4" name="Rectangle 41"/>
          <p:cNvSpPr/>
          <p:nvPr/>
        </p:nvSpPr>
        <p:spPr>
          <a:xfrm>
            <a:off x="7315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5" name="Rectangle 42"/>
          <p:cNvSpPr/>
          <p:nvPr/>
        </p:nvSpPr>
        <p:spPr>
          <a:xfrm>
            <a:off x="82296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6" name="Rectangle 43"/>
          <p:cNvSpPr/>
          <p:nvPr/>
        </p:nvSpPr>
        <p:spPr>
          <a:xfrm>
            <a:off x="91440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7" name="Rectangle 44"/>
          <p:cNvSpPr/>
          <p:nvPr/>
        </p:nvSpPr>
        <p:spPr>
          <a:xfrm>
            <a:off x="100584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8" name="Rectangle 45"/>
          <p:cNvSpPr/>
          <p:nvPr/>
        </p:nvSpPr>
        <p:spPr>
          <a:xfrm>
            <a:off x="109728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09" name="Rectangle 46"/>
          <p:cNvSpPr/>
          <p:nvPr/>
        </p:nvSpPr>
        <p:spPr>
          <a:xfrm>
            <a:off x="11887200" y="0"/>
            <a:ext cx="11160" cy="68508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0" name="Rectangle 47"/>
          <p:cNvSpPr/>
          <p:nvPr/>
        </p:nvSpPr>
        <p:spPr>
          <a:xfrm>
            <a:off x="0" y="0"/>
            <a:ext cx="312840" cy="68508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1" name="Rounded Rectangle 8"/>
          <p:cNvSpPr/>
          <p:nvPr/>
        </p:nvSpPr>
        <p:spPr>
          <a:xfrm>
            <a:off x="9875520" y="365760"/>
            <a:ext cx="2004480" cy="4957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2" name="TextBox 4"/>
          <p:cNvSpPr/>
          <p:nvPr/>
        </p:nvSpPr>
        <p:spPr>
          <a:xfrm>
            <a:off x="3214440" y="1005840"/>
            <a:ext cx="4542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Architecture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3" name="TextBox 5"/>
          <p:cNvSpPr/>
          <p:nvPr/>
        </p:nvSpPr>
        <p:spPr>
          <a:xfrm>
            <a:off x="3641400" y="2194560"/>
            <a:ext cx="3689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INSIDE THE JAVA VIRTUAL MACHINE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4" name="Rounded Rectangle 9"/>
          <p:cNvSpPr/>
          <p:nvPr/>
        </p:nvSpPr>
        <p:spPr>
          <a:xfrm>
            <a:off x="98748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5" name="Rounded Rectangle 10"/>
          <p:cNvSpPr/>
          <p:nvPr/>
        </p:nvSpPr>
        <p:spPr>
          <a:xfrm>
            <a:off x="91440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architecture is built from core components that work together to execute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 files into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 store data during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runs bytecode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removes unused objects automatically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These parts allow Java programs to run securely, efficiently, and independently of the operating system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6" name="Rounded Rectangle 11"/>
          <p:cNvSpPr/>
          <p:nvPr/>
        </p:nvSpPr>
        <p:spPr>
          <a:xfrm>
            <a:off x="450792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7" name="Rounded Rectangle 12"/>
          <p:cNvSpPr/>
          <p:nvPr/>
        </p:nvSpPr>
        <p:spPr>
          <a:xfrm>
            <a:off x="443484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Runtime Data Areas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(Interpreter + JIT)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8" name="Rounded Rectangle 13"/>
          <p:cNvSpPr/>
          <p:nvPr/>
        </p:nvSpPr>
        <p:spPr>
          <a:xfrm>
            <a:off x="8028360" y="318204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19" name="Rounded Rectangle 14"/>
          <p:cNvSpPr/>
          <p:nvPr/>
        </p:nvSpPr>
        <p:spPr>
          <a:xfrm>
            <a:off x="7955280" y="3108960"/>
            <a:ext cx="3284640" cy="2736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class Demo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System.out.println("JVM Running");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Process: Load =&gt; Store In Memory =&gt; Execute =&gt; Clean Memory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0" name="TextBox 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Rectangle 48"/>
          <p:cNvSpPr/>
          <p:nvPr/>
        </p:nvSpPr>
        <p:spPr>
          <a:xfrm>
            <a:off x="0" y="0"/>
            <a:ext cx="12182040" cy="68511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2" name="Rectangle 49"/>
          <p:cNvSpPr/>
          <p:nvPr/>
        </p:nvSpPr>
        <p:spPr>
          <a:xfrm>
            <a:off x="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3" name="Rectangle 50"/>
          <p:cNvSpPr/>
          <p:nvPr/>
        </p:nvSpPr>
        <p:spPr>
          <a:xfrm>
            <a:off x="914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4" name="Rectangle 51"/>
          <p:cNvSpPr/>
          <p:nvPr/>
        </p:nvSpPr>
        <p:spPr>
          <a:xfrm>
            <a:off x="1828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5" name="Rectangle 52"/>
          <p:cNvSpPr/>
          <p:nvPr/>
        </p:nvSpPr>
        <p:spPr>
          <a:xfrm>
            <a:off x="2743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6" name="Rectangle 53"/>
          <p:cNvSpPr/>
          <p:nvPr/>
        </p:nvSpPr>
        <p:spPr>
          <a:xfrm>
            <a:off x="3657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7" name="Rectangle 54"/>
          <p:cNvSpPr/>
          <p:nvPr/>
        </p:nvSpPr>
        <p:spPr>
          <a:xfrm>
            <a:off x="4572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8" name="Rectangle 55"/>
          <p:cNvSpPr/>
          <p:nvPr/>
        </p:nvSpPr>
        <p:spPr>
          <a:xfrm>
            <a:off x="5486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9" name="Rectangle 56"/>
          <p:cNvSpPr/>
          <p:nvPr/>
        </p:nvSpPr>
        <p:spPr>
          <a:xfrm>
            <a:off x="6400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0" name="Rectangle 57"/>
          <p:cNvSpPr/>
          <p:nvPr/>
        </p:nvSpPr>
        <p:spPr>
          <a:xfrm>
            <a:off x="7315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1" name="Rectangle 58"/>
          <p:cNvSpPr/>
          <p:nvPr/>
        </p:nvSpPr>
        <p:spPr>
          <a:xfrm>
            <a:off x="82296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2" name="Rectangle 59"/>
          <p:cNvSpPr/>
          <p:nvPr/>
        </p:nvSpPr>
        <p:spPr>
          <a:xfrm>
            <a:off x="91440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3" name="Rectangle 60"/>
          <p:cNvSpPr/>
          <p:nvPr/>
        </p:nvSpPr>
        <p:spPr>
          <a:xfrm>
            <a:off x="100584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4" name="Rectangle 61"/>
          <p:cNvSpPr/>
          <p:nvPr/>
        </p:nvSpPr>
        <p:spPr>
          <a:xfrm>
            <a:off x="109728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5" name="Rectangle 62"/>
          <p:cNvSpPr/>
          <p:nvPr/>
        </p:nvSpPr>
        <p:spPr>
          <a:xfrm>
            <a:off x="11887200" y="0"/>
            <a:ext cx="11520" cy="68511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6" name="Rectangle 63"/>
          <p:cNvSpPr/>
          <p:nvPr/>
        </p:nvSpPr>
        <p:spPr>
          <a:xfrm>
            <a:off x="0" y="0"/>
            <a:ext cx="313200" cy="68511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7" name="Rounded Rectangle 15"/>
          <p:cNvSpPr/>
          <p:nvPr/>
        </p:nvSpPr>
        <p:spPr>
          <a:xfrm>
            <a:off x="9875520" y="365760"/>
            <a:ext cx="2004840" cy="4960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8" name="TextBox 7"/>
          <p:cNvSpPr/>
          <p:nvPr/>
        </p:nvSpPr>
        <p:spPr>
          <a:xfrm>
            <a:off x="1896840" y="1005840"/>
            <a:ext cx="71776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JVM PROGRAM EXECUTION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TextBox 8"/>
          <p:cNvSpPr/>
          <p:nvPr/>
        </p:nvSpPr>
        <p:spPr>
          <a:xfrm>
            <a:off x="2177280" y="2194560"/>
            <a:ext cx="66171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How the JVM runs a Java program step by step behind the scenes.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Rounded Rectangle 16"/>
          <p:cNvSpPr/>
          <p:nvPr/>
        </p:nvSpPr>
        <p:spPr>
          <a:xfrm>
            <a:off x="98748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1" name="Rounded Rectangle 18"/>
          <p:cNvSpPr/>
          <p:nvPr/>
        </p:nvSpPr>
        <p:spPr>
          <a:xfrm>
            <a:off x="475560" y="2743200"/>
            <a:ext cx="3723840" cy="31021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When a Java program starts, the JVM follows a smart execution process.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First, the Class Loader loads compiled .class files into memory and checks them for security.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Next, memory is organized into areas like the Heap (for objects) and Stack (for method calls and variables).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Then, the Execution Engine runs the program.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The Interpreter reads bytecode line by line, while the JIT Compiler converts frequently used code into faster machine code.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Finally, the Garbage Collector removes unused objects from memory automatically.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50" spc="-1" strike="noStrike">
                <a:solidFill>
                  <a:schemeClr val="lt1"/>
                </a:solidFill>
                <a:latin typeface="Calibri"/>
                <a:ea typeface="DejaVu Sans"/>
              </a:rPr>
              <a:t>Thanks to this process, Java programs run safely, efficiently, and on any system with a JVM.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2" name="Rounded Rectangle 19"/>
          <p:cNvSpPr/>
          <p:nvPr/>
        </p:nvSpPr>
        <p:spPr>
          <a:xfrm>
            <a:off x="450792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3" name="Rounded Rectangle 26"/>
          <p:cNvSpPr/>
          <p:nvPr/>
        </p:nvSpPr>
        <p:spPr>
          <a:xfrm>
            <a:off x="4343400" y="2918520"/>
            <a:ext cx="3513600" cy="292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Compiler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Loader loads 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Memory Allocation (Heap / Stack)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Engine (Interpreter + JIT)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Native Machine Code Execution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Garbage Collector frees memory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4" name="Rounded Rectangle 27"/>
          <p:cNvSpPr/>
          <p:nvPr/>
        </p:nvSpPr>
        <p:spPr>
          <a:xfrm>
            <a:off x="8028360" y="3182040"/>
            <a:ext cx="3285000" cy="27363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5" name="Rounded Rectangle 28"/>
          <p:cNvSpPr/>
          <p:nvPr/>
        </p:nvSpPr>
        <p:spPr>
          <a:xfrm>
            <a:off x="8023680" y="2743200"/>
            <a:ext cx="3835080" cy="3194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ExecutionDemo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String message = "JVM Execution Started";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System.out.println(message);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int result = addNumbers(5, 7);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result);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addNumbers(int a, int b) {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return a + b;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05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6" name="TextBox 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Rectangle 64"/>
          <p:cNvSpPr/>
          <p:nvPr/>
        </p:nvSpPr>
        <p:spPr>
          <a:xfrm>
            <a:off x="0" y="0"/>
            <a:ext cx="12182400" cy="685152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8" name="Rectangle 65"/>
          <p:cNvSpPr/>
          <p:nvPr/>
        </p:nvSpPr>
        <p:spPr>
          <a:xfrm>
            <a:off x="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9" name="Rectangle 66"/>
          <p:cNvSpPr/>
          <p:nvPr/>
        </p:nvSpPr>
        <p:spPr>
          <a:xfrm>
            <a:off x="914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0" name="Rectangle 67"/>
          <p:cNvSpPr/>
          <p:nvPr/>
        </p:nvSpPr>
        <p:spPr>
          <a:xfrm>
            <a:off x="1828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1" name="Rectangle 68"/>
          <p:cNvSpPr/>
          <p:nvPr/>
        </p:nvSpPr>
        <p:spPr>
          <a:xfrm>
            <a:off x="2743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2" name="Rectangle 69"/>
          <p:cNvSpPr/>
          <p:nvPr/>
        </p:nvSpPr>
        <p:spPr>
          <a:xfrm>
            <a:off x="3657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3" name="Rectangle 70"/>
          <p:cNvSpPr/>
          <p:nvPr/>
        </p:nvSpPr>
        <p:spPr>
          <a:xfrm>
            <a:off x="4572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4" name="Rectangle 71"/>
          <p:cNvSpPr/>
          <p:nvPr/>
        </p:nvSpPr>
        <p:spPr>
          <a:xfrm>
            <a:off x="5486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5" name="Rectangle 72"/>
          <p:cNvSpPr/>
          <p:nvPr/>
        </p:nvSpPr>
        <p:spPr>
          <a:xfrm>
            <a:off x="6400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6" name="Rectangle 73"/>
          <p:cNvSpPr/>
          <p:nvPr/>
        </p:nvSpPr>
        <p:spPr>
          <a:xfrm>
            <a:off x="7315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7" name="Rectangle 74"/>
          <p:cNvSpPr/>
          <p:nvPr/>
        </p:nvSpPr>
        <p:spPr>
          <a:xfrm>
            <a:off x="82296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8" name="Rectangle 75"/>
          <p:cNvSpPr/>
          <p:nvPr/>
        </p:nvSpPr>
        <p:spPr>
          <a:xfrm>
            <a:off x="91440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9" name="Rectangle 76"/>
          <p:cNvSpPr/>
          <p:nvPr/>
        </p:nvSpPr>
        <p:spPr>
          <a:xfrm>
            <a:off x="100584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0" name="Rectangle 77"/>
          <p:cNvSpPr/>
          <p:nvPr/>
        </p:nvSpPr>
        <p:spPr>
          <a:xfrm>
            <a:off x="109728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1" name="Rectangle 78"/>
          <p:cNvSpPr/>
          <p:nvPr/>
        </p:nvSpPr>
        <p:spPr>
          <a:xfrm>
            <a:off x="11887200" y="0"/>
            <a:ext cx="11880" cy="685152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2" name="Rectangle 79"/>
          <p:cNvSpPr/>
          <p:nvPr/>
        </p:nvSpPr>
        <p:spPr>
          <a:xfrm>
            <a:off x="0" y="0"/>
            <a:ext cx="313560" cy="685152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3" name="Rounded Rectangle 29"/>
          <p:cNvSpPr/>
          <p:nvPr/>
        </p:nvSpPr>
        <p:spPr>
          <a:xfrm>
            <a:off x="9875520" y="365760"/>
            <a:ext cx="2005200" cy="49644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4" name="TextBox 10"/>
          <p:cNvSpPr/>
          <p:nvPr/>
        </p:nvSpPr>
        <p:spPr>
          <a:xfrm>
            <a:off x="3163320" y="1005840"/>
            <a:ext cx="4645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JRE vs JDK vs JVM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TextBox 11"/>
          <p:cNvSpPr/>
          <p:nvPr/>
        </p:nvSpPr>
        <p:spPr>
          <a:xfrm>
            <a:off x="3468960" y="2194560"/>
            <a:ext cx="403380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Understanding Java’s Core Components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Rounded Rectangle 30"/>
          <p:cNvSpPr/>
          <p:nvPr/>
        </p:nvSpPr>
        <p:spPr>
          <a:xfrm>
            <a:off x="98748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7" name="Rounded Rectangle 31"/>
          <p:cNvSpPr/>
          <p:nvPr/>
        </p:nvSpPr>
        <p:spPr>
          <a:xfrm>
            <a:off x="685800" y="3108960"/>
            <a:ext cx="3513960" cy="30578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Java is built on three key layers that work together to develop and run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(Java Virtual Machine)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Runs Java bytecode and makes Java platform-independent.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(Java Runtime Environment)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everything needed to run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✔ </a:t>
            </a: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tools needed to develop Java applications.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Think of it like this: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JVM = Engine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JRE = Engine + Fuel System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100" spc="-1" strike="noStrike">
                <a:solidFill>
                  <a:schemeClr val="lt1"/>
                </a:solidFill>
                <a:latin typeface="Calibri"/>
                <a:ea typeface="DejaVu Sans"/>
              </a:rPr>
              <a:t>JDK = Full Car Factory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8" name="Rounded Rectangle 32"/>
          <p:cNvSpPr/>
          <p:nvPr/>
        </p:nvSpPr>
        <p:spPr>
          <a:xfrm>
            <a:off x="450792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9" name="Rounded Rectangle 33"/>
          <p:cNvSpPr/>
          <p:nvPr/>
        </p:nvSpPr>
        <p:spPr>
          <a:xfrm>
            <a:off x="443484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Source Code (.java)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(Compiler + Dev Tools)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 files)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(Libraries + JVM)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(Execution Engine)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↓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   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Machine Code (OS/CPU)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0" name="Rounded Rectangle 34"/>
          <p:cNvSpPr/>
          <p:nvPr/>
        </p:nvSpPr>
        <p:spPr>
          <a:xfrm>
            <a:off x="8028360" y="318204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1" name="Rounded Rectangle 35"/>
          <p:cNvSpPr/>
          <p:nvPr/>
        </p:nvSpPr>
        <p:spPr>
          <a:xfrm>
            <a:off x="7955280" y="3108960"/>
            <a:ext cx="3285360" cy="2736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Compile using JDK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javac Main.java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# Run using JRE (which uses JVM internally)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java Main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Main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System.out.println("Understanding JDK, JRE, and JVM!");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2" name="TextBox 1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Rectangle 80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4" name="Rectangle 81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5" name="Rectangle 82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6" name="Rectangle 83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7" name="Rectangle 84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8" name="Rectangle 85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9" name="Rectangle 86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0" name="Rectangle 87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1" name="Rectangle 88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2" name="Rectangle 89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3" name="Rectangle 90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4" name="Rectangle 91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5" name="Rectangle 92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6" name="Rectangle 93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7" name="Rectangle 94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8" name="Rectangle 95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9" name="Rounded Rectangle 36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0" name="TextBox 13"/>
          <p:cNvSpPr/>
          <p:nvPr/>
        </p:nvSpPr>
        <p:spPr>
          <a:xfrm>
            <a:off x="1889280" y="1005840"/>
            <a:ext cx="71931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ENVIRONMENT SETUP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TextBox 14"/>
          <p:cNvSpPr/>
          <p:nvPr/>
        </p:nvSpPr>
        <p:spPr>
          <a:xfrm>
            <a:off x="591840" y="2194560"/>
            <a:ext cx="97869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Sets up your system to compile and run Java by installing the JDK and configuring system variables.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Rounded Rectangle 37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3" name="Rounded Rectangle 38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JDK (Java Development Kit) includes compiler (javac) and runtime (java).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 variables like PATH and JAVA_HOME allow the command line to find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Proper setup ensures Java programs can be compiled and executed anywhere on the system.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4" name="Rounded Rectangle 39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5" name="Rounded Rectangle 40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JDK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Install on your computer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Add JDK bin to PATH →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Verify with terminal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6" name="Rounded Rectangle 41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7" name="Rounded Rectangle 42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verify installation:</a:t>
            </a:r>
            <a:br>
              <a:rPr sz="1800"/>
            </a:b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Write the Command Prompt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8" name="TextBox 1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0" name="Rectangle 1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1" name="Rectangle 1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2" name="Rectangle 2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3" name="Rectangle 2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4" name="Rectangle 2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5" name="Rectangle 2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6" name="Rectangle 2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7" name="Rectangle 2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8" name="Rectangle 2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9" name="Rectangle 2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0" name="Rectangle 2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1" name="Rectangle 2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2" name="Rectangle 3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3" name="Rectangle 3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4" name="Rectangle 9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5" name="Rounded Rectangle 43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6" name="TextBox 16"/>
          <p:cNvSpPr/>
          <p:nvPr/>
        </p:nvSpPr>
        <p:spPr>
          <a:xfrm>
            <a:off x="911880" y="1005840"/>
            <a:ext cx="91468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CONFIGURING JAVA ENVIRONMENT VARIABLES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TextBox 17"/>
          <p:cNvSpPr/>
          <p:nvPr/>
        </p:nvSpPr>
        <p:spPr>
          <a:xfrm>
            <a:off x="-310680" y="2194560"/>
            <a:ext cx="1159884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</a:t>
            </a: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Environment variables tell the system where Java is installed, allowing tools and commands to work correctly from any directory.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Rounded Rectangle 44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9" name="Rounded Rectangle 45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JAVA_HOME points to the JDK installation folder.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PATH includes the Java bin folder so Java tools run from terminal/command prompt.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Without these, Java commands may fail.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0" name="Rounded Rectangle 46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1" name="Rounded Rectangle 47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JDK Installed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→  C:\              Program Files\Java\jdk-xx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</a:t>
            </a: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Append PATH →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%JAVA_HOME%\bin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        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Run java &amp; javac commands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2" name="Rounded Rectangle 48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3" name="Rounded Rectangle 49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Windows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JAVA_HOME "C:\Program Files\Java\jdk-xx"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setx PATH "%JAVA_HOME%\bin;%PATH%"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# Linux/Mac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4" name="TextBox 2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Rectangle 97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6" name="Rectangle 98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7" name="Rectangle 99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8" name="Rectangle 100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9" name="Rectangle 101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0" name="Rectangle 102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1" name="Rectangle 103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2" name="Rectangle 104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3" name="Rectangle 105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4" name="Rectangle 106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5" name="Rectangle 107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6" name="Rectangle 108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7" name="Rectangle 109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8" name="Rectangle 110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9" name="Rectangle 111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0" name="Rectangle 112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1" name="Rounded Rectangle 50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2" name="TextBox 21"/>
          <p:cNvSpPr/>
          <p:nvPr/>
        </p:nvSpPr>
        <p:spPr>
          <a:xfrm>
            <a:off x="1666800" y="1005840"/>
            <a:ext cx="76366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WHAT HAPPENS AFTER JAVA IS SET UP?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3" name="TextBox 22"/>
          <p:cNvSpPr/>
          <p:nvPr/>
        </p:nvSpPr>
        <p:spPr>
          <a:xfrm>
            <a:off x="4382280" y="2194560"/>
            <a:ext cx="2212560" cy="33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After Environment Setup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4" name="Rounded Rectangle 51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5" name="Rounded Rectangle 52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Once Java is installed and configured, your system is ready to compile and run Java programs.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 can create .java source files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javac compiler turns source code into bytecode (.class)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 JVM executes this bytecode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Your program now runs on any system with a JVM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Setup is complete — now Java development can begin.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6" name="Rounded Rectangle 53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7" name="Rounded Rectangle 54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 (.java)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using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File Created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java command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Executes Program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Output Appears on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48" name="Rounded Rectangle 55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9" name="Rounded Rectangle 56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HelloJava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System.out.println("Java environment is ready!");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50" name="TextBox 2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Rectangle 113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2" name="Rectangle 114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3" name="Rectangle 115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4" name="Rectangle 116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5" name="Rectangle 117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6" name="Rectangle 118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7" name="Rectangle 119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8" name="Rectangle 120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9" name="Rectangle 121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0" name="Rectangle 122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1" name="Rectangle 123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2" name="Rectangle 124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3" name="Rectangle 125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4" name="Rectangle 126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5" name="Rectangle 127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6" name="Rectangle 128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7" name="Rounded Rectangle 57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68" name="TextBox 24"/>
          <p:cNvSpPr/>
          <p:nvPr/>
        </p:nvSpPr>
        <p:spPr>
          <a:xfrm>
            <a:off x="2216880" y="1005840"/>
            <a:ext cx="65361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DEVELOPMENT WORKFLOW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TextBox 25"/>
          <p:cNvSpPr/>
          <p:nvPr/>
        </p:nvSpPr>
        <p:spPr>
          <a:xfrm>
            <a:off x="-1019160" y="2194560"/>
            <a:ext cx="1302408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                                   </a:t>
            </a: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This slide explains the basic step-by-step process developers follow to create, test, and improve Java programs after the environment is fully set up.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0" name="Rounded Rectangle 58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1" name="Rounded Rectangle 59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After installation, Java programming follows a simple development cycle: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Write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Compile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Run the program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Fix errors if needed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StarSymbol"/>
              <a:buAutoNum type="arabicParenR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Repeat the process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This cycle is how real-world Java software is developed.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2" name="Rounded Rectangle 60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3" name="Rounded Rectangle 61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→ javac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→ java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Output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If Error → Fix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Recompile &amp; Run Again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4" name="Rounded Rectangle 62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5" name="Rounded Rectangle 63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Calculator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sum = 5 + 7;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System.out.println("Result: " + sum);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Calculator.java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Calculator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6" name="TextBox 2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7" name="Rectangle 129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8" name="Rectangle 130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9" name="Rectangle 131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0" name="Rectangle 132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1" name="Rectangle 133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2" name="Rectangle 134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3" name="Rectangle 135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4" name="Rectangle 136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5" name="Rectangle 137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6" name="Rectangle 138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7" name="Rectangle 139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8" name="Rectangle 140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89" name="Rectangle 141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0" name="Rectangle 142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1" name="Rectangle 143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2" name="Rectangle 144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3" name="Rounded Rectangle 64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4" name="TextBox 28"/>
          <p:cNvSpPr/>
          <p:nvPr/>
        </p:nvSpPr>
        <p:spPr>
          <a:xfrm>
            <a:off x="2915280" y="1005840"/>
            <a:ext cx="513864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INSTALLATION TYPES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5" name="TextBox 29"/>
          <p:cNvSpPr/>
          <p:nvPr/>
        </p:nvSpPr>
        <p:spPr>
          <a:xfrm>
            <a:off x="907200" y="2194560"/>
            <a:ext cx="916956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Different Java distributions and installation types provide flexibility depending on development or production needs.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Rounded Rectangle 65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7" name="Rounded Rectangle 66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multiple ways to install 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Oracle JDK (Official distribution)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OpenJDK (Open-source version)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(Long Term Support)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Non-LTS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LTS versions (like Java 17, 21) are recommended for stability and long-term projects.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Choosing the correct distribution ensures compatibility, security updates, and long-term support.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8" name="Rounded Rectangle 67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99" name="Rounded Rectangle 68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Choose 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Download Distribution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Install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Set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Installation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0" name="Rounded Rectangle 69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1" name="Rounded Rectangle 70"/>
          <p:cNvSpPr/>
          <p:nvPr/>
        </p:nvSpPr>
        <p:spPr>
          <a:xfrm>
            <a:off x="795528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Windows: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where javac</a:t>
            </a:r>
            <a:br>
              <a:rPr sz="1500"/>
            </a:b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Linux: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which javac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Check detailed version info:</a:t>
            </a:r>
            <a:br>
              <a:rPr sz="1500"/>
            </a:b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5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2" name="TextBox 3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Rectangle 145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4" name="Rectangle 146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5" name="Rectangle 147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6" name="Rectangle 148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7" name="Rectangle 149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8" name="Rectangle 150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09" name="Rectangle 151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0" name="Rectangle 152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1" name="Rectangle 153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2" name="Rectangle 154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3" name="Rectangle 155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4" name="Rectangle 156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5" name="Rectangle 157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6" name="Rectangle 158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7" name="Rectangle 159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8" name="Rectangle 160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9" name="Rounded Rectangle 71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0" name="TextBox 31"/>
          <p:cNvSpPr/>
          <p:nvPr/>
        </p:nvSpPr>
        <p:spPr>
          <a:xfrm>
            <a:off x="563760" y="1005840"/>
            <a:ext cx="98434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COMMON INSTALLATION PROBLEMS &amp; SOLUTIONS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TextBox 32"/>
          <p:cNvSpPr/>
          <p:nvPr/>
        </p:nvSpPr>
        <p:spPr>
          <a:xfrm>
            <a:off x="2434680" y="2194560"/>
            <a:ext cx="611424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Incorrect environment configuration can prevent Java from running properly.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Rounded Rectangle 72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3" name="Rounded Rectangle 73"/>
          <p:cNvSpPr/>
          <p:nvPr/>
        </p:nvSpPr>
        <p:spPr>
          <a:xfrm>
            <a:off x="91440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Common Issues: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'java is not recognized as an internal or external command'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Incorrect JAVA_HOME path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PATH variable not updated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Multiple Java versions conflict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JRE installed instead of JDK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Most problems are caused by incorrect environment variables.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4" name="Rounded Rectangle 74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5" name="Rounded Rectangle 75"/>
          <p:cNvSpPr/>
          <p:nvPr/>
        </p:nvSpPr>
        <p:spPr>
          <a:xfrm>
            <a:off x="4434840" y="310896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Error appears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java -version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Verify JAVA_HOME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Check PATH variable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Problem solved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6" name="Rounded Rectangle 76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27" name="Rounded Rectangle 77"/>
          <p:cNvSpPr/>
          <p:nvPr/>
        </p:nvSpPr>
        <p:spPr>
          <a:xfrm>
            <a:off x="7955280" y="3108960"/>
            <a:ext cx="3286080" cy="30592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check environment variable (Windows):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%PATH%</a:t>
            </a:r>
            <a:br>
              <a:rPr sz="1300"/>
            </a:b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Linux / Mac: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Temporarily set JAVA_HOME (Linux/Mac):</a:t>
            </a:r>
            <a:br>
              <a:rPr sz="1300"/>
            </a:b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JAVA_HOME=/usr/lib/jvm/jdk-xx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export PATH=$JAVA_HOME/bin:$PATH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8" name="TextBox 3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Rectangle 161"/>
          <p:cNvSpPr/>
          <p:nvPr/>
        </p:nvSpPr>
        <p:spPr>
          <a:xfrm>
            <a:off x="0" y="0"/>
            <a:ext cx="12183120" cy="685224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0" name="Rectangle 162"/>
          <p:cNvSpPr/>
          <p:nvPr/>
        </p:nvSpPr>
        <p:spPr>
          <a:xfrm>
            <a:off x="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1" name="Rectangle 163"/>
          <p:cNvSpPr/>
          <p:nvPr/>
        </p:nvSpPr>
        <p:spPr>
          <a:xfrm>
            <a:off x="914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2" name="Rectangle 164"/>
          <p:cNvSpPr/>
          <p:nvPr/>
        </p:nvSpPr>
        <p:spPr>
          <a:xfrm>
            <a:off x="1828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3" name="Rectangle 165"/>
          <p:cNvSpPr/>
          <p:nvPr/>
        </p:nvSpPr>
        <p:spPr>
          <a:xfrm>
            <a:off x="2743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4" name="Rectangle 166"/>
          <p:cNvSpPr/>
          <p:nvPr/>
        </p:nvSpPr>
        <p:spPr>
          <a:xfrm>
            <a:off x="3657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5" name="Rectangle 167"/>
          <p:cNvSpPr/>
          <p:nvPr/>
        </p:nvSpPr>
        <p:spPr>
          <a:xfrm>
            <a:off x="4572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6" name="Rectangle 168"/>
          <p:cNvSpPr/>
          <p:nvPr/>
        </p:nvSpPr>
        <p:spPr>
          <a:xfrm>
            <a:off x="5486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7" name="Rectangle 169"/>
          <p:cNvSpPr/>
          <p:nvPr/>
        </p:nvSpPr>
        <p:spPr>
          <a:xfrm>
            <a:off x="6400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8" name="Rectangle 170"/>
          <p:cNvSpPr/>
          <p:nvPr/>
        </p:nvSpPr>
        <p:spPr>
          <a:xfrm>
            <a:off x="7315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9" name="Rectangle 171"/>
          <p:cNvSpPr/>
          <p:nvPr/>
        </p:nvSpPr>
        <p:spPr>
          <a:xfrm>
            <a:off x="82296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0" name="Rectangle 172"/>
          <p:cNvSpPr/>
          <p:nvPr/>
        </p:nvSpPr>
        <p:spPr>
          <a:xfrm>
            <a:off x="91440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1" name="Rectangle 173"/>
          <p:cNvSpPr/>
          <p:nvPr/>
        </p:nvSpPr>
        <p:spPr>
          <a:xfrm>
            <a:off x="100584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2" name="Rectangle 174"/>
          <p:cNvSpPr/>
          <p:nvPr/>
        </p:nvSpPr>
        <p:spPr>
          <a:xfrm>
            <a:off x="109728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3" name="Rectangle 175"/>
          <p:cNvSpPr/>
          <p:nvPr/>
        </p:nvSpPr>
        <p:spPr>
          <a:xfrm>
            <a:off x="11887200" y="0"/>
            <a:ext cx="12600" cy="685224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4" name="Rectangle 176"/>
          <p:cNvSpPr/>
          <p:nvPr/>
        </p:nvSpPr>
        <p:spPr>
          <a:xfrm>
            <a:off x="0" y="0"/>
            <a:ext cx="314280" cy="685224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5" name="Rounded Rectangle 78"/>
          <p:cNvSpPr/>
          <p:nvPr/>
        </p:nvSpPr>
        <p:spPr>
          <a:xfrm>
            <a:off x="9875520" y="365760"/>
            <a:ext cx="2005920" cy="49716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6" name="TextBox 34"/>
          <p:cNvSpPr/>
          <p:nvPr/>
        </p:nvSpPr>
        <p:spPr>
          <a:xfrm>
            <a:off x="2528640" y="1005840"/>
            <a:ext cx="5913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VERSION MANAGEMENT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7" name="TextBox 35"/>
          <p:cNvSpPr/>
          <p:nvPr/>
        </p:nvSpPr>
        <p:spPr>
          <a:xfrm>
            <a:off x="2746440" y="2194560"/>
            <a:ext cx="5490720" cy="31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rgbClr val="aaaaaa"/>
                </a:solidFill>
                <a:latin typeface="Calibri"/>
                <a:ea typeface="DejaVu Sans"/>
              </a:rPr>
              <a:t>Managing multiple Java versions and switching between them safely.</a:t>
            </a:r>
            <a:endParaRPr b="0" lang="en-US" sz="1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8" name="Rounded Rectangle 79"/>
          <p:cNvSpPr/>
          <p:nvPr/>
        </p:nvSpPr>
        <p:spPr>
          <a:xfrm>
            <a:off x="98748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49" name="Rounded Rectangle 80"/>
          <p:cNvSpPr/>
          <p:nvPr/>
        </p:nvSpPr>
        <p:spPr>
          <a:xfrm>
            <a:off x="457200" y="2971800"/>
            <a:ext cx="3781080" cy="31968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Sometimes multiple Java versions are installed on the same system.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For example: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17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21 (LTS)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Older legacy version (Java 8)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projects may require different versions.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If versions are not managed properly: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PATH conflicts occur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Wrong JDK compiles the project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Build tools fail (Maven / Gradle)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Proper version management prevents conflicts.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0" name="Rounded Rectangle 81"/>
          <p:cNvSpPr/>
          <p:nvPr/>
        </p:nvSpPr>
        <p:spPr>
          <a:xfrm>
            <a:off x="450792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1" name="Rounded Rectangle 82"/>
          <p:cNvSpPr/>
          <p:nvPr/>
        </p:nvSpPr>
        <p:spPr>
          <a:xfrm>
            <a:off x="4434840" y="3108960"/>
            <a:ext cx="3286080" cy="2831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Check installed versions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Locate JDK folders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JAVA_HOME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Update PATH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Restart terminal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Verify using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javac -version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2" name="Rounded Rectangle 83"/>
          <p:cNvSpPr/>
          <p:nvPr/>
        </p:nvSpPr>
        <p:spPr>
          <a:xfrm>
            <a:off x="8028360" y="3182040"/>
            <a:ext cx="3286080" cy="273744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3" name="Rounded Rectangle 84"/>
          <p:cNvSpPr/>
          <p:nvPr/>
        </p:nvSpPr>
        <p:spPr>
          <a:xfrm>
            <a:off x="8001000" y="2971800"/>
            <a:ext cx="3425400" cy="3038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Check current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javac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Show active JAVA_HOME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%JAVA_HOME%      (Windows)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echo $JAVA_HOME       (Linux/Mac)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Example version paths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17 → /jdk-17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21 → /jdk-21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# After switching 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java -version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4" name="TextBox 3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Rectangle 177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6" name="Rectangle 178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7" name="Rectangle 179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8" name="Rectangle 180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9" name="Rectangle 181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0" name="Rectangle 182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1" name="Rectangle 183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2" name="Rectangle 184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3" name="Rectangle 185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4" name="Rectangle 186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5" name="Rectangle 187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6" name="Rectangle 188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7" name="Rectangle 189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8" name="Rectangle 190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69" name="Rectangle 191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0" name="Rectangle 192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1" name="Rounded Rectangle 85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2" name="TextBox 37"/>
          <p:cNvSpPr/>
          <p:nvPr/>
        </p:nvSpPr>
        <p:spPr>
          <a:xfrm>
            <a:off x="2876040" y="1005840"/>
            <a:ext cx="52196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TextBox 38"/>
          <p:cNvSpPr/>
          <p:nvPr/>
        </p:nvSpPr>
        <p:spPr>
          <a:xfrm>
            <a:off x="429480" y="2194560"/>
            <a:ext cx="101131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first program every Java developer writes.It introduces the basic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of a Java application and shows how code is executed inside the Java Virtual Machine (JVM).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Rounded Rectangle 86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5" name="Rounded Rectangle 87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Every Java program starts from a class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begins from the main() method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prints output to the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code is compiled into bytecode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runs inside the JVM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Hello World demonstrates how Java source code turns into running output.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6" name="Rounded Rectangle 88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7" name="Rounded Rectangle 89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Write Java Code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Compile (javac)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Bytecode (.class)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Run with JVM (java)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Console Output → Hello World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8" name="Rounded Rectangle 90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79" name="Rounded Rectangle 91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0" name="TextBox 39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1" name="Rectangle 193"/>
          <p:cNvSpPr/>
          <p:nvPr/>
        </p:nvSpPr>
        <p:spPr>
          <a:xfrm>
            <a:off x="0" y="0"/>
            <a:ext cx="12184560" cy="68536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2" name="Rectangle 194"/>
          <p:cNvSpPr/>
          <p:nvPr/>
        </p:nvSpPr>
        <p:spPr>
          <a:xfrm>
            <a:off x="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3" name="Rectangle 195"/>
          <p:cNvSpPr/>
          <p:nvPr/>
        </p:nvSpPr>
        <p:spPr>
          <a:xfrm>
            <a:off x="914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4" name="Rectangle 196"/>
          <p:cNvSpPr/>
          <p:nvPr/>
        </p:nvSpPr>
        <p:spPr>
          <a:xfrm>
            <a:off x="1828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5" name="Rectangle 197"/>
          <p:cNvSpPr/>
          <p:nvPr/>
        </p:nvSpPr>
        <p:spPr>
          <a:xfrm>
            <a:off x="2743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6" name="Rectangle 198"/>
          <p:cNvSpPr/>
          <p:nvPr/>
        </p:nvSpPr>
        <p:spPr>
          <a:xfrm>
            <a:off x="3657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7" name="Rectangle 199"/>
          <p:cNvSpPr/>
          <p:nvPr/>
        </p:nvSpPr>
        <p:spPr>
          <a:xfrm>
            <a:off x="4572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8" name="Rectangle 200"/>
          <p:cNvSpPr/>
          <p:nvPr/>
        </p:nvSpPr>
        <p:spPr>
          <a:xfrm>
            <a:off x="5486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9" name="Rectangle 201"/>
          <p:cNvSpPr/>
          <p:nvPr/>
        </p:nvSpPr>
        <p:spPr>
          <a:xfrm>
            <a:off x="6400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0" name="Rectangle 202"/>
          <p:cNvSpPr/>
          <p:nvPr/>
        </p:nvSpPr>
        <p:spPr>
          <a:xfrm>
            <a:off x="7315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1" name="Rectangle 203"/>
          <p:cNvSpPr/>
          <p:nvPr/>
        </p:nvSpPr>
        <p:spPr>
          <a:xfrm>
            <a:off x="82296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2" name="Rectangle 204"/>
          <p:cNvSpPr/>
          <p:nvPr/>
        </p:nvSpPr>
        <p:spPr>
          <a:xfrm>
            <a:off x="91440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3" name="Rectangle 205"/>
          <p:cNvSpPr/>
          <p:nvPr/>
        </p:nvSpPr>
        <p:spPr>
          <a:xfrm>
            <a:off x="100584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4" name="Rectangle 206"/>
          <p:cNvSpPr/>
          <p:nvPr/>
        </p:nvSpPr>
        <p:spPr>
          <a:xfrm>
            <a:off x="109728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5" name="Rectangle 207"/>
          <p:cNvSpPr/>
          <p:nvPr/>
        </p:nvSpPr>
        <p:spPr>
          <a:xfrm>
            <a:off x="11887200" y="0"/>
            <a:ext cx="14040" cy="68536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6" name="Rectangle 208"/>
          <p:cNvSpPr/>
          <p:nvPr/>
        </p:nvSpPr>
        <p:spPr>
          <a:xfrm>
            <a:off x="0" y="0"/>
            <a:ext cx="315720" cy="68536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7" name="Rounded Rectangle 92"/>
          <p:cNvSpPr/>
          <p:nvPr/>
        </p:nvSpPr>
        <p:spPr>
          <a:xfrm>
            <a:off x="9875520" y="365760"/>
            <a:ext cx="2007360" cy="4986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8" name="TextBox 40"/>
          <p:cNvSpPr/>
          <p:nvPr/>
        </p:nvSpPr>
        <p:spPr>
          <a:xfrm>
            <a:off x="578160" y="1005840"/>
            <a:ext cx="9815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UNDERSTANDING JAVA HELLO WORLD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9" name="TextBox 41"/>
          <p:cNvSpPr/>
          <p:nvPr/>
        </p:nvSpPr>
        <p:spPr>
          <a:xfrm>
            <a:off x="1653840" y="2194560"/>
            <a:ext cx="766260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 Hello World program may look simple, but it contains the core structure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that every Java application follows.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Rounded Rectangle 93"/>
          <p:cNvSpPr/>
          <p:nvPr/>
        </p:nvSpPr>
        <p:spPr>
          <a:xfrm>
            <a:off x="98748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1" name="Rounded Rectangle 94"/>
          <p:cNvSpPr/>
          <p:nvPr/>
        </p:nvSpPr>
        <p:spPr>
          <a:xfrm>
            <a:off x="91440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Java program execution starts from main()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from anywhere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runs without creating an object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void → method returns nothing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String[] args → command-line parameters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Key Idea: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The main() method is the entry point of every Java application.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2" name="Rounded Rectangle 95"/>
          <p:cNvSpPr/>
          <p:nvPr/>
        </p:nvSpPr>
        <p:spPr>
          <a:xfrm>
            <a:off x="450792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3" name="Rounded Rectangle 96"/>
          <p:cNvSpPr/>
          <p:nvPr/>
        </p:nvSpPr>
        <p:spPr>
          <a:xfrm>
            <a:off x="443484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JVM searches for main() method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main() executes instructions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System.out.println() runs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Text appears on console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4" name="Rounded Rectangle 97"/>
          <p:cNvSpPr/>
          <p:nvPr/>
        </p:nvSpPr>
        <p:spPr>
          <a:xfrm>
            <a:off x="8028360" y="318204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5" name="Rounded Rectangle 98"/>
          <p:cNvSpPr/>
          <p:nvPr/>
        </p:nvSpPr>
        <p:spPr>
          <a:xfrm>
            <a:off x="7955280" y="3108960"/>
            <a:ext cx="3287520" cy="2738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HelloWorld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World");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6" name="TextBox 42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Rectangle 22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8" name="Rectangle 22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9" name="Rectangle 22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0" name="Rectangle 22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1" name="Rectangle 22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2" name="Rectangle 23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3" name="Rectangle 23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4" name="Rectangle 23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5" name="Rectangle 23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6" name="Rectangle 23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7" name="Rectangle 23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8" name="Rectangle 23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9" name="Rectangle 23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0" name="Rectangle 23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1" name="Rectangle 23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2" name="Rectangle 24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3" name="Rounded Rectangle 106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4" name="TextBox 46"/>
          <p:cNvSpPr/>
          <p:nvPr/>
        </p:nvSpPr>
        <p:spPr>
          <a:xfrm>
            <a:off x="2931480" y="1005840"/>
            <a:ext cx="51084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BASIC SYNTAX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TextBox 47"/>
          <p:cNvSpPr/>
          <p:nvPr/>
        </p:nvSpPr>
        <p:spPr>
          <a:xfrm>
            <a:off x="2680560" y="2194560"/>
            <a:ext cx="560952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Basic Syntax defines the fundamental rules and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structure required to write and execute a Java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6" name="Rounded Rectangle 107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7" name="Rounded Rectangle 108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Basic Syntax refers to the core writing rules of Java programs.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Everything is written inside a class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Execution starts from the main() method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end with semicolon ( ; 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Curly braces { } define code blocks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is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28" name="Rounded Rectangle 109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9" name="Rounded Rectangle 110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Class Loaded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main() Method Executes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Statements Run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End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0" name="Rounded Rectangle 111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1" name="Rounded Rectangle 112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BasicSyntax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Java!");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32" name="TextBox 48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Rectangle 20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4" name="Rectangle 21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5" name="Rectangle 21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6" name="Rectangle 21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7" name="Rectangle 21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8" name="Rectangle 21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9" name="Rectangle 21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0" name="Rectangle 21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1" name="Rectangle 21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2" name="Rectangle 21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3" name="Rectangle 21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4" name="Rectangle 22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5" name="Rectangle 22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6" name="Rectangle 22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7" name="Rectangle 22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8" name="Rectangle 22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9" name="Rounded Rectangle 99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0" name="TextBox 43"/>
          <p:cNvSpPr/>
          <p:nvPr/>
        </p:nvSpPr>
        <p:spPr>
          <a:xfrm>
            <a:off x="3177000" y="1005840"/>
            <a:ext cx="461592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IDENTIFIERS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1" name="TextBox 44"/>
          <p:cNvSpPr/>
          <p:nvPr/>
        </p:nvSpPr>
        <p:spPr>
          <a:xfrm>
            <a:off x="1739880" y="219456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Rounded Rectangle 100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3" name="Rounded Rectangle 101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Rules for Java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Must start with a letter, $ or _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After first character, any combination is allowed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Keywords cannot be used as identifiers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Java identifiers are case-sensitive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● </a:t>
            </a: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Names should be meaningful and readable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4" name="Rounded Rectangle 102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5" name="Rounded Rectangle 103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Name Declared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First Character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Checks Reserved Keywords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Valid Identifier Created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Used in Program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6" name="Rounded Rectangle 104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7" name="Rounded Rectangle 105"/>
          <p:cNvSpPr/>
          <p:nvPr/>
        </p:nvSpPr>
        <p:spPr>
          <a:xfrm>
            <a:off x="795528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25;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double $salary = 5000;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_value = 10;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int __1_value = 20;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Illegal examples: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123abc;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600" spc="-1" strike="noStrike">
                <a:solidFill>
                  <a:srgbClr val="78ffc8"/>
                </a:solidFill>
                <a:latin typeface="Consolas"/>
                <a:ea typeface="DejaVu Sans"/>
              </a:rPr>
              <a:t>// int -salary;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58" name="TextBox 45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Rectangle 257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0" name="Rectangle 258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1" name="Rectangle 259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2" name="Rectangle 260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3" name="Rectangle 261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4" name="Rectangle 262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5" name="Rectangle 263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6" name="Rectangle 264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7" name="Rectangle 265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8" name="Rectangle 266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9" name="Rectangle 267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0" name="Rectangle 268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1" name="Rectangle 269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2" name="Rectangle 270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3" name="Rectangle 271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4" name="Rectangle 272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5" name="Rounded Rectangle 120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6" name="TextBox 52"/>
          <p:cNvSpPr/>
          <p:nvPr/>
        </p:nvSpPr>
        <p:spPr>
          <a:xfrm>
            <a:off x="3572280" y="550800"/>
            <a:ext cx="38250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Modifiers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TextBox 53"/>
          <p:cNvSpPr/>
          <p:nvPr/>
        </p:nvSpPr>
        <p:spPr>
          <a:xfrm>
            <a:off x="1828800" y="1388880"/>
            <a:ext cx="7490160" cy="66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Identifiers are the names given to Java elements such as classes, variables,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and methods.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8" name="Rounded Rectangle 121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9" name="Rounded Rectangle 122"/>
          <p:cNvSpPr/>
          <p:nvPr/>
        </p:nvSpPr>
        <p:spPr>
          <a:xfrm>
            <a:off x="685800" y="2286000"/>
            <a:ext cx="3516840" cy="4341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Modifiers define access level and behavior of classes, methods, and variables.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They control: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Inheritance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Mutability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Method overriding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public → Accessible everywhere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private → Only inside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→ Package + subclasses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default → Same package only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final → Cannot be changed / overridden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abstract → Must be implemented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static → Belongs to the class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volatile → Ensures memory visibility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0" name="Rounded Rectangle 123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1" name="Rounded Rectangle 124"/>
          <p:cNvSpPr/>
          <p:nvPr/>
        </p:nvSpPr>
        <p:spPr>
          <a:xfrm>
            <a:off x="4434840" y="2286000"/>
            <a:ext cx="3288240" cy="41130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Java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default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NON-ACCESS MODIFIERS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final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abstract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static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volatile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2" name="Rounded Rectangle 125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3" name="Rounded Rectangle 126"/>
          <p:cNvSpPr/>
          <p:nvPr/>
        </p:nvSpPr>
        <p:spPr>
          <a:xfrm>
            <a:off x="7955280" y="2743200"/>
            <a:ext cx="328824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Car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brand;     // 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int count;  // Non-access modifier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Car(String brand)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this.brand = brand;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count++;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final void displayBrand()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System.out.println("Brand: " + brand);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4" name="TextBox 54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5" name="Rectangle 241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6" name="Rectangle 242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7" name="Rectangle 243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8" name="Rectangle 244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9" name="Rectangle 245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0" name="Rectangle 246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1" name="Rectangle 247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2" name="Rectangle 248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3" name="Rectangle 249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4" name="Rectangle 250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5" name="Rectangle 251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6" name="Rectangle 252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7" name="Rectangle 253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8" name="Rectangle 254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9" name="Rectangle 255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0" name="Rectangle 256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1" name="Rounded Rectangle 113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2" name="TextBox 49"/>
          <p:cNvSpPr/>
          <p:nvPr/>
        </p:nvSpPr>
        <p:spPr>
          <a:xfrm>
            <a:off x="3630240" y="1005840"/>
            <a:ext cx="370908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Variables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TextBox 50"/>
          <p:cNvSpPr/>
          <p:nvPr/>
        </p:nvSpPr>
        <p:spPr>
          <a:xfrm>
            <a:off x="2311200" y="2013840"/>
            <a:ext cx="63471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Java Variables are named memory locations used to store data.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Each variable has a data type and determines how information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is stored, accessed, and manipulated within a program.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Rounded Rectangle 114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5" name="Rounded Rectangle 115"/>
          <p:cNvSpPr/>
          <p:nvPr/>
        </p:nvSpPr>
        <p:spPr>
          <a:xfrm>
            <a:off x="91440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Types of Variables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methods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Exists only during method execution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inside class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Belongs to each object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Declared with static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Shared among all objects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6" name="Rounded Rectangle 116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7" name="Rounded Rectangle 117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 Categories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Primitive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int, double, char, boolean, long, float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Reference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String, Arrays,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8" name="Rounded Rectangle 118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9" name="Rounded Rectangle 119"/>
          <p:cNvSpPr/>
          <p:nvPr/>
        </p:nvSpPr>
        <p:spPr>
          <a:xfrm>
            <a:off x="7955280" y="2971800"/>
            <a:ext cx="3288240" cy="34272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String name;                 // Instance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static String school = "Tech University";  // Static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display()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int age = 20;            // Local variable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System.out.println(name + " - " + age + " - " + school);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10" name="TextBox 51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1" name="Rectangle 273"/>
          <p:cNvSpPr/>
          <p:nvPr/>
        </p:nvSpPr>
        <p:spPr>
          <a:xfrm>
            <a:off x="0" y="0"/>
            <a:ext cx="12186360" cy="685548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2" name="Rectangle 274"/>
          <p:cNvSpPr/>
          <p:nvPr/>
        </p:nvSpPr>
        <p:spPr>
          <a:xfrm>
            <a:off x="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3" name="Rectangle 275"/>
          <p:cNvSpPr/>
          <p:nvPr/>
        </p:nvSpPr>
        <p:spPr>
          <a:xfrm>
            <a:off x="914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4" name="Rectangle 276"/>
          <p:cNvSpPr/>
          <p:nvPr/>
        </p:nvSpPr>
        <p:spPr>
          <a:xfrm>
            <a:off x="1828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5" name="Rectangle 277"/>
          <p:cNvSpPr/>
          <p:nvPr/>
        </p:nvSpPr>
        <p:spPr>
          <a:xfrm>
            <a:off x="2743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6" name="Rectangle 278"/>
          <p:cNvSpPr/>
          <p:nvPr/>
        </p:nvSpPr>
        <p:spPr>
          <a:xfrm>
            <a:off x="3657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7" name="Rectangle 279"/>
          <p:cNvSpPr/>
          <p:nvPr/>
        </p:nvSpPr>
        <p:spPr>
          <a:xfrm>
            <a:off x="4572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8" name="Rectangle 280"/>
          <p:cNvSpPr/>
          <p:nvPr/>
        </p:nvSpPr>
        <p:spPr>
          <a:xfrm>
            <a:off x="5486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9" name="Rectangle 281"/>
          <p:cNvSpPr/>
          <p:nvPr/>
        </p:nvSpPr>
        <p:spPr>
          <a:xfrm>
            <a:off x="6400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0" name="Rectangle 282"/>
          <p:cNvSpPr/>
          <p:nvPr/>
        </p:nvSpPr>
        <p:spPr>
          <a:xfrm>
            <a:off x="7315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1" name="Rectangle 283"/>
          <p:cNvSpPr/>
          <p:nvPr/>
        </p:nvSpPr>
        <p:spPr>
          <a:xfrm>
            <a:off x="82296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2" name="Rectangle 284"/>
          <p:cNvSpPr/>
          <p:nvPr/>
        </p:nvSpPr>
        <p:spPr>
          <a:xfrm>
            <a:off x="91440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3" name="Rectangle 285"/>
          <p:cNvSpPr/>
          <p:nvPr/>
        </p:nvSpPr>
        <p:spPr>
          <a:xfrm>
            <a:off x="100584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4" name="Rectangle 286"/>
          <p:cNvSpPr/>
          <p:nvPr/>
        </p:nvSpPr>
        <p:spPr>
          <a:xfrm>
            <a:off x="109728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5" name="Rectangle 287"/>
          <p:cNvSpPr/>
          <p:nvPr/>
        </p:nvSpPr>
        <p:spPr>
          <a:xfrm>
            <a:off x="11887200" y="0"/>
            <a:ext cx="15840" cy="685548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6" name="Rectangle 288"/>
          <p:cNvSpPr/>
          <p:nvPr/>
        </p:nvSpPr>
        <p:spPr>
          <a:xfrm>
            <a:off x="0" y="0"/>
            <a:ext cx="317520" cy="685548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7" name="Rounded Rectangle 127"/>
          <p:cNvSpPr/>
          <p:nvPr/>
        </p:nvSpPr>
        <p:spPr>
          <a:xfrm>
            <a:off x="9875520" y="365760"/>
            <a:ext cx="2009160" cy="50040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28" name="TextBox 55"/>
          <p:cNvSpPr/>
          <p:nvPr/>
        </p:nvSpPr>
        <p:spPr>
          <a:xfrm>
            <a:off x="3756960" y="1005840"/>
            <a:ext cx="345780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ENUMS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9" name="TextBox 56"/>
          <p:cNvSpPr/>
          <p:nvPr/>
        </p:nvSpPr>
        <p:spPr>
          <a:xfrm>
            <a:off x="955800" y="1828800"/>
            <a:ext cx="1001700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An enum (short for Enumeration) is a special data type in Java used to define a fixed set of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It is part of Java syntax because it defines a new type, just like class, int, or String.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Enums help make programs safer and more readable by restricting values to predefined constants.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0" name="Rounded Rectangle 128"/>
          <p:cNvSpPr/>
          <p:nvPr/>
        </p:nvSpPr>
        <p:spPr>
          <a:xfrm>
            <a:off x="98748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1" name="Rounded Rectangle 129"/>
          <p:cNvSpPr/>
          <p:nvPr/>
        </p:nvSpPr>
        <p:spPr>
          <a:xfrm>
            <a:off x="685800" y="2971800"/>
            <a:ext cx="3517920" cy="3656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What is an Enum?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A special reference type.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Used to represent a group of fixed constants.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Defined using the enum keyword.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Provides type safety.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Why Do We Use Enums?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Using a normal String: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String day = "MONDA";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This compiles, but it is wrong.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Day day = Day.MONDAY;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br>
              <a:rPr sz="1200"/>
            </a:b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If you write </a:t>
            </a: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MONDA</a:t>
            </a:r>
            <a:r>
              <a:rPr b="0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, the compiler gives an error.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200" spc="-1" strike="noStrike">
                <a:solidFill>
                  <a:schemeClr val="lt1"/>
                </a:solidFill>
                <a:latin typeface="Calibri"/>
                <a:ea typeface="DejaVu Sans"/>
              </a:rPr>
              <a:t>That means enums prevent invalid values at compile time.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2" name="Rounded Rectangle 130"/>
          <p:cNvSpPr/>
          <p:nvPr/>
        </p:nvSpPr>
        <p:spPr>
          <a:xfrm>
            <a:off x="450792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3" name="Rounded Rectangle 131"/>
          <p:cNvSpPr/>
          <p:nvPr/>
        </p:nvSpPr>
        <p:spPr>
          <a:xfrm>
            <a:off x="443484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1. enum is defined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2. Java creates constant objects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3. Access using EnumName.VALUE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        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4. Only defined values are allowed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4" name="Rounded Rectangle 132"/>
          <p:cNvSpPr/>
          <p:nvPr/>
        </p:nvSpPr>
        <p:spPr>
          <a:xfrm>
            <a:off x="8028360" y="318204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5" name="Rounded Rectangle 133"/>
          <p:cNvSpPr/>
          <p:nvPr/>
        </p:nvSpPr>
        <p:spPr>
          <a:xfrm>
            <a:off x="7955280" y="3108960"/>
            <a:ext cx="3289320" cy="2740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enum Level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LOW,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MEDIUM,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HIGH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Test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Level myLevel = Level.MEDIUM;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System.out.println(myLevel);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6" name="TextBox 57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7" name="Rectangle 289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8" name="Rectangle 290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9" name="Rectangle 291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0" name="Rectangle 292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1" name="Rectangle 293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2" name="Rectangle 294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3" name="Rectangle 295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4" name="Rectangle 296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5" name="Rectangle 297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6" name="Rectangle 298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7" name="Rectangle 299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8" name="Rectangle 300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49" name="Rectangle 301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0" name="Rectangle 302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1" name="Rectangle 303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2" name="Rectangle 304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3" name="Rounded Rectangle 134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4" name="TextBox 58"/>
          <p:cNvSpPr/>
          <p:nvPr/>
        </p:nvSpPr>
        <p:spPr>
          <a:xfrm>
            <a:off x="3253680" y="1005840"/>
            <a:ext cx="44625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KEYWORDS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TextBox 59"/>
          <p:cNvSpPr/>
          <p:nvPr/>
        </p:nvSpPr>
        <p:spPr>
          <a:xfrm>
            <a:off x="3926160" y="1906200"/>
            <a:ext cx="31593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Reserved Words &amp; Description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Rounded Rectangle 135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7" name="Rounded Rectangle 136"/>
          <p:cNvSpPr/>
          <p:nvPr/>
        </p:nvSpPr>
        <p:spPr>
          <a:xfrm>
            <a:off x="685800" y="2286000"/>
            <a:ext cx="3516840" cy="41137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What Are Java Keywords?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Keywords are reserved words that have a predefined meaning in the Java language.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These words: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variable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used as class names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Cannot be redefined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Have special meaning for the compiler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They define: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Access levels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Control flow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Class structure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Object behavior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300" spc="-1" strike="noStrike">
                <a:solidFill>
                  <a:schemeClr val="lt1"/>
                </a:solidFill>
                <a:latin typeface="Calibri"/>
                <a:ea typeface="DejaVu Sans"/>
              </a:rPr>
              <a:t>Java currently has 50+ reserved keywords.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8" name="Rounded Rectangle 137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59" name="Rounded Rectangle 138"/>
          <p:cNvSpPr/>
          <p:nvPr/>
        </p:nvSpPr>
        <p:spPr>
          <a:xfrm>
            <a:off x="4434840" y="3108960"/>
            <a:ext cx="3288240" cy="30621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ACCESS        TYPES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public        int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private       double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protected     boolean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CONTROL       OOP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if            class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else          extends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for           new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while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0" name="Rounded Rectangle 139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1" name="Rounded Rectangle 140"/>
          <p:cNvSpPr/>
          <p:nvPr/>
        </p:nvSpPr>
        <p:spPr>
          <a:xfrm>
            <a:off x="8001000" y="2057400"/>
            <a:ext cx="3656520" cy="4570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Student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private String name;      // private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protected int age;        // protected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Student(String name, int age)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this.name = name;     // this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this.age = age;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void printInfo()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if(age &gt; 18) {        // if keyword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System.out.println("Adult");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 else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System.out.println("Minor");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2" name="TextBox 60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3" name="Rectangle 305"/>
          <p:cNvSpPr/>
          <p:nvPr/>
        </p:nvSpPr>
        <p:spPr>
          <a:xfrm>
            <a:off x="0" y="0"/>
            <a:ext cx="12185280" cy="68544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4" name="Rectangle 306"/>
          <p:cNvSpPr/>
          <p:nvPr/>
        </p:nvSpPr>
        <p:spPr>
          <a:xfrm>
            <a:off x="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5" name="Rectangle 307"/>
          <p:cNvSpPr/>
          <p:nvPr/>
        </p:nvSpPr>
        <p:spPr>
          <a:xfrm>
            <a:off x="914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6" name="Rectangle 308"/>
          <p:cNvSpPr/>
          <p:nvPr/>
        </p:nvSpPr>
        <p:spPr>
          <a:xfrm>
            <a:off x="1828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7" name="Rectangle 309"/>
          <p:cNvSpPr/>
          <p:nvPr/>
        </p:nvSpPr>
        <p:spPr>
          <a:xfrm>
            <a:off x="2743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8" name="Rectangle 310"/>
          <p:cNvSpPr/>
          <p:nvPr/>
        </p:nvSpPr>
        <p:spPr>
          <a:xfrm>
            <a:off x="3657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69" name="Rectangle 311"/>
          <p:cNvSpPr/>
          <p:nvPr/>
        </p:nvSpPr>
        <p:spPr>
          <a:xfrm>
            <a:off x="4572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0" name="Rectangle 312"/>
          <p:cNvSpPr/>
          <p:nvPr/>
        </p:nvSpPr>
        <p:spPr>
          <a:xfrm>
            <a:off x="5486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1" name="Rectangle 313"/>
          <p:cNvSpPr/>
          <p:nvPr/>
        </p:nvSpPr>
        <p:spPr>
          <a:xfrm>
            <a:off x="6400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2" name="Rectangle 314"/>
          <p:cNvSpPr/>
          <p:nvPr/>
        </p:nvSpPr>
        <p:spPr>
          <a:xfrm>
            <a:off x="7315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3" name="Rectangle 315"/>
          <p:cNvSpPr/>
          <p:nvPr/>
        </p:nvSpPr>
        <p:spPr>
          <a:xfrm>
            <a:off x="82296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4" name="Rectangle 316"/>
          <p:cNvSpPr/>
          <p:nvPr/>
        </p:nvSpPr>
        <p:spPr>
          <a:xfrm>
            <a:off x="91440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5" name="Rectangle 317"/>
          <p:cNvSpPr/>
          <p:nvPr/>
        </p:nvSpPr>
        <p:spPr>
          <a:xfrm>
            <a:off x="100584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6" name="Rectangle 318"/>
          <p:cNvSpPr/>
          <p:nvPr/>
        </p:nvSpPr>
        <p:spPr>
          <a:xfrm>
            <a:off x="109728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7" name="Rectangle 319"/>
          <p:cNvSpPr/>
          <p:nvPr/>
        </p:nvSpPr>
        <p:spPr>
          <a:xfrm>
            <a:off x="11887200" y="0"/>
            <a:ext cx="14760" cy="68544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8" name="Rectangle 320"/>
          <p:cNvSpPr/>
          <p:nvPr/>
        </p:nvSpPr>
        <p:spPr>
          <a:xfrm>
            <a:off x="0" y="0"/>
            <a:ext cx="316440" cy="68544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9" name="Rounded Rectangle 141"/>
          <p:cNvSpPr/>
          <p:nvPr/>
        </p:nvSpPr>
        <p:spPr>
          <a:xfrm>
            <a:off x="9875520" y="365760"/>
            <a:ext cx="2008080" cy="4993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0" name="TextBox 61"/>
          <p:cNvSpPr/>
          <p:nvPr/>
        </p:nvSpPr>
        <p:spPr>
          <a:xfrm>
            <a:off x="2823480" y="1005840"/>
            <a:ext cx="532476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COMMENTS IN JAVA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1" name="TextBox 62"/>
          <p:cNvSpPr/>
          <p:nvPr/>
        </p:nvSpPr>
        <p:spPr>
          <a:xfrm>
            <a:off x="2652120" y="1828800"/>
            <a:ext cx="58053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Comments are non-executable lines used to explain code.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They improve readability and help developers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understand logic without affecting program execution.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2" name="Rounded Rectangle 142"/>
          <p:cNvSpPr/>
          <p:nvPr/>
        </p:nvSpPr>
        <p:spPr>
          <a:xfrm>
            <a:off x="98748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3" name="Rounded Rectangle 143"/>
          <p:cNvSpPr/>
          <p:nvPr/>
        </p:nvSpPr>
        <p:spPr>
          <a:xfrm>
            <a:off x="685800" y="2971800"/>
            <a:ext cx="3516840" cy="31996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In Java, comments are ignored by the compiler.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They are written only for developers.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There are three types of comments: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Single-line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Multi-line comment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• </a:t>
            </a:r>
            <a:r>
              <a:rPr b="1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Documentation comment (Javadoc)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Comments make code cleaner, more maintainable, and easier to understand in team projects.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4" name="Rounded Rectangle 144"/>
          <p:cNvSpPr/>
          <p:nvPr/>
        </p:nvSpPr>
        <p:spPr>
          <a:xfrm>
            <a:off x="450792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5" name="Rounded Rectangle 145"/>
          <p:cNvSpPr/>
          <p:nvPr/>
        </p:nvSpPr>
        <p:spPr>
          <a:xfrm>
            <a:off x="4434840" y="310896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Write Code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Add Explanation Using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Compiler Ignores Comments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Program Executes Normally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Purpose: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500" spc="-1" strike="noStrike">
                <a:solidFill>
                  <a:schemeClr val="lt1"/>
                </a:solidFill>
                <a:latin typeface="Calibri"/>
                <a:ea typeface="DejaVu Sans"/>
              </a:rPr>
              <a:t>Improve readability without changing behavior.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6" name="Rounded Rectangle 146"/>
          <p:cNvSpPr/>
          <p:nvPr/>
        </p:nvSpPr>
        <p:spPr>
          <a:xfrm>
            <a:off x="8028360" y="3182040"/>
            <a:ext cx="3288240" cy="27396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87" name="Rounded Rectangle 147"/>
          <p:cNvSpPr/>
          <p:nvPr/>
        </p:nvSpPr>
        <p:spPr>
          <a:xfrm>
            <a:off x="7955280" y="3108960"/>
            <a:ext cx="3474000" cy="283392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CommentExample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// Single-line comment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/* Multi-line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comment */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System.out.println("Hello Java"); // Comment at end of line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3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8" name="TextBox 63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Rectangle 321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0" name="Rectangle 322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1" name="Rectangle 323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2" name="Rectangle 324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3" name="Rectangle 325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4" name="Rectangle 326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5" name="Rectangle 327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6" name="Rectangle 328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7" name="Rectangle 329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8" name="Rectangle 330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9" name="Rectangle 331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0" name="Rectangle 332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1" name="Rectangle 333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2" name="Rectangle 334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3" name="Rectangle 335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4" name="Rectangle 336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5" name="Rounded Rectangle 14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6" name="TextBox 64"/>
          <p:cNvSpPr/>
          <p:nvPr/>
        </p:nvSpPr>
        <p:spPr>
          <a:xfrm>
            <a:off x="4029840" y="1005840"/>
            <a:ext cx="29120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CORE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TextBox 65"/>
          <p:cNvSpPr/>
          <p:nvPr/>
        </p:nvSpPr>
        <p:spPr>
          <a:xfrm>
            <a:off x="4190760" y="2194560"/>
            <a:ext cx="259056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Next Presentation Topics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8" name="Rounded Rectangle 14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09" name="Rounded Rectangle 150"/>
          <p:cNvSpPr/>
          <p:nvPr/>
        </p:nvSpPr>
        <p:spPr>
          <a:xfrm>
            <a:off x="91440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In the upcoming slides, we will explore the fundamental building blocks of Java: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How Java stores data in memory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Primitive and reference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Converting data from one type to another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Unicode System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How Java represents characters internally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 – Receiving data from users via console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0" name="Rounded Rectangle 15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1" name="Rounded Rectangle 152"/>
          <p:cNvSpPr/>
          <p:nvPr/>
        </p:nvSpPr>
        <p:spPr>
          <a:xfrm>
            <a:off x="4434840" y="27432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Learning Progression: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Variables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Data Types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Type Casting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Unicode System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⬇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User Input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Each topic builds on the previous one.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1" lang="en-US" sz="1400" spc="-1" strike="noStrike">
                <a:solidFill>
                  <a:schemeClr val="lt1"/>
                </a:solidFill>
                <a:latin typeface="Calibri"/>
                <a:ea typeface="DejaVu Sans"/>
              </a:rPr>
              <a:t>By the end, you will understand how data is stored, processed, converted, and received in Java.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2" name="Rounded Rectangle 15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3" name="Rounded Rectangle 154"/>
          <p:cNvSpPr/>
          <p:nvPr/>
        </p:nvSpPr>
        <p:spPr>
          <a:xfrm>
            <a:off x="7955280" y="310896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78ffc8"/>
                </a:solidFill>
                <a:latin typeface="Consolas"/>
                <a:ea typeface="DejaVu Sans"/>
              </a:rPr>
              <a:t>This slide does not contain any code examples.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4" name="TextBox 6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6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7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8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9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563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2026-02-28T17:36:04Z</dcterms:modified>
  <cp:revision>38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