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9C4418-1E11-431F-BD45-C1F36F40FA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6282DB-0843-4DB1-A7BD-E2D679B7E6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7B32C4-6D14-4F14-A6FC-9D761049C5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B415FC-48D4-4EDE-A033-32962DC25C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BB6262-7277-43DE-AA66-5D1855F970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D2AEB0-BD17-4ED0-A271-745C67C3BA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DA182C-6FB8-4C98-9885-429ACAB47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854AFD-8FBB-44B8-A757-1658569245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5D08D5-5677-4C62-A249-5A293EC27D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6B7C62-D3DE-4137-A023-71C41640C6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3A0279-C44A-4F00-A093-1C76502391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2EC1CD-BB41-4AB0-8B6C-815FA0C8FA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206F77-E9D1-4E8B-B2B1-18AC2341D9E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914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1828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2743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36576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45720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5486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6400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" name="Rectangle 10"/>
          <p:cNvSpPr/>
          <p:nvPr/>
        </p:nvSpPr>
        <p:spPr>
          <a:xfrm>
            <a:off x="7315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" name="Rectangle 11"/>
          <p:cNvSpPr/>
          <p:nvPr/>
        </p:nvSpPr>
        <p:spPr>
          <a:xfrm>
            <a:off x="82296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" name="Rectangle 12"/>
          <p:cNvSpPr/>
          <p:nvPr/>
        </p:nvSpPr>
        <p:spPr>
          <a:xfrm>
            <a:off x="91440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" name="Rectangle 13"/>
          <p:cNvSpPr/>
          <p:nvPr/>
        </p:nvSpPr>
        <p:spPr>
          <a:xfrm>
            <a:off x="10058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" name="Rectangle 14"/>
          <p:cNvSpPr/>
          <p:nvPr/>
        </p:nvSpPr>
        <p:spPr>
          <a:xfrm>
            <a:off x="10972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" name="Rectangle 15"/>
          <p:cNvSpPr/>
          <p:nvPr/>
        </p:nvSpPr>
        <p:spPr>
          <a:xfrm>
            <a:off x="11887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" name="Rectangle 16"/>
          <p:cNvSpPr/>
          <p:nvPr/>
        </p:nvSpPr>
        <p:spPr>
          <a:xfrm>
            <a:off x="0" y="0"/>
            <a:ext cx="318960" cy="68569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" name="Rounded Rectangle 17"/>
          <p:cNvSpPr/>
          <p:nvPr/>
        </p:nvSpPr>
        <p:spPr>
          <a:xfrm>
            <a:off x="9875520" y="365760"/>
            <a:ext cx="2010600" cy="5018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8"/>
          <p:cNvSpPr/>
          <p:nvPr/>
        </p:nvSpPr>
        <p:spPr>
          <a:xfrm>
            <a:off x="3690720" y="1005840"/>
            <a:ext cx="35902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What is Java?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9"/>
          <p:cNvSpPr/>
          <p:nvPr/>
        </p:nvSpPr>
        <p:spPr>
          <a:xfrm>
            <a:off x="1733040" y="2057400"/>
            <a:ext cx="8096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 object-oriented programming language designed for portability and reliability.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98748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Rounded Rectangle 21"/>
          <p:cNvSpPr/>
          <p:nvPr/>
        </p:nvSpPr>
        <p:spPr>
          <a:xfrm>
            <a:off x="914400" y="310896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High-level programming language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Object-oriented (OOP)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Platform-independent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Secure and robust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Widely used in enterprise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ounded Rectangle 22"/>
          <p:cNvSpPr/>
          <p:nvPr/>
        </p:nvSpPr>
        <p:spPr>
          <a:xfrm>
            <a:off x="450792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" name="Rounded Rectangle 23"/>
          <p:cNvSpPr/>
          <p:nvPr/>
        </p:nvSpPr>
        <p:spPr>
          <a:xfrm>
            <a:off x="4434840" y="310896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Source Code (.java)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Compiler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Virtual Machine (JVM)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Operating System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ounded Rectangle 24"/>
          <p:cNvSpPr/>
          <p:nvPr/>
        </p:nvSpPr>
        <p:spPr>
          <a:xfrm>
            <a:off x="802836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" name="Rounded Rectangle 25"/>
          <p:cNvSpPr/>
          <p:nvPr/>
        </p:nvSpPr>
        <p:spPr>
          <a:xfrm>
            <a:off x="7955280" y="310896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 Java");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4600080" y="6446520"/>
            <a:ext cx="305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2025-12-22T03:01:25Z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