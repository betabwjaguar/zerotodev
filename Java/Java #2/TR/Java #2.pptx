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BA65DF-A890-47E6-8231-AAD4EC8A804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3A9096-FFC3-46A5-B3D3-8A0240F6E5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006105-00B1-452B-B402-F11FE53ECE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761768-7D1B-4789-ADA4-4B1416D268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3A17C7-EE81-45C9-B7FD-8DFB0E44C1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0EC02A-5E4E-4AF9-881E-7019E10BFA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F7683F-BE69-41E4-9429-C68C8F2535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FE9D68-FCF4-41D1-97D2-231293121D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B9E90D-29F1-407E-A71B-C4894B50BB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9B8B26D-B71D-46AB-B65D-B91342337F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4117C0-996E-4ABD-A5D4-64A21A85DE3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8B24DD-2CC6-447E-8F2C-D23BA7ECB56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41E3CA-B32E-41BC-BA41-BFD3F3DBE7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A90818E-ACD6-478C-87E9-F9F53321EF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385B2E8-A45F-48BA-B906-D9C42C7B9A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A884E11-3AFA-4FF0-B60D-BDCACBA1BE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AB6E6D3-9854-43E5-8B43-6A41272AF49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E7FF8B3-4F0D-4FE1-AEEC-588637EC1C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AA67A6C-88B0-4AA2-B0CB-32D91CCD16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CB24368-33B1-4B69-99A0-A3C41EE300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9B38E8-3C4F-4859-B89B-76954916AD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091730-C683-4CF2-99B0-C7E1995963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044F14-BBAD-4931-9CB1-8B339FB6C53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126A962-2A0E-488B-AAAF-6DB1072CC4C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0B7409C-C93C-4891-9DAD-AA8183E50B0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93728F5-7793-48AF-AD34-B43D049BEC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FA10509-30EB-4101-8C75-014D8A2DCF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686AFE9-7360-430C-A05F-D128FF8B7A5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704F1F9-9A1B-4FE9-B528-DE717E183E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FCA745F-963F-4C40-B658-C7A95F7AD6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EC0F4FA-8FA7-4565-B58A-39769483BC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BA0CA72-C099-49B3-87B4-0D0FA86E41A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26C313E-62B7-46B3-9BBD-E1975E240B0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A440A40-B008-4C59-B13C-9F30AFE1CB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694B51F-ED15-42F1-BC3E-9C10A0E15EB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0291510-85B5-4F72-8557-A9E495748EC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203660-362A-4335-90C2-60D2F0C6354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FF4686-6B1A-4ADF-960B-EFACA387D40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EBB320-73E0-41A2-BB10-86E4CFF1AD7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ounded Rectangle 1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18"/>
          <p:cNvSpPr/>
          <p:nvPr/>
        </p:nvSpPr>
        <p:spPr>
          <a:xfrm>
            <a:off x="1730160" y="1005840"/>
            <a:ext cx="7511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9"/>
          <p:cNvSpPr/>
          <p:nvPr/>
        </p:nvSpPr>
        <p:spPr>
          <a:xfrm>
            <a:off x="3707640" y="2057400"/>
            <a:ext cx="3556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ounded Rectangle 2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21"/>
          <p:cNvSpPr/>
          <p:nvPr/>
        </p:nvSpPr>
        <p:spPr>
          <a:xfrm>
            <a:off x="685800" y="2521440"/>
            <a:ext cx="3428280" cy="332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2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2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Rounded Rectangle 2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ounded Rectangle 25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3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3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3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3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3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3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4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4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4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4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4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4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4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4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ounded Rectangle 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3660120" y="1005840"/>
            <a:ext cx="3650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5"/>
          <p:cNvSpPr/>
          <p:nvPr/>
        </p:nvSpPr>
        <p:spPr>
          <a:xfrm>
            <a:off x="3961440" y="2194560"/>
            <a:ext cx="3048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ounded Rectangle 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10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1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12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Rounded Rectangle 1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ounded Rectangle 14"/>
          <p:cNvSpPr/>
          <p:nvPr/>
        </p:nvSpPr>
        <p:spPr>
          <a:xfrm>
            <a:off x="795528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4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17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18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19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20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21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22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23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24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25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26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27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28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29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30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31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ounded Rectangle 15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ounded Rectangle 16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18"/>
          <p:cNvSpPr/>
          <p:nvPr/>
        </p:nvSpPr>
        <p:spPr>
          <a:xfrm>
            <a:off x="475560" y="2743200"/>
            <a:ext cx="3729600" cy="310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1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26"/>
          <p:cNvSpPr/>
          <p:nvPr/>
        </p:nvSpPr>
        <p:spPr>
          <a:xfrm>
            <a:off x="4343400" y="2918520"/>
            <a:ext cx="3519360" cy="293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Rounded Rectangle 27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ounded Rectangle 28"/>
          <p:cNvSpPr/>
          <p:nvPr/>
        </p:nvSpPr>
        <p:spPr>
          <a:xfrm>
            <a:off x="8023680" y="2743200"/>
            <a:ext cx="384084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Box 9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2026-02-04T19:22:54Z</dcterms:modified>
  <cp:revision>12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