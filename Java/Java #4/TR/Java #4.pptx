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8F81C1-0DE4-4E7E-9AA3-75CD05C3C1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3302238-BD9D-4EF9-8298-721D4C6AE28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1E6B03-C20E-4F3C-8A43-4482A26E5A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403177-2A17-4FD2-98B4-B72124324F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F26AB7B-9CE7-4C77-B2F4-5E5899A9D98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1FE58BA-2446-4AB0-91A1-EB36AE6DEEC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CB8B93-20D5-4A31-9B50-0490598F6C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EFA08D-95AC-492C-94D7-DAE4B06661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F06FC1F-0C72-4685-961D-879A6B19F3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9228BB-C45D-473E-A428-B19914C1FFD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030923-FBC0-41DB-9DB5-35A6A33A91F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D1F6636-CED3-4FEB-A69C-501F8C058A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861C88-A86E-4086-902F-9A20CD81626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544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720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464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7200" cy="305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464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7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184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464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968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184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4640" cy="3880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96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188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46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328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464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720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4640" cy="328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288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2880" cy="3652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200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32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54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1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3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860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464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1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4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86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88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86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860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5840" cy="5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5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860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4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612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2026-05-20T23:49:34Z</dcterms:modified>
  <cp:revision>30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