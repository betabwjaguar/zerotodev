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28D025-19E0-4AE9-B3C1-285FBC6411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D96CA3-F7E9-4B5B-9887-4B87C64A59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4AD53D-9BB3-4D60-A963-B4A362EA79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6AB503-8614-4768-BC0E-4E244F2D9B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58828B-A1AB-4175-82E5-03518F0F22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DBF95B-D0B8-4B1C-B6FC-79622C3100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28CA42-9884-4F33-B809-D1E1FB6596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A320B5-6F0F-4F45-A995-C1D9EDBCC8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7DF063-7BE1-44F8-B91C-54DDA689E7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5377CF-1077-42CD-848D-59D5B1D891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0A1789-B44F-4A9A-8BC7-A64DAF04E26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F5456D-A539-40F8-8B3C-D625854E0D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245FB99-404E-4B08-9237-A12BDA0A65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50B8D5-CB09-4EF2-BCB1-6432CCE2D0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FFF644-ABF2-4F3F-A43C-2FE187F494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06BB96C-599C-43A6-AF0A-E1D6113E6A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8DB74A-1FC5-4734-B683-2D455B0EF7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4373A9-D7AC-47F8-9942-7DA09738EF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BB532C-055D-4023-BB57-59897885B7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05D4FC1-BAF3-48CD-871B-C6DFA3A094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B8E50B-9FE3-4859-A072-718A33FEB2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07C49A-B9A7-42C0-B646-4196438A47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DCE0C0-8DDD-4124-A88A-B966C0DAE10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C58A09-2CA3-478B-B86C-66FA661A2C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7507FD-2DFA-4D82-AA9C-01CE4F3D32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BD3B548-C674-4EB2-8320-A64A498A73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07C5DE-604B-4FB8-ACFE-CCC5E8F95A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0A3031-1D4C-439A-8D0F-F22BFDFF1A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E1273BE-42B6-4180-AC82-EC665E97CF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93403CD-B2C9-4A5A-A0D7-5E53EB9A9E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72F20E-3707-4E8E-A120-B6FACDD352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16FF69A-B3E1-44BF-A2F0-1D7E4462D7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7DF8B2-5F92-4D45-A48E-8A89349C1D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2A2DDC6-3FE1-4C11-B550-897B61E2421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A35D5D-A4BF-4CD1-A851-2EE71ABB112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18A4674-D086-40DB-A567-EF1DB3FF89F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2E4650-5007-4510-ADBF-716D29822D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FD1813-BE92-45E4-9B0F-74DE3CA978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3A26C02-9442-4E5E-A40A-86E126C17B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6072B58-ADA8-41DF-8F3A-995B07B010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C26BDDF-CF06-4274-8966-55781B078D4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B1FE2F1-3514-4A05-9917-4DBF2BCBBF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FDF2D8B-6B60-4B20-96EE-1B7926C7F0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23B802-9C30-4ED7-9E5F-48F8AC78DE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888BE9E-7879-42D8-A069-063350A38C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0937C0-8162-4B32-8914-CD4B9578B1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303056F-669F-4E8B-9DAC-451BAC8AF8C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A756B1-5FB7-4B47-B83F-E4242144035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B4CEFF8-CE8C-4ECB-B448-C036394418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AC4C2D-AD21-4AED-940C-F4A11B48C9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053EBE-F2DA-491F-82FF-8C6058F4B1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0016CE3-D419-4F18-9282-CDB610AAF3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AA7F07C-EE70-4C22-8FBC-A36D8692DD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CE6CE8-6982-45FC-B12A-1A0241E3E7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33ADEB-CB57-44A7-9855-B1CB65C704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C48B69F-4FA1-4B9F-B1D1-1807E07BE9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3266CF1-D378-4180-ACCF-9E1E82AFF4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86B20FF-ED1D-4859-B1CA-B198FEBDCA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7D153CE-EB6C-4E08-A07B-BFCA9F18FC9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EFEDE41-162C-4B79-9D6F-2FA9DE774A9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CFCF8D-757B-4524-A700-CA3B15F1FE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8607F8-55D4-4BBE-9D3F-CC422154E02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3B2F70-D0AE-47F6-AEC0-D792E0E5DB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B5D24C-2BB0-4EA7-84D3-BA67112D1B2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4199F1-F176-4868-B93A-C5874CD101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6840" cy="332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2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2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2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2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2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2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2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2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3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3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8160" cy="310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7920" cy="293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94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5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5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5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5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5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5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5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5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6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6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6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6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609720" y="2194560"/>
            <a:ext cx="375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2971800"/>
            <a:ext cx="35182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6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7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7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2175120" y="1005840"/>
            <a:ext cx="6620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2093040" y="2194560"/>
            <a:ext cx="6785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8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8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8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8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8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8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8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8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8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9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9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9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9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9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1023840" y="1005840"/>
            <a:ext cx="8923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706400" y="1005840"/>
            <a:ext cx="7558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983320" y="1005840"/>
            <a:ext cx="5004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2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3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3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3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3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3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3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3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3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4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4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4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4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4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64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28"/>
          <p:cNvSpPr/>
          <p:nvPr/>
        </p:nvSpPr>
        <p:spPr>
          <a:xfrm>
            <a:off x="3053160" y="1005840"/>
            <a:ext cx="4864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9"/>
          <p:cNvSpPr/>
          <p:nvPr/>
        </p:nvSpPr>
        <p:spPr>
          <a:xfrm>
            <a:off x="1154520" y="2194560"/>
            <a:ext cx="8676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65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66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ounded Rectangle 67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68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ounded Rectangle 69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70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4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4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5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5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5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5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6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7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2"/>
          <p:cNvSpPr/>
          <p:nvPr/>
        </p:nvSpPr>
        <p:spPr>
          <a:xfrm>
            <a:off x="2109960" y="2194560"/>
            <a:ext cx="6764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7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73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Rounded Rectangle 7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75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ounded Rectangle 7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77"/>
          <p:cNvSpPr/>
          <p:nvPr/>
        </p:nvSpPr>
        <p:spPr>
          <a:xfrm>
            <a:off x="7955280" y="3108960"/>
            <a:ext cx="329004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2026-02-12T20:50:51Z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