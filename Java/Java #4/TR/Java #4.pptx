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6465FC-4EB4-463A-B04E-BDAE1ABF9B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8E6D648-746A-407F-A83A-CA408DDD54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5D78F5-2EFC-4E52-A3E0-39699A32159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F0206CA-451D-48BB-8262-C1B42A24BE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C61DA5E-5DE7-4F73-BE7E-AF7BD7F8F9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F01B6C7-1295-49CB-9E1B-C314EA28DC5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A016C1-EEEA-435B-92C2-A90E53AF24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F2C2EF-FA4C-47F9-8BDE-E598CA400CD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DEAA288-23CE-47C4-93D2-1D87A9A4769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FDFF68-30F2-4F2B-8149-16CA9DD986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07DA32-34B7-4339-A7C2-1B2D9703650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29B28F-A611-4190-9DC8-D969EF9F44E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8CA5F1-6299-4A76-9B31-C3B8851694D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832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75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008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752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7000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472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75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256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472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75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2560" cy="388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476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756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61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75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7000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672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4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752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576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56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612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7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576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2026-05-07T22:35:07Z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