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CE12F2-8255-4DAE-9065-294CABC32DF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B5E388-9595-4EE8-AC14-C7F2E99D8F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3AFAD2-D747-4048-8515-CCE24575B1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5A85D5-D55F-4C57-8564-4BA0C485B41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8DAE81-A090-4BF0-97E3-D5DC6487EFD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D919D2-93C3-43D1-A0CD-DC885DA968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87C661-5CEB-4865-A5AD-0E935512652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20CD18-91CE-4FFC-8775-08054E84C2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7DFA67-1789-4697-ADAB-866217EBFDD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668074-FA42-482A-9E61-443AFA6B78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EC95D2-0357-429B-AB82-0ECE267686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890B7E-B94B-4724-8300-CB89ACDDC56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62F0CD-AD52-4453-A4D9-46829357D1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6CD001C-0FAC-4A1E-90E9-449A58787E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96B4EEC-CACF-4A53-8C8F-1465EC0F65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C8F329-A8C1-40A4-9B32-DFBEA384FF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628283-0F7B-40DA-81CE-97AEB47B4C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31920C-D3F8-46CF-B586-D83758A7F5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DAAC7D-3FC4-49AB-BAE1-CD6D0A52CF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A27C97-F7D9-4576-85AE-0211F4D8C6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D195A2-2E06-4863-8C5D-81AE87424C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FE902F-20B2-4C59-B38F-C2E19D2BDB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66CEC71-E525-4406-A10C-96AADFBD772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44A04C1-0EB0-4660-A3AB-31BC7ACABC0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6DB2860-F973-4E3F-8920-1A762E8575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1CCAEE5-EC0E-4FA0-B324-413B649DDC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08ECDB-C13A-4FA4-BB78-8DA700ADF9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C89A91B-FDCF-487F-97B2-4210BACED43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DBD4A4-62FE-4685-914E-3AC8F7FCC8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1AD09BC-50DA-4104-9F95-6D3743A1DC5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026BA36-0128-4753-93ED-12302B95E4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83BB01D-5D94-4EBF-8A78-17F778EE28B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4C05AA-A573-477A-8143-2EB26FC98E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15E500-F9CF-4EF7-AF39-1B4BE0E3BF4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771F06-86A7-4B0D-8F5C-F3D989B6F4E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4EE6515-931D-4FD6-8FE3-F55B7862572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79127A5-3A5E-40DA-8AF5-1E5D93F5BB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C3AC164-9922-4660-B49A-DD6E9B4729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9B61D32-E537-48D0-A87A-B055E9225B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BB452A3-027E-4808-A1A7-D841B9B23F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ED8B1E3-7520-40D6-8DCA-39FE9456FB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1E4460-E245-4DF3-8ABB-02BD26F534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96A4350-4A7D-4B58-947D-FD4B06C0F9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562FB1A-6326-46C6-90F2-60ADE4289E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C8D224-F262-4D54-915E-1912AA396C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E8753D-B5CB-429C-9777-BC1A39FE95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F4897C7-2D95-422D-8B73-AD320EB640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4A12117-4C91-4B58-A9A8-1149D853511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F6AD3F-E05E-466E-A29D-F1D1EF5DD70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5203B9-1E64-4E87-8E7D-893C4AE59EC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AB67B9-27F6-41B5-AA46-ECA938B054D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17FFFE-CBFB-4F9E-A7E0-73852D89921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8"/>
          <p:cNvSpPr/>
          <p:nvPr/>
        </p:nvSpPr>
        <p:spPr>
          <a:xfrm>
            <a:off x="1730160" y="1005840"/>
            <a:ext cx="7510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19"/>
          <p:cNvSpPr/>
          <p:nvPr/>
        </p:nvSpPr>
        <p:spPr>
          <a:xfrm>
            <a:off x="3707640" y="2057400"/>
            <a:ext cx="35560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21"/>
          <p:cNvSpPr/>
          <p:nvPr/>
        </p:nvSpPr>
        <p:spPr>
          <a:xfrm>
            <a:off x="685800" y="2521440"/>
            <a:ext cx="3427920" cy="332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ounded Rectangle 2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3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3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3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3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3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3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3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4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4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4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4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4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4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4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4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Box 4"/>
          <p:cNvSpPr/>
          <p:nvPr/>
        </p:nvSpPr>
        <p:spPr>
          <a:xfrm>
            <a:off x="3660120" y="1005840"/>
            <a:ext cx="365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3961440" y="2194560"/>
            <a:ext cx="3048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10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1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ounded Rectangle 14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4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2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2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2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2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2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2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2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2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2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2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3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3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18"/>
          <p:cNvSpPr/>
          <p:nvPr/>
        </p:nvSpPr>
        <p:spPr>
          <a:xfrm>
            <a:off x="475560" y="2743200"/>
            <a:ext cx="3729240" cy="310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1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26"/>
          <p:cNvSpPr/>
          <p:nvPr/>
        </p:nvSpPr>
        <p:spPr>
          <a:xfrm>
            <a:off x="4343400" y="2918520"/>
            <a:ext cx="3519000" cy="293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ounded Rectangle 28"/>
          <p:cNvSpPr/>
          <p:nvPr/>
        </p:nvSpPr>
        <p:spPr>
          <a:xfrm>
            <a:off x="8023680" y="2743200"/>
            <a:ext cx="384048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6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5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5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5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5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5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5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5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5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5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6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6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6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6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ounded Rectangle 2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11"/>
          <p:cNvSpPr/>
          <p:nvPr/>
        </p:nvSpPr>
        <p:spPr>
          <a:xfrm>
            <a:off x="3609720" y="2194560"/>
            <a:ext cx="37519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3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31"/>
          <p:cNvSpPr/>
          <p:nvPr/>
        </p:nvSpPr>
        <p:spPr>
          <a:xfrm>
            <a:off x="685800" y="2971800"/>
            <a:ext cx="35193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1" name="Rounded Rectangle 3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3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ounded Rectangle 3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ounded Rectangle 35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Box 12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2026-02-07T22:14:25Z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