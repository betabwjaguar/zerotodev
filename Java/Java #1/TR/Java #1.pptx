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_rels/slideMaster1.xml.rels" ContentType="application/vnd.openxmlformats-package.relationships+xml"/>
  <Override PartName="/ppt/slideMasters/_rels/slideMaster2.xml.rels" ContentType="application/vnd.openxmlformats-package.relationships+xml"/>
  <Override PartName="/ppt/slideMasters/_rels/slideMaster3.xml.rels" ContentType="application/vnd.openxmlformats-package.relationship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slideLayouts/slideLayout31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_rels/slideLayout31.xml.rels" ContentType="application/vnd.openxmlformats-package.relationships+xml"/>
  <Override PartName="/ppt/slideLayouts/_rels/slideLayout1.xml.rels" ContentType="application/vnd.openxmlformats-package.relationships+xml"/>
  <Override PartName="/ppt/slideLayouts/_rels/slideLayout32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33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34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35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36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12.xml.rels" ContentType="application/vnd.openxmlformats-package.relationships+xml"/>
  <Override PartName="/ppt/slideLayouts/_rels/slideLayout13.xml.rels" ContentType="application/vnd.openxmlformats-package.relationships+xml"/>
  <Override PartName="/ppt/slideLayouts/_rels/slideLayout14.xml.rels" ContentType="application/vnd.openxmlformats-package.relationships+xml"/>
  <Override PartName="/ppt/slideLayouts/_rels/slideLayout15.xml.rels" ContentType="application/vnd.openxmlformats-package.relationships+xml"/>
  <Override PartName="/ppt/slideLayouts/_rels/slideLayout16.xml.rels" ContentType="application/vnd.openxmlformats-package.relationships+xml"/>
  <Override PartName="/ppt/slideLayouts/_rels/slideLayout17.xml.rels" ContentType="application/vnd.openxmlformats-package.relationships+xml"/>
  <Override PartName="/ppt/slideLayouts/_rels/slideLayout18.xml.rels" ContentType="application/vnd.openxmlformats-package.relationships+xml"/>
  <Override PartName="/ppt/slideLayouts/_rels/slideLayout19.xml.rels" ContentType="application/vnd.openxmlformats-package.relationships+xml"/>
  <Override PartName="/ppt/slideLayouts/_rels/slideLayout20.xml.rels" ContentType="application/vnd.openxmlformats-package.relationships+xml"/>
  <Override PartName="/ppt/slideLayouts/_rels/slideLayout21.xml.rels" ContentType="application/vnd.openxmlformats-package.relationships+xml"/>
  <Override PartName="/ppt/slideLayouts/_rels/slideLayout22.xml.rels" ContentType="application/vnd.openxmlformats-package.relationships+xml"/>
  <Override PartName="/ppt/slideLayouts/_rels/slideLayout23.xml.rels" ContentType="application/vnd.openxmlformats-package.relationships+xml"/>
  <Override PartName="/ppt/slideLayouts/_rels/slideLayout24.xml.rels" ContentType="application/vnd.openxmlformats-package.relationships+xml"/>
  <Override PartName="/ppt/slideLayouts/_rels/slideLayout25.xml.rels" ContentType="application/vnd.openxmlformats-package.relationships+xml"/>
  <Override PartName="/ppt/slideLayouts/_rels/slideLayout26.xml.rels" ContentType="application/vnd.openxmlformats-package.relationships+xml"/>
  <Override PartName="/ppt/slideLayouts/_rels/slideLayout27.xml.rels" ContentType="application/vnd.openxmlformats-package.relationships+xml"/>
  <Override PartName="/ppt/slideLayouts/_rels/slideLayout28.xml.rels" ContentType="application/vnd.openxmlformats-package.relationships+xml"/>
  <Override PartName="/ppt/slideLayouts/_rels/slideLayout29.xml.rels" ContentType="application/vnd.openxmlformats-package.relationships+xml"/>
  <Override PartName="/ppt/slideLayouts/_rels/slideLayout30.xml.rels" ContentType="application/vnd.openxmlformats-package.relationships+xml"/>
  <Override PartName="/ppt/_rels/presentation.xml.rels" ContentType="application/vnd.openxmlformats-package.relationshi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_rels/slide1.xml.rels" ContentType="application/vnd.openxmlformats-package.relationships+xml"/>
  <Override PartName="/ppt/slides/_rels/slide2.xml.rels" ContentType="application/vnd.openxmlformats-package.relationships+xml"/>
  <Override PartName="/ppt/slides/_rels/slide3.xml.rels" ContentType="application/vnd.openxmlformats-package.relationships+xml"/>
  <Override PartName="/ppt/slides/_rels/slide4.xml.rels" ContentType="application/vnd.openxmlformats-package.relationships+xml"/>
  <Override PartName="/ppt/slides/_rels/slide5.xml.rels" ContentType="application/vnd.openxmlformats-package.relationships+xml"/>
  <Override PartName="/ppt/slides/_rels/slide6.xml.rels" ContentType="application/vnd.openxmlformats-package.relationships+xml"/>
  <Override PartName="/ppt/slides/_rels/slide7.xml.rels" ContentType="application/vnd.openxmlformats-package.relationships+xml"/>
  <Override PartName="/ppt/slides/_rels/slide8.xml.rels" ContentType="application/vnd.openxmlformats-package.relationships+xml"/>
  <Override PartName="/ppt/slides/_rels/slide9.xml.rels" ContentType="application/vnd.openxmlformats-package.relationships+xml"/>
  <Override PartName="/ppt/slides/_rels/slide10.xml.rels" ContentType="application/vnd.openxmlformats-package.relationships+xml"/>
  <Override PartName="/ppt/slides/_rels/slide11.xml.rels" ContentType="application/vnd.openxmlformats-package.relationships+xml"/>
  <Override PartName="/ppt/slides/_rels/slide12.xml.rels" ContentType="application/vnd.openxmlformats-package.relationships+xml"/>
  <Override PartName="/ppt/presProps.xml" ContentType="application/vnd.openxmlformats-officedocument.presentationml.presProps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  <p:sldMasterId id="2147483661" r:id="rId3"/>
    <p:sldMasterId id="2147483674" r:id="rId4"/>
  </p:sld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</p:sldIdLst>
  <p:sldSz cx="10077450" cy="7562850"/>
  <p:notesSz cx="7772400" cy="100584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2.xml"/><Relationship Id="rId4" Type="http://schemas.openxmlformats.org/officeDocument/2006/relationships/slideMaster" Target="slideMasters/slideMaster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10" Type="http://schemas.openxmlformats.org/officeDocument/2006/relationships/slide" Target="slides/slide6.xml"/><Relationship Id="rId11" Type="http://schemas.openxmlformats.org/officeDocument/2006/relationships/slide" Target="slides/slide7.xml"/><Relationship Id="rId12" Type="http://schemas.openxmlformats.org/officeDocument/2006/relationships/slide" Target="slides/slide8.xml"/><Relationship Id="rId13" Type="http://schemas.openxmlformats.org/officeDocument/2006/relationships/slide" Target="slides/slide9.xml"/><Relationship Id="rId14" Type="http://schemas.openxmlformats.org/officeDocument/2006/relationships/slide" Target="slides/slide10.xml"/><Relationship Id="rId15" Type="http://schemas.openxmlformats.org/officeDocument/2006/relationships/slide" Target="slides/slide11.xml"/><Relationship Id="rId16" Type="http://schemas.openxmlformats.org/officeDocument/2006/relationships/slide" Target="slides/slide12.xml"/><Relationship Id="rId17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2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2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2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2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C362D15A-8785-4E79-B791-50906964E54B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2"/>
          <p:cNvSpPr>
            <a:spLocks noGrp="1"/>
          </p:cNvSpPr>
          <p:nvPr>
            <p:ph type="subTitle"/>
          </p:nvPr>
        </p:nvSpPr>
        <p:spPr>
          <a:xfrm>
            <a:off x="504000" y="1768680"/>
            <a:ext cx="9072000" cy="438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0723A48F-84CA-495E-83DE-C2E22EF3B007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/>
          </p:nvPr>
        </p:nvSpPr>
        <p:spPr>
          <a:xfrm>
            <a:off x="504000" y="1768680"/>
            <a:ext cx="9072000" cy="438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9EAE9168-9B1D-4273-A5CB-6237D5B0392E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" name="PlaceHolder 2"/>
          <p:cNvSpPr>
            <a:spLocks noGrp="1"/>
          </p:cNvSpPr>
          <p:nvPr>
            <p:ph/>
          </p:nvPr>
        </p:nvSpPr>
        <p:spPr>
          <a:xfrm>
            <a:off x="504000" y="1768680"/>
            <a:ext cx="4426920" cy="438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" name="PlaceHolder 3"/>
          <p:cNvSpPr>
            <a:spLocks noGrp="1"/>
          </p:cNvSpPr>
          <p:nvPr>
            <p:ph/>
          </p:nvPr>
        </p:nvSpPr>
        <p:spPr>
          <a:xfrm>
            <a:off x="5152680" y="1768680"/>
            <a:ext cx="4426920" cy="438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9113E54E-7B8F-4793-978B-2F9285D39676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00502338-A7D7-48BF-82C0-6A88FB68E539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laceHolder 1"/>
          <p:cNvSpPr>
            <a:spLocks noGrp="1"/>
          </p:cNvSpPr>
          <p:nvPr>
            <p:ph type="subTitle"/>
          </p:nvPr>
        </p:nvSpPr>
        <p:spPr>
          <a:xfrm>
            <a:off x="504000" y="301320"/>
            <a:ext cx="9072000" cy="5850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28599EAC-D5BD-45A2-B127-A883F3FBCCBB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" name="PlaceHolder 2"/>
          <p:cNvSpPr>
            <a:spLocks noGrp="1"/>
          </p:cNvSpPr>
          <p:nvPr>
            <p:ph/>
          </p:nvPr>
        </p:nvSpPr>
        <p:spPr>
          <a:xfrm>
            <a:off x="504000" y="176868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" name="PlaceHolder 3"/>
          <p:cNvSpPr>
            <a:spLocks noGrp="1"/>
          </p:cNvSpPr>
          <p:nvPr>
            <p:ph/>
          </p:nvPr>
        </p:nvSpPr>
        <p:spPr>
          <a:xfrm>
            <a:off x="5152680" y="1768680"/>
            <a:ext cx="4426920" cy="438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" name="PlaceHolder 4"/>
          <p:cNvSpPr>
            <a:spLocks noGrp="1"/>
          </p:cNvSpPr>
          <p:nvPr>
            <p:ph/>
          </p:nvPr>
        </p:nvSpPr>
        <p:spPr>
          <a:xfrm>
            <a:off x="504000" y="405864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FFE9D7D0-E2E8-44DA-8240-B74E25E78E61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" name="PlaceHolder 2"/>
          <p:cNvSpPr>
            <a:spLocks noGrp="1"/>
          </p:cNvSpPr>
          <p:nvPr>
            <p:ph/>
          </p:nvPr>
        </p:nvSpPr>
        <p:spPr>
          <a:xfrm>
            <a:off x="504000" y="1768680"/>
            <a:ext cx="4426920" cy="438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" name="PlaceHolder 3"/>
          <p:cNvSpPr>
            <a:spLocks noGrp="1"/>
          </p:cNvSpPr>
          <p:nvPr>
            <p:ph/>
          </p:nvPr>
        </p:nvSpPr>
        <p:spPr>
          <a:xfrm>
            <a:off x="5152680" y="176868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" name="PlaceHolder 4"/>
          <p:cNvSpPr>
            <a:spLocks noGrp="1"/>
          </p:cNvSpPr>
          <p:nvPr>
            <p:ph/>
          </p:nvPr>
        </p:nvSpPr>
        <p:spPr>
          <a:xfrm>
            <a:off x="5152680" y="405864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A36C4225-DF05-4FB0-9DA1-8BF308BD5DBC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" name="PlaceHolder 2"/>
          <p:cNvSpPr>
            <a:spLocks noGrp="1"/>
          </p:cNvSpPr>
          <p:nvPr>
            <p:ph/>
          </p:nvPr>
        </p:nvSpPr>
        <p:spPr>
          <a:xfrm>
            <a:off x="504000" y="176868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" name="PlaceHolder 3"/>
          <p:cNvSpPr>
            <a:spLocks noGrp="1"/>
          </p:cNvSpPr>
          <p:nvPr>
            <p:ph/>
          </p:nvPr>
        </p:nvSpPr>
        <p:spPr>
          <a:xfrm>
            <a:off x="5152680" y="176868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" name="PlaceHolder 4"/>
          <p:cNvSpPr>
            <a:spLocks noGrp="1"/>
          </p:cNvSpPr>
          <p:nvPr>
            <p:ph/>
          </p:nvPr>
        </p:nvSpPr>
        <p:spPr>
          <a:xfrm>
            <a:off x="504000" y="4058640"/>
            <a:ext cx="907200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A09CEBD7-EA0A-4D78-9336-7CECD77F9527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/>
          </p:nvPr>
        </p:nvSpPr>
        <p:spPr>
          <a:xfrm>
            <a:off x="504000" y="1768680"/>
            <a:ext cx="907200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/>
          </p:nvPr>
        </p:nvSpPr>
        <p:spPr>
          <a:xfrm>
            <a:off x="504000" y="4058640"/>
            <a:ext cx="907200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176FF9FB-7840-4411-8538-B0B8083EE7D2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" name="PlaceHolder 2"/>
          <p:cNvSpPr>
            <a:spLocks noGrp="1"/>
          </p:cNvSpPr>
          <p:nvPr>
            <p:ph/>
          </p:nvPr>
        </p:nvSpPr>
        <p:spPr>
          <a:xfrm>
            <a:off x="504000" y="176868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" name="PlaceHolder 3"/>
          <p:cNvSpPr>
            <a:spLocks noGrp="1"/>
          </p:cNvSpPr>
          <p:nvPr>
            <p:ph/>
          </p:nvPr>
        </p:nvSpPr>
        <p:spPr>
          <a:xfrm>
            <a:off x="5152680" y="176868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" name="PlaceHolder 4"/>
          <p:cNvSpPr>
            <a:spLocks noGrp="1"/>
          </p:cNvSpPr>
          <p:nvPr>
            <p:ph/>
          </p:nvPr>
        </p:nvSpPr>
        <p:spPr>
          <a:xfrm>
            <a:off x="504000" y="405864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" name="PlaceHolder 5"/>
          <p:cNvSpPr>
            <a:spLocks noGrp="1"/>
          </p:cNvSpPr>
          <p:nvPr>
            <p:ph/>
          </p:nvPr>
        </p:nvSpPr>
        <p:spPr>
          <a:xfrm>
            <a:off x="5152680" y="405864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A982FCFC-F1C9-4D36-B9F7-E7C84928F909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" name="PlaceHolder 2"/>
          <p:cNvSpPr>
            <a:spLocks noGrp="1"/>
          </p:cNvSpPr>
          <p:nvPr>
            <p:ph/>
          </p:nvPr>
        </p:nvSpPr>
        <p:spPr>
          <a:xfrm>
            <a:off x="504000" y="1768680"/>
            <a:ext cx="292104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" name="PlaceHolder 3"/>
          <p:cNvSpPr>
            <a:spLocks noGrp="1"/>
          </p:cNvSpPr>
          <p:nvPr>
            <p:ph/>
          </p:nvPr>
        </p:nvSpPr>
        <p:spPr>
          <a:xfrm>
            <a:off x="3571560" y="1768680"/>
            <a:ext cx="292104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" name="PlaceHolder 4"/>
          <p:cNvSpPr>
            <a:spLocks noGrp="1"/>
          </p:cNvSpPr>
          <p:nvPr>
            <p:ph/>
          </p:nvPr>
        </p:nvSpPr>
        <p:spPr>
          <a:xfrm>
            <a:off x="6639120" y="1768680"/>
            <a:ext cx="292104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" name="PlaceHolder 5"/>
          <p:cNvSpPr>
            <a:spLocks noGrp="1"/>
          </p:cNvSpPr>
          <p:nvPr>
            <p:ph/>
          </p:nvPr>
        </p:nvSpPr>
        <p:spPr>
          <a:xfrm>
            <a:off x="504000" y="4058640"/>
            <a:ext cx="292104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" name="PlaceHolder 6"/>
          <p:cNvSpPr>
            <a:spLocks noGrp="1"/>
          </p:cNvSpPr>
          <p:nvPr>
            <p:ph/>
          </p:nvPr>
        </p:nvSpPr>
        <p:spPr>
          <a:xfrm>
            <a:off x="3571560" y="4058640"/>
            <a:ext cx="292104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" name="PlaceHolder 7"/>
          <p:cNvSpPr>
            <a:spLocks noGrp="1"/>
          </p:cNvSpPr>
          <p:nvPr>
            <p:ph/>
          </p:nvPr>
        </p:nvSpPr>
        <p:spPr>
          <a:xfrm>
            <a:off x="6639120" y="4058640"/>
            <a:ext cx="292104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F1AB0060-6B9F-411A-B82F-10854DC8F33C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B21CA5E8-D9B6-4E98-8B14-7CE129876E38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" name="PlaceHolder 2"/>
          <p:cNvSpPr>
            <a:spLocks noGrp="1"/>
          </p:cNvSpPr>
          <p:nvPr>
            <p:ph type="subTitle"/>
          </p:nvPr>
        </p:nvSpPr>
        <p:spPr>
          <a:xfrm>
            <a:off x="504000" y="1768680"/>
            <a:ext cx="9072000" cy="438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9F0F8EC1-D622-4D79-A860-314F9C4D9DDA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" name="PlaceHolder 2"/>
          <p:cNvSpPr>
            <a:spLocks noGrp="1"/>
          </p:cNvSpPr>
          <p:nvPr>
            <p:ph/>
          </p:nvPr>
        </p:nvSpPr>
        <p:spPr>
          <a:xfrm>
            <a:off x="504000" y="1768680"/>
            <a:ext cx="9072000" cy="438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38897931-BADE-4086-8487-FF3DF834FD4F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" name="PlaceHolder 2"/>
          <p:cNvSpPr>
            <a:spLocks noGrp="1"/>
          </p:cNvSpPr>
          <p:nvPr>
            <p:ph/>
          </p:nvPr>
        </p:nvSpPr>
        <p:spPr>
          <a:xfrm>
            <a:off x="504000" y="1768680"/>
            <a:ext cx="4426920" cy="438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" name="PlaceHolder 3"/>
          <p:cNvSpPr>
            <a:spLocks noGrp="1"/>
          </p:cNvSpPr>
          <p:nvPr>
            <p:ph/>
          </p:nvPr>
        </p:nvSpPr>
        <p:spPr>
          <a:xfrm>
            <a:off x="5152680" y="1768680"/>
            <a:ext cx="4426920" cy="438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8261449E-0AF5-48F9-8463-60A6609359F7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759F7BA1-AB5C-4C57-AEF4-BEE8AA721965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PlaceHolder 1"/>
          <p:cNvSpPr>
            <a:spLocks noGrp="1"/>
          </p:cNvSpPr>
          <p:nvPr>
            <p:ph type="subTitle"/>
          </p:nvPr>
        </p:nvSpPr>
        <p:spPr>
          <a:xfrm>
            <a:off x="504000" y="301320"/>
            <a:ext cx="9072000" cy="5850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FF37D8CB-5916-4A62-804A-3FF2822EEEBC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" name="PlaceHolder 2"/>
          <p:cNvSpPr>
            <a:spLocks noGrp="1"/>
          </p:cNvSpPr>
          <p:nvPr>
            <p:ph/>
          </p:nvPr>
        </p:nvSpPr>
        <p:spPr>
          <a:xfrm>
            <a:off x="504000" y="176868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" name="PlaceHolder 3"/>
          <p:cNvSpPr>
            <a:spLocks noGrp="1"/>
          </p:cNvSpPr>
          <p:nvPr>
            <p:ph/>
          </p:nvPr>
        </p:nvSpPr>
        <p:spPr>
          <a:xfrm>
            <a:off x="5152680" y="1768680"/>
            <a:ext cx="4426920" cy="438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" name="PlaceHolder 4"/>
          <p:cNvSpPr>
            <a:spLocks noGrp="1"/>
          </p:cNvSpPr>
          <p:nvPr>
            <p:ph/>
          </p:nvPr>
        </p:nvSpPr>
        <p:spPr>
          <a:xfrm>
            <a:off x="504000" y="405864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5633DC76-32D6-4FC4-90AC-69461B65D2C9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" name="PlaceHolder 2"/>
          <p:cNvSpPr>
            <a:spLocks noGrp="1"/>
          </p:cNvSpPr>
          <p:nvPr>
            <p:ph/>
          </p:nvPr>
        </p:nvSpPr>
        <p:spPr>
          <a:xfrm>
            <a:off x="504000" y="1768680"/>
            <a:ext cx="4426920" cy="438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" name="PlaceHolder 3"/>
          <p:cNvSpPr>
            <a:spLocks noGrp="1"/>
          </p:cNvSpPr>
          <p:nvPr>
            <p:ph/>
          </p:nvPr>
        </p:nvSpPr>
        <p:spPr>
          <a:xfrm>
            <a:off x="5152680" y="176868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" name="PlaceHolder 4"/>
          <p:cNvSpPr>
            <a:spLocks noGrp="1"/>
          </p:cNvSpPr>
          <p:nvPr>
            <p:ph/>
          </p:nvPr>
        </p:nvSpPr>
        <p:spPr>
          <a:xfrm>
            <a:off x="5152680" y="405864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B80E4DDE-5AA4-4E88-BA1B-8B3D6651F86B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" name="PlaceHolder 2"/>
          <p:cNvSpPr>
            <a:spLocks noGrp="1"/>
          </p:cNvSpPr>
          <p:nvPr>
            <p:ph/>
          </p:nvPr>
        </p:nvSpPr>
        <p:spPr>
          <a:xfrm>
            <a:off x="504000" y="176868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" name="PlaceHolder 3"/>
          <p:cNvSpPr>
            <a:spLocks noGrp="1"/>
          </p:cNvSpPr>
          <p:nvPr>
            <p:ph/>
          </p:nvPr>
        </p:nvSpPr>
        <p:spPr>
          <a:xfrm>
            <a:off x="5152680" y="176868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" name="PlaceHolder 4"/>
          <p:cNvSpPr>
            <a:spLocks noGrp="1"/>
          </p:cNvSpPr>
          <p:nvPr>
            <p:ph/>
          </p:nvPr>
        </p:nvSpPr>
        <p:spPr>
          <a:xfrm>
            <a:off x="504000" y="4058640"/>
            <a:ext cx="907200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0ABCA285-7BC0-4CA1-B189-0A4AF2A4B460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8" name="PlaceHolder 2"/>
          <p:cNvSpPr>
            <a:spLocks noGrp="1"/>
          </p:cNvSpPr>
          <p:nvPr>
            <p:ph/>
          </p:nvPr>
        </p:nvSpPr>
        <p:spPr>
          <a:xfrm>
            <a:off x="504000" y="1768680"/>
            <a:ext cx="907200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" name="PlaceHolder 3"/>
          <p:cNvSpPr>
            <a:spLocks noGrp="1"/>
          </p:cNvSpPr>
          <p:nvPr>
            <p:ph/>
          </p:nvPr>
        </p:nvSpPr>
        <p:spPr>
          <a:xfrm>
            <a:off x="504000" y="4058640"/>
            <a:ext cx="907200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FE253C2F-918A-4D1C-83DE-8EAEF725AC01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" name="PlaceHolder 2"/>
          <p:cNvSpPr>
            <a:spLocks noGrp="1"/>
          </p:cNvSpPr>
          <p:nvPr>
            <p:ph/>
          </p:nvPr>
        </p:nvSpPr>
        <p:spPr>
          <a:xfrm>
            <a:off x="504000" y="176868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" name="PlaceHolder 3"/>
          <p:cNvSpPr>
            <a:spLocks noGrp="1"/>
          </p:cNvSpPr>
          <p:nvPr>
            <p:ph/>
          </p:nvPr>
        </p:nvSpPr>
        <p:spPr>
          <a:xfrm>
            <a:off x="5152680" y="176868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3" name="PlaceHolder 4"/>
          <p:cNvSpPr>
            <a:spLocks noGrp="1"/>
          </p:cNvSpPr>
          <p:nvPr>
            <p:ph/>
          </p:nvPr>
        </p:nvSpPr>
        <p:spPr>
          <a:xfrm>
            <a:off x="504000" y="405864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4" name="PlaceHolder 5"/>
          <p:cNvSpPr>
            <a:spLocks noGrp="1"/>
          </p:cNvSpPr>
          <p:nvPr>
            <p:ph/>
          </p:nvPr>
        </p:nvSpPr>
        <p:spPr>
          <a:xfrm>
            <a:off x="5152680" y="405864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DDB32269-9459-4866-971C-4B5173E61A77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" name="PlaceHolder 2"/>
          <p:cNvSpPr>
            <a:spLocks noGrp="1"/>
          </p:cNvSpPr>
          <p:nvPr>
            <p:ph/>
          </p:nvPr>
        </p:nvSpPr>
        <p:spPr>
          <a:xfrm>
            <a:off x="504000" y="1768680"/>
            <a:ext cx="292104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7" name="PlaceHolder 3"/>
          <p:cNvSpPr>
            <a:spLocks noGrp="1"/>
          </p:cNvSpPr>
          <p:nvPr>
            <p:ph/>
          </p:nvPr>
        </p:nvSpPr>
        <p:spPr>
          <a:xfrm>
            <a:off x="3571560" y="1768680"/>
            <a:ext cx="292104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8" name="PlaceHolder 4"/>
          <p:cNvSpPr>
            <a:spLocks noGrp="1"/>
          </p:cNvSpPr>
          <p:nvPr>
            <p:ph/>
          </p:nvPr>
        </p:nvSpPr>
        <p:spPr>
          <a:xfrm>
            <a:off x="6639120" y="1768680"/>
            <a:ext cx="292104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9" name="PlaceHolder 5"/>
          <p:cNvSpPr>
            <a:spLocks noGrp="1"/>
          </p:cNvSpPr>
          <p:nvPr>
            <p:ph/>
          </p:nvPr>
        </p:nvSpPr>
        <p:spPr>
          <a:xfrm>
            <a:off x="504000" y="4058640"/>
            <a:ext cx="292104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0" name="PlaceHolder 6"/>
          <p:cNvSpPr>
            <a:spLocks noGrp="1"/>
          </p:cNvSpPr>
          <p:nvPr>
            <p:ph/>
          </p:nvPr>
        </p:nvSpPr>
        <p:spPr>
          <a:xfrm>
            <a:off x="3571560" y="4058640"/>
            <a:ext cx="292104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1" name="PlaceHolder 7"/>
          <p:cNvSpPr>
            <a:spLocks noGrp="1"/>
          </p:cNvSpPr>
          <p:nvPr>
            <p:ph/>
          </p:nvPr>
        </p:nvSpPr>
        <p:spPr>
          <a:xfrm>
            <a:off x="6639120" y="4058640"/>
            <a:ext cx="292104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FED56483-3C07-47CE-B586-D09E27977C3D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9B4487CE-09E9-4976-AB2A-507A3A5D9AB5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8" name="PlaceHolder 2"/>
          <p:cNvSpPr>
            <a:spLocks noGrp="1"/>
          </p:cNvSpPr>
          <p:nvPr>
            <p:ph type="subTitle"/>
          </p:nvPr>
        </p:nvSpPr>
        <p:spPr>
          <a:xfrm>
            <a:off x="504000" y="1768680"/>
            <a:ext cx="9072000" cy="438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B039D2C6-0BAB-41D7-B29F-6C9134FBF099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0" name="PlaceHolder 2"/>
          <p:cNvSpPr>
            <a:spLocks noGrp="1"/>
          </p:cNvSpPr>
          <p:nvPr>
            <p:ph/>
          </p:nvPr>
        </p:nvSpPr>
        <p:spPr>
          <a:xfrm>
            <a:off x="504000" y="1768680"/>
            <a:ext cx="9072000" cy="438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1A31FE53-6DC8-4623-86D2-A70CB47E98C1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2" name="PlaceHolder 2"/>
          <p:cNvSpPr>
            <a:spLocks noGrp="1"/>
          </p:cNvSpPr>
          <p:nvPr>
            <p:ph/>
          </p:nvPr>
        </p:nvSpPr>
        <p:spPr>
          <a:xfrm>
            <a:off x="504000" y="1768680"/>
            <a:ext cx="4426920" cy="438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3" name="PlaceHolder 3"/>
          <p:cNvSpPr>
            <a:spLocks noGrp="1"/>
          </p:cNvSpPr>
          <p:nvPr>
            <p:ph/>
          </p:nvPr>
        </p:nvSpPr>
        <p:spPr>
          <a:xfrm>
            <a:off x="5152680" y="1768680"/>
            <a:ext cx="4426920" cy="438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833EFF15-5B29-4E8A-8FD5-64B8FBB7A4CC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C6FAEF1F-4BBA-4FC4-AECB-2910D8F1B65A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PlaceHolder 1"/>
          <p:cNvSpPr>
            <a:spLocks noGrp="1"/>
          </p:cNvSpPr>
          <p:nvPr>
            <p:ph type="subTitle"/>
          </p:nvPr>
        </p:nvSpPr>
        <p:spPr>
          <a:xfrm>
            <a:off x="504000" y="301320"/>
            <a:ext cx="9072000" cy="5850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9889A65D-0D61-4FE5-816B-C58A64703681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7" name="PlaceHolder 2"/>
          <p:cNvSpPr>
            <a:spLocks noGrp="1"/>
          </p:cNvSpPr>
          <p:nvPr>
            <p:ph/>
          </p:nvPr>
        </p:nvSpPr>
        <p:spPr>
          <a:xfrm>
            <a:off x="504000" y="176868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8" name="PlaceHolder 3"/>
          <p:cNvSpPr>
            <a:spLocks noGrp="1"/>
          </p:cNvSpPr>
          <p:nvPr>
            <p:ph/>
          </p:nvPr>
        </p:nvSpPr>
        <p:spPr>
          <a:xfrm>
            <a:off x="5152680" y="1768680"/>
            <a:ext cx="4426920" cy="438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9" name="PlaceHolder 4"/>
          <p:cNvSpPr>
            <a:spLocks noGrp="1"/>
          </p:cNvSpPr>
          <p:nvPr>
            <p:ph/>
          </p:nvPr>
        </p:nvSpPr>
        <p:spPr>
          <a:xfrm>
            <a:off x="504000" y="405864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694B9D78-48C9-4AD0-9AF1-3B6986218F0D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1" name="PlaceHolder 2"/>
          <p:cNvSpPr>
            <a:spLocks noGrp="1"/>
          </p:cNvSpPr>
          <p:nvPr>
            <p:ph/>
          </p:nvPr>
        </p:nvSpPr>
        <p:spPr>
          <a:xfrm>
            <a:off x="504000" y="1768680"/>
            <a:ext cx="4426920" cy="438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2" name="PlaceHolder 3"/>
          <p:cNvSpPr>
            <a:spLocks noGrp="1"/>
          </p:cNvSpPr>
          <p:nvPr>
            <p:ph/>
          </p:nvPr>
        </p:nvSpPr>
        <p:spPr>
          <a:xfrm>
            <a:off x="5152680" y="176868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3" name="PlaceHolder 4"/>
          <p:cNvSpPr>
            <a:spLocks noGrp="1"/>
          </p:cNvSpPr>
          <p:nvPr>
            <p:ph/>
          </p:nvPr>
        </p:nvSpPr>
        <p:spPr>
          <a:xfrm>
            <a:off x="5152680" y="405864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7EE5648A-CC54-464C-A556-96983B7E3AFA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5" name="PlaceHolder 2"/>
          <p:cNvSpPr>
            <a:spLocks noGrp="1"/>
          </p:cNvSpPr>
          <p:nvPr>
            <p:ph/>
          </p:nvPr>
        </p:nvSpPr>
        <p:spPr>
          <a:xfrm>
            <a:off x="504000" y="176868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6" name="PlaceHolder 3"/>
          <p:cNvSpPr>
            <a:spLocks noGrp="1"/>
          </p:cNvSpPr>
          <p:nvPr>
            <p:ph/>
          </p:nvPr>
        </p:nvSpPr>
        <p:spPr>
          <a:xfrm>
            <a:off x="5152680" y="176868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7" name="PlaceHolder 4"/>
          <p:cNvSpPr>
            <a:spLocks noGrp="1"/>
          </p:cNvSpPr>
          <p:nvPr>
            <p:ph/>
          </p:nvPr>
        </p:nvSpPr>
        <p:spPr>
          <a:xfrm>
            <a:off x="504000" y="4058640"/>
            <a:ext cx="907200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9E6D9234-A49A-4D7F-AC7D-E6D21E7AD213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9" name="PlaceHolder 2"/>
          <p:cNvSpPr>
            <a:spLocks noGrp="1"/>
          </p:cNvSpPr>
          <p:nvPr>
            <p:ph/>
          </p:nvPr>
        </p:nvSpPr>
        <p:spPr>
          <a:xfrm>
            <a:off x="504000" y="1768680"/>
            <a:ext cx="907200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0" name="PlaceHolder 3"/>
          <p:cNvSpPr>
            <a:spLocks noGrp="1"/>
          </p:cNvSpPr>
          <p:nvPr>
            <p:ph/>
          </p:nvPr>
        </p:nvSpPr>
        <p:spPr>
          <a:xfrm>
            <a:off x="504000" y="4058640"/>
            <a:ext cx="907200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763FA48E-B5DB-40F1-88E1-C6EE63E7450F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2" name="PlaceHolder 2"/>
          <p:cNvSpPr>
            <a:spLocks noGrp="1"/>
          </p:cNvSpPr>
          <p:nvPr>
            <p:ph/>
          </p:nvPr>
        </p:nvSpPr>
        <p:spPr>
          <a:xfrm>
            <a:off x="504000" y="176868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3" name="PlaceHolder 3"/>
          <p:cNvSpPr>
            <a:spLocks noGrp="1"/>
          </p:cNvSpPr>
          <p:nvPr>
            <p:ph/>
          </p:nvPr>
        </p:nvSpPr>
        <p:spPr>
          <a:xfrm>
            <a:off x="5152680" y="176868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4" name="PlaceHolder 4"/>
          <p:cNvSpPr>
            <a:spLocks noGrp="1"/>
          </p:cNvSpPr>
          <p:nvPr>
            <p:ph/>
          </p:nvPr>
        </p:nvSpPr>
        <p:spPr>
          <a:xfrm>
            <a:off x="504000" y="405864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5" name="PlaceHolder 5"/>
          <p:cNvSpPr>
            <a:spLocks noGrp="1"/>
          </p:cNvSpPr>
          <p:nvPr>
            <p:ph/>
          </p:nvPr>
        </p:nvSpPr>
        <p:spPr>
          <a:xfrm>
            <a:off x="5152680" y="405864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2476B5BC-A531-40E3-A5C3-CDF80FDDB663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7" name="PlaceHolder 2"/>
          <p:cNvSpPr>
            <a:spLocks noGrp="1"/>
          </p:cNvSpPr>
          <p:nvPr>
            <p:ph/>
          </p:nvPr>
        </p:nvSpPr>
        <p:spPr>
          <a:xfrm>
            <a:off x="504000" y="1768680"/>
            <a:ext cx="292104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8" name="PlaceHolder 3"/>
          <p:cNvSpPr>
            <a:spLocks noGrp="1"/>
          </p:cNvSpPr>
          <p:nvPr>
            <p:ph/>
          </p:nvPr>
        </p:nvSpPr>
        <p:spPr>
          <a:xfrm>
            <a:off x="3571560" y="1768680"/>
            <a:ext cx="292104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9" name="PlaceHolder 4"/>
          <p:cNvSpPr>
            <a:spLocks noGrp="1"/>
          </p:cNvSpPr>
          <p:nvPr>
            <p:ph/>
          </p:nvPr>
        </p:nvSpPr>
        <p:spPr>
          <a:xfrm>
            <a:off x="6639120" y="1768680"/>
            <a:ext cx="292104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0" name="PlaceHolder 5"/>
          <p:cNvSpPr>
            <a:spLocks noGrp="1"/>
          </p:cNvSpPr>
          <p:nvPr>
            <p:ph/>
          </p:nvPr>
        </p:nvSpPr>
        <p:spPr>
          <a:xfrm>
            <a:off x="504000" y="4058640"/>
            <a:ext cx="292104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1" name="PlaceHolder 6"/>
          <p:cNvSpPr>
            <a:spLocks noGrp="1"/>
          </p:cNvSpPr>
          <p:nvPr>
            <p:ph/>
          </p:nvPr>
        </p:nvSpPr>
        <p:spPr>
          <a:xfrm>
            <a:off x="3571560" y="4058640"/>
            <a:ext cx="292104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2" name="PlaceHolder 7"/>
          <p:cNvSpPr>
            <a:spLocks noGrp="1"/>
          </p:cNvSpPr>
          <p:nvPr>
            <p:ph/>
          </p:nvPr>
        </p:nvSpPr>
        <p:spPr>
          <a:xfrm>
            <a:off x="6639120" y="4058640"/>
            <a:ext cx="292104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0309F420-2A6E-42FD-A95B-5B82A6061E16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
</Relationships>
</file>

<file path=ppt/slideMasters/_rels/slideMaster2.xml.rels><?xml version="1.0" encoding="UTF-8"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3" Type="http://schemas.openxmlformats.org/officeDocument/2006/relationships/slideLayout" Target="../slideLayouts/slideLayout14.xml"/><Relationship Id="rId4" Type="http://schemas.openxmlformats.org/officeDocument/2006/relationships/slideLayout" Target="../slideLayouts/slideLayout15.xml"/><Relationship Id="rId5" Type="http://schemas.openxmlformats.org/officeDocument/2006/relationships/slideLayout" Target="../slideLayouts/slideLayout16.xml"/><Relationship Id="rId6" Type="http://schemas.openxmlformats.org/officeDocument/2006/relationships/slideLayout" Target="../slideLayouts/slideLayout17.xml"/><Relationship Id="rId7" Type="http://schemas.openxmlformats.org/officeDocument/2006/relationships/slideLayout" Target="../slideLayouts/slideLayout18.xml"/><Relationship Id="rId8" Type="http://schemas.openxmlformats.org/officeDocument/2006/relationships/slideLayout" Target="../slideLayouts/slideLayout19.xml"/><Relationship Id="rId9" Type="http://schemas.openxmlformats.org/officeDocument/2006/relationships/slideLayout" Target="../slideLayouts/slideLayout20.xml"/><Relationship Id="rId10" Type="http://schemas.openxmlformats.org/officeDocument/2006/relationships/slideLayout" Target="../slideLayouts/slideLayout21.xml"/><Relationship Id="rId11" Type="http://schemas.openxmlformats.org/officeDocument/2006/relationships/slideLayout" Target="../slideLayouts/slideLayout22.xml"/><Relationship Id="rId12" Type="http://schemas.openxmlformats.org/officeDocument/2006/relationships/slideLayout" Target="../slideLayouts/slideLayout23.xml"/><Relationship Id="rId13" Type="http://schemas.openxmlformats.org/officeDocument/2006/relationships/slideLayout" Target="../slideLayouts/slideLayout24.xml"/>
</Relationships>
</file>

<file path=ppt/slideMasters/_rels/slideMaster3.xml.rels><?xml version="1.0" encoding="UTF-8"?>
<Relationships xmlns="http://schemas.openxmlformats.org/package/2006/relationships"><Relationship Id="rId1" Type="http://schemas.openxmlformats.org/officeDocument/2006/relationships/theme" Target="../theme/theme3.xml"/><Relationship Id="rId2" Type="http://schemas.openxmlformats.org/officeDocument/2006/relationships/slideLayout" Target="../slideLayouts/slideLayout25.xml"/><Relationship Id="rId3" Type="http://schemas.openxmlformats.org/officeDocument/2006/relationships/slideLayout" Target="../slideLayouts/slideLayout26.xml"/><Relationship Id="rId4" Type="http://schemas.openxmlformats.org/officeDocument/2006/relationships/slideLayout" Target="../slideLayouts/slideLayout27.xml"/><Relationship Id="rId5" Type="http://schemas.openxmlformats.org/officeDocument/2006/relationships/slideLayout" Target="../slideLayouts/slideLayout28.xml"/><Relationship Id="rId6" Type="http://schemas.openxmlformats.org/officeDocument/2006/relationships/slideLayout" Target="../slideLayouts/slideLayout29.xml"/><Relationship Id="rId7" Type="http://schemas.openxmlformats.org/officeDocument/2006/relationships/slideLayout" Target="../slideLayouts/slideLayout30.xml"/><Relationship Id="rId8" Type="http://schemas.openxmlformats.org/officeDocument/2006/relationships/slideLayout" Target="../slideLayouts/slideLayout31.xml"/><Relationship Id="rId9" Type="http://schemas.openxmlformats.org/officeDocument/2006/relationships/slideLayout" Target="../slideLayouts/slideLayout32.xml"/><Relationship Id="rId10" Type="http://schemas.openxmlformats.org/officeDocument/2006/relationships/slideLayout" Target="../slideLayouts/slideLayout33.xml"/><Relationship Id="rId11" Type="http://schemas.openxmlformats.org/officeDocument/2006/relationships/slideLayout" Target="../slideLayouts/slideLayout34.xml"/><Relationship Id="rId12" Type="http://schemas.openxmlformats.org/officeDocument/2006/relationships/slideLayout" Target="../slideLayouts/slideLayout35.xml"/><Relationship Id="rId13" Type="http://schemas.openxmlformats.org/officeDocument/2006/relationships/slideLayout" Target="../slideLayouts/slideLayout36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ftr" idx="1"/>
          </p:nvPr>
        </p:nvSpPr>
        <p:spPr>
          <a:xfrm>
            <a:off x="3440880" y="7007400"/>
            <a:ext cx="3182760" cy="3942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sldNum" idx="2"/>
          </p:nvPr>
        </p:nvSpPr>
        <p:spPr>
          <a:xfrm>
            <a:off x="7220160" y="7007400"/>
            <a:ext cx="2343240" cy="3942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F8C62816-DD0B-4876-AC93-23CB37AE4DD4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" name="PlaceHolder 3"/>
          <p:cNvSpPr>
            <a:spLocks noGrp="1"/>
          </p:cNvSpPr>
          <p:nvPr>
            <p:ph type="dt" idx="3"/>
          </p:nvPr>
        </p:nvSpPr>
        <p:spPr>
          <a:xfrm>
            <a:off x="502560" y="7007400"/>
            <a:ext cx="2343240" cy="3942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" name="PlaceHolder 4"/>
          <p:cNvSpPr>
            <a:spLocks noGrp="1"/>
          </p:cNvSpPr>
          <p:nvPr>
            <p:ph type="title"/>
          </p:nvPr>
        </p:nvSpPr>
        <p:spPr>
          <a:xfrm>
            <a:off x="503640" y="301680"/>
            <a:ext cx="9069120" cy="1262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5"/>
          <p:cNvSpPr>
            <a:spLocks noGrp="1"/>
          </p:cNvSpPr>
          <p:nvPr>
            <p:ph type="body"/>
          </p:nvPr>
        </p:nvSpPr>
        <p:spPr>
          <a:xfrm>
            <a:off x="503640" y="1769400"/>
            <a:ext cx="9069120" cy="438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</p:sldMaster>
</file>

<file path=ppt/slideMasters/slideMaster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PlaceHolder 1"/>
          <p:cNvSpPr>
            <a:spLocks noGrp="1"/>
          </p:cNvSpPr>
          <p:nvPr>
            <p:ph type="ftr" idx="4"/>
          </p:nvPr>
        </p:nvSpPr>
        <p:spPr>
          <a:xfrm>
            <a:off x="3442320" y="7005240"/>
            <a:ext cx="3184920" cy="3952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2" name="PlaceHolder 2"/>
          <p:cNvSpPr>
            <a:spLocks noGrp="1"/>
          </p:cNvSpPr>
          <p:nvPr>
            <p:ph type="sldNum" idx="5"/>
          </p:nvPr>
        </p:nvSpPr>
        <p:spPr>
          <a:xfrm>
            <a:off x="7223040" y="7005240"/>
            <a:ext cx="2345400" cy="3952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FFBB1DEF-1C4A-4BE7-B95D-485E1C3713FD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3" name="PlaceHolder 3"/>
          <p:cNvSpPr>
            <a:spLocks noGrp="1"/>
          </p:cNvSpPr>
          <p:nvPr>
            <p:ph type="dt" idx="6"/>
          </p:nvPr>
        </p:nvSpPr>
        <p:spPr>
          <a:xfrm>
            <a:off x="502920" y="7005240"/>
            <a:ext cx="2345400" cy="3952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4" name="PlaceHolder 4"/>
          <p:cNvSpPr>
            <a:spLocks noGrp="1"/>
          </p:cNvSpPr>
          <p:nvPr>
            <p:ph type="title"/>
          </p:nvPr>
        </p:nvSpPr>
        <p:spPr>
          <a:xfrm>
            <a:off x="503640" y="301680"/>
            <a:ext cx="9069120" cy="1262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" name="PlaceHolder 5"/>
          <p:cNvSpPr>
            <a:spLocks noGrp="1"/>
          </p:cNvSpPr>
          <p:nvPr>
            <p:ph type="body"/>
          </p:nvPr>
        </p:nvSpPr>
        <p:spPr>
          <a:xfrm>
            <a:off x="503640" y="1769400"/>
            <a:ext cx="9069120" cy="438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</p:sldLayoutIdLst>
</p:sldMaster>
</file>

<file path=ppt/slideMasters/slideMaster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PlaceHolder 1"/>
          <p:cNvSpPr>
            <a:spLocks noGrp="1"/>
          </p:cNvSpPr>
          <p:nvPr>
            <p:ph type="ftr" idx="7"/>
          </p:nvPr>
        </p:nvSpPr>
        <p:spPr>
          <a:xfrm>
            <a:off x="3442320" y="7005240"/>
            <a:ext cx="3185640" cy="396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3" name="PlaceHolder 2"/>
          <p:cNvSpPr>
            <a:spLocks noGrp="1"/>
          </p:cNvSpPr>
          <p:nvPr>
            <p:ph type="sldNum" idx="8"/>
          </p:nvPr>
        </p:nvSpPr>
        <p:spPr>
          <a:xfrm>
            <a:off x="7223040" y="7005240"/>
            <a:ext cx="2346120" cy="396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52DA32C6-21E1-4F6B-882A-5BFEE3F0F8F4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4" name="PlaceHolder 3"/>
          <p:cNvSpPr>
            <a:spLocks noGrp="1"/>
          </p:cNvSpPr>
          <p:nvPr>
            <p:ph type="dt" idx="9"/>
          </p:nvPr>
        </p:nvSpPr>
        <p:spPr>
          <a:xfrm>
            <a:off x="502920" y="7005240"/>
            <a:ext cx="2346120" cy="396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5" name="PlaceHolder 4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6" name="PlaceHolder 5"/>
          <p:cNvSpPr>
            <a:spLocks noGrp="1"/>
          </p:cNvSpPr>
          <p:nvPr>
            <p:ph type="body"/>
          </p:nvPr>
        </p:nvSpPr>
        <p:spPr>
          <a:xfrm>
            <a:off x="504000" y="1768680"/>
            <a:ext cx="9072000" cy="438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75" r:id="rId2"/>
    <p:sldLayoutId id="2147483676" r:id="rId3"/>
    <p:sldLayoutId id="2147483677" r:id="rId4"/>
    <p:sldLayoutId id="2147483678" r:id="rId5"/>
    <p:sldLayoutId id="2147483679" r:id="rId6"/>
    <p:sldLayoutId id="2147483680" r:id="rId7"/>
    <p:sldLayoutId id="2147483681" r:id="rId8"/>
    <p:sldLayoutId id="2147483682" r:id="rId9"/>
    <p:sldLayoutId id="2147483683" r:id="rId10"/>
    <p:sldLayoutId id="2147483684" r:id="rId11"/>
    <p:sldLayoutId id="2147483685" r:id="rId12"/>
    <p:sldLayoutId id="2147483686" r:id="rId1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5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5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Rectangle 1"/>
          <p:cNvSpPr/>
          <p:nvPr/>
        </p:nvSpPr>
        <p:spPr>
          <a:xfrm>
            <a:off x="1800" y="1800"/>
            <a:ext cx="13423320" cy="755460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4" name="Rectangle 2"/>
          <p:cNvSpPr/>
          <p:nvPr/>
        </p:nvSpPr>
        <p:spPr>
          <a:xfrm>
            <a:off x="1800" y="1800"/>
            <a:ext cx="12960" cy="7554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5" name="Rectangle 3"/>
          <p:cNvSpPr/>
          <p:nvPr/>
        </p:nvSpPr>
        <p:spPr>
          <a:xfrm>
            <a:off x="1004760" y="1800"/>
            <a:ext cx="12960" cy="7554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6" name="Rectangle 4"/>
          <p:cNvSpPr/>
          <p:nvPr/>
        </p:nvSpPr>
        <p:spPr>
          <a:xfrm>
            <a:off x="2012400" y="1800"/>
            <a:ext cx="12960" cy="7554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7" name="Rectangle 5"/>
          <p:cNvSpPr/>
          <p:nvPr/>
        </p:nvSpPr>
        <p:spPr>
          <a:xfrm>
            <a:off x="3020040" y="1800"/>
            <a:ext cx="12960" cy="7554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8" name="Rectangle 6"/>
          <p:cNvSpPr/>
          <p:nvPr/>
        </p:nvSpPr>
        <p:spPr>
          <a:xfrm>
            <a:off x="4027680" y="1800"/>
            <a:ext cx="12960" cy="7554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9" name="Rectangle 7"/>
          <p:cNvSpPr/>
          <p:nvPr/>
        </p:nvSpPr>
        <p:spPr>
          <a:xfrm>
            <a:off x="5035320" y="1800"/>
            <a:ext cx="12960" cy="7554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0" name="Rectangle 8"/>
          <p:cNvSpPr/>
          <p:nvPr/>
        </p:nvSpPr>
        <p:spPr>
          <a:xfrm>
            <a:off x="6042960" y="1800"/>
            <a:ext cx="12960" cy="7554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1" name="Rectangle 9"/>
          <p:cNvSpPr/>
          <p:nvPr/>
        </p:nvSpPr>
        <p:spPr>
          <a:xfrm>
            <a:off x="7050600" y="1800"/>
            <a:ext cx="12960" cy="7554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2" name="Rectangle 10"/>
          <p:cNvSpPr/>
          <p:nvPr/>
        </p:nvSpPr>
        <p:spPr>
          <a:xfrm>
            <a:off x="8058240" y="1800"/>
            <a:ext cx="12960" cy="7554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3" name="Rectangle 11"/>
          <p:cNvSpPr/>
          <p:nvPr/>
        </p:nvSpPr>
        <p:spPr>
          <a:xfrm>
            <a:off x="9065880" y="1800"/>
            <a:ext cx="12960" cy="7554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4" name="Rectangle 12"/>
          <p:cNvSpPr/>
          <p:nvPr/>
        </p:nvSpPr>
        <p:spPr>
          <a:xfrm>
            <a:off x="10073520" y="1800"/>
            <a:ext cx="12960" cy="7554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5" name="Rectangle 13"/>
          <p:cNvSpPr/>
          <p:nvPr/>
        </p:nvSpPr>
        <p:spPr>
          <a:xfrm>
            <a:off x="11080800" y="1800"/>
            <a:ext cx="12960" cy="7554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6" name="Rectangle 14"/>
          <p:cNvSpPr/>
          <p:nvPr/>
        </p:nvSpPr>
        <p:spPr>
          <a:xfrm>
            <a:off x="12088440" y="1800"/>
            <a:ext cx="12960" cy="7554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7" name="Rectangle 15"/>
          <p:cNvSpPr/>
          <p:nvPr/>
        </p:nvSpPr>
        <p:spPr>
          <a:xfrm>
            <a:off x="13096080" y="1800"/>
            <a:ext cx="12960" cy="7554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8" name="Rectangle 16"/>
          <p:cNvSpPr/>
          <p:nvPr/>
        </p:nvSpPr>
        <p:spPr>
          <a:xfrm>
            <a:off x="1800" y="1800"/>
            <a:ext cx="344880" cy="755460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9" name="Rounded Rectangle 17"/>
          <p:cNvSpPr/>
          <p:nvPr/>
        </p:nvSpPr>
        <p:spPr>
          <a:xfrm>
            <a:off x="10880640" y="401400"/>
            <a:ext cx="2208600" cy="54576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TEMELLERİ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0" name="TextBox 18"/>
          <p:cNvSpPr/>
          <p:nvPr/>
        </p:nvSpPr>
        <p:spPr>
          <a:xfrm>
            <a:off x="5377320" y="1107360"/>
            <a:ext cx="132732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Giriş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1" name="TextBox 19"/>
          <p:cNvSpPr/>
          <p:nvPr/>
        </p:nvSpPr>
        <p:spPr>
          <a:xfrm>
            <a:off x="2608920" y="2266920"/>
            <a:ext cx="7519320" cy="37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Bu sunumda Java programlama dili ve ele alınacak konuların genel bir özeti.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2" name="Rounded Rectangle 20"/>
          <p:cNvSpPr/>
          <p:nvPr/>
        </p:nvSpPr>
        <p:spPr>
          <a:xfrm>
            <a:off x="1086120" y="3507120"/>
            <a:ext cx="3619440" cy="30171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3" name="Rounded Rectangle 21"/>
          <p:cNvSpPr/>
          <p:nvPr/>
        </p:nvSpPr>
        <p:spPr>
          <a:xfrm>
            <a:off x="1019520" y="3426840"/>
            <a:ext cx="3619800" cy="30175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Java programlama dilini tanıtmak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Temel kavramları ve temel prensipleri açıklamak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Java geliştirme için sağlam bir temel oluşturmak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4" name="Rounded Rectangle 22"/>
          <p:cNvSpPr/>
          <p:nvPr/>
        </p:nvSpPr>
        <p:spPr>
          <a:xfrm>
            <a:off x="4966200" y="3507120"/>
            <a:ext cx="3619440" cy="30171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5" name="Rounded Rectangle 23"/>
          <p:cNvSpPr/>
          <p:nvPr/>
        </p:nvSpPr>
        <p:spPr>
          <a:xfrm>
            <a:off x="4884480" y="3426840"/>
            <a:ext cx="3619800" cy="30175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Giriş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Java nedir?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Ne öğreneceksiniz?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Java’nın Tarihi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6" name="Rounded Rectangle 24"/>
          <p:cNvSpPr/>
          <p:nvPr/>
        </p:nvSpPr>
        <p:spPr>
          <a:xfrm>
            <a:off x="8845560" y="3507120"/>
            <a:ext cx="3619440" cy="30171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7" name="Rounded Rectangle 25"/>
          <p:cNvSpPr/>
          <p:nvPr/>
        </p:nvSpPr>
        <p:spPr>
          <a:xfrm>
            <a:off x="8763840" y="3426840"/>
            <a:ext cx="3619800" cy="30175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2600" spc="-1" strike="noStrike">
                <a:solidFill>
                  <a:srgbClr val="78ffc8"/>
                </a:solidFill>
                <a:latin typeface="Consolas"/>
                <a:ea typeface="DejaVu Sans"/>
              </a:rPr>
              <a:t>Java’ya Giriş</a:t>
            </a:r>
            <a:endParaRPr b="0" lang="en-US" sz="2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8" name="TextBox 26"/>
          <p:cNvSpPr/>
          <p:nvPr/>
        </p:nvSpPr>
        <p:spPr>
          <a:xfrm>
            <a:off x="5221800" y="710676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Rectangle 32"/>
          <p:cNvSpPr/>
          <p:nvPr/>
        </p:nvSpPr>
        <p:spPr>
          <a:xfrm>
            <a:off x="1800" y="1800"/>
            <a:ext cx="13423320" cy="755460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0" name="Rectangle 33"/>
          <p:cNvSpPr/>
          <p:nvPr/>
        </p:nvSpPr>
        <p:spPr>
          <a:xfrm>
            <a:off x="1800" y="1800"/>
            <a:ext cx="12960" cy="7554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1" name="Rectangle 34"/>
          <p:cNvSpPr/>
          <p:nvPr/>
        </p:nvSpPr>
        <p:spPr>
          <a:xfrm>
            <a:off x="1004760" y="1800"/>
            <a:ext cx="12960" cy="7554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2" name="Rectangle 35"/>
          <p:cNvSpPr/>
          <p:nvPr/>
        </p:nvSpPr>
        <p:spPr>
          <a:xfrm>
            <a:off x="2012400" y="1800"/>
            <a:ext cx="12960" cy="7554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3" name="Rectangle 36"/>
          <p:cNvSpPr/>
          <p:nvPr/>
        </p:nvSpPr>
        <p:spPr>
          <a:xfrm>
            <a:off x="3020040" y="1800"/>
            <a:ext cx="12960" cy="7554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4" name="Rectangle 37"/>
          <p:cNvSpPr/>
          <p:nvPr/>
        </p:nvSpPr>
        <p:spPr>
          <a:xfrm>
            <a:off x="4027680" y="1800"/>
            <a:ext cx="12960" cy="7554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5" name="Rectangle 38"/>
          <p:cNvSpPr/>
          <p:nvPr/>
        </p:nvSpPr>
        <p:spPr>
          <a:xfrm>
            <a:off x="5035320" y="1800"/>
            <a:ext cx="12960" cy="7554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6" name="Rectangle 39"/>
          <p:cNvSpPr/>
          <p:nvPr/>
        </p:nvSpPr>
        <p:spPr>
          <a:xfrm>
            <a:off x="6042960" y="1800"/>
            <a:ext cx="12960" cy="7554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7" name="Rectangle 40"/>
          <p:cNvSpPr/>
          <p:nvPr/>
        </p:nvSpPr>
        <p:spPr>
          <a:xfrm>
            <a:off x="7050600" y="1800"/>
            <a:ext cx="12960" cy="7554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8" name="Rectangle 41"/>
          <p:cNvSpPr/>
          <p:nvPr/>
        </p:nvSpPr>
        <p:spPr>
          <a:xfrm>
            <a:off x="8058240" y="1800"/>
            <a:ext cx="12960" cy="7554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9" name="Rectangle 42"/>
          <p:cNvSpPr/>
          <p:nvPr/>
        </p:nvSpPr>
        <p:spPr>
          <a:xfrm>
            <a:off x="9065880" y="1800"/>
            <a:ext cx="12960" cy="7554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60" name="Rectangle 43"/>
          <p:cNvSpPr/>
          <p:nvPr/>
        </p:nvSpPr>
        <p:spPr>
          <a:xfrm>
            <a:off x="10073520" y="1800"/>
            <a:ext cx="12960" cy="7554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61" name="Rectangle 44"/>
          <p:cNvSpPr/>
          <p:nvPr/>
        </p:nvSpPr>
        <p:spPr>
          <a:xfrm>
            <a:off x="11080800" y="1800"/>
            <a:ext cx="12960" cy="7554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62" name="Rectangle 45"/>
          <p:cNvSpPr/>
          <p:nvPr/>
        </p:nvSpPr>
        <p:spPr>
          <a:xfrm>
            <a:off x="12088440" y="1800"/>
            <a:ext cx="12960" cy="7554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63" name="Rectangle 46"/>
          <p:cNvSpPr/>
          <p:nvPr/>
        </p:nvSpPr>
        <p:spPr>
          <a:xfrm>
            <a:off x="13096080" y="1800"/>
            <a:ext cx="12960" cy="7554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64" name="Rectangle 47"/>
          <p:cNvSpPr/>
          <p:nvPr/>
        </p:nvSpPr>
        <p:spPr>
          <a:xfrm>
            <a:off x="1800" y="1800"/>
            <a:ext cx="344880" cy="755460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65" name="Rounded Rectangle 8"/>
          <p:cNvSpPr/>
          <p:nvPr/>
        </p:nvSpPr>
        <p:spPr>
          <a:xfrm>
            <a:off x="10880640" y="401400"/>
            <a:ext cx="2208600" cy="54576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TEMELLERİ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6" name="TextBox 4"/>
          <p:cNvSpPr/>
          <p:nvPr/>
        </p:nvSpPr>
        <p:spPr>
          <a:xfrm>
            <a:off x="4506120" y="1107360"/>
            <a:ext cx="307224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Java Nedir?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7" name="TextBox 5"/>
          <p:cNvSpPr/>
          <p:nvPr/>
        </p:nvSpPr>
        <p:spPr>
          <a:xfrm>
            <a:off x="3046320" y="2266920"/>
            <a:ext cx="6641280" cy="66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Java, platformdan bağımsız ve güvenilir olacak şekilde tasarlanmış,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yüksek seviyeli, nesne yönelimli bir programlama dilidir.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8" name="Rounded Rectangle 9"/>
          <p:cNvSpPr/>
          <p:nvPr/>
        </p:nvSpPr>
        <p:spPr>
          <a:xfrm>
            <a:off x="1086120" y="3507120"/>
            <a:ext cx="3619440" cy="30171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69" name="Rounded Rectangle 10"/>
          <p:cNvSpPr/>
          <p:nvPr/>
        </p:nvSpPr>
        <p:spPr>
          <a:xfrm>
            <a:off x="1005840" y="3426120"/>
            <a:ext cx="3619800" cy="30175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Yüksek seviyeli programlama dili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Nesne yönelimli (OOP) yaklaşım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JVM sayesinde platformdan bağımsız çalışma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Tasarım gereği güvenli ve sağlam yapı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Kurumsal ve web uygulamalarında yaygın kullanım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0" name="Rounded Rectangle 11"/>
          <p:cNvSpPr/>
          <p:nvPr/>
        </p:nvSpPr>
        <p:spPr>
          <a:xfrm>
            <a:off x="4966200" y="3507120"/>
            <a:ext cx="3619440" cy="30171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71" name="Rounded Rectangle 12"/>
          <p:cNvSpPr/>
          <p:nvPr/>
        </p:nvSpPr>
        <p:spPr>
          <a:xfrm>
            <a:off x="4884480" y="3426120"/>
            <a:ext cx="3619800" cy="30175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rgbClr val="ffffff"/>
                </a:solidFill>
                <a:latin typeface="Arial"/>
                <a:ea typeface="DejaVu Sans"/>
              </a:rPr>
              <a:t>Java Nasıl Çalışır?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rgbClr val="ffffff"/>
                </a:solidFill>
                <a:latin typeface="Arial"/>
                <a:ea typeface="DejaVu Sans"/>
              </a:rPr>
              <a:t>Java Kaynak Kodu (.java)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rgbClr val="ffffff"/>
                </a:solidFill>
                <a:latin typeface="Arial"/>
                <a:ea typeface="DejaVu Sans"/>
              </a:rPr>
              <a:t>↓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rgbClr val="ffffff"/>
                </a:solidFill>
                <a:latin typeface="Arial"/>
                <a:ea typeface="DejaVu Sans"/>
              </a:rPr>
              <a:t>Java Derleyicisi (Compiler)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rgbClr val="ffffff"/>
                </a:solidFill>
                <a:latin typeface="Arial"/>
                <a:ea typeface="DejaVu Sans"/>
              </a:rPr>
              <a:t>↓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rgbClr val="ffffff"/>
                </a:solidFill>
                <a:latin typeface="Arial"/>
                <a:ea typeface="DejaVu Sans"/>
              </a:rPr>
              <a:t>Bytecode (.class)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rgbClr val="ffffff"/>
                </a:solidFill>
                <a:latin typeface="Arial"/>
                <a:ea typeface="DejaVu Sans"/>
              </a:rPr>
              <a:t>↓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rgbClr val="ffffff"/>
                </a:solidFill>
                <a:latin typeface="Arial"/>
                <a:ea typeface="DejaVu Sans"/>
              </a:rPr>
              <a:t>Java Sanal Makinesi (JVM)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rgbClr val="ffffff"/>
                </a:solidFill>
                <a:latin typeface="Arial"/>
                <a:ea typeface="DejaVu Sans"/>
              </a:rPr>
              <a:t>↓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rgbClr val="ffffff"/>
                </a:solidFill>
                <a:latin typeface="Arial"/>
                <a:ea typeface="DejaVu Sans"/>
              </a:rPr>
              <a:t>İşletim Sistemi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rgbClr val="ffffff"/>
                </a:solidFill>
                <a:latin typeface="Arial"/>
                <a:ea typeface="DejaVu Sans"/>
              </a:rPr>
              <a:t>Bir kez yaz, her yerde çalıştır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rgbClr val="ffffff"/>
                </a:solidFill>
                <a:latin typeface="Arial"/>
                <a:ea typeface="DejaVu Sans"/>
              </a:rPr>
              <a:t>(Write Once, Run Anywhere)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2" name="Rounded Rectangle 13"/>
          <p:cNvSpPr/>
          <p:nvPr/>
        </p:nvSpPr>
        <p:spPr>
          <a:xfrm>
            <a:off x="8845560" y="3507120"/>
            <a:ext cx="3619440" cy="30171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73" name="Rounded Rectangle 14"/>
          <p:cNvSpPr/>
          <p:nvPr/>
        </p:nvSpPr>
        <p:spPr>
          <a:xfrm>
            <a:off x="8763840" y="3426840"/>
            <a:ext cx="3619800" cy="30175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Main {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System.out.println("Merhaba, Java!");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4" name="TextBox 6"/>
          <p:cNvSpPr/>
          <p:nvPr/>
        </p:nvSpPr>
        <p:spPr>
          <a:xfrm>
            <a:off x="5221800" y="710676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" name="Rectangle 17"/>
          <p:cNvSpPr/>
          <p:nvPr/>
        </p:nvSpPr>
        <p:spPr>
          <a:xfrm>
            <a:off x="1800" y="1800"/>
            <a:ext cx="13423320" cy="755460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76" name="Rectangle 18"/>
          <p:cNvSpPr/>
          <p:nvPr/>
        </p:nvSpPr>
        <p:spPr>
          <a:xfrm>
            <a:off x="1800" y="1800"/>
            <a:ext cx="12960" cy="7554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77" name="Rectangle 19"/>
          <p:cNvSpPr/>
          <p:nvPr/>
        </p:nvSpPr>
        <p:spPr>
          <a:xfrm>
            <a:off x="1004760" y="1800"/>
            <a:ext cx="12960" cy="7554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78" name="Rectangle 20"/>
          <p:cNvSpPr/>
          <p:nvPr/>
        </p:nvSpPr>
        <p:spPr>
          <a:xfrm>
            <a:off x="2012400" y="1800"/>
            <a:ext cx="12960" cy="7554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79" name="Rectangle 21"/>
          <p:cNvSpPr/>
          <p:nvPr/>
        </p:nvSpPr>
        <p:spPr>
          <a:xfrm>
            <a:off x="3020040" y="1800"/>
            <a:ext cx="12960" cy="7554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80" name="Rectangle 22"/>
          <p:cNvSpPr/>
          <p:nvPr/>
        </p:nvSpPr>
        <p:spPr>
          <a:xfrm>
            <a:off x="4027680" y="1800"/>
            <a:ext cx="12960" cy="7554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81" name="Rectangle 23"/>
          <p:cNvSpPr/>
          <p:nvPr/>
        </p:nvSpPr>
        <p:spPr>
          <a:xfrm>
            <a:off x="5035320" y="1800"/>
            <a:ext cx="12960" cy="7554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82" name="Rectangle 24"/>
          <p:cNvSpPr/>
          <p:nvPr/>
        </p:nvSpPr>
        <p:spPr>
          <a:xfrm>
            <a:off x="6042960" y="1800"/>
            <a:ext cx="12960" cy="7554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83" name="Rectangle 25"/>
          <p:cNvSpPr/>
          <p:nvPr/>
        </p:nvSpPr>
        <p:spPr>
          <a:xfrm>
            <a:off x="7050600" y="1800"/>
            <a:ext cx="12960" cy="7554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84" name="Rectangle 26"/>
          <p:cNvSpPr/>
          <p:nvPr/>
        </p:nvSpPr>
        <p:spPr>
          <a:xfrm>
            <a:off x="8058240" y="1800"/>
            <a:ext cx="12960" cy="7554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85" name="Rectangle 27"/>
          <p:cNvSpPr/>
          <p:nvPr/>
        </p:nvSpPr>
        <p:spPr>
          <a:xfrm>
            <a:off x="9065880" y="1800"/>
            <a:ext cx="12960" cy="7554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86" name="Rectangle 28"/>
          <p:cNvSpPr/>
          <p:nvPr/>
        </p:nvSpPr>
        <p:spPr>
          <a:xfrm>
            <a:off x="10073520" y="1800"/>
            <a:ext cx="12960" cy="7554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87" name="Rectangle 29"/>
          <p:cNvSpPr/>
          <p:nvPr/>
        </p:nvSpPr>
        <p:spPr>
          <a:xfrm>
            <a:off x="11080800" y="1800"/>
            <a:ext cx="12960" cy="7554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88" name="Rectangle 30"/>
          <p:cNvSpPr/>
          <p:nvPr/>
        </p:nvSpPr>
        <p:spPr>
          <a:xfrm>
            <a:off x="12088440" y="1800"/>
            <a:ext cx="12960" cy="7554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89" name="Rectangle 31"/>
          <p:cNvSpPr/>
          <p:nvPr/>
        </p:nvSpPr>
        <p:spPr>
          <a:xfrm>
            <a:off x="13096080" y="1800"/>
            <a:ext cx="12960" cy="7554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90" name="Rectangle 48"/>
          <p:cNvSpPr/>
          <p:nvPr/>
        </p:nvSpPr>
        <p:spPr>
          <a:xfrm>
            <a:off x="1800" y="1800"/>
            <a:ext cx="344880" cy="755460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91" name="Rounded Rectangle 15"/>
          <p:cNvSpPr/>
          <p:nvPr/>
        </p:nvSpPr>
        <p:spPr>
          <a:xfrm>
            <a:off x="10880640" y="401400"/>
            <a:ext cx="2208600" cy="54576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TEMELLERİ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2" name="TextBox 7"/>
          <p:cNvSpPr/>
          <p:nvPr/>
        </p:nvSpPr>
        <p:spPr>
          <a:xfrm>
            <a:off x="3482280" y="1107360"/>
            <a:ext cx="512028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Ne Öğreneceksiniz?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3" name="TextBox 8"/>
          <p:cNvSpPr/>
          <p:nvPr/>
        </p:nvSpPr>
        <p:spPr>
          <a:xfrm>
            <a:off x="2704320" y="2266920"/>
            <a:ext cx="7325640" cy="37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Bu Java kursunda ele alınan temel konuların ve becerilerin genel bir özeti.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4" name="Rounded Rectangle 16"/>
          <p:cNvSpPr/>
          <p:nvPr/>
        </p:nvSpPr>
        <p:spPr>
          <a:xfrm>
            <a:off x="1086120" y="3507120"/>
            <a:ext cx="3619440" cy="30171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95" name="Rounded Rectangle 18"/>
          <p:cNvSpPr/>
          <p:nvPr/>
        </p:nvSpPr>
        <p:spPr>
          <a:xfrm>
            <a:off x="1005840" y="3426840"/>
            <a:ext cx="3619800" cy="30175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Java’nın temel kavramlarını anlama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Nesne yönelimli programlama (OOP) kavramlarını öğrenme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Java programları yazma ve çalıştırma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Sağlam bir programlama temeli oluşturma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6" name="Rounded Rectangle 19"/>
          <p:cNvSpPr/>
          <p:nvPr/>
        </p:nvSpPr>
        <p:spPr>
          <a:xfrm>
            <a:off x="4966200" y="3507120"/>
            <a:ext cx="3619440" cy="30171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97" name="Rounded Rectangle 26"/>
          <p:cNvSpPr/>
          <p:nvPr/>
        </p:nvSpPr>
        <p:spPr>
          <a:xfrm>
            <a:off x="4884480" y="3425400"/>
            <a:ext cx="3619800" cy="30175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Java Sözdizimi ve Temelleri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Değişkenler ve Veri Tipleri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Kontrol Yapıları (if / döngüler)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Metotlar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Nesne Yönelimli Programlama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8" name="Rounded Rectangle 27"/>
          <p:cNvSpPr/>
          <p:nvPr/>
        </p:nvSpPr>
        <p:spPr>
          <a:xfrm>
            <a:off x="8845560" y="3507120"/>
            <a:ext cx="3619440" cy="30171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99" name="Rounded Rectangle 28"/>
          <p:cNvSpPr/>
          <p:nvPr/>
        </p:nvSpPr>
        <p:spPr>
          <a:xfrm>
            <a:off x="8763840" y="3426120"/>
            <a:ext cx="3619800" cy="30175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int number = 10;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if (number &gt; 0) {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System.out.println("Pozitif");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for (int i = 0; i &lt; 3; i++) {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System.out.println(i);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0" name="TextBox 9"/>
          <p:cNvSpPr/>
          <p:nvPr/>
        </p:nvSpPr>
        <p:spPr>
          <a:xfrm>
            <a:off x="5221800" y="710676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Rectangle 49"/>
          <p:cNvSpPr/>
          <p:nvPr/>
        </p:nvSpPr>
        <p:spPr>
          <a:xfrm>
            <a:off x="1800" y="1800"/>
            <a:ext cx="13423320" cy="755460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02" name="Rectangle 50"/>
          <p:cNvSpPr/>
          <p:nvPr/>
        </p:nvSpPr>
        <p:spPr>
          <a:xfrm>
            <a:off x="1800" y="1800"/>
            <a:ext cx="12960" cy="7554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03" name="Rectangle 51"/>
          <p:cNvSpPr/>
          <p:nvPr/>
        </p:nvSpPr>
        <p:spPr>
          <a:xfrm>
            <a:off x="1004760" y="1800"/>
            <a:ext cx="12960" cy="7554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04" name="Rectangle 52"/>
          <p:cNvSpPr/>
          <p:nvPr/>
        </p:nvSpPr>
        <p:spPr>
          <a:xfrm>
            <a:off x="2012400" y="1800"/>
            <a:ext cx="12960" cy="7554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05" name="Rectangle 53"/>
          <p:cNvSpPr/>
          <p:nvPr/>
        </p:nvSpPr>
        <p:spPr>
          <a:xfrm>
            <a:off x="3020040" y="1800"/>
            <a:ext cx="12960" cy="7554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06" name="Rectangle 54"/>
          <p:cNvSpPr/>
          <p:nvPr/>
        </p:nvSpPr>
        <p:spPr>
          <a:xfrm>
            <a:off x="4027680" y="1800"/>
            <a:ext cx="12960" cy="7554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07" name="Rectangle 55"/>
          <p:cNvSpPr/>
          <p:nvPr/>
        </p:nvSpPr>
        <p:spPr>
          <a:xfrm>
            <a:off x="5035320" y="1800"/>
            <a:ext cx="12960" cy="7554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08" name="Rectangle 56"/>
          <p:cNvSpPr/>
          <p:nvPr/>
        </p:nvSpPr>
        <p:spPr>
          <a:xfrm>
            <a:off x="6042960" y="1800"/>
            <a:ext cx="12960" cy="7554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09" name="Rectangle 57"/>
          <p:cNvSpPr/>
          <p:nvPr/>
        </p:nvSpPr>
        <p:spPr>
          <a:xfrm>
            <a:off x="7050600" y="1800"/>
            <a:ext cx="12960" cy="7554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10" name="Rectangle 58"/>
          <p:cNvSpPr/>
          <p:nvPr/>
        </p:nvSpPr>
        <p:spPr>
          <a:xfrm>
            <a:off x="8058240" y="1800"/>
            <a:ext cx="12960" cy="7554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11" name="Rectangle 59"/>
          <p:cNvSpPr/>
          <p:nvPr/>
        </p:nvSpPr>
        <p:spPr>
          <a:xfrm>
            <a:off x="9065880" y="1800"/>
            <a:ext cx="12960" cy="7554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12" name="Rectangle 60"/>
          <p:cNvSpPr/>
          <p:nvPr/>
        </p:nvSpPr>
        <p:spPr>
          <a:xfrm>
            <a:off x="10073520" y="1800"/>
            <a:ext cx="12960" cy="7554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13" name="Rectangle 61"/>
          <p:cNvSpPr/>
          <p:nvPr/>
        </p:nvSpPr>
        <p:spPr>
          <a:xfrm>
            <a:off x="11080800" y="1800"/>
            <a:ext cx="12960" cy="7554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14" name="Rectangle 62"/>
          <p:cNvSpPr/>
          <p:nvPr/>
        </p:nvSpPr>
        <p:spPr>
          <a:xfrm>
            <a:off x="12088440" y="1800"/>
            <a:ext cx="12960" cy="7554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15" name="Rectangle 63"/>
          <p:cNvSpPr/>
          <p:nvPr/>
        </p:nvSpPr>
        <p:spPr>
          <a:xfrm>
            <a:off x="13096080" y="1800"/>
            <a:ext cx="12960" cy="7554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16" name="Rectangle 64"/>
          <p:cNvSpPr/>
          <p:nvPr/>
        </p:nvSpPr>
        <p:spPr>
          <a:xfrm>
            <a:off x="1800" y="1800"/>
            <a:ext cx="344880" cy="755460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17" name="Rounded Rectangle 29"/>
          <p:cNvSpPr/>
          <p:nvPr/>
        </p:nvSpPr>
        <p:spPr>
          <a:xfrm>
            <a:off x="10880640" y="401400"/>
            <a:ext cx="2208600" cy="54576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TEMELLERİ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8" name="TextBox 10"/>
          <p:cNvSpPr/>
          <p:nvPr/>
        </p:nvSpPr>
        <p:spPr>
          <a:xfrm>
            <a:off x="4171320" y="1107360"/>
            <a:ext cx="373968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Java’nın Tarihi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9" name="TextBox 11"/>
          <p:cNvSpPr/>
          <p:nvPr/>
        </p:nvSpPr>
        <p:spPr>
          <a:xfrm>
            <a:off x="1949760" y="2266920"/>
            <a:ext cx="8837640" cy="37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Java’nın nasıl ortaya çıktığı ve neden en güçlü programlama dillerinden biri haline geldiği.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0" name="Rounded Rectangle 30"/>
          <p:cNvSpPr/>
          <p:nvPr/>
        </p:nvSpPr>
        <p:spPr>
          <a:xfrm>
            <a:off x="1086120" y="3507120"/>
            <a:ext cx="3619440" cy="30171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21" name="Rounded Rectangle 31"/>
          <p:cNvSpPr/>
          <p:nvPr/>
        </p:nvSpPr>
        <p:spPr>
          <a:xfrm>
            <a:off x="1005840" y="3426120"/>
            <a:ext cx="3619800" cy="30175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Başlangıç (1990)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Java, Sun Microsystems’te geliştirildi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James Gosling ve ekibi tarafından oluşturuldu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İlk adı Oak idi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Başlangıçtaki amaç: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Tüketici elektroniği için yazılım geliştirmek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Televizyonlar, set-top box’lar, gömülü sistemler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Temel sorun: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Farklı donanımlar, farklı yazılımlar ❌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“</a:t>
            </a: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Her yerde çalışabilecek tek bir dile ihtiyacımız vardı.”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2" name="Rounded Rectangle 32"/>
          <p:cNvSpPr/>
          <p:nvPr/>
        </p:nvSpPr>
        <p:spPr>
          <a:xfrm>
            <a:off x="4966200" y="3507120"/>
            <a:ext cx="3619440" cy="30171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23" name="Rounded Rectangle 33"/>
          <p:cNvSpPr/>
          <p:nvPr/>
        </p:nvSpPr>
        <p:spPr>
          <a:xfrm>
            <a:off x="4884480" y="3426120"/>
            <a:ext cx="3619800" cy="30175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Bir Kez Yaz, Her Yerde Çalıştır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(Write Once, Run Anywhere)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rgbClr val="ffffff"/>
                </a:solidFill>
                <a:latin typeface="Arial"/>
                <a:ea typeface="DejaVu Sans"/>
              </a:rPr>
              <a:t>Java kaynak kodu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rgbClr val="ffffff"/>
                </a:solidFill>
                <a:latin typeface="Arial"/>
                <a:ea typeface="DejaVu Sans"/>
              </a:rPr>
              <a:t>Bytecode’a derlenir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rgbClr val="ffffff"/>
                </a:solidFill>
                <a:latin typeface="Arial"/>
                <a:ea typeface="DejaVu Sans"/>
              </a:rPr>
              <a:t>JVM üzerinde çalışır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rgbClr val="ffffff"/>
                </a:solidFill>
                <a:latin typeface="Arial"/>
                <a:ea typeface="DejaVu Sans"/>
              </a:rPr>
              <a:t>Her işletim sisteminde çalışır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rgbClr val="ffffff"/>
                </a:solidFill>
                <a:latin typeface="Arial"/>
                <a:ea typeface="DejaVu Sans"/>
              </a:rPr>
              <a:t>1995’te yayımlandı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rgbClr val="ffffff"/>
                </a:solidFill>
                <a:latin typeface="Arial"/>
                <a:ea typeface="DejaVu Sans"/>
              </a:rPr>
              <a:t>İnternet çağı için geliştirildi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4" name="Rounded Rectangle 34"/>
          <p:cNvSpPr/>
          <p:nvPr/>
        </p:nvSpPr>
        <p:spPr>
          <a:xfrm>
            <a:off x="8845560" y="3507120"/>
            <a:ext cx="3619440" cy="30171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25" name="Rounded Rectangle 35"/>
          <p:cNvSpPr/>
          <p:nvPr/>
        </p:nvSpPr>
        <p:spPr>
          <a:xfrm>
            <a:off x="8763840" y="3426120"/>
            <a:ext cx="3619800" cy="30175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Main {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System.out.println("Java Tarihi Başlıyor!");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int year = 1995;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if (year &gt;= 1995) {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System.out.println("Java doğdu");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6" name="TextBox 12"/>
          <p:cNvSpPr/>
          <p:nvPr/>
        </p:nvSpPr>
        <p:spPr>
          <a:xfrm>
            <a:off x="5221800" y="710676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Rectangle 65"/>
          <p:cNvSpPr/>
          <p:nvPr/>
        </p:nvSpPr>
        <p:spPr>
          <a:xfrm>
            <a:off x="1800" y="1800"/>
            <a:ext cx="13423680" cy="755496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28" name="Rectangle 66"/>
          <p:cNvSpPr/>
          <p:nvPr/>
        </p:nvSpPr>
        <p:spPr>
          <a:xfrm>
            <a:off x="1800" y="1800"/>
            <a:ext cx="13320" cy="7554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29" name="Rectangle 67"/>
          <p:cNvSpPr/>
          <p:nvPr/>
        </p:nvSpPr>
        <p:spPr>
          <a:xfrm>
            <a:off x="1004760" y="1800"/>
            <a:ext cx="13320" cy="7554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30" name="Rectangle 68"/>
          <p:cNvSpPr/>
          <p:nvPr/>
        </p:nvSpPr>
        <p:spPr>
          <a:xfrm>
            <a:off x="2012400" y="1800"/>
            <a:ext cx="13320" cy="7554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31" name="Rectangle 69"/>
          <p:cNvSpPr/>
          <p:nvPr/>
        </p:nvSpPr>
        <p:spPr>
          <a:xfrm>
            <a:off x="3020040" y="1800"/>
            <a:ext cx="13320" cy="7554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32" name="Rectangle 70"/>
          <p:cNvSpPr/>
          <p:nvPr/>
        </p:nvSpPr>
        <p:spPr>
          <a:xfrm>
            <a:off x="4027680" y="1800"/>
            <a:ext cx="13320" cy="7554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33" name="Rectangle 71"/>
          <p:cNvSpPr/>
          <p:nvPr/>
        </p:nvSpPr>
        <p:spPr>
          <a:xfrm>
            <a:off x="5035320" y="1800"/>
            <a:ext cx="13320" cy="7554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34" name="Rectangle 72"/>
          <p:cNvSpPr/>
          <p:nvPr/>
        </p:nvSpPr>
        <p:spPr>
          <a:xfrm>
            <a:off x="6042960" y="1800"/>
            <a:ext cx="13320" cy="7554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35" name="Rectangle 73"/>
          <p:cNvSpPr/>
          <p:nvPr/>
        </p:nvSpPr>
        <p:spPr>
          <a:xfrm>
            <a:off x="7050600" y="1800"/>
            <a:ext cx="13320" cy="7554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36" name="Rectangle 74"/>
          <p:cNvSpPr/>
          <p:nvPr/>
        </p:nvSpPr>
        <p:spPr>
          <a:xfrm>
            <a:off x="8058240" y="1800"/>
            <a:ext cx="13320" cy="7554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37" name="Rectangle 75"/>
          <p:cNvSpPr/>
          <p:nvPr/>
        </p:nvSpPr>
        <p:spPr>
          <a:xfrm>
            <a:off x="9065880" y="1800"/>
            <a:ext cx="13320" cy="7554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38" name="Rectangle 76"/>
          <p:cNvSpPr/>
          <p:nvPr/>
        </p:nvSpPr>
        <p:spPr>
          <a:xfrm>
            <a:off x="10073520" y="1800"/>
            <a:ext cx="13320" cy="7554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39" name="Rectangle 77"/>
          <p:cNvSpPr/>
          <p:nvPr/>
        </p:nvSpPr>
        <p:spPr>
          <a:xfrm>
            <a:off x="11080800" y="1800"/>
            <a:ext cx="13320" cy="7554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40" name="Rectangle 78"/>
          <p:cNvSpPr/>
          <p:nvPr/>
        </p:nvSpPr>
        <p:spPr>
          <a:xfrm>
            <a:off x="12088440" y="1800"/>
            <a:ext cx="13320" cy="7554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41" name="Rectangle 79"/>
          <p:cNvSpPr/>
          <p:nvPr/>
        </p:nvSpPr>
        <p:spPr>
          <a:xfrm>
            <a:off x="13096080" y="1800"/>
            <a:ext cx="13320" cy="7554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42" name="Rectangle 80"/>
          <p:cNvSpPr/>
          <p:nvPr/>
        </p:nvSpPr>
        <p:spPr>
          <a:xfrm>
            <a:off x="1800" y="1800"/>
            <a:ext cx="345240" cy="755496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43" name="Rounded Rectangle 36"/>
          <p:cNvSpPr/>
          <p:nvPr/>
        </p:nvSpPr>
        <p:spPr>
          <a:xfrm>
            <a:off x="10880640" y="401400"/>
            <a:ext cx="2208960" cy="54612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TEMELLERİ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4" name="TextBox 13"/>
          <p:cNvSpPr/>
          <p:nvPr/>
        </p:nvSpPr>
        <p:spPr>
          <a:xfrm>
            <a:off x="2801160" y="1107360"/>
            <a:ext cx="648288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Java’dan Önceki Problem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5" name="TextBox 14"/>
          <p:cNvSpPr/>
          <p:nvPr/>
        </p:nvSpPr>
        <p:spPr>
          <a:xfrm>
            <a:off x="2820600" y="2266920"/>
            <a:ext cx="7094160" cy="37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Dünyanın neden yeni bir programlama diline ihtiyaç duyduğunu anlatır.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6" name="Rounded Rectangle 37"/>
          <p:cNvSpPr/>
          <p:nvPr/>
        </p:nvSpPr>
        <p:spPr>
          <a:xfrm>
            <a:off x="1086120" y="3507120"/>
            <a:ext cx="3619800" cy="30175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47" name="Rounded Rectangle 38"/>
          <p:cNvSpPr/>
          <p:nvPr/>
        </p:nvSpPr>
        <p:spPr>
          <a:xfrm>
            <a:off x="679320" y="3274920"/>
            <a:ext cx="4027320" cy="31680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Yazılım Kaosu (1990’ların başı)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Durum: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Farklı bilgisayarlar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Farklı işlemciler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Farklı işletim sistemleri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Sonuç: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Programs worked on one machine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Başka bir makinede çalışmıyordu ❌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Büyük sorun: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Geliştiriciler aynı yazılımı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tekrar tekrar baştan yazmak zorundaydı.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“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Bir kez yaz, her yerde çalıştır” henüz yoktu.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8" name="Rounded Rectangle 39"/>
          <p:cNvSpPr/>
          <p:nvPr/>
        </p:nvSpPr>
        <p:spPr>
          <a:xfrm>
            <a:off x="4966200" y="3507120"/>
            <a:ext cx="3619800" cy="30175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49" name="Rounded Rectangle 40"/>
          <p:cNvSpPr/>
          <p:nvPr/>
        </p:nvSpPr>
        <p:spPr>
          <a:xfrm>
            <a:off x="4884480" y="3426840"/>
            <a:ext cx="3620160" cy="30178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Mevcut Diller Neden Başarısız Oldu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C / C++ → Donanıma bağımlı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Platforma özel derlenmiş dosyalar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Bellek yönetimi problemleri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Güvenlik sorunları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Ana sıkıntı: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Bir sistem = bir derleme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i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Evrensel bir çözüm yoktu.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0" name="Rounded Rectangle 41"/>
          <p:cNvSpPr/>
          <p:nvPr/>
        </p:nvSpPr>
        <p:spPr>
          <a:xfrm>
            <a:off x="8845560" y="3507120"/>
            <a:ext cx="3619800" cy="30175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51" name="Rounded Rectangle 42"/>
          <p:cNvSpPr/>
          <p:nvPr/>
        </p:nvSpPr>
        <p:spPr>
          <a:xfrm>
            <a:off x="8763840" y="3426120"/>
            <a:ext cx="3620160" cy="30178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// Kod donanıma bağımlıydı</a:t>
            </a:r>
            <a:br>
              <a:rPr sz="1400"/>
            </a:b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// Java’dan Önceki Felsefe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int device = 1991;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if (device != 1995) {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System.out.println("Yazılımı yeniden yaz!");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2" name="TextBox 15"/>
          <p:cNvSpPr/>
          <p:nvPr/>
        </p:nvSpPr>
        <p:spPr>
          <a:xfrm>
            <a:off x="5221800" y="710676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3" name="Rectangle 81"/>
          <p:cNvSpPr/>
          <p:nvPr/>
        </p:nvSpPr>
        <p:spPr>
          <a:xfrm>
            <a:off x="1800" y="1800"/>
            <a:ext cx="13423680" cy="755496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54" name="Rectangle 82"/>
          <p:cNvSpPr/>
          <p:nvPr/>
        </p:nvSpPr>
        <p:spPr>
          <a:xfrm>
            <a:off x="1800" y="1800"/>
            <a:ext cx="13320" cy="7554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55" name="Rectangle 83"/>
          <p:cNvSpPr/>
          <p:nvPr/>
        </p:nvSpPr>
        <p:spPr>
          <a:xfrm>
            <a:off x="1004760" y="1800"/>
            <a:ext cx="13320" cy="7554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56" name="Rectangle 84"/>
          <p:cNvSpPr/>
          <p:nvPr/>
        </p:nvSpPr>
        <p:spPr>
          <a:xfrm>
            <a:off x="2012400" y="1800"/>
            <a:ext cx="13320" cy="7554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57" name="Rectangle 85"/>
          <p:cNvSpPr/>
          <p:nvPr/>
        </p:nvSpPr>
        <p:spPr>
          <a:xfrm>
            <a:off x="3020040" y="1800"/>
            <a:ext cx="13320" cy="7554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58" name="Rectangle 86"/>
          <p:cNvSpPr/>
          <p:nvPr/>
        </p:nvSpPr>
        <p:spPr>
          <a:xfrm>
            <a:off x="4027680" y="1800"/>
            <a:ext cx="13320" cy="7554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59" name="Rectangle 87"/>
          <p:cNvSpPr/>
          <p:nvPr/>
        </p:nvSpPr>
        <p:spPr>
          <a:xfrm>
            <a:off x="5035320" y="1800"/>
            <a:ext cx="13320" cy="7554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60" name="Rectangle 88"/>
          <p:cNvSpPr/>
          <p:nvPr/>
        </p:nvSpPr>
        <p:spPr>
          <a:xfrm>
            <a:off x="6042960" y="1800"/>
            <a:ext cx="13320" cy="7554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61" name="Rectangle 89"/>
          <p:cNvSpPr/>
          <p:nvPr/>
        </p:nvSpPr>
        <p:spPr>
          <a:xfrm>
            <a:off x="7050600" y="1800"/>
            <a:ext cx="13320" cy="7554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62" name="Rectangle 90"/>
          <p:cNvSpPr/>
          <p:nvPr/>
        </p:nvSpPr>
        <p:spPr>
          <a:xfrm>
            <a:off x="8058240" y="1800"/>
            <a:ext cx="13320" cy="7554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63" name="Rectangle 91"/>
          <p:cNvSpPr/>
          <p:nvPr/>
        </p:nvSpPr>
        <p:spPr>
          <a:xfrm>
            <a:off x="9065880" y="1800"/>
            <a:ext cx="13320" cy="7554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64" name="Rectangle 92"/>
          <p:cNvSpPr/>
          <p:nvPr/>
        </p:nvSpPr>
        <p:spPr>
          <a:xfrm>
            <a:off x="10073520" y="1800"/>
            <a:ext cx="13320" cy="7554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65" name="Rectangle 93"/>
          <p:cNvSpPr/>
          <p:nvPr/>
        </p:nvSpPr>
        <p:spPr>
          <a:xfrm>
            <a:off x="11080800" y="1800"/>
            <a:ext cx="13320" cy="7554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66" name="Rectangle 94"/>
          <p:cNvSpPr/>
          <p:nvPr/>
        </p:nvSpPr>
        <p:spPr>
          <a:xfrm>
            <a:off x="12088440" y="1800"/>
            <a:ext cx="13320" cy="7554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67" name="Rectangle 95"/>
          <p:cNvSpPr/>
          <p:nvPr/>
        </p:nvSpPr>
        <p:spPr>
          <a:xfrm>
            <a:off x="13096080" y="1800"/>
            <a:ext cx="13320" cy="7554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68" name="Rectangle 96"/>
          <p:cNvSpPr/>
          <p:nvPr/>
        </p:nvSpPr>
        <p:spPr>
          <a:xfrm>
            <a:off x="1800" y="1800"/>
            <a:ext cx="345240" cy="755496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69" name="Rounded Rectangle 1"/>
          <p:cNvSpPr/>
          <p:nvPr/>
        </p:nvSpPr>
        <p:spPr>
          <a:xfrm>
            <a:off x="10880640" y="401400"/>
            <a:ext cx="2208960" cy="54612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TEMELLERİ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70" name="TextBox 16"/>
          <p:cNvSpPr/>
          <p:nvPr/>
        </p:nvSpPr>
        <p:spPr>
          <a:xfrm>
            <a:off x="2592360" y="1107360"/>
            <a:ext cx="691128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     </a:t>
            </a: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Java Tarihi – Oak Projesi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1" name="TextBox 17"/>
          <p:cNvSpPr/>
          <p:nvPr/>
        </p:nvSpPr>
        <p:spPr>
          <a:xfrm>
            <a:off x="4428720" y="2266920"/>
            <a:ext cx="387684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aaaaaa"/>
                </a:solidFill>
                <a:latin typeface="Calibri"/>
                <a:ea typeface="DejaVu Sans"/>
              </a:rPr>
              <a:t>Daha sonra Java’ya dönüşecek olan fikir.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2" name="Rounded Rectangle 43"/>
          <p:cNvSpPr/>
          <p:nvPr/>
        </p:nvSpPr>
        <p:spPr>
          <a:xfrm>
            <a:off x="1086120" y="3507120"/>
            <a:ext cx="3619800" cy="30175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73" name="Rounded Rectangle 44"/>
          <p:cNvSpPr/>
          <p:nvPr/>
        </p:nvSpPr>
        <p:spPr>
          <a:xfrm>
            <a:off x="1005840" y="3425400"/>
            <a:ext cx="3620160" cy="30178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Oak Projesi (1991)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Sun Microsystems’in dahili projesi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James Gosling liderliğinde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Küçük ve odaklanmış bir ekip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İlk adı: Oak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Amaç: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Akıllı cihazlar için yazılım geliştirmek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Televizyonlar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Set-top box’lar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Gömülü sistemler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74" name="Rounded Rectangle 45"/>
          <p:cNvSpPr/>
          <p:nvPr/>
        </p:nvSpPr>
        <p:spPr>
          <a:xfrm>
            <a:off x="4966200" y="3507120"/>
            <a:ext cx="3619800" cy="30175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75" name="Rounded Rectangle 46"/>
          <p:cNvSpPr/>
          <p:nvPr/>
        </p:nvSpPr>
        <p:spPr>
          <a:xfrm>
            <a:off x="8845560" y="3507120"/>
            <a:ext cx="3619800" cy="30175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76" name="Rounded Rectangle 47"/>
          <p:cNvSpPr/>
          <p:nvPr/>
        </p:nvSpPr>
        <p:spPr>
          <a:xfrm>
            <a:off x="8763840" y="3426840"/>
            <a:ext cx="3620160" cy="30178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OakIdea {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runEverywhere = true;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if (runEverywhere) {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System.out.println("Bu fikir yazılımı değiştirecek");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77" name="TextBox 20"/>
          <p:cNvSpPr/>
          <p:nvPr/>
        </p:nvSpPr>
        <p:spPr>
          <a:xfrm>
            <a:off x="5221800" y="710676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8" name="Rounded Rectangle 48"/>
          <p:cNvSpPr/>
          <p:nvPr/>
        </p:nvSpPr>
        <p:spPr>
          <a:xfrm>
            <a:off x="4938840" y="3450960"/>
            <a:ext cx="3620160" cy="30178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Oak’ın Arkasındaki Temel Fikir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Basit sözdizimi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Güçlü güvenlik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Donanıma doğrudan bağımlılık yok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Otomatik bellek yönetimi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Devrimsel düşünce: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Birçok cihaz için tek bir dil.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“</a:t>
            </a: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Aynı kod her yerde çalışmalı.”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Rectangle 97"/>
          <p:cNvSpPr/>
          <p:nvPr/>
        </p:nvSpPr>
        <p:spPr>
          <a:xfrm>
            <a:off x="1800" y="1800"/>
            <a:ext cx="13424040" cy="755532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80" name="Rectangle 98"/>
          <p:cNvSpPr/>
          <p:nvPr/>
        </p:nvSpPr>
        <p:spPr>
          <a:xfrm>
            <a:off x="1800" y="1800"/>
            <a:ext cx="13680" cy="7555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81" name="Rectangle 99"/>
          <p:cNvSpPr/>
          <p:nvPr/>
        </p:nvSpPr>
        <p:spPr>
          <a:xfrm>
            <a:off x="1004760" y="1800"/>
            <a:ext cx="13680" cy="7555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82" name="Rectangle 100"/>
          <p:cNvSpPr/>
          <p:nvPr/>
        </p:nvSpPr>
        <p:spPr>
          <a:xfrm>
            <a:off x="2012400" y="1800"/>
            <a:ext cx="13680" cy="7555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83" name="Rectangle 101"/>
          <p:cNvSpPr/>
          <p:nvPr/>
        </p:nvSpPr>
        <p:spPr>
          <a:xfrm>
            <a:off x="3020040" y="1800"/>
            <a:ext cx="13680" cy="7555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84" name="Rectangle 102"/>
          <p:cNvSpPr/>
          <p:nvPr/>
        </p:nvSpPr>
        <p:spPr>
          <a:xfrm>
            <a:off x="4027680" y="1800"/>
            <a:ext cx="13680" cy="7555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85" name="Rectangle 103"/>
          <p:cNvSpPr/>
          <p:nvPr/>
        </p:nvSpPr>
        <p:spPr>
          <a:xfrm>
            <a:off x="5035320" y="1800"/>
            <a:ext cx="13680" cy="7555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86" name="Rectangle 104"/>
          <p:cNvSpPr/>
          <p:nvPr/>
        </p:nvSpPr>
        <p:spPr>
          <a:xfrm>
            <a:off x="6042960" y="1800"/>
            <a:ext cx="13680" cy="7555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87" name="Rectangle 105"/>
          <p:cNvSpPr/>
          <p:nvPr/>
        </p:nvSpPr>
        <p:spPr>
          <a:xfrm>
            <a:off x="7050600" y="1800"/>
            <a:ext cx="13680" cy="7555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88" name="Rectangle 106"/>
          <p:cNvSpPr/>
          <p:nvPr/>
        </p:nvSpPr>
        <p:spPr>
          <a:xfrm>
            <a:off x="8058240" y="1800"/>
            <a:ext cx="13680" cy="7555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89" name="Rectangle 107"/>
          <p:cNvSpPr/>
          <p:nvPr/>
        </p:nvSpPr>
        <p:spPr>
          <a:xfrm>
            <a:off x="9065880" y="1800"/>
            <a:ext cx="13680" cy="7555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90" name="Rectangle 108"/>
          <p:cNvSpPr/>
          <p:nvPr/>
        </p:nvSpPr>
        <p:spPr>
          <a:xfrm>
            <a:off x="10073520" y="1800"/>
            <a:ext cx="13680" cy="7555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91" name="Rectangle 109"/>
          <p:cNvSpPr/>
          <p:nvPr/>
        </p:nvSpPr>
        <p:spPr>
          <a:xfrm>
            <a:off x="11080800" y="1800"/>
            <a:ext cx="13680" cy="7555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92" name="Rectangle 110"/>
          <p:cNvSpPr/>
          <p:nvPr/>
        </p:nvSpPr>
        <p:spPr>
          <a:xfrm>
            <a:off x="12088440" y="1800"/>
            <a:ext cx="13680" cy="7555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93" name="Rectangle 111"/>
          <p:cNvSpPr/>
          <p:nvPr/>
        </p:nvSpPr>
        <p:spPr>
          <a:xfrm>
            <a:off x="13096080" y="1800"/>
            <a:ext cx="13680" cy="7555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94" name="Rectangle 112"/>
          <p:cNvSpPr/>
          <p:nvPr/>
        </p:nvSpPr>
        <p:spPr>
          <a:xfrm>
            <a:off x="1800" y="1800"/>
            <a:ext cx="345600" cy="755532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95" name="Rounded Rectangle 49"/>
          <p:cNvSpPr/>
          <p:nvPr/>
        </p:nvSpPr>
        <p:spPr>
          <a:xfrm>
            <a:off x="10880640" y="401400"/>
            <a:ext cx="2209320" cy="54648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TEMELLERİ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96" name="TextBox 21"/>
          <p:cNvSpPr/>
          <p:nvPr/>
        </p:nvSpPr>
        <p:spPr>
          <a:xfrm>
            <a:off x="2608920" y="1107720"/>
            <a:ext cx="6882120" cy="72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200" spc="-1" strike="noStrike">
                <a:solidFill>
                  <a:srgbClr val="f5f5f5"/>
                </a:solidFill>
                <a:latin typeface="Calibri"/>
                <a:ea typeface="DejaVu Sans"/>
              </a:rPr>
              <a:t>    </a:t>
            </a:r>
            <a:r>
              <a:rPr b="1" lang="en-US" sz="4200" spc="-1" strike="noStrike">
                <a:solidFill>
                  <a:srgbClr val="f5f5f5"/>
                </a:solidFill>
                <a:latin typeface="Calibri"/>
                <a:ea typeface="DejaVu Sans"/>
              </a:rPr>
              <a:t>Java Tarihi – Oak'tan Java'ya</a:t>
            </a:r>
            <a:endParaRPr b="0" lang="en-US" sz="4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7" name="TextBox 22"/>
          <p:cNvSpPr/>
          <p:nvPr/>
        </p:nvSpPr>
        <p:spPr>
          <a:xfrm>
            <a:off x="3687120" y="2266920"/>
            <a:ext cx="535968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aaaaaa"/>
                </a:solidFill>
                <a:latin typeface="Calibri"/>
                <a:ea typeface="DejaVu Sans"/>
              </a:rPr>
              <a:t>Oak nasıl Java’ya dönüştü ve gerçek amacını nasıl buldu.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8" name="Rounded Rectangle 50"/>
          <p:cNvSpPr/>
          <p:nvPr/>
        </p:nvSpPr>
        <p:spPr>
          <a:xfrm>
            <a:off x="1086120" y="3507120"/>
            <a:ext cx="3620160" cy="30178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99" name="Rounded Rectangle 51"/>
          <p:cNvSpPr/>
          <p:nvPr/>
        </p:nvSpPr>
        <p:spPr>
          <a:xfrm>
            <a:off x="1005840" y="3426120"/>
            <a:ext cx="3620520" cy="30182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Dönüm Noktası (1994)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Ne ters gitti?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Akıllı TV pazarı başarısız oldu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Oak’ın ticari bir geleceği yoktu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Proje neredeyse iptal ediliyordu ❌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Ama bir şey değişti…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İnternet büyümeye başladı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Web tarayıcıları popülerleşti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Taşınabilir ve güvenli koda ihtiyaç doğdu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Kritik farkındalık: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“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Gelecek televizyonlar değil — Web’tir.”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00" name="Rounded Rectangle 52"/>
          <p:cNvSpPr/>
          <p:nvPr/>
        </p:nvSpPr>
        <p:spPr>
          <a:xfrm>
            <a:off x="4966200" y="3507120"/>
            <a:ext cx="3620160" cy="30178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01" name="Rounded Rectangle 53"/>
          <p:cNvSpPr/>
          <p:nvPr/>
        </p:nvSpPr>
        <p:spPr>
          <a:xfrm>
            <a:off x="8845560" y="3507120"/>
            <a:ext cx="3620160" cy="30178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02" name="Rounded Rectangle 54"/>
          <p:cNvSpPr/>
          <p:nvPr/>
        </p:nvSpPr>
        <p:spPr>
          <a:xfrm>
            <a:off x="8763840" y="3426120"/>
            <a:ext cx="3620520" cy="30182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WebFuture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internetEra = true;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if (internetEra)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"Java Web için hazır!"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);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03" name="TextBox 23"/>
          <p:cNvSpPr/>
          <p:nvPr/>
        </p:nvSpPr>
        <p:spPr>
          <a:xfrm>
            <a:off x="5221800" y="710676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4" name="Rounded Rectangle 55"/>
          <p:cNvSpPr/>
          <p:nvPr/>
        </p:nvSpPr>
        <p:spPr>
          <a:xfrm>
            <a:off x="4938840" y="3450600"/>
            <a:ext cx="3620520" cy="30182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Web Fırsatı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Oak neden İnternet için mükemmeldi?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Platformdan bağımsız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Tasarım gereği güvenli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Küçük ve verimli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Doğrudan donanım bağımlılığı yok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Yeni yön: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Cihazlardan → tarayıcılara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Oak’tan → Java’ya ☕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1995: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Java, dünyaya resmen tanıtıldı.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5" name="Rectangle 113"/>
          <p:cNvSpPr/>
          <p:nvPr/>
        </p:nvSpPr>
        <p:spPr>
          <a:xfrm>
            <a:off x="1800" y="1800"/>
            <a:ext cx="13424040" cy="755532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06" name="Rectangle 114"/>
          <p:cNvSpPr/>
          <p:nvPr/>
        </p:nvSpPr>
        <p:spPr>
          <a:xfrm>
            <a:off x="1800" y="1800"/>
            <a:ext cx="13680" cy="7555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07" name="Rectangle 115"/>
          <p:cNvSpPr/>
          <p:nvPr/>
        </p:nvSpPr>
        <p:spPr>
          <a:xfrm>
            <a:off x="1004760" y="1800"/>
            <a:ext cx="13680" cy="7555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08" name="Rectangle 116"/>
          <p:cNvSpPr/>
          <p:nvPr/>
        </p:nvSpPr>
        <p:spPr>
          <a:xfrm>
            <a:off x="2012400" y="1800"/>
            <a:ext cx="13680" cy="7555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09" name="Rectangle 117"/>
          <p:cNvSpPr/>
          <p:nvPr/>
        </p:nvSpPr>
        <p:spPr>
          <a:xfrm>
            <a:off x="3020040" y="1800"/>
            <a:ext cx="13680" cy="7555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10" name="Rectangle 118"/>
          <p:cNvSpPr/>
          <p:nvPr/>
        </p:nvSpPr>
        <p:spPr>
          <a:xfrm>
            <a:off x="4027680" y="1800"/>
            <a:ext cx="13680" cy="7555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11" name="Rectangle 119"/>
          <p:cNvSpPr/>
          <p:nvPr/>
        </p:nvSpPr>
        <p:spPr>
          <a:xfrm>
            <a:off x="5035320" y="1800"/>
            <a:ext cx="13680" cy="7555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12" name="Rectangle 120"/>
          <p:cNvSpPr/>
          <p:nvPr/>
        </p:nvSpPr>
        <p:spPr>
          <a:xfrm>
            <a:off x="6042960" y="1800"/>
            <a:ext cx="13680" cy="7555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13" name="Rectangle 121"/>
          <p:cNvSpPr/>
          <p:nvPr/>
        </p:nvSpPr>
        <p:spPr>
          <a:xfrm>
            <a:off x="7050600" y="1800"/>
            <a:ext cx="13680" cy="7555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14" name="Rectangle 122"/>
          <p:cNvSpPr/>
          <p:nvPr/>
        </p:nvSpPr>
        <p:spPr>
          <a:xfrm>
            <a:off x="8058240" y="1800"/>
            <a:ext cx="13680" cy="7555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15" name="Rectangle 123"/>
          <p:cNvSpPr/>
          <p:nvPr/>
        </p:nvSpPr>
        <p:spPr>
          <a:xfrm>
            <a:off x="9065880" y="1800"/>
            <a:ext cx="13680" cy="7555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16" name="Rectangle 124"/>
          <p:cNvSpPr/>
          <p:nvPr/>
        </p:nvSpPr>
        <p:spPr>
          <a:xfrm>
            <a:off x="10073520" y="1800"/>
            <a:ext cx="13680" cy="7555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17" name="Rectangle 125"/>
          <p:cNvSpPr/>
          <p:nvPr/>
        </p:nvSpPr>
        <p:spPr>
          <a:xfrm>
            <a:off x="11080800" y="1800"/>
            <a:ext cx="13680" cy="7555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18" name="Rectangle 126"/>
          <p:cNvSpPr/>
          <p:nvPr/>
        </p:nvSpPr>
        <p:spPr>
          <a:xfrm>
            <a:off x="12088440" y="1800"/>
            <a:ext cx="13680" cy="7555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19" name="Rectangle 127"/>
          <p:cNvSpPr/>
          <p:nvPr/>
        </p:nvSpPr>
        <p:spPr>
          <a:xfrm>
            <a:off x="13096080" y="1800"/>
            <a:ext cx="13680" cy="7555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20" name="Rectangle 128"/>
          <p:cNvSpPr/>
          <p:nvPr/>
        </p:nvSpPr>
        <p:spPr>
          <a:xfrm>
            <a:off x="1800" y="1800"/>
            <a:ext cx="345600" cy="755532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21" name="Rounded Rectangle 56"/>
          <p:cNvSpPr/>
          <p:nvPr/>
        </p:nvSpPr>
        <p:spPr>
          <a:xfrm>
            <a:off x="10880640" y="401400"/>
            <a:ext cx="2209320" cy="54648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TEMELLERİ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22" name="TextBox 24"/>
          <p:cNvSpPr/>
          <p:nvPr/>
        </p:nvSpPr>
        <p:spPr>
          <a:xfrm>
            <a:off x="562680" y="1107720"/>
            <a:ext cx="10980000" cy="72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200" spc="-1" strike="noStrike">
                <a:solidFill>
                  <a:srgbClr val="f5f5f5"/>
                </a:solidFill>
                <a:latin typeface="Calibri"/>
                <a:ea typeface="DejaVu Sans"/>
              </a:rPr>
              <a:t>        </a:t>
            </a:r>
            <a:r>
              <a:rPr b="1" lang="en-US" sz="4200" spc="-1" strike="noStrike">
                <a:solidFill>
                  <a:srgbClr val="f5f5f5"/>
                </a:solidFill>
                <a:latin typeface="Calibri"/>
                <a:ea typeface="DejaVu Sans"/>
              </a:rPr>
              <a:t>Java Felsefesi – Bir Kez Yaz, Her Yerde Çalıştır</a:t>
            </a:r>
            <a:endParaRPr b="0" lang="en-US" sz="4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3" name="TextBox 25"/>
          <p:cNvSpPr/>
          <p:nvPr/>
        </p:nvSpPr>
        <p:spPr>
          <a:xfrm>
            <a:off x="4013640" y="2266920"/>
            <a:ext cx="47088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aaaaaa"/>
                </a:solidFill>
                <a:latin typeface="Calibri"/>
                <a:ea typeface="DejaVu Sans"/>
              </a:rPr>
              <a:t>Yazılım geliştirmeyi sonsuza kadar değiştiren fikir.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4" name="Rounded Rectangle 57"/>
          <p:cNvSpPr/>
          <p:nvPr/>
        </p:nvSpPr>
        <p:spPr>
          <a:xfrm>
            <a:off x="1086120" y="3507120"/>
            <a:ext cx="3620160" cy="30178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25" name="Rounded Rectangle 58"/>
          <p:cNvSpPr/>
          <p:nvPr/>
        </p:nvSpPr>
        <p:spPr>
          <a:xfrm>
            <a:off x="1005840" y="3426120"/>
            <a:ext cx="3620520" cy="30182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Büyük Vaat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Java’dan önce: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1 işletim sistemi = 1 derleme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Her sistem için yeniden derleme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Yüksek bakım maliyeti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Java ile: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Tek kaynak kod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Tek kez derlenen bytecode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Her yerde çalışır 🌍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Ünlü slogan: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Bir Kez Yaz, Her Yerde Çalıştır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26" name="Rounded Rectangle 59"/>
          <p:cNvSpPr/>
          <p:nvPr/>
        </p:nvSpPr>
        <p:spPr>
          <a:xfrm>
            <a:off x="4966200" y="3507120"/>
            <a:ext cx="3620160" cy="30178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27" name="Rounded Rectangle 60"/>
          <p:cNvSpPr/>
          <p:nvPr/>
        </p:nvSpPr>
        <p:spPr>
          <a:xfrm>
            <a:off x="8845560" y="3507120"/>
            <a:ext cx="3620160" cy="30178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28" name="Rounded Rectangle 61"/>
          <p:cNvSpPr/>
          <p:nvPr/>
        </p:nvSpPr>
        <p:spPr>
          <a:xfrm>
            <a:off x="8763840" y="3426120"/>
            <a:ext cx="3620520" cy="30182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Anywhere {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String os =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System.getProperty("os.name");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"Çalıştığı sistem: " + os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"Aynı kod. Aynı sonuç."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29" name="TextBox 27"/>
          <p:cNvSpPr/>
          <p:nvPr/>
        </p:nvSpPr>
        <p:spPr>
          <a:xfrm>
            <a:off x="5221800" y="710676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0" name="Rounded Rectangle 62"/>
          <p:cNvSpPr/>
          <p:nvPr/>
        </p:nvSpPr>
        <p:spPr>
          <a:xfrm>
            <a:off x="4938840" y="3452040"/>
            <a:ext cx="3620520" cy="30182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Nasıl Çalışır? (Basit Anlatım)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Java çalışma modeli: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Java Kaynak Kodu (.java)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Java Derleyicisi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Bytecode (.class)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JVM (her işletim sistemi için)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Her platformda çalışır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Rectangle 129"/>
          <p:cNvSpPr/>
          <p:nvPr/>
        </p:nvSpPr>
        <p:spPr>
          <a:xfrm>
            <a:off x="16920" y="1800"/>
            <a:ext cx="13429800" cy="755316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32" name="Rectangle 130"/>
          <p:cNvSpPr/>
          <p:nvPr/>
        </p:nvSpPr>
        <p:spPr>
          <a:xfrm>
            <a:off x="1440" y="1800"/>
            <a:ext cx="14040" cy="7553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33" name="Rectangle 131"/>
          <p:cNvSpPr/>
          <p:nvPr/>
        </p:nvSpPr>
        <p:spPr>
          <a:xfrm>
            <a:off x="1005480" y="1800"/>
            <a:ext cx="14040" cy="7553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34" name="Rectangle 132"/>
          <p:cNvSpPr/>
          <p:nvPr/>
        </p:nvSpPr>
        <p:spPr>
          <a:xfrm>
            <a:off x="2013480" y="1800"/>
            <a:ext cx="14040" cy="7553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35" name="Rectangle 133"/>
          <p:cNvSpPr/>
          <p:nvPr/>
        </p:nvSpPr>
        <p:spPr>
          <a:xfrm>
            <a:off x="3021480" y="1800"/>
            <a:ext cx="14040" cy="7553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36" name="Rectangle 134"/>
          <p:cNvSpPr/>
          <p:nvPr/>
        </p:nvSpPr>
        <p:spPr>
          <a:xfrm>
            <a:off x="4029480" y="1800"/>
            <a:ext cx="14040" cy="7553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37" name="Rectangle 135"/>
          <p:cNvSpPr/>
          <p:nvPr/>
        </p:nvSpPr>
        <p:spPr>
          <a:xfrm>
            <a:off x="5037480" y="1800"/>
            <a:ext cx="14040" cy="7553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38" name="Rectangle 136"/>
          <p:cNvSpPr/>
          <p:nvPr/>
        </p:nvSpPr>
        <p:spPr>
          <a:xfrm>
            <a:off x="6045480" y="1800"/>
            <a:ext cx="14040" cy="7553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39" name="Rectangle 137"/>
          <p:cNvSpPr/>
          <p:nvPr/>
        </p:nvSpPr>
        <p:spPr>
          <a:xfrm>
            <a:off x="7053480" y="1800"/>
            <a:ext cx="14040" cy="7553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40" name="Rectangle 138"/>
          <p:cNvSpPr/>
          <p:nvPr/>
        </p:nvSpPr>
        <p:spPr>
          <a:xfrm>
            <a:off x="8061480" y="1800"/>
            <a:ext cx="14040" cy="7553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41" name="Rectangle 139"/>
          <p:cNvSpPr/>
          <p:nvPr/>
        </p:nvSpPr>
        <p:spPr>
          <a:xfrm>
            <a:off x="9069480" y="1800"/>
            <a:ext cx="14040" cy="7553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42" name="Rectangle 140"/>
          <p:cNvSpPr/>
          <p:nvPr/>
        </p:nvSpPr>
        <p:spPr>
          <a:xfrm>
            <a:off x="10077480" y="1800"/>
            <a:ext cx="14040" cy="7553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43" name="Rectangle 141"/>
          <p:cNvSpPr/>
          <p:nvPr/>
        </p:nvSpPr>
        <p:spPr>
          <a:xfrm>
            <a:off x="11085480" y="1800"/>
            <a:ext cx="14040" cy="7553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44" name="Rectangle 142"/>
          <p:cNvSpPr/>
          <p:nvPr/>
        </p:nvSpPr>
        <p:spPr>
          <a:xfrm>
            <a:off x="12093480" y="1800"/>
            <a:ext cx="14040" cy="7553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45" name="Rectangle 143"/>
          <p:cNvSpPr/>
          <p:nvPr/>
        </p:nvSpPr>
        <p:spPr>
          <a:xfrm>
            <a:off x="13101480" y="1800"/>
            <a:ext cx="14040" cy="7553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46" name="Rectangle 144"/>
          <p:cNvSpPr/>
          <p:nvPr/>
        </p:nvSpPr>
        <p:spPr>
          <a:xfrm>
            <a:off x="1440" y="1800"/>
            <a:ext cx="345960" cy="755316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47" name="Rounded Rectangle 63"/>
          <p:cNvSpPr/>
          <p:nvPr/>
        </p:nvSpPr>
        <p:spPr>
          <a:xfrm>
            <a:off x="10884960" y="401400"/>
            <a:ext cx="2210400" cy="54648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TEMELLERİ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48" name="TextBox 28"/>
          <p:cNvSpPr/>
          <p:nvPr/>
        </p:nvSpPr>
        <p:spPr>
          <a:xfrm>
            <a:off x="2558160" y="1107360"/>
            <a:ext cx="6989040" cy="72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200" spc="-1" strike="noStrike">
                <a:solidFill>
                  <a:srgbClr val="f5f5f5"/>
                </a:solidFill>
                <a:latin typeface="Calibri"/>
                <a:ea typeface="DejaVu Sans"/>
              </a:rPr>
              <a:t>Java Kurumsal Dünyaya Giriyor</a:t>
            </a:r>
            <a:endParaRPr b="0" lang="en-US" sz="4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9" name="TextBox 29"/>
          <p:cNvSpPr/>
          <p:nvPr/>
        </p:nvSpPr>
        <p:spPr>
          <a:xfrm>
            <a:off x="4201920" y="2266200"/>
            <a:ext cx="433728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aaaaaa"/>
                </a:solidFill>
                <a:latin typeface="Calibri"/>
                <a:ea typeface="DejaVu Sans"/>
              </a:rPr>
              <a:t>Java’nın büyük ölçekli sistemlere nasıl girdiği.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0" name="Rounded Rectangle 64"/>
          <p:cNvSpPr/>
          <p:nvPr/>
        </p:nvSpPr>
        <p:spPr>
          <a:xfrm>
            <a:off x="1086840" y="3506040"/>
            <a:ext cx="3621960" cy="30171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51" name="Rounded Rectangle 65"/>
          <p:cNvSpPr/>
          <p:nvPr/>
        </p:nvSpPr>
        <p:spPr>
          <a:xfrm>
            <a:off x="1006560" y="3425040"/>
            <a:ext cx="3622320" cy="30175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1990’ların sonlarında internet hızla büyüdü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Şirketlerin ölçeklenebilir yazılımlara ihtiyacı vardı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Güvenlik, kritik bir gereklilik hâline geldi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Sistemlerin farklı işletim sistemlerinde çalışması gerekiyordu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Java bu sorunları şu özelliklerle çözdü: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Platformdan bağımsızlık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Güçlü nesne yönelimli tasarım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Yerleşik güvenlik özellikleri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Sonuç: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Java, kurumsal sistemler için tercih edilen dil hâline geldi.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52" name="Rounded Rectangle 66"/>
          <p:cNvSpPr/>
          <p:nvPr/>
        </p:nvSpPr>
        <p:spPr>
          <a:xfrm>
            <a:off x="4968360" y="3506040"/>
            <a:ext cx="3621960" cy="30171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53" name="Rounded Rectangle 67"/>
          <p:cNvSpPr/>
          <p:nvPr/>
        </p:nvSpPr>
        <p:spPr>
          <a:xfrm>
            <a:off x="8849160" y="3506040"/>
            <a:ext cx="3621960" cy="30171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54" name="Rounded Rectangle 68"/>
          <p:cNvSpPr/>
          <p:nvPr/>
        </p:nvSpPr>
        <p:spPr>
          <a:xfrm>
            <a:off x="8767440" y="3425040"/>
            <a:ext cx="3622320" cy="30175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Enterprise {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System.out.println("Java kurumsal dünyaya giriyor!");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55" name="TextBox 30"/>
          <p:cNvSpPr/>
          <p:nvPr/>
        </p:nvSpPr>
        <p:spPr>
          <a:xfrm>
            <a:off x="5224320" y="710460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6" name="Rounded Rectangle 69"/>
          <p:cNvSpPr/>
          <p:nvPr/>
        </p:nvSpPr>
        <p:spPr>
          <a:xfrm>
            <a:off x="4941000" y="3450960"/>
            <a:ext cx="3622320" cy="30175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Java’nın benimsenme yolu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Web uygulamaları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Veritabanları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Kurumsal sistemler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7" name="Rectangle 145"/>
          <p:cNvSpPr/>
          <p:nvPr/>
        </p:nvSpPr>
        <p:spPr>
          <a:xfrm>
            <a:off x="16920" y="1800"/>
            <a:ext cx="13429800" cy="755316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58" name="Rectangle 146"/>
          <p:cNvSpPr/>
          <p:nvPr/>
        </p:nvSpPr>
        <p:spPr>
          <a:xfrm>
            <a:off x="1440" y="1800"/>
            <a:ext cx="14040" cy="7553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59" name="Rectangle 147"/>
          <p:cNvSpPr/>
          <p:nvPr/>
        </p:nvSpPr>
        <p:spPr>
          <a:xfrm>
            <a:off x="1005480" y="1800"/>
            <a:ext cx="14040" cy="7553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60" name="Rectangle 148"/>
          <p:cNvSpPr/>
          <p:nvPr/>
        </p:nvSpPr>
        <p:spPr>
          <a:xfrm>
            <a:off x="2013480" y="1800"/>
            <a:ext cx="14040" cy="7553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61" name="Rectangle 149"/>
          <p:cNvSpPr/>
          <p:nvPr/>
        </p:nvSpPr>
        <p:spPr>
          <a:xfrm>
            <a:off x="3021480" y="1800"/>
            <a:ext cx="14040" cy="7553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62" name="Rectangle 150"/>
          <p:cNvSpPr/>
          <p:nvPr/>
        </p:nvSpPr>
        <p:spPr>
          <a:xfrm>
            <a:off x="4029480" y="1800"/>
            <a:ext cx="14040" cy="7553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63" name="Rectangle 151"/>
          <p:cNvSpPr/>
          <p:nvPr/>
        </p:nvSpPr>
        <p:spPr>
          <a:xfrm>
            <a:off x="5037480" y="1800"/>
            <a:ext cx="14040" cy="7553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64" name="Rectangle 152"/>
          <p:cNvSpPr/>
          <p:nvPr/>
        </p:nvSpPr>
        <p:spPr>
          <a:xfrm>
            <a:off x="6045480" y="1800"/>
            <a:ext cx="14040" cy="7553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65" name="Rectangle 153"/>
          <p:cNvSpPr/>
          <p:nvPr/>
        </p:nvSpPr>
        <p:spPr>
          <a:xfrm>
            <a:off x="7053480" y="1800"/>
            <a:ext cx="14040" cy="7553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66" name="Rectangle 154"/>
          <p:cNvSpPr/>
          <p:nvPr/>
        </p:nvSpPr>
        <p:spPr>
          <a:xfrm>
            <a:off x="8061480" y="1800"/>
            <a:ext cx="14040" cy="7553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67" name="Rectangle 155"/>
          <p:cNvSpPr/>
          <p:nvPr/>
        </p:nvSpPr>
        <p:spPr>
          <a:xfrm>
            <a:off x="9069480" y="1800"/>
            <a:ext cx="14040" cy="7553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68" name="Rectangle 156"/>
          <p:cNvSpPr/>
          <p:nvPr/>
        </p:nvSpPr>
        <p:spPr>
          <a:xfrm>
            <a:off x="10077480" y="1800"/>
            <a:ext cx="14040" cy="7553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69" name="Rectangle 157"/>
          <p:cNvSpPr/>
          <p:nvPr/>
        </p:nvSpPr>
        <p:spPr>
          <a:xfrm>
            <a:off x="11085480" y="1800"/>
            <a:ext cx="14040" cy="7553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70" name="Rectangle 158"/>
          <p:cNvSpPr/>
          <p:nvPr/>
        </p:nvSpPr>
        <p:spPr>
          <a:xfrm>
            <a:off x="12093480" y="1800"/>
            <a:ext cx="14040" cy="7553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71" name="Rectangle 159"/>
          <p:cNvSpPr/>
          <p:nvPr/>
        </p:nvSpPr>
        <p:spPr>
          <a:xfrm>
            <a:off x="13101480" y="1800"/>
            <a:ext cx="14040" cy="7553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72" name="Rectangle 160"/>
          <p:cNvSpPr/>
          <p:nvPr/>
        </p:nvSpPr>
        <p:spPr>
          <a:xfrm>
            <a:off x="1440" y="1800"/>
            <a:ext cx="345960" cy="755316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73" name="Rounded Rectangle 70"/>
          <p:cNvSpPr/>
          <p:nvPr/>
        </p:nvSpPr>
        <p:spPr>
          <a:xfrm>
            <a:off x="10884960" y="401400"/>
            <a:ext cx="2210400" cy="54648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TEMELLERİ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74" name="TextBox 31"/>
          <p:cNvSpPr/>
          <p:nvPr/>
        </p:nvSpPr>
        <p:spPr>
          <a:xfrm>
            <a:off x="2953800" y="1107360"/>
            <a:ext cx="6200280" cy="72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200" spc="-1" strike="noStrike">
                <a:solidFill>
                  <a:srgbClr val="f5f5f5"/>
                </a:solidFill>
                <a:latin typeface="Calibri"/>
                <a:ea typeface="DejaVu Sans"/>
              </a:rPr>
              <a:t>Java Tarihi – Java Sürümleri</a:t>
            </a:r>
            <a:endParaRPr b="0" lang="en-US" sz="4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5" name="TextBox 32"/>
          <p:cNvSpPr/>
          <p:nvPr/>
        </p:nvSpPr>
        <p:spPr>
          <a:xfrm>
            <a:off x="4707360" y="2266200"/>
            <a:ext cx="332676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aaaaaa"/>
                </a:solidFill>
                <a:latin typeface="Calibri"/>
                <a:ea typeface="DejaVu Sans"/>
              </a:rPr>
              <a:t>Java’nın adım adım nasıl ilerlediği.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6" name="Rounded Rectangle 71"/>
          <p:cNvSpPr/>
          <p:nvPr/>
        </p:nvSpPr>
        <p:spPr>
          <a:xfrm>
            <a:off x="1086840" y="3506040"/>
            <a:ext cx="3621960" cy="30171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77" name="Rounded Rectangle 72"/>
          <p:cNvSpPr/>
          <p:nvPr/>
        </p:nvSpPr>
        <p:spPr>
          <a:xfrm>
            <a:off x="1006560" y="3424320"/>
            <a:ext cx="3622320" cy="30175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1994’ten sonra Java yön değiştirdi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Dilin adı Oak’tan Java’ya değiştirildi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Java, Web için geliştirilmeye başlandı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Sun Microsystems, Java’yı herkese açık olarak yayımlamaya karar verdi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Bu noktadan sonra Java sürümleri ortaya çıkmaya başladı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i="1" lang="en-US" sz="1500" spc="-1" strike="noStrike" u="sng">
                <a:solidFill>
                  <a:schemeClr val="lt1"/>
                </a:solidFill>
                <a:uFillTx/>
                <a:latin typeface="Calibri"/>
                <a:ea typeface="DejaVu Sans"/>
              </a:rPr>
              <a:t>Temel fikir: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Her sürüm, eskilerini bozmadan Java’yı geliştirdi.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78" name="Rounded Rectangle 73"/>
          <p:cNvSpPr/>
          <p:nvPr/>
        </p:nvSpPr>
        <p:spPr>
          <a:xfrm>
            <a:off x="4968360" y="3506040"/>
            <a:ext cx="3621960" cy="30171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79" name="Rounded Rectangle 74"/>
          <p:cNvSpPr/>
          <p:nvPr/>
        </p:nvSpPr>
        <p:spPr>
          <a:xfrm>
            <a:off x="8849160" y="3506040"/>
            <a:ext cx="3621960" cy="30171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80" name="Rounded Rectangle 75"/>
          <p:cNvSpPr/>
          <p:nvPr/>
        </p:nvSpPr>
        <p:spPr>
          <a:xfrm>
            <a:off x="8767440" y="3425040"/>
            <a:ext cx="3622320" cy="30175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9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JavaVersionIntro {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System.out.println("Java sürüm sürüm gelişmeye devam ediyor.");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97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81" name="TextBox 33"/>
          <p:cNvSpPr/>
          <p:nvPr/>
        </p:nvSpPr>
        <p:spPr>
          <a:xfrm>
            <a:off x="5224320" y="710460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2" name="Rounded Rectangle 76"/>
          <p:cNvSpPr/>
          <p:nvPr/>
        </p:nvSpPr>
        <p:spPr>
          <a:xfrm>
            <a:off x="4941000" y="3450960"/>
            <a:ext cx="3622320" cy="30175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Java sürümleri baştan yazım değildir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Kademeli iyileştirmelerdir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Yeni özellikler + aynı temel fikir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Felsefe: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Bir kez yaz, sonsuza kadar geliştir.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3" name="Rectangle 161"/>
          <p:cNvSpPr/>
          <p:nvPr/>
        </p:nvSpPr>
        <p:spPr>
          <a:xfrm>
            <a:off x="16920" y="1800"/>
            <a:ext cx="13430520" cy="755388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84" name="Rectangle 162"/>
          <p:cNvSpPr/>
          <p:nvPr/>
        </p:nvSpPr>
        <p:spPr>
          <a:xfrm>
            <a:off x="1440" y="1800"/>
            <a:ext cx="14760" cy="7553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85" name="Rectangle 163"/>
          <p:cNvSpPr/>
          <p:nvPr/>
        </p:nvSpPr>
        <p:spPr>
          <a:xfrm>
            <a:off x="1005480" y="1800"/>
            <a:ext cx="14760" cy="7553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86" name="Rectangle 164"/>
          <p:cNvSpPr/>
          <p:nvPr/>
        </p:nvSpPr>
        <p:spPr>
          <a:xfrm>
            <a:off x="2013480" y="1800"/>
            <a:ext cx="14760" cy="7553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87" name="Rectangle 165"/>
          <p:cNvSpPr/>
          <p:nvPr/>
        </p:nvSpPr>
        <p:spPr>
          <a:xfrm>
            <a:off x="3021480" y="1800"/>
            <a:ext cx="14760" cy="7553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88" name="Rectangle 166"/>
          <p:cNvSpPr/>
          <p:nvPr/>
        </p:nvSpPr>
        <p:spPr>
          <a:xfrm>
            <a:off x="4029480" y="1800"/>
            <a:ext cx="14760" cy="7553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89" name="Rectangle 167"/>
          <p:cNvSpPr/>
          <p:nvPr/>
        </p:nvSpPr>
        <p:spPr>
          <a:xfrm>
            <a:off x="5037480" y="1800"/>
            <a:ext cx="14760" cy="7553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90" name="Rectangle 168"/>
          <p:cNvSpPr/>
          <p:nvPr/>
        </p:nvSpPr>
        <p:spPr>
          <a:xfrm>
            <a:off x="6045480" y="1800"/>
            <a:ext cx="14760" cy="7553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91" name="Rectangle 169"/>
          <p:cNvSpPr/>
          <p:nvPr/>
        </p:nvSpPr>
        <p:spPr>
          <a:xfrm>
            <a:off x="7053480" y="1800"/>
            <a:ext cx="14760" cy="7553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92" name="Rectangle 170"/>
          <p:cNvSpPr/>
          <p:nvPr/>
        </p:nvSpPr>
        <p:spPr>
          <a:xfrm>
            <a:off x="8061480" y="1800"/>
            <a:ext cx="14760" cy="7553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93" name="Rectangle 171"/>
          <p:cNvSpPr/>
          <p:nvPr/>
        </p:nvSpPr>
        <p:spPr>
          <a:xfrm>
            <a:off x="9069480" y="1800"/>
            <a:ext cx="14760" cy="7553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94" name="Rectangle 172"/>
          <p:cNvSpPr/>
          <p:nvPr/>
        </p:nvSpPr>
        <p:spPr>
          <a:xfrm>
            <a:off x="10077480" y="1800"/>
            <a:ext cx="14760" cy="7553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95" name="Rectangle 173"/>
          <p:cNvSpPr/>
          <p:nvPr/>
        </p:nvSpPr>
        <p:spPr>
          <a:xfrm>
            <a:off x="11085480" y="1800"/>
            <a:ext cx="14760" cy="7553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96" name="Rectangle 174"/>
          <p:cNvSpPr/>
          <p:nvPr/>
        </p:nvSpPr>
        <p:spPr>
          <a:xfrm>
            <a:off x="12093480" y="1800"/>
            <a:ext cx="14760" cy="7553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97" name="Rectangle 175"/>
          <p:cNvSpPr/>
          <p:nvPr/>
        </p:nvSpPr>
        <p:spPr>
          <a:xfrm>
            <a:off x="13101480" y="1800"/>
            <a:ext cx="14760" cy="7553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98" name="Rectangle 176"/>
          <p:cNvSpPr/>
          <p:nvPr/>
        </p:nvSpPr>
        <p:spPr>
          <a:xfrm>
            <a:off x="1440" y="1800"/>
            <a:ext cx="346680" cy="755388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99" name="Rounded Rectangle 77"/>
          <p:cNvSpPr/>
          <p:nvPr/>
        </p:nvSpPr>
        <p:spPr>
          <a:xfrm>
            <a:off x="10884960" y="401400"/>
            <a:ext cx="2211120" cy="54720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TEMELLERİ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00" name="TextBox 34"/>
          <p:cNvSpPr/>
          <p:nvPr/>
        </p:nvSpPr>
        <p:spPr>
          <a:xfrm>
            <a:off x="1916280" y="1107360"/>
            <a:ext cx="8279640" cy="72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200" spc="-1" strike="noStrike">
                <a:solidFill>
                  <a:srgbClr val="f5f5f5"/>
                </a:solidFill>
                <a:latin typeface="Calibri"/>
                <a:ea typeface="DejaVu Sans"/>
              </a:rPr>
              <a:t>          </a:t>
            </a:r>
            <a:r>
              <a:rPr b="1" lang="en-US" sz="4200" spc="-1" strike="noStrike">
                <a:solidFill>
                  <a:srgbClr val="f5f5f5"/>
                </a:solidFill>
                <a:latin typeface="Calibri"/>
                <a:ea typeface="DejaVu Sans"/>
              </a:rPr>
              <a:t>Kurumsal Patlama (2000–2005)</a:t>
            </a:r>
            <a:endParaRPr b="0" lang="en-US" sz="4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1" name="TextBox 35"/>
          <p:cNvSpPr/>
          <p:nvPr/>
        </p:nvSpPr>
        <p:spPr>
          <a:xfrm>
            <a:off x="3533400" y="2266200"/>
            <a:ext cx="567504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aaaaaa"/>
                </a:solidFill>
                <a:latin typeface="Calibri"/>
                <a:ea typeface="DejaVu Sans"/>
              </a:rPr>
              <a:t>Java’nın kurumsal yazılımların belkemiği hâline nasıl geldiği.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2" name="Rounded Rectangle 78"/>
          <p:cNvSpPr/>
          <p:nvPr/>
        </p:nvSpPr>
        <p:spPr>
          <a:xfrm>
            <a:off x="1086840" y="3506040"/>
            <a:ext cx="3622680" cy="30178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03" name="Rounded Rectangle 79"/>
          <p:cNvSpPr/>
          <p:nvPr/>
        </p:nvSpPr>
        <p:spPr>
          <a:xfrm>
            <a:off x="1006560" y="3424320"/>
            <a:ext cx="3623040" cy="30182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2000’lerin başı: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İnternet kullanımı patlama yaşadı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E-ticaret büyümeye başladı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Şirketler büyük ölçekli sistemlere ihtiyaç duydu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Sistemlerin şu özelliklere sahip olması gerekiyordu: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 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- Güvenilir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 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- Güvenli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 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- Ölçeklenebilir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04" name="Rounded Rectangle 80"/>
          <p:cNvSpPr/>
          <p:nvPr/>
        </p:nvSpPr>
        <p:spPr>
          <a:xfrm>
            <a:off x="4968360" y="3506040"/>
            <a:ext cx="3622680" cy="30178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05" name="Rounded Rectangle 81"/>
          <p:cNvSpPr/>
          <p:nvPr/>
        </p:nvSpPr>
        <p:spPr>
          <a:xfrm>
            <a:off x="8849160" y="3506040"/>
            <a:ext cx="3622680" cy="30178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06" name="Rounded Rectangle 82"/>
          <p:cNvSpPr/>
          <p:nvPr/>
        </p:nvSpPr>
        <p:spPr>
          <a:xfrm>
            <a:off x="8767440" y="3425040"/>
            <a:ext cx="3623040" cy="30182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EnterpriseEra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sistemOnline = true;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if (sistemOnline)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"Kurumsal sistemler 7/24 çalışıyor."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);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07" name="TextBox 36"/>
          <p:cNvSpPr/>
          <p:nvPr/>
        </p:nvSpPr>
        <p:spPr>
          <a:xfrm>
            <a:off x="5224320" y="710460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8" name="Rounded Rectangle 83"/>
          <p:cNvSpPr/>
          <p:nvPr/>
        </p:nvSpPr>
        <p:spPr>
          <a:xfrm>
            <a:off x="4941000" y="3450960"/>
            <a:ext cx="3623040" cy="30182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Java neden bu döneme damga vurdu: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Java 2 Platformu (J2SE, J2EE, J2ME)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Güçlü sunucu tarafı programlama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Çok katmanlı mimari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Yerleşik güvenlik modeli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Veritabanı odaklı uygulamalar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" name="Rectangle 177"/>
          <p:cNvSpPr/>
          <p:nvPr/>
        </p:nvSpPr>
        <p:spPr>
          <a:xfrm>
            <a:off x="16920" y="1800"/>
            <a:ext cx="13430520" cy="755388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10" name="Rectangle 178"/>
          <p:cNvSpPr/>
          <p:nvPr/>
        </p:nvSpPr>
        <p:spPr>
          <a:xfrm>
            <a:off x="1440" y="1800"/>
            <a:ext cx="14760" cy="7553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11" name="Rectangle 179"/>
          <p:cNvSpPr/>
          <p:nvPr/>
        </p:nvSpPr>
        <p:spPr>
          <a:xfrm>
            <a:off x="1005480" y="1800"/>
            <a:ext cx="14760" cy="7553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12" name="Rectangle 180"/>
          <p:cNvSpPr/>
          <p:nvPr/>
        </p:nvSpPr>
        <p:spPr>
          <a:xfrm>
            <a:off x="2013480" y="1800"/>
            <a:ext cx="14760" cy="7553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13" name="Rectangle 181"/>
          <p:cNvSpPr/>
          <p:nvPr/>
        </p:nvSpPr>
        <p:spPr>
          <a:xfrm>
            <a:off x="3021480" y="1800"/>
            <a:ext cx="14760" cy="7553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14" name="Rectangle 182"/>
          <p:cNvSpPr/>
          <p:nvPr/>
        </p:nvSpPr>
        <p:spPr>
          <a:xfrm>
            <a:off x="4029480" y="1800"/>
            <a:ext cx="14760" cy="7553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15" name="Rectangle 183"/>
          <p:cNvSpPr/>
          <p:nvPr/>
        </p:nvSpPr>
        <p:spPr>
          <a:xfrm>
            <a:off x="5037480" y="1800"/>
            <a:ext cx="14760" cy="7553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16" name="Rectangle 184"/>
          <p:cNvSpPr/>
          <p:nvPr/>
        </p:nvSpPr>
        <p:spPr>
          <a:xfrm>
            <a:off x="6045480" y="1800"/>
            <a:ext cx="14760" cy="7553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17" name="Rectangle 185"/>
          <p:cNvSpPr/>
          <p:nvPr/>
        </p:nvSpPr>
        <p:spPr>
          <a:xfrm>
            <a:off x="7053480" y="1800"/>
            <a:ext cx="14760" cy="7553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18" name="Rectangle 186"/>
          <p:cNvSpPr/>
          <p:nvPr/>
        </p:nvSpPr>
        <p:spPr>
          <a:xfrm>
            <a:off x="8061480" y="1800"/>
            <a:ext cx="14760" cy="7553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19" name="Rectangle 187"/>
          <p:cNvSpPr/>
          <p:nvPr/>
        </p:nvSpPr>
        <p:spPr>
          <a:xfrm>
            <a:off x="9069480" y="1800"/>
            <a:ext cx="14760" cy="7553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20" name="Rectangle 188"/>
          <p:cNvSpPr/>
          <p:nvPr/>
        </p:nvSpPr>
        <p:spPr>
          <a:xfrm>
            <a:off x="10077480" y="1800"/>
            <a:ext cx="14760" cy="7553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21" name="Rectangle 189"/>
          <p:cNvSpPr/>
          <p:nvPr/>
        </p:nvSpPr>
        <p:spPr>
          <a:xfrm>
            <a:off x="11085480" y="1800"/>
            <a:ext cx="14760" cy="7553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22" name="Rectangle 190"/>
          <p:cNvSpPr/>
          <p:nvPr/>
        </p:nvSpPr>
        <p:spPr>
          <a:xfrm>
            <a:off x="12093480" y="1800"/>
            <a:ext cx="14760" cy="7553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23" name="Rectangle 191"/>
          <p:cNvSpPr/>
          <p:nvPr/>
        </p:nvSpPr>
        <p:spPr>
          <a:xfrm>
            <a:off x="13101480" y="1800"/>
            <a:ext cx="14760" cy="7553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24" name="Rectangle 192"/>
          <p:cNvSpPr/>
          <p:nvPr/>
        </p:nvSpPr>
        <p:spPr>
          <a:xfrm>
            <a:off x="1440" y="1800"/>
            <a:ext cx="346680" cy="755388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25" name="Rounded Rectangle 84"/>
          <p:cNvSpPr/>
          <p:nvPr/>
        </p:nvSpPr>
        <p:spPr>
          <a:xfrm>
            <a:off x="10884960" y="401400"/>
            <a:ext cx="2211120" cy="54720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TEMELLERİ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26" name="TextBox 37"/>
          <p:cNvSpPr/>
          <p:nvPr/>
        </p:nvSpPr>
        <p:spPr>
          <a:xfrm>
            <a:off x="1708920" y="1107360"/>
            <a:ext cx="8695440" cy="730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200" spc="-1" strike="noStrike">
                <a:solidFill>
                  <a:srgbClr val="f5f5f5"/>
                </a:solidFill>
                <a:latin typeface="Calibri"/>
                <a:ea typeface="DejaVu Sans"/>
              </a:rPr>
              <a:t>        </a:t>
            </a:r>
            <a:r>
              <a:rPr b="1" lang="en-US" sz="4200" spc="-1" strike="noStrike">
                <a:solidFill>
                  <a:srgbClr val="f5f5f5"/>
                </a:solidFill>
                <a:latin typeface="Calibri"/>
                <a:ea typeface="DejaVu Sans"/>
              </a:rPr>
              <a:t>2000–2005 Arası Java Teknolojileri</a:t>
            </a:r>
            <a:endParaRPr b="0" lang="en-US" sz="4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7" name="TextBox 38"/>
          <p:cNvSpPr/>
          <p:nvPr/>
        </p:nvSpPr>
        <p:spPr>
          <a:xfrm>
            <a:off x="4586400" y="2266200"/>
            <a:ext cx="356724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aaaaaa"/>
                </a:solidFill>
                <a:latin typeface="Calibri"/>
                <a:ea typeface="DejaVu Sans"/>
              </a:rPr>
              <a:t>Modern kurumsal Java’nın temelleri.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8" name="Rounded Rectangle 85"/>
          <p:cNvSpPr/>
          <p:nvPr/>
        </p:nvSpPr>
        <p:spPr>
          <a:xfrm>
            <a:off x="1086840" y="3506040"/>
            <a:ext cx="3622680" cy="30178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29" name="Rounded Rectangle 86"/>
          <p:cNvSpPr/>
          <p:nvPr/>
        </p:nvSpPr>
        <p:spPr>
          <a:xfrm>
            <a:off x="1006560" y="3424320"/>
            <a:ext cx="3623040" cy="30182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2000" spc="-1" strike="noStrike">
                <a:solidFill>
                  <a:schemeClr val="lt1"/>
                </a:solidFill>
                <a:latin typeface="Calibri"/>
                <a:ea typeface="DejaVu Sans"/>
              </a:rPr>
              <a:t>Temel teknolojiler: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20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2000" spc="-1" strike="noStrike">
                <a:solidFill>
                  <a:schemeClr val="lt1"/>
                </a:solidFill>
                <a:latin typeface="Calibri"/>
                <a:ea typeface="DejaVu Sans"/>
              </a:rPr>
              <a:t>Servlets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20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2000" spc="-1" strike="noStrike">
                <a:solidFill>
                  <a:schemeClr val="lt1"/>
                </a:solidFill>
                <a:latin typeface="Calibri"/>
                <a:ea typeface="DejaVu Sans"/>
              </a:rPr>
              <a:t>JSP (JavaServer Pages)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20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2000" spc="-1" strike="noStrike">
                <a:solidFill>
                  <a:schemeClr val="lt1"/>
                </a:solidFill>
                <a:latin typeface="Calibri"/>
                <a:ea typeface="DejaVu Sans"/>
              </a:rPr>
              <a:t>JDBC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20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2000" spc="-1" strike="noStrike">
                <a:solidFill>
                  <a:schemeClr val="lt1"/>
                </a:solidFill>
                <a:latin typeface="Calibri"/>
                <a:ea typeface="DejaVu Sans"/>
              </a:rPr>
              <a:t>JNDI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20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2000" spc="-1" strike="noStrike">
                <a:solidFill>
                  <a:schemeClr val="lt1"/>
                </a:solidFill>
                <a:latin typeface="Calibri"/>
                <a:ea typeface="DejaVu Sans"/>
              </a:rPr>
              <a:t>EJB (Enterprise JavaBeans)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30" name="Rounded Rectangle 87"/>
          <p:cNvSpPr/>
          <p:nvPr/>
        </p:nvSpPr>
        <p:spPr>
          <a:xfrm>
            <a:off x="4968360" y="3506040"/>
            <a:ext cx="3622680" cy="30178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31" name="Rounded Rectangle 88"/>
          <p:cNvSpPr/>
          <p:nvPr/>
        </p:nvSpPr>
        <p:spPr>
          <a:xfrm>
            <a:off x="8849160" y="3506040"/>
            <a:ext cx="3622680" cy="30178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32" name="Rounded Rectangle 89"/>
          <p:cNvSpPr/>
          <p:nvPr/>
        </p:nvSpPr>
        <p:spPr>
          <a:xfrm>
            <a:off x="8767440" y="3425040"/>
            <a:ext cx="3623040" cy="30182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2000" spc="-1" strike="noStrike">
                <a:solidFill>
                  <a:srgbClr val="78ffc8"/>
                </a:solidFill>
                <a:latin typeface="Consolas"/>
                <a:ea typeface="DejaVu Sans"/>
              </a:rPr>
              <a:t> 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2000" spc="-1" strike="noStrike">
                <a:solidFill>
                  <a:srgbClr val="78ffc8"/>
                </a:solidFill>
                <a:latin typeface="Consolas"/>
                <a:ea typeface="DejaVu Sans"/>
              </a:rPr>
              <a:t>String user = "Client";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20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20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2000" spc="-1" strike="noStrike">
                <a:solidFill>
                  <a:srgbClr val="78ffc8"/>
                </a:solidFill>
                <a:latin typeface="Consolas"/>
                <a:ea typeface="DejaVu Sans"/>
              </a:rPr>
              <a:t>"Welcome to the enterprise system, " + user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2000" spc="-1" strike="noStrike">
                <a:solidFill>
                  <a:srgbClr val="78ffc8"/>
                </a:solidFill>
                <a:latin typeface="Consolas"/>
                <a:ea typeface="DejaVu Sans"/>
              </a:rPr>
              <a:t>);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33" name="TextBox 39"/>
          <p:cNvSpPr/>
          <p:nvPr/>
        </p:nvSpPr>
        <p:spPr>
          <a:xfrm>
            <a:off x="5224320" y="710460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4" name="Rounded Rectangle 90"/>
          <p:cNvSpPr/>
          <p:nvPr/>
        </p:nvSpPr>
        <p:spPr>
          <a:xfrm>
            <a:off x="4941000" y="3450960"/>
            <a:ext cx="3623040" cy="30182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2000" spc="-1" strike="noStrike">
                <a:solidFill>
                  <a:schemeClr val="lt1"/>
                </a:solidFill>
                <a:latin typeface="Calibri"/>
                <a:ea typeface="DejaVu Sans"/>
              </a:rPr>
              <a:t>Bu teknolojiler sayesinde: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20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0" lang="en-US" sz="2000" spc="-1" strike="noStrike">
                <a:solidFill>
                  <a:schemeClr val="lt1"/>
                </a:solidFill>
                <a:latin typeface="Calibri"/>
                <a:ea typeface="DejaVu Sans"/>
              </a:rPr>
              <a:t>Dinamik web uygulamaları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20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0" lang="en-US" sz="2000" spc="-1" strike="noStrike">
                <a:solidFill>
                  <a:schemeClr val="lt1"/>
                </a:solidFill>
                <a:latin typeface="Calibri"/>
                <a:ea typeface="DejaVu Sans"/>
              </a:rPr>
              <a:t>Veritabanı tabanlı sistemler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20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0" lang="en-US" sz="2000" spc="-1" strike="noStrike">
                <a:solidFill>
                  <a:schemeClr val="lt1"/>
                </a:solidFill>
                <a:latin typeface="Calibri"/>
                <a:ea typeface="DejaVu Sans"/>
              </a:rPr>
              <a:t>İşlem (transaction) yönetimi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20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0" lang="en-US" sz="2000" spc="-1" strike="noStrike">
                <a:solidFill>
                  <a:schemeClr val="lt1"/>
                </a:solidFill>
                <a:latin typeface="Calibri"/>
                <a:ea typeface="DejaVu Sans"/>
              </a:rPr>
              <a:t>Dağıtık uygulamalar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20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0" lang="en-US" sz="2000" spc="-1" strike="noStrike">
                <a:solidFill>
                  <a:schemeClr val="lt1"/>
                </a:solidFill>
                <a:latin typeface="Calibri"/>
                <a:ea typeface="DejaVu Sans"/>
              </a:rPr>
              <a:t>Kurumsal ölçekte ölçeklenebilirlik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596</TotalTime>
  <Application>LibreOffice/7.4.2.3$Windows_X86_64 LibreOffice_project/382eef1f22670f7f4118c8c2dd222ec7ad009daf</Application>
  <AppVersion>15.0000</AppVersion>
  <Words>0</Words>
  <Paragraphs>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2013-01-27T09:14:16Z</dcterms:created>
  <dc:creator/>
  <dc:description>generated using python-pptx</dc:description>
  <dc:language>en-US</dc:language>
  <cp:lastModifiedBy/>
  <dcterms:modified xsi:type="dcterms:W3CDTF">2026-01-03T22:51:17Z</dcterms:modified>
  <cp:revision>88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On-screen Show (4:3)</vt:lpwstr>
  </property>
</Properties>
</file>