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3.xml" ContentType="application/vnd.openxmlformats-officedocument.presentationml.slideMaster+xml"/>
  <Override PartName="/ppt/slideMasters/slideMaster21.xml" ContentType="application/vnd.openxmlformats-officedocument.presentationml.slideMaster+xml"/>
  <Override PartName="/ppt/slideMasters/slideMaster4.xml" ContentType="application/vnd.openxmlformats-officedocument.presentationml.slideMaster+xml"/>
  <Override PartName="/ppt/slideMasters/slideMaster22.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_rels/slideMaster1.xml.rels" ContentType="application/vnd.openxmlformats-package.relationships+xml"/>
  <Override PartName="/ppt/slideMasters/_rels/slideMaster22.xml.rels" ContentType="application/vnd.openxmlformats-package.relationships+xml"/>
  <Override PartName="/ppt/slideMasters/_rels/slideMaster2.xml.rels" ContentType="application/vnd.openxmlformats-package.relationships+xml"/>
  <Override PartName="/ppt/slideMasters/_rels/slideMaster20.xml.rels" ContentType="application/vnd.openxmlformats-package.relationships+xml"/>
  <Override PartName="/ppt/slideMasters/_rels/slideMaster3.xml.rels" ContentType="application/vnd.openxmlformats-package.relationships+xml"/>
  <Override PartName="/ppt/slideMasters/_rels/slideMaster21.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19.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slideLayouts/slideLayout31.xml" ContentType="application/vnd.openxmlformats-officedocument.presentationml.slideLayout+xml"/>
  <Override PartName="/ppt/slideLayouts/slideLayout119.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3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37.xml" ContentType="application/vnd.openxmlformats-officedocument.presentationml.slideLayout+xml"/>
  <Override PartName="/ppt/slideLayouts/slideLayout8.xml" ContentType="application/vnd.openxmlformats-officedocument.presentationml.slideLayout+xml"/>
  <Override PartName="/ppt/slideLayouts/slideLayout38.xml" ContentType="application/vnd.openxmlformats-officedocument.presentationml.slideLayout+xml"/>
  <Override PartName="/ppt/slideLayouts/slideLayout9.xml" ContentType="application/vnd.openxmlformats-officedocument.presentationml.slideLayout+xml"/>
  <Override PartName="/ppt/slideLayouts/slideLayout3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108.xml" ContentType="application/vnd.openxmlformats-officedocument.presentationml.slideLayout+xml"/>
  <Override PartName="/ppt/slideLayouts/slideLayout20.xml" ContentType="application/vnd.openxmlformats-officedocument.presentationml.slideLayout+xml"/>
  <Override PartName="/ppt/slideLayouts/slideLayout109.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118.xml" ContentType="application/vnd.openxmlformats-officedocument.presentationml.slideLayout+xml"/>
  <Override PartName="/ppt/slideLayouts/slideLayout30.xml" ContentType="application/vnd.openxmlformats-officedocument.presentationml.slideLayout+xml"/>
  <Override PartName="/ppt/slideLayouts/slideLayout128.xml" ContentType="application/vnd.openxmlformats-officedocument.presentationml.slideLayout+xml"/>
  <Override PartName="/ppt/slideLayouts/slideLayout40.xml" ContentType="application/vnd.openxmlformats-officedocument.presentationml.slideLayout+xml"/>
  <Override PartName="/ppt/slideLayouts/slideLayout12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138.xml" ContentType="application/vnd.openxmlformats-officedocument.presentationml.slideLayout+xml"/>
  <Override PartName="/ppt/slideLayouts/slideLayout50.xml" ContentType="application/vnd.openxmlformats-officedocument.presentationml.slideLayout+xml"/>
  <Override PartName="/ppt/slideLayouts/slideLayout139.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148.xml" ContentType="application/vnd.openxmlformats-officedocument.presentationml.slideLayout+xml"/>
  <Override PartName="/ppt/slideLayouts/_rels/slideLayout35.xml.rels" ContentType="application/vnd.openxmlformats-package.relationships+xml"/>
  <Override PartName="/ppt/slideLayouts/_rels/slideLayout119.xml.rels" ContentType="application/vnd.openxmlformats-package.relationships+xml"/>
  <Override PartName="/ppt/slideLayouts/_rels/slideLayout53.xml.rels" ContentType="application/vnd.openxmlformats-package.relationships+xml"/>
  <Override PartName="/ppt/slideLayouts/_rels/slideLayout1.xml.rels" ContentType="application/vnd.openxmlformats-package.relationships+xml"/>
  <Override PartName="/ppt/slideLayouts/_rels/slideLayout13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138.xml.rels" ContentType="application/vnd.openxmlformats-package.relationships+xml"/>
  <Override PartName="/ppt/slideLayouts/_rels/slideLayout54.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139.xml.rels" ContentType="application/vnd.openxmlformats-package.relationships+xml"/>
  <Override PartName="/ppt/slideLayouts/_rels/slideLayout55.xml.rels" ContentType="application/vnd.openxmlformats-package.relationships+xml"/>
  <Override PartName="/ppt/slideLayouts/_rels/slideLayout34.xml.rels" ContentType="application/vnd.openxmlformats-package.relationships+xml"/>
  <Override PartName="/ppt/slideLayouts/_rels/slideLayout118.xml.rels" ContentType="application/vnd.openxmlformats-package.relationships+xml"/>
  <Override PartName="/ppt/slideLayouts/_rels/slideLayout4.xml.rels" ContentType="application/vnd.openxmlformats-package.relationships+xml"/>
  <Override PartName="/ppt/slideLayouts/_rels/slideLayout56.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37.xml.rels" ContentType="application/vnd.openxmlformats-package.relationships+xml"/>
  <Override PartName="/ppt/slideLayouts/_rels/slideLayout7.xml.rels" ContentType="application/vnd.openxmlformats-package.relationships+xml"/>
  <Override PartName="/ppt/slideLayouts/_rels/slideLayout38.xml.rels" ContentType="application/vnd.openxmlformats-package.relationships+xml"/>
  <Override PartName="/ppt/slideLayouts/_rels/slideLayout8.xml.rels" ContentType="application/vnd.openxmlformats-package.relationships+xml"/>
  <Override PartName="/ppt/slideLayouts/_rels/slideLayout39.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108.xml.rels" ContentType="application/vnd.openxmlformats-package.relationships+xml"/>
  <Override PartName="/ppt/slideLayouts/_rels/slideLayout24.xml.rels" ContentType="application/vnd.openxmlformats-package.relationships+xml"/>
  <Override PartName="/ppt/slideLayouts/_rels/slideLayout20.xml.rels" ContentType="application/vnd.openxmlformats-package.relationships+xml"/>
  <Override PartName="/ppt/slideLayouts/_rels/slideLayout109.xml.rels" ContentType="application/vnd.openxmlformats-package.relationships+xml"/>
  <Override PartName="/ppt/slideLayouts/_rels/slideLayout25.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Layouts/_rels/slideLayout128.xml.rels" ContentType="application/vnd.openxmlformats-package.relationships+xml"/>
  <Override PartName="/ppt/slideLayouts/_rels/slideLayout44.xml.rels" ContentType="application/vnd.openxmlformats-package.relationships+xml"/>
  <Override PartName="/ppt/slideLayouts/_rels/slideLayout40.xml.rels" ContentType="application/vnd.openxmlformats-package.relationships+xml"/>
  <Override PartName="/ppt/slideLayouts/_rels/slideLayout129.xml.rels" ContentType="application/vnd.openxmlformats-package.relationships+xml"/>
  <Override PartName="/ppt/slideLayouts/_rels/slideLayout45.xml.rels" ContentType="application/vnd.openxmlformats-package.relationships+xml"/>
  <Override PartName="/ppt/slideLayouts/_rels/slideLayout41.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6.xml.rels" ContentType="application/vnd.openxmlformats-package.relationships+xml"/>
  <Override PartName="/ppt/slideLayouts/_rels/slideLayout47.xml.rels" ContentType="application/vnd.openxmlformats-package.relationships+xml"/>
  <Override PartName="/ppt/slideLayouts/_rels/slideLayout48.xml.rels" ContentType="application/vnd.openxmlformats-package.relationships+xml"/>
  <Override PartName="/ppt/slideLayouts/_rels/slideLayout49.xml.rels" ContentType="application/vnd.openxmlformats-package.relationships+xml"/>
  <Override PartName="/ppt/slideLayouts/_rels/slideLayout50.xml.rels" ContentType="application/vnd.openxmlformats-package.relationships+xml"/>
  <Override PartName="/ppt/slideLayouts/_rels/slideLayout51.xml.rels" ContentType="application/vnd.openxmlformats-package.relationships+xml"/>
  <Override PartName="/ppt/slideLayouts/_rels/slideLayout52.xml.rels" ContentType="application/vnd.openxmlformats-package.relationships+xml"/>
  <Override PartName="/ppt/slideLayouts/_rels/slideLayout57.xml.rels" ContentType="application/vnd.openxmlformats-package.relationships+xml"/>
  <Override PartName="/ppt/slideLayouts/_rels/slideLayout58.xml.rels" ContentType="application/vnd.openxmlformats-package.relationships+xml"/>
  <Override PartName="/ppt/slideLayouts/_rels/slideLayout59.xml.rels" ContentType="application/vnd.openxmlformats-package.relationships+xml"/>
  <Override PartName="/ppt/slideLayouts/_rels/slideLayout148.xml.rels" ContentType="application/vnd.openxmlformats-package.relationships+xml"/>
  <Override PartName="/ppt/slideLayouts/_rels/slideLayout60.xml.rels" ContentType="application/vnd.openxmlformats-package.relationships+xml"/>
  <Override PartName="/ppt/slideLayouts/_rels/slideLayout149.xml.rels" ContentType="application/vnd.openxmlformats-package.relationships+xml"/>
  <Override PartName="/ppt/slideLayouts/_rels/slideLayout61.xml.rels" ContentType="application/vnd.openxmlformats-package.relationships+xml"/>
  <Override PartName="/ppt/slideLayouts/_rels/slideLayout200.xml.rels" ContentType="application/vnd.openxmlformats-package.relationships+xml"/>
  <Override PartName="/ppt/slideLayouts/_rels/slideLayout62.xml.rels" ContentType="application/vnd.openxmlformats-package.relationships+xml"/>
  <Override PartName="/ppt/slideLayouts/_rels/slideLayout201.xml.rels" ContentType="application/vnd.openxmlformats-package.relationships+xml"/>
  <Override PartName="/ppt/slideLayouts/_rels/slideLayout63.xml.rels" ContentType="application/vnd.openxmlformats-package.relationships+xml"/>
  <Override PartName="/ppt/slideLayouts/_rels/slideLayout202.xml.rels" ContentType="application/vnd.openxmlformats-package.relationships+xml"/>
  <Override PartName="/ppt/slideLayouts/_rels/slideLayout64.xml.rels" ContentType="application/vnd.openxmlformats-package.relationships+xml"/>
  <Override PartName="/ppt/slideLayouts/_rels/slideLayout203.xml.rels" ContentType="application/vnd.openxmlformats-package.relationships+xml"/>
  <Override PartName="/ppt/slideLayouts/_rels/slideLayout65.xml.rels" ContentType="application/vnd.openxmlformats-package.relationships+xml"/>
  <Override PartName="/ppt/slideLayouts/_rels/slideLayout204.xml.rels" ContentType="application/vnd.openxmlformats-package.relationships+xml"/>
  <Override PartName="/ppt/slideLayouts/_rels/slideLayout66.xml.rels" ContentType="application/vnd.openxmlformats-package.relationships+xml"/>
  <Override PartName="/ppt/slideLayouts/_rels/slideLayout205.xml.rels" ContentType="application/vnd.openxmlformats-package.relationships+xml"/>
  <Override PartName="/ppt/slideLayouts/_rels/slideLayout67.xml.rels" ContentType="application/vnd.openxmlformats-package.relationships+xml"/>
  <Override PartName="/ppt/slideLayouts/_rels/slideLayout206.xml.rels" ContentType="application/vnd.openxmlformats-package.relationships+xml"/>
  <Override PartName="/ppt/slideLayouts/_rels/slideLayout68.xml.rels" ContentType="application/vnd.openxmlformats-package.relationships+xml"/>
  <Override PartName="/ppt/slideLayouts/_rels/slideLayout207.xml.rels" ContentType="application/vnd.openxmlformats-package.relationships+xml"/>
  <Override PartName="/ppt/slideLayouts/_rels/slideLayout69.xml.rels" ContentType="application/vnd.openxmlformats-package.relationships+xml"/>
  <Override PartName="/ppt/slideLayouts/_rels/slideLayout208.xml.rels" ContentType="application/vnd.openxmlformats-package.relationships+xml"/>
  <Override PartName="/ppt/slideLayouts/_rels/slideLayout158.xml.rels" ContentType="application/vnd.openxmlformats-package.relationships+xml"/>
  <Override PartName="/ppt/slideLayouts/_rels/slideLayout70.xml.rels" ContentType="application/vnd.openxmlformats-package.relationships+xml"/>
  <Override PartName="/ppt/slideLayouts/_rels/slideLayout159.xml.rels" ContentType="application/vnd.openxmlformats-package.relationships+xml"/>
  <Override PartName="/ppt/slideLayouts/_rels/slideLayout71.xml.rels" ContentType="application/vnd.openxmlformats-package.relationships+xml"/>
  <Override PartName="/ppt/slideLayouts/_rels/slideLayout210.xml.rels" ContentType="application/vnd.openxmlformats-package.relationships+xml"/>
  <Override PartName="/ppt/slideLayouts/_rels/slideLayout72.xml.rels" ContentType="application/vnd.openxmlformats-package.relationships+xml"/>
  <Override PartName="/ppt/slideLayouts/_rels/slideLayout211.xml.rels" ContentType="application/vnd.openxmlformats-package.relationships+xml"/>
  <Override PartName="/ppt/slideLayouts/_rels/slideLayout73.xml.rels" ContentType="application/vnd.openxmlformats-package.relationships+xml"/>
  <Override PartName="/ppt/slideLayouts/_rels/slideLayout212.xml.rels" ContentType="application/vnd.openxmlformats-package.relationships+xml"/>
  <Override PartName="/ppt/slideLayouts/_rels/slideLayout74.xml.rels" ContentType="application/vnd.openxmlformats-package.relationships+xml"/>
  <Override PartName="/ppt/slideLayouts/_rels/slideLayout213.xml.rels" ContentType="application/vnd.openxmlformats-package.relationships+xml"/>
  <Override PartName="/ppt/slideLayouts/_rels/slideLayout75.xml.rels" ContentType="application/vnd.openxmlformats-package.relationships+xml"/>
  <Override PartName="/ppt/slideLayouts/_rels/slideLayout214.xml.rels" ContentType="application/vnd.openxmlformats-package.relationships+xml"/>
  <Override PartName="/ppt/slideLayouts/_rels/slideLayout76.xml.rels" ContentType="application/vnd.openxmlformats-package.relationships+xml"/>
  <Override PartName="/ppt/slideLayouts/_rels/slideLayout215.xml.rels" ContentType="application/vnd.openxmlformats-package.relationships+xml"/>
  <Override PartName="/ppt/slideLayouts/_rels/slideLayout77.xml.rels" ContentType="application/vnd.openxmlformats-package.relationships+xml"/>
  <Override PartName="/ppt/slideLayouts/_rels/slideLayout216.xml.rels" ContentType="application/vnd.openxmlformats-package.relationships+xml"/>
  <Override PartName="/ppt/slideLayouts/_rels/slideLayout78.xml.rels" ContentType="application/vnd.openxmlformats-package.relationships+xml"/>
  <Override PartName="/ppt/slideLayouts/_rels/slideLayout217.xml.rels" ContentType="application/vnd.openxmlformats-package.relationships+xml"/>
  <Override PartName="/ppt/slideLayouts/_rels/slideLayout79.xml.rels" ContentType="application/vnd.openxmlformats-package.relationships+xml"/>
  <Override PartName="/ppt/slideLayouts/_rels/slideLayout218.xml.rels" ContentType="application/vnd.openxmlformats-package.relationships+xml"/>
  <Override PartName="/ppt/slideLayouts/_rels/slideLayout168.xml.rels" ContentType="application/vnd.openxmlformats-package.relationships+xml"/>
  <Override PartName="/ppt/slideLayouts/_rels/slideLayout80.xml.rels" ContentType="application/vnd.openxmlformats-package.relationships+xml"/>
  <Override PartName="/ppt/slideLayouts/_rels/slideLayout169.xml.rels" ContentType="application/vnd.openxmlformats-package.relationships+xml"/>
  <Override PartName="/ppt/slideLayouts/_rels/slideLayout81.xml.rels" ContentType="application/vnd.openxmlformats-package.relationships+xml"/>
  <Override PartName="/ppt/slideLayouts/_rels/slideLayout220.xml.rels" ContentType="application/vnd.openxmlformats-package.relationships+xml"/>
  <Override PartName="/ppt/slideLayouts/_rels/slideLayout82.xml.rels" ContentType="application/vnd.openxmlformats-package.relationships+xml"/>
  <Override PartName="/ppt/slideLayouts/_rels/slideLayout221.xml.rels" ContentType="application/vnd.openxmlformats-package.relationships+xml"/>
  <Override PartName="/ppt/slideLayouts/_rels/slideLayout83.xml.rels" ContentType="application/vnd.openxmlformats-package.relationships+xml"/>
  <Override PartName="/ppt/slideLayouts/_rels/slideLayout222.xml.rels" ContentType="application/vnd.openxmlformats-package.relationships+xml"/>
  <Override PartName="/ppt/slideLayouts/_rels/slideLayout84.xml.rels" ContentType="application/vnd.openxmlformats-package.relationships+xml"/>
  <Override PartName="/ppt/slideLayouts/_rels/slideLayout223.xml.rels" ContentType="application/vnd.openxmlformats-package.relationships+xml"/>
  <Override PartName="/ppt/slideLayouts/_rels/slideLayout85.xml.rels" ContentType="application/vnd.openxmlformats-package.relationships+xml"/>
  <Override PartName="/ppt/slideLayouts/_rels/slideLayout224.xml.rels" ContentType="application/vnd.openxmlformats-package.relationships+xml"/>
  <Override PartName="/ppt/slideLayouts/_rels/slideLayout86.xml.rels" ContentType="application/vnd.openxmlformats-package.relationships+xml"/>
  <Override PartName="/ppt/slideLayouts/_rels/slideLayout225.xml.rels" ContentType="application/vnd.openxmlformats-package.relationships+xml"/>
  <Override PartName="/ppt/slideLayouts/_rels/slideLayout87.xml.rels" ContentType="application/vnd.openxmlformats-package.relationships+xml"/>
  <Override PartName="/ppt/slideLayouts/_rels/slideLayout226.xml.rels" ContentType="application/vnd.openxmlformats-package.relationships+xml"/>
  <Override PartName="/ppt/slideLayouts/_rels/slideLayout88.xml.rels" ContentType="application/vnd.openxmlformats-package.relationships+xml"/>
  <Override PartName="/ppt/slideLayouts/_rels/slideLayout227.xml.rels" ContentType="application/vnd.openxmlformats-package.relationships+xml"/>
  <Override PartName="/ppt/slideLayouts/_rels/slideLayout89.xml.rels" ContentType="application/vnd.openxmlformats-package.relationships+xml"/>
  <Override PartName="/ppt/slideLayouts/_rels/slideLayout228.xml.rels" ContentType="application/vnd.openxmlformats-package.relationships+xml"/>
  <Override PartName="/ppt/slideLayouts/_rels/slideLayout178.xml.rels" ContentType="application/vnd.openxmlformats-package.relationships+xml"/>
  <Override PartName="/ppt/slideLayouts/_rels/slideLayout90.xml.rels" ContentType="application/vnd.openxmlformats-package.relationships+xml"/>
  <Override PartName="/ppt/slideLayouts/_rels/slideLayout179.xml.rels" ContentType="application/vnd.openxmlformats-package.relationships+xml"/>
  <Override PartName="/ppt/slideLayouts/_rels/slideLayout91.xml.rels" ContentType="application/vnd.openxmlformats-package.relationships+xml"/>
  <Override PartName="/ppt/slideLayouts/_rels/slideLayout230.xml.rels" ContentType="application/vnd.openxmlformats-package.relationships+xml"/>
  <Override PartName="/ppt/slideLayouts/_rels/slideLayout92.xml.rels" ContentType="application/vnd.openxmlformats-package.relationships+xml"/>
  <Override PartName="/ppt/slideLayouts/_rels/slideLayout231.xml.rels" ContentType="application/vnd.openxmlformats-package.relationships+xml"/>
  <Override PartName="/ppt/slideLayouts/_rels/slideLayout93.xml.rels" ContentType="application/vnd.openxmlformats-package.relationships+xml"/>
  <Override PartName="/ppt/slideLayouts/_rels/slideLayout232.xml.rels" ContentType="application/vnd.openxmlformats-package.relationships+xml"/>
  <Override PartName="/ppt/slideLayouts/_rels/slideLayout94.xml.rels" ContentType="application/vnd.openxmlformats-package.relationships+xml"/>
  <Override PartName="/ppt/slideLayouts/_rels/slideLayout233.xml.rels" ContentType="application/vnd.openxmlformats-package.relationships+xml"/>
  <Override PartName="/ppt/slideLayouts/_rels/slideLayout95.xml.rels" ContentType="application/vnd.openxmlformats-package.relationships+xml"/>
  <Override PartName="/ppt/slideLayouts/_rels/slideLayout234.xml.rels" ContentType="application/vnd.openxmlformats-package.relationships+xml"/>
  <Override PartName="/ppt/slideLayouts/_rels/slideLayout96.xml.rels" ContentType="application/vnd.openxmlformats-package.relationships+xml"/>
  <Override PartName="/ppt/slideLayouts/_rels/slideLayout235.xml.rels" ContentType="application/vnd.openxmlformats-package.relationships+xml"/>
  <Override PartName="/ppt/slideLayouts/_rels/slideLayout97.xml.rels" ContentType="application/vnd.openxmlformats-package.relationships+xml"/>
  <Override PartName="/ppt/slideLayouts/_rels/slideLayout236.xml.rels" ContentType="application/vnd.openxmlformats-package.relationships+xml"/>
  <Override PartName="/ppt/slideLayouts/_rels/slideLayout98.xml.rels" ContentType="application/vnd.openxmlformats-package.relationships+xml"/>
  <Override PartName="/ppt/slideLayouts/_rels/slideLayout237.xml.rels" ContentType="application/vnd.openxmlformats-package.relationships+xml"/>
  <Override PartName="/ppt/slideLayouts/_rels/slideLayout99.xml.rels" ContentType="application/vnd.openxmlformats-package.relationships+xml"/>
  <Override PartName="/ppt/slideLayouts/_rels/slideLayout238.xml.rels" ContentType="application/vnd.openxmlformats-package.relationships+xml"/>
  <Override PartName="/ppt/slideLayouts/_rels/slideLayout100.xml.rels" ContentType="application/vnd.openxmlformats-package.relationships+xml"/>
  <Override PartName="/ppt/slideLayouts/_rels/slideLayout101.xml.rels" ContentType="application/vnd.openxmlformats-package.relationships+xml"/>
  <Override PartName="/ppt/slideLayouts/_rels/slideLayout102.xml.rels" ContentType="application/vnd.openxmlformats-package.relationships+xml"/>
  <Override PartName="/ppt/slideLayouts/_rels/slideLayout103.xml.rels" ContentType="application/vnd.openxmlformats-package.relationships+xml"/>
  <Override PartName="/ppt/slideLayouts/_rels/slideLayout104.xml.rels" ContentType="application/vnd.openxmlformats-package.relationships+xml"/>
  <Override PartName="/ppt/slideLayouts/_rels/slideLayout105.xml.rels" ContentType="application/vnd.openxmlformats-package.relationships+xml"/>
  <Override PartName="/ppt/slideLayouts/_rels/slideLayout106.xml.rels" ContentType="application/vnd.openxmlformats-package.relationships+xml"/>
  <Override PartName="/ppt/slideLayouts/_rels/slideLayout107.xml.rels" ContentType="application/vnd.openxmlformats-package.relationships+xml"/>
  <Override PartName="/ppt/slideLayouts/_rels/slideLayout110.xml.rels" ContentType="application/vnd.openxmlformats-package.relationships+xml"/>
  <Override PartName="/ppt/slideLayouts/_rels/slideLayout111.xml.rels" ContentType="application/vnd.openxmlformats-package.relationships+xml"/>
  <Override PartName="/ppt/slideLayouts/_rels/slideLayout112.xml.rels" ContentType="application/vnd.openxmlformats-package.relationships+xml"/>
  <Override PartName="/ppt/slideLayouts/_rels/slideLayout113.xml.rels" ContentType="application/vnd.openxmlformats-package.relationships+xml"/>
  <Override PartName="/ppt/slideLayouts/_rels/slideLayout114.xml.rels" ContentType="application/vnd.openxmlformats-package.relationships+xml"/>
  <Override PartName="/ppt/slideLayouts/_rels/slideLayout115.xml.rels" ContentType="application/vnd.openxmlformats-package.relationships+xml"/>
  <Override PartName="/ppt/slideLayouts/_rels/slideLayout116.xml.rels" ContentType="application/vnd.openxmlformats-package.relationships+xml"/>
  <Override PartName="/ppt/slideLayouts/_rels/slideLayout117.xml.rels" ContentType="application/vnd.openxmlformats-package.relationships+xml"/>
  <Override PartName="/ppt/slideLayouts/_rels/slideLayout120.xml.rels" ContentType="application/vnd.openxmlformats-package.relationships+xml"/>
  <Override PartName="/ppt/slideLayouts/_rels/slideLayout121.xml.rels" ContentType="application/vnd.openxmlformats-package.relationships+xml"/>
  <Override PartName="/ppt/slideLayouts/_rels/slideLayout122.xml.rels" ContentType="application/vnd.openxmlformats-package.relationships+xml"/>
  <Override PartName="/ppt/slideLayouts/_rels/slideLayout123.xml.rels" ContentType="application/vnd.openxmlformats-package.relationships+xml"/>
  <Override PartName="/ppt/slideLayouts/_rels/slideLayout124.xml.rels" ContentType="application/vnd.openxmlformats-package.relationships+xml"/>
  <Override PartName="/ppt/slideLayouts/_rels/slideLayout125.xml.rels" ContentType="application/vnd.openxmlformats-package.relationships+xml"/>
  <Override PartName="/ppt/slideLayouts/_rels/slideLayout126.xml.rels" ContentType="application/vnd.openxmlformats-package.relationships+xml"/>
  <Override PartName="/ppt/slideLayouts/_rels/slideLayout127.xml.rels" ContentType="application/vnd.openxmlformats-package.relationships+xml"/>
  <Override PartName="/ppt/slideLayouts/_rels/slideLayout130.xml.rels" ContentType="application/vnd.openxmlformats-package.relationships+xml"/>
  <Override PartName="/ppt/slideLayouts/_rels/slideLayout131.xml.rels" ContentType="application/vnd.openxmlformats-package.relationships+xml"/>
  <Override PartName="/ppt/slideLayouts/_rels/slideLayout132.xml.rels" ContentType="application/vnd.openxmlformats-package.relationships+xml"/>
  <Override PartName="/ppt/slideLayouts/_rels/slideLayout133.xml.rels" ContentType="application/vnd.openxmlformats-package.relationships+xml"/>
  <Override PartName="/ppt/slideLayouts/_rels/slideLayout134.xml.rels" ContentType="application/vnd.openxmlformats-package.relationships+xml"/>
  <Override PartName="/ppt/slideLayouts/_rels/slideLayout135.xml.rels" ContentType="application/vnd.openxmlformats-package.relationships+xml"/>
  <Override PartName="/ppt/slideLayouts/_rels/slideLayout136.xml.rels" ContentType="application/vnd.openxmlformats-package.relationships+xml"/>
  <Override PartName="/ppt/slideLayouts/_rels/slideLayout140.xml.rels" ContentType="application/vnd.openxmlformats-package.relationships+xml"/>
  <Override PartName="/ppt/slideLayouts/_rels/slideLayout141.xml.rels" ContentType="application/vnd.openxmlformats-package.relationships+xml"/>
  <Override PartName="/ppt/slideLayouts/_rels/slideLayout142.xml.rels" ContentType="application/vnd.openxmlformats-package.relationships+xml"/>
  <Override PartName="/ppt/slideLayouts/_rels/slideLayout143.xml.rels" ContentType="application/vnd.openxmlformats-package.relationships+xml"/>
  <Override PartName="/ppt/slideLayouts/_rels/slideLayout144.xml.rels" ContentType="application/vnd.openxmlformats-package.relationships+xml"/>
  <Override PartName="/ppt/slideLayouts/_rels/slideLayout145.xml.rels" ContentType="application/vnd.openxmlformats-package.relationships+xml"/>
  <Override PartName="/ppt/slideLayouts/_rels/slideLayout146.xml.rels" ContentType="application/vnd.openxmlformats-package.relationships+xml"/>
  <Override PartName="/ppt/slideLayouts/_rels/slideLayout147.xml.rels" ContentType="application/vnd.openxmlformats-package.relationships+xml"/>
  <Override PartName="/ppt/slideLayouts/_rels/slideLayout150.xml.rels" ContentType="application/vnd.openxmlformats-package.relationships+xml"/>
  <Override PartName="/ppt/slideLayouts/_rels/slideLayout151.xml.rels" ContentType="application/vnd.openxmlformats-package.relationships+xml"/>
  <Override PartName="/ppt/slideLayouts/_rels/slideLayout152.xml.rels" ContentType="application/vnd.openxmlformats-package.relationships+xml"/>
  <Override PartName="/ppt/slideLayouts/_rels/slideLayout153.xml.rels" ContentType="application/vnd.openxmlformats-package.relationships+xml"/>
  <Override PartName="/ppt/slideLayouts/_rels/slideLayout154.xml.rels" ContentType="application/vnd.openxmlformats-package.relationships+xml"/>
  <Override PartName="/ppt/slideLayouts/_rels/slideLayout155.xml.rels" ContentType="application/vnd.openxmlformats-package.relationships+xml"/>
  <Override PartName="/ppt/slideLayouts/_rels/slideLayout156.xml.rels" ContentType="application/vnd.openxmlformats-package.relationships+xml"/>
  <Override PartName="/ppt/slideLayouts/_rels/slideLayout157.xml.rels" ContentType="application/vnd.openxmlformats-package.relationships+xml"/>
  <Override PartName="/ppt/slideLayouts/_rels/slideLayout160.xml.rels" ContentType="application/vnd.openxmlformats-package.relationships+xml"/>
  <Override PartName="/ppt/slideLayouts/_rels/slideLayout161.xml.rels" ContentType="application/vnd.openxmlformats-package.relationships+xml"/>
  <Override PartName="/ppt/slideLayouts/_rels/slideLayout162.xml.rels" ContentType="application/vnd.openxmlformats-package.relationships+xml"/>
  <Override PartName="/ppt/slideLayouts/_rels/slideLayout163.xml.rels" ContentType="application/vnd.openxmlformats-package.relationships+xml"/>
  <Override PartName="/ppt/slideLayouts/_rels/slideLayout164.xml.rels" ContentType="application/vnd.openxmlformats-package.relationships+xml"/>
  <Override PartName="/ppt/slideLayouts/_rels/slideLayout165.xml.rels" ContentType="application/vnd.openxmlformats-package.relationships+xml"/>
  <Override PartName="/ppt/slideLayouts/_rels/slideLayout166.xml.rels" ContentType="application/vnd.openxmlformats-package.relationships+xml"/>
  <Override PartName="/ppt/slideLayouts/_rels/slideLayout167.xml.rels" ContentType="application/vnd.openxmlformats-package.relationships+xml"/>
  <Override PartName="/ppt/slideLayouts/_rels/slideLayout170.xml.rels" ContentType="application/vnd.openxmlformats-package.relationships+xml"/>
  <Override PartName="/ppt/slideLayouts/_rels/slideLayout171.xml.rels" ContentType="application/vnd.openxmlformats-package.relationships+xml"/>
  <Override PartName="/ppt/slideLayouts/_rels/slideLayout172.xml.rels" ContentType="application/vnd.openxmlformats-package.relationships+xml"/>
  <Override PartName="/ppt/slideLayouts/_rels/slideLayout173.xml.rels" ContentType="application/vnd.openxmlformats-package.relationships+xml"/>
  <Override PartName="/ppt/slideLayouts/_rels/slideLayout174.xml.rels" ContentType="application/vnd.openxmlformats-package.relationships+xml"/>
  <Override PartName="/ppt/slideLayouts/_rels/slideLayout175.xml.rels" ContentType="application/vnd.openxmlformats-package.relationships+xml"/>
  <Override PartName="/ppt/slideLayouts/_rels/slideLayout176.xml.rels" ContentType="application/vnd.openxmlformats-package.relationships+xml"/>
  <Override PartName="/ppt/slideLayouts/_rels/slideLayout177.xml.rels" ContentType="application/vnd.openxmlformats-package.relationships+xml"/>
  <Override PartName="/ppt/slideLayouts/_rels/slideLayout180.xml.rels" ContentType="application/vnd.openxmlformats-package.relationships+xml"/>
  <Override PartName="/ppt/slideLayouts/_rels/slideLayout181.xml.rels" ContentType="application/vnd.openxmlformats-package.relationships+xml"/>
  <Override PartName="/ppt/slideLayouts/_rels/slideLayout182.xml.rels" ContentType="application/vnd.openxmlformats-package.relationships+xml"/>
  <Override PartName="/ppt/slideLayouts/_rels/slideLayout183.xml.rels" ContentType="application/vnd.openxmlformats-package.relationships+xml"/>
  <Override PartName="/ppt/slideLayouts/_rels/slideLayout184.xml.rels" ContentType="application/vnd.openxmlformats-package.relationships+xml"/>
  <Override PartName="/ppt/slideLayouts/_rels/slideLayout185.xml.rels" ContentType="application/vnd.openxmlformats-package.relationships+xml"/>
  <Override PartName="/ppt/slideLayouts/_rels/slideLayout186.xml.rels" ContentType="application/vnd.openxmlformats-package.relationships+xml"/>
  <Override PartName="/ppt/slideLayouts/_rels/slideLayout187.xml.rels" ContentType="application/vnd.openxmlformats-package.relationships+xml"/>
  <Override PartName="/ppt/slideLayouts/_rels/slideLayout188.xml.rels" ContentType="application/vnd.openxmlformats-package.relationships+xml"/>
  <Override PartName="/ppt/slideLayouts/_rels/slideLayout189.xml.rels" ContentType="application/vnd.openxmlformats-package.relationships+xml"/>
  <Override PartName="/ppt/slideLayouts/_rels/slideLayout190.xml.rels" ContentType="application/vnd.openxmlformats-package.relationships+xml"/>
  <Override PartName="/ppt/slideLayouts/_rels/slideLayout191.xml.rels" ContentType="application/vnd.openxmlformats-package.relationships+xml"/>
  <Override PartName="/ppt/slideLayouts/_rels/slideLayout192.xml.rels" ContentType="application/vnd.openxmlformats-package.relationships+xml"/>
  <Override PartName="/ppt/slideLayouts/_rels/slideLayout193.xml.rels" ContentType="application/vnd.openxmlformats-package.relationships+xml"/>
  <Override PartName="/ppt/slideLayouts/_rels/slideLayout194.xml.rels" ContentType="application/vnd.openxmlformats-package.relationships+xml"/>
  <Override PartName="/ppt/slideLayouts/_rels/slideLayout195.xml.rels" ContentType="application/vnd.openxmlformats-package.relationships+xml"/>
  <Override PartName="/ppt/slideLayouts/_rels/slideLayout196.xml.rels" ContentType="application/vnd.openxmlformats-package.relationships+xml"/>
  <Override PartName="/ppt/slideLayouts/_rels/slideLayout197.xml.rels" ContentType="application/vnd.openxmlformats-package.relationships+xml"/>
  <Override PartName="/ppt/slideLayouts/_rels/slideLayout198.xml.rels" ContentType="application/vnd.openxmlformats-package.relationships+xml"/>
  <Override PartName="/ppt/slideLayouts/_rels/slideLayout199.xml.rels" ContentType="application/vnd.openxmlformats-package.relationships+xml"/>
  <Override PartName="/ppt/slideLayouts/_rels/slideLayout209.xml.rels" ContentType="application/vnd.openxmlformats-package.relationships+xml"/>
  <Override PartName="/ppt/slideLayouts/_rels/slideLayout219.xml.rels" ContentType="application/vnd.openxmlformats-package.relationships+xml"/>
  <Override PartName="/ppt/slideLayouts/_rels/slideLayout229.xml.rels" ContentType="application/vnd.openxmlformats-package.relationships+xml"/>
  <Override PartName="/ppt/slideLayouts/_rels/slideLayout239.xml.rels" ContentType="application/vnd.openxmlformats-package.relationships+xml"/>
  <Override PartName="/ppt/slideLayouts/_rels/slideLayout240.xml.rels" ContentType="application/vnd.openxmlformats-package.relationships+xml"/>
  <Override PartName="/ppt/slideLayouts/_rels/slideLayout241.xml.rels" ContentType="application/vnd.openxmlformats-package.relationships+xml"/>
  <Override PartName="/ppt/slideLayouts/_rels/slideLayout242.xml.rels" ContentType="application/vnd.openxmlformats-package.relationships+xml"/>
  <Override PartName="/ppt/slideLayouts/_rels/slideLayout243.xml.rels" ContentType="application/vnd.openxmlformats-package.relationships+xml"/>
  <Override PartName="/ppt/slideLayouts/_rels/slideLayout244.xml.rels" ContentType="application/vnd.openxmlformats-package.relationships+xml"/>
  <Override PartName="/ppt/slideLayouts/_rels/slideLayout245.xml.rels" ContentType="application/vnd.openxmlformats-package.relationships+xml"/>
  <Override PartName="/ppt/slideLayouts/_rels/slideLayout246.xml.rels" ContentType="application/vnd.openxmlformats-package.relationships+xml"/>
  <Override PartName="/ppt/slideLayouts/_rels/slideLayout247.xml.rels" ContentType="application/vnd.openxmlformats-package.relationships+xml"/>
  <Override PartName="/ppt/slideLayouts/_rels/slideLayout248.xml.rels" ContentType="application/vnd.openxmlformats-package.relationships+xml"/>
  <Override PartName="/ppt/slideLayouts/_rels/slideLayout249.xml.rels" ContentType="application/vnd.openxmlformats-package.relationships+xml"/>
  <Override PartName="/ppt/slideLayouts/_rels/slideLayout250.xml.rels" ContentType="application/vnd.openxmlformats-package.relationships+xml"/>
  <Override PartName="/ppt/slideLayouts/_rels/slideLayout251.xml.rels" ContentType="application/vnd.openxmlformats-package.relationships+xml"/>
  <Override PartName="/ppt/slideLayouts/_rels/slideLayout252.xml.rels" ContentType="application/vnd.openxmlformats-package.relationships+xml"/>
  <Override PartName="/ppt/slideLayouts/_rels/slideLayout253.xml.rels" ContentType="application/vnd.openxmlformats-package.relationships+xml"/>
  <Override PartName="/ppt/slideLayouts/_rels/slideLayout254.xml.rels" ContentType="application/vnd.openxmlformats-package.relationships+xml"/>
  <Override PartName="/ppt/slideLayouts/_rels/slideLayout255.xml.rels" ContentType="application/vnd.openxmlformats-package.relationships+xml"/>
  <Override PartName="/ppt/slideLayouts/_rels/slideLayout256.xml.rels" ContentType="application/vnd.openxmlformats-package.relationships+xml"/>
  <Override PartName="/ppt/slideLayouts/_rels/slideLayout257.xml.rels" ContentType="application/vnd.openxmlformats-package.relationships+xml"/>
  <Override PartName="/ppt/slideLayouts/_rels/slideLayout258.xml.rels" ContentType="application/vnd.openxmlformats-package.relationships+xml"/>
  <Override PartName="/ppt/slideLayouts/_rels/slideLayout259.xml.rels" ContentType="application/vnd.openxmlformats-package.relationships+xml"/>
  <Override PartName="/ppt/slideLayouts/_rels/slideLayout260.xml.rels" ContentType="application/vnd.openxmlformats-package.relationships+xml"/>
  <Override PartName="/ppt/slideLayouts/_rels/slideLayout261.xml.rels" ContentType="application/vnd.openxmlformats-package.relationships+xml"/>
  <Override PartName="/ppt/slideLayouts/_rels/slideLayout262.xml.rels" ContentType="application/vnd.openxmlformats-package.relationships+xml"/>
  <Override PartName="/ppt/slideLayouts/_rels/slideLayout263.xml.rels" ContentType="application/vnd.openxmlformats-package.relationships+xml"/>
  <Override PartName="/ppt/slideLayouts/_rels/slideLayout264.xml.rels" ContentType="application/vnd.openxmlformats-package.relationships+xml"/>
  <Override PartName="/ppt/slideLayouts/slideLayout61.xml" ContentType="application/vnd.openxmlformats-officedocument.presentationml.slideLayout+xml"/>
  <Override PartName="/ppt/slideLayouts/slideLayout149.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158.xml" ContentType="application/vnd.openxmlformats-officedocument.presentationml.slideLayout+xml"/>
  <Override PartName="/ppt/slideLayouts/slideLayout71.xml" ContentType="application/vnd.openxmlformats-officedocument.presentationml.slideLayout+xml"/>
  <Override PartName="/ppt/slideLayouts/slideLayout159.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168.xml" ContentType="application/vnd.openxmlformats-officedocument.presentationml.slideLayout+xml"/>
  <Override PartName="/ppt/slideLayouts/slideLayout81.xml" ContentType="application/vnd.openxmlformats-officedocument.presentationml.slideLayout+xml"/>
  <Override PartName="/ppt/slideLayouts/slideLayout169.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178.xml" ContentType="application/vnd.openxmlformats-officedocument.presentationml.slideLayout+xml"/>
  <Override PartName="/ppt/slideLayouts/slideLayout91.xml" ContentType="application/vnd.openxmlformats-officedocument.presentationml.slideLayout+xml"/>
  <Override PartName="/ppt/slideLayouts/slideLayout179.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slides/_rels/slide28.xml.rels" ContentType="application/vnd.openxmlformats-package.relationships+xml"/>
  <Override PartName="/ppt/presProps.xml" ContentType="application/vnd.openxmlformats-officedocument.presentationml.presProps+xml"/>
  <Override PartName="/ppt/media/image1.png" ContentType="image/png"/>
  <Override PartName="/ppt/media/image2.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 id="2147483765" r:id="rId11"/>
    <p:sldMasterId id="2147483778" r:id="rId12"/>
    <p:sldMasterId id="2147483791" r:id="rId13"/>
    <p:sldMasterId id="2147483804" r:id="rId14"/>
    <p:sldMasterId id="2147483817" r:id="rId15"/>
    <p:sldMasterId id="2147483830" r:id="rId16"/>
    <p:sldMasterId id="2147483843" r:id="rId17"/>
    <p:sldMasterId id="2147483856" r:id="rId18"/>
    <p:sldMasterId id="2147483869" r:id="rId19"/>
    <p:sldMasterId id="2147483882" r:id="rId20"/>
    <p:sldMasterId id="2147483895" r:id="rId21"/>
    <p:sldMasterId id="2147483908" r:id="rId22"/>
    <p:sldMasterId id="2147483921" r:id="rId23"/>
  </p:sldMasterIdLst>
  <p:sldIdLst>
    <p:sldId id="256" r:id="rId24"/>
    <p:sldId id="257" r:id="rId25"/>
    <p:sldId id="258" r:id="rId26"/>
    <p:sldId id="259" r:id="rId27"/>
    <p:sldId id="260" r:id="rId28"/>
    <p:sldId id="261" r:id="rId29"/>
    <p:sldId id="262" r:id="rId30"/>
    <p:sldId id="263" r:id="rId31"/>
    <p:sldId id="264" r:id="rId32"/>
    <p:sldId id="265" r:id="rId33"/>
    <p:sldId id="266" r:id="rId34"/>
    <p:sldId id="267" r:id="rId35"/>
    <p:sldId id="268" r:id="rId36"/>
    <p:sldId id="269" r:id="rId37"/>
    <p:sldId id="270" r:id="rId38"/>
    <p:sldId id="271" r:id="rId39"/>
    <p:sldId id="272" r:id="rId40"/>
    <p:sldId id="273" r:id="rId41"/>
    <p:sldId id="274" r:id="rId42"/>
    <p:sldId id="275" r:id="rId43"/>
    <p:sldId id="276" r:id="rId44"/>
    <p:sldId id="277" r:id="rId45"/>
    <p:sldId id="278" r:id="rId46"/>
    <p:sldId id="279" r:id="rId47"/>
    <p:sldId id="280" r:id="rId48"/>
    <p:sldId id="281" r:id="rId49"/>
    <p:sldId id="282" r:id="rId50"/>
    <p:sldId id="283" r:id="rId51"/>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 Target="slides/slide1.xml"/><Relationship Id="rId25" Type="http://schemas.openxmlformats.org/officeDocument/2006/relationships/slide" Target="slides/slide2.xml"/><Relationship Id="rId26" Type="http://schemas.openxmlformats.org/officeDocument/2006/relationships/slide" Target="slides/slide3.xml"/><Relationship Id="rId27" Type="http://schemas.openxmlformats.org/officeDocument/2006/relationships/slide" Target="slides/slide4.xml"/><Relationship Id="rId28" Type="http://schemas.openxmlformats.org/officeDocument/2006/relationships/slide" Target="slides/slide5.xml"/><Relationship Id="rId29" Type="http://schemas.openxmlformats.org/officeDocument/2006/relationships/slide" Target="slides/slide6.xml"/><Relationship Id="rId30" Type="http://schemas.openxmlformats.org/officeDocument/2006/relationships/slide" Target="slides/slide7.xml"/><Relationship Id="rId31" Type="http://schemas.openxmlformats.org/officeDocument/2006/relationships/slide" Target="slides/slide8.xml"/><Relationship Id="rId32" Type="http://schemas.openxmlformats.org/officeDocument/2006/relationships/slide" Target="slides/slide9.xml"/><Relationship Id="rId33" Type="http://schemas.openxmlformats.org/officeDocument/2006/relationships/slide" Target="slides/slide10.xml"/><Relationship Id="rId34" Type="http://schemas.openxmlformats.org/officeDocument/2006/relationships/slide" Target="slides/slide11.xml"/><Relationship Id="rId35" Type="http://schemas.openxmlformats.org/officeDocument/2006/relationships/slide" Target="slides/slide12.xml"/><Relationship Id="rId36" Type="http://schemas.openxmlformats.org/officeDocument/2006/relationships/slide" Target="slides/slide13.xml"/><Relationship Id="rId37" Type="http://schemas.openxmlformats.org/officeDocument/2006/relationships/slide" Target="slides/slide14.xml"/><Relationship Id="rId38" Type="http://schemas.openxmlformats.org/officeDocument/2006/relationships/slide" Target="slides/slide15.xml"/><Relationship Id="rId39" Type="http://schemas.openxmlformats.org/officeDocument/2006/relationships/slide" Target="slides/slide16.xml"/><Relationship Id="rId40" Type="http://schemas.openxmlformats.org/officeDocument/2006/relationships/slide" Target="slides/slide17.xml"/><Relationship Id="rId41" Type="http://schemas.openxmlformats.org/officeDocument/2006/relationships/slide" Target="slides/slide18.xml"/><Relationship Id="rId42" Type="http://schemas.openxmlformats.org/officeDocument/2006/relationships/slide" Target="slides/slide19.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22.xml"/><Relationship Id="rId46" Type="http://schemas.openxmlformats.org/officeDocument/2006/relationships/slide" Target="slides/slide23.xml"/><Relationship Id="rId47" Type="http://schemas.openxmlformats.org/officeDocument/2006/relationships/slide" Target="slides/slide24.xml"/><Relationship Id="rId48" Type="http://schemas.openxmlformats.org/officeDocument/2006/relationships/slide" Target="slides/slide25.xml"/><Relationship Id="rId49" Type="http://schemas.openxmlformats.org/officeDocument/2006/relationships/slide" Target="slides/slide26.xml"/><Relationship Id="rId50" Type="http://schemas.openxmlformats.org/officeDocument/2006/relationships/slide" Target="slides/slide27.xml"/><Relationship Id="rId51" Type="http://schemas.openxmlformats.org/officeDocument/2006/relationships/slide" Target="slides/slide28.xml"/><Relationship Id="rId5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2.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4.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6.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7.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8.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3.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4.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5.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7.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8.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9.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0.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9.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0.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1.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2.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3.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5.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6.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1.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2.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3.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4.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7.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8.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3.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4.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5.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8.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9.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0.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5.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6.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9.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0.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1.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2.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7.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9.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0.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1.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2.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3.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4.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1.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2.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3.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4.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5.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6.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9.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1.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2.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3.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4.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5.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6.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7.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8.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9.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4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4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2.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3.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4.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5.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6.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7.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8.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9.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0.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2.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3.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4.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5.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6.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7.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8.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59.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0.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1.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3.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64.xml.rels><?xml version="1.0" encoding="UTF-8"?>
<Relationships xmlns="http://schemas.openxmlformats.org/package/2006/relationships"><Relationship Id="rId1" Type="http://schemas.openxmlformats.org/officeDocument/2006/relationships/slideMaster" Target="../slideMasters/slideMaster2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7F8C8039-485B-4DFC-90CB-88AA63607B27}"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3730B28C-35AA-4D9F-A082-407C1C969318}"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CD4CADFA-3F8E-425C-9097-EA91E1B16D91}"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C36DCA70-4DBC-4E10-A7F9-82A6C3B41101}"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98B0696B-6294-48C1-8BDB-2F3F39B86E10}"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A30DA8ED-8F52-4F5A-91FD-A041D276357F}"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AC7F077-CAF8-4525-8694-3700299FFD9C}"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2455343F-2B80-4663-89F5-FA98DBF85D10}"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53D7FA1B-E461-4AE3-8949-8E9E2FB238D9}"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99408928-8AF2-499D-9954-2F854C486062}"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7692B15C-31D9-4109-BA0E-F8105CEF18BF}"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C9DF03C1-DE29-4E81-8623-250F8A5BAB6F}"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06176900-BCA2-4353-B9FE-64DB6A2C7F22}"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0B921A08-2F38-4F57-8E1D-CE278B4DBC24}"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209B860D-7672-4C94-93BC-0B7D48F28F02}"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A12669FE-7AEE-4549-8B1A-9589194BC25C}"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A02D39E0-A4C5-46B3-89DF-8078C5E5FFCB}"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4B94BB97-5F2C-460A-8801-4CBEAF2375BD}"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2F892A79-4AD3-40EE-B296-9044D338912C}"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52E431CE-ECC9-42FC-82DC-C6BA384DADFF}"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76F6A42-D2AF-4451-8132-6537E6F6289C}"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8BCB9E8F-3809-4BBD-95B1-A92F58B738D2}"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63624430-0EA1-45E2-88DD-54BECD09169A}"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AE1DE272-E96C-491E-A899-34BD964EED57}"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9C619804-E49E-491E-B2C8-1835056D9D64}"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D603572A-B45D-4E7C-AF60-5B7A9D7185B4}"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D828190D-A434-469F-B869-0149504D15F7}"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52D4C711-2478-4E78-B597-B108911D06F4}"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71D237C6-E666-485A-8CB1-8C123801D8FA}"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75512E44-6103-497A-806D-92562F2E3088}"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EB887972-0690-4935-9AC5-12018AFC995D}"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5FDE8129-7B4F-49E0-9018-65D9E4CCFC7B}"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270992A9-3451-43B2-BC2F-6E0D0936BAB6}"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3B7A295B-1BC0-472F-B53B-9DE1D4993F9B}"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C69DDD99-9129-4255-BE4B-B7FE9B2F8BE9}"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52C43485-E317-4092-9A7F-1EA424115203}" type="slidenum">
              <a:t>&lt;#&gt;</a:t>
            </a:fld>
          </a:p>
        </p:txBody>
      </p:sp>
      <p:sp>
        <p:nvSpPr>
          <p:cNvPr id="11" name="PlaceHolder 10"/>
          <p:cNvSpPr>
            <a:spLocks noGrp="1"/>
          </p:cNvSpPr>
          <p:nvPr>
            <p:ph type="dt" idx="9"/>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C62185CC-1801-4D90-8517-D2CAE395CF19}" type="slidenum">
              <a:t>&lt;#&gt;</a:t>
            </a:fld>
          </a:p>
        </p:txBody>
      </p:sp>
      <p:sp>
        <p:nvSpPr>
          <p:cNvPr id="4" name="PlaceHolder 3"/>
          <p:cNvSpPr>
            <a:spLocks noGrp="1"/>
          </p:cNvSpPr>
          <p:nvPr>
            <p:ph type="dt" idx="12"/>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3F19AEF5-7B5B-45FF-ADE0-D8275429BC2C}"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76B455B6-F8C3-4E0E-8C28-D2C88729CA4F}"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95863B3A-81B9-436A-98FF-DB59A0F6151A}"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51C91856-9759-4E52-8165-CCA9AD3FD741}"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2BA887F0-6123-464B-A935-1993944AE7A1}"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07058075-7BBB-43E2-A9DB-7DCF026FEB1D}"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D4B2CEB1-B6E2-42A4-9284-A49BE76DDBB2}"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914EBBC6-4890-4E24-A53B-F7FE7E8EA1C7}"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16315877-E77C-4598-9B69-AC2D5323B7F4}"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0"/>
          </p:nvPr>
        </p:nvSpPr>
        <p:spPr/>
        <p:txBody>
          <a:bodyPr/>
          <a:p>
            <a:r>
              <a:t>Footer</a:t>
            </a:r>
          </a:p>
        </p:txBody>
      </p:sp>
      <p:sp>
        <p:nvSpPr>
          <p:cNvPr id="8" name="PlaceHolder 7"/>
          <p:cNvSpPr>
            <a:spLocks noGrp="1"/>
          </p:cNvSpPr>
          <p:nvPr>
            <p:ph type="sldNum" idx="11"/>
          </p:nvPr>
        </p:nvSpPr>
        <p:spPr/>
        <p:txBody>
          <a:bodyPr/>
          <a:p>
            <a:fld id="{58179216-017F-4BC3-B7B3-CD9424A76DD8}" type="slidenum">
              <a:t>&lt;#&gt;</a:t>
            </a:fld>
          </a:p>
        </p:txBody>
      </p:sp>
      <p:sp>
        <p:nvSpPr>
          <p:cNvPr id="9" name="PlaceHolder 8"/>
          <p:cNvSpPr>
            <a:spLocks noGrp="1"/>
          </p:cNvSpPr>
          <p:nvPr>
            <p:ph type="dt" idx="12"/>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0"/>
          </p:nvPr>
        </p:nvSpPr>
        <p:spPr/>
        <p:txBody>
          <a:bodyPr/>
          <a:p>
            <a:r>
              <a:t>Footer</a:t>
            </a:r>
          </a:p>
        </p:txBody>
      </p:sp>
      <p:sp>
        <p:nvSpPr>
          <p:cNvPr id="10" name="PlaceHolder 9"/>
          <p:cNvSpPr>
            <a:spLocks noGrp="1"/>
          </p:cNvSpPr>
          <p:nvPr>
            <p:ph type="sldNum" idx="11"/>
          </p:nvPr>
        </p:nvSpPr>
        <p:spPr/>
        <p:txBody>
          <a:bodyPr/>
          <a:p>
            <a:fld id="{F4B70C6F-0704-4BA0-A9FF-40F53F2A8496}" type="slidenum">
              <a:t>&lt;#&gt;</a:t>
            </a:fld>
          </a:p>
        </p:txBody>
      </p:sp>
      <p:sp>
        <p:nvSpPr>
          <p:cNvPr id="11" name="PlaceHolder 10"/>
          <p:cNvSpPr>
            <a:spLocks noGrp="1"/>
          </p:cNvSpPr>
          <p:nvPr>
            <p:ph type="dt" idx="12"/>
          </p:nvPr>
        </p:nvSpPr>
        <p:spPr/>
        <p:txBody>
          <a:bodyPr/>
          <a:p>
            <a:r>
              <a:rPr lang="en-U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581BD323-32E8-4767-9501-416D1355789E}"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F352E3E7-5584-4CD6-8A13-5FE4CC1FD204}"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A6BE2A6A-9EC1-4823-824D-CF3E9E84D68D}"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7D92C95E-22C5-49C2-A49D-990E6C7A711F}"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56F4B8D9-6F87-4A17-AE3C-E1784C53D48E}"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CF782616-B00B-427F-8989-333F5731EBE6}"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DF4E67AD-7AF5-4C3F-903B-A4A12A42E191}"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DD734D71-553E-424A-985F-C2972CF228B7}"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84B1D327-7638-49D4-9D66-BD44511FF732}"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559AC571-93FA-4705-9F52-CE286D9B3D1B}"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3"/>
          </p:nvPr>
        </p:nvSpPr>
        <p:spPr/>
        <p:txBody>
          <a:bodyPr/>
          <a:p>
            <a:r>
              <a:t>Footer</a:t>
            </a:r>
          </a:p>
        </p:txBody>
      </p:sp>
      <p:sp>
        <p:nvSpPr>
          <p:cNvPr id="8" name="PlaceHolder 7"/>
          <p:cNvSpPr>
            <a:spLocks noGrp="1"/>
          </p:cNvSpPr>
          <p:nvPr>
            <p:ph type="sldNum" idx="14"/>
          </p:nvPr>
        </p:nvSpPr>
        <p:spPr/>
        <p:txBody>
          <a:bodyPr/>
          <a:p>
            <a:fld id="{BB8397AC-C67D-4E9B-B999-29FD88907603}" type="slidenum">
              <a:t>&lt;#&gt;</a:t>
            </a:fld>
          </a:p>
        </p:txBody>
      </p:sp>
      <p:sp>
        <p:nvSpPr>
          <p:cNvPr id="9" name="PlaceHolder 8"/>
          <p:cNvSpPr>
            <a:spLocks noGrp="1"/>
          </p:cNvSpPr>
          <p:nvPr>
            <p:ph type="dt" idx="15"/>
          </p:nvPr>
        </p:nvSpPr>
        <p:spPr/>
        <p:txBody>
          <a:bodyPr/>
          <a:p>
            <a:r>
              <a:rPr lang="en-US"/>
              <a:t/>
            </a: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3"/>
          </p:nvPr>
        </p:nvSpPr>
        <p:spPr/>
        <p:txBody>
          <a:bodyPr/>
          <a:p>
            <a:r>
              <a:t>Footer</a:t>
            </a:r>
          </a:p>
        </p:txBody>
      </p:sp>
      <p:sp>
        <p:nvSpPr>
          <p:cNvPr id="10" name="PlaceHolder 9"/>
          <p:cNvSpPr>
            <a:spLocks noGrp="1"/>
          </p:cNvSpPr>
          <p:nvPr>
            <p:ph type="sldNum" idx="14"/>
          </p:nvPr>
        </p:nvSpPr>
        <p:spPr/>
        <p:txBody>
          <a:bodyPr/>
          <a:p>
            <a:fld id="{EF3C3807-9504-45B2-98E1-AABBB4ED75EA}" type="slidenum">
              <a:t>&lt;#&gt;</a:t>
            </a:fld>
          </a:p>
        </p:txBody>
      </p:sp>
      <p:sp>
        <p:nvSpPr>
          <p:cNvPr id="11" name="PlaceHolder 10"/>
          <p:cNvSpPr>
            <a:spLocks noGrp="1"/>
          </p:cNvSpPr>
          <p:nvPr>
            <p:ph type="dt" idx="15"/>
          </p:nvPr>
        </p:nvSpPr>
        <p:spPr/>
        <p:txBody>
          <a:bodyPr/>
          <a:p>
            <a:r>
              <a:rPr lang="en-US"/>
              <a:t/>
            </a: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0AA43096-6C3F-48AE-ACE1-C748A85CBE56}" type="slidenum">
              <a:t>&lt;#&gt;</a:t>
            </a:fld>
          </a:p>
        </p:txBody>
      </p:sp>
      <p:sp>
        <p:nvSpPr>
          <p:cNvPr id="4" name="PlaceHolder 3"/>
          <p:cNvSpPr>
            <a:spLocks noGrp="1"/>
          </p:cNvSpPr>
          <p:nvPr>
            <p:ph type="dt" idx="18"/>
          </p:nvPr>
        </p:nvSpPr>
        <p:spPr/>
        <p:txBody>
          <a:bodyPr/>
          <a:p>
            <a:r>
              <a:rPr lang="en-US"/>
              <a:t/>
            </a: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3C6BB5AF-4FF5-4A60-A3F7-C1C9DD91B78C}"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CB26839F-4AE9-4723-B049-F8A390E7B88F}"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FD0ED6E5-08C8-41C2-8351-ECBE637CAA07}"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CA3E9E31-ADED-4202-B114-DF0D668DBCE3}"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1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642D6B7A-4CD4-442E-9E32-774469668B0F}"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490A822A-829D-4E91-9DFB-02369AE9C0A5}"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EE4BE2F0-D0D9-4D09-B9DE-EA5EA225790B}"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734050A7-7574-477F-9261-90D846CB9A9A}"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B01AE680-0A2A-45F1-8C07-BD78D32E808B}"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6"/>
          </p:nvPr>
        </p:nvSpPr>
        <p:spPr/>
        <p:txBody>
          <a:bodyPr/>
          <a:p>
            <a:r>
              <a:t>Footer</a:t>
            </a:r>
          </a:p>
        </p:txBody>
      </p:sp>
      <p:sp>
        <p:nvSpPr>
          <p:cNvPr id="8" name="PlaceHolder 7"/>
          <p:cNvSpPr>
            <a:spLocks noGrp="1"/>
          </p:cNvSpPr>
          <p:nvPr>
            <p:ph type="sldNum" idx="17"/>
          </p:nvPr>
        </p:nvSpPr>
        <p:spPr/>
        <p:txBody>
          <a:bodyPr/>
          <a:p>
            <a:fld id="{C25B2A65-AD5C-4583-BCB8-98245FBDE131}" type="slidenum">
              <a:t>&lt;#&gt;</a:t>
            </a:fld>
          </a:p>
        </p:txBody>
      </p:sp>
      <p:sp>
        <p:nvSpPr>
          <p:cNvPr id="9" name="PlaceHolder 8"/>
          <p:cNvSpPr>
            <a:spLocks noGrp="1"/>
          </p:cNvSpPr>
          <p:nvPr>
            <p:ph type="dt" idx="18"/>
          </p:nvPr>
        </p:nvSpPr>
        <p:spPr/>
        <p:txBody>
          <a:bodyPr/>
          <a:p>
            <a:r>
              <a:rPr lang="en-US"/>
              <a:t/>
            </a: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6"/>
          </p:nvPr>
        </p:nvSpPr>
        <p:spPr/>
        <p:txBody>
          <a:bodyPr/>
          <a:p>
            <a:r>
              <a:t>Footer</a:t>
            </a:r>
          </a:p>
        </p:txBody>
      </p:sp>
      <p:sp>
        <p:nvSpPr>
          <p:cNvPr id="10" name="PlaceHolder 9"/>
          <p:cNvSpPr>
            <a:spLocks noGrp="1"/>
          </p:cNvSpPr>
          <p:nvPr>
            <p:ph type="sldNum" idx="17"/>
          </p:nvPr>
        </p:nvSpPr>
        <p:spPr/>
        <p:txBody>
          <a:bodyPr/>
          <a:p>
            <a:fld id="{443E2D25-E286-4532-B775-E384C2EA7C2B}" type="slidenum">
              <a:t>&lt;#&gt;</a:t>
            </a:fld>
          </a:p>
        </p:txBody>
      </p:sp>
      <p:sp>
        <p:nvSpPr>
          <p:cNvPr id="11" name="PlaceHolder 10"/>
          <p:cNvSpPr>
            <a:spLocks noGrp="1"/>
          </p:cNvSpPr>
          <p:nvPr>
            <p:ph type="dt" idx="18"/>
          </p:nvPr>
        </p:nvSpPr>
        <p:spPr/>
        <p:txBody>
          <a:bodyPr/>
          <a:p>
            <a:r>
              <a:rPr lang="en-US"/>
              <a:t/>
            </a: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E240407D-0C76-4B88-B7FF-3B41B6282C4C}"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5A34CDB0-C14C-480C-ABE8-BDCE37F40FB3}"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928DDD6F-C564-47D4-822D-36053D2D0D0C}"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95D92D12-55FD-4397-BFB1-506488A785EC}"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643B9476-0773-479C-BD33-3E5470CFB831}"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5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9BA4CE40-7E68-4BCD-9336-A59DFFB857A2}"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2C9AED07-41C4-40E8-8379-71EECBEC8166}"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51EA0B27-0449-4187-A8A2-0152D9E6098F}"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80F26C84-6585-4985-AEC3-AEC1542F5B0E}"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D5123B9E-6940-45CD-8F88-998DFED417DA}"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9"/>
          </p:nvPr>
        </p:nvSpPr>
        <p:spPr/>
        <p:txBody>
          <a:bodyPr/>
          <a:p>
            <a:r>
              <a:t>Footer</a:t>
            </a:r>
          </a:p>
        </p:txBody>
      </p:sp>
      <p:sp>
        <p:nvSpPr>
          <p:cNvPr id="8" name="PlaceHolder 7"/>
          <p:cNvSpPr>
            <a:spLocks noGrp="1"/>
          </p:cNvSpPr>
          <p:nvPr>
            <p:ph type="sldNum" idx="20"/>
          </p:nvPr>
        </p:nvSpPr>
        <p:spPr/>
        <p:txBody>
          <a:bodyPr/>
          <a:p>
            <a:fld id="{C3C50420-68DD-4813-B5FB-1D75C75C45EC}" type="slidenum">
              <a:t>&lt;#&gt;</a:t>
            </a:fld>
          </a:p>
        </p:txBody>
      </p:sp>
      <p:sp>
        <p:nvSpPr>
          <p:cNvPr id="9" name="PlaceHolder 8"/>
          <p:cNvSpPr>
            <a:spLocks noGrp="1"/>
          </p:cNvSpPr>
          <p:nvPr>
            <p:ph type="dt" idx="21"/>
          </p:nvPr>
        </p:nvSpPr>
        <p:spPr/>
        <p:txBody>
          <a:bodyPr/>
          <a:p>
            <a:r>
              <a:rPr lang="en-US"/>
              <a:t/>
            </a: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9"/>
          </p:nvPr>
        </p:nvSpPr>
        <p:spPr/>
        <p:txBody>
          <a:bodyPr/>
          <a:p>
            <a:r>
              <a:t>Footer</a:t>
            </a:r>
          </a:p>
        </p:txBody>
      </p:sp>
      <p:sp>
        <p:nvSpPr>
          <p:cNvPr id="10" name="PlaceHolder 9"/>
          <p:cNvSpPr>
            <a:spLocks noGrp="1"/>
          </p:cNvSpPr>
          <p:nvPr>
            <p:ph type="sldNum" idx="20"/>
          </p:nvPr>
        </p:nvSpPr>
        <p:spPr/>
        <p:txBody>
          <a:bodyPr/>
          <a:p>
            <a:fld id="{362F589F-C822-4117-A155-33EE3A419C59}" type="slidenum">
              <a:t>&lt;#&gt;</a:t>
            </a:fld>
          </a:p>
        </p:txBody>
      </p:sp>
      <p:sp>
        <p:nvSpPr>
          <p:cNvPr id="11" name="PlaceHolder 10"/>
          <p:cNvSpPr>
            <a:spLocks noGrp="1"/>
          </p:cNvSpPr>
          <p:nvPr>
            <p:ph type="dt" idx="21"/>
          </p:nvPr>
        </p:nvSpPr>
        <p:spPr/>
        <p:txBody>
          <a:bodyPr/>
          <a:p>
            <a:r>
              <a:rPr lang="en-US"/>
              <a:t/>
            </a: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A7C33E57-A5AF-4C93-A80C-96887CEC0058}"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DB2986D4-01AB-49D6-9B48-EB736DC2530C}"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F45EA01F-3064-4D3E-8AD0-4EEE7A89E5F5}"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88DA961C-E38A-411B-BD8E-3B374A023992}"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E5E4C1DB-770A-4F01-8131-4F8C89C2584D}"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0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E06BE028-B1D4-4948-B9F3-44F874741ED5}"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4657A504-8D82-4768-8554-B137FE54BDB7}"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2E0500EC-600A-41C2-A985-7025E56B4BF0}"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CC2126AB-BD43-408B-8864-2BF190F24D8D}"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D4EBB0EB-4B16-4E5E-B662-D399FD5B3D63}"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2"/>
          </p:nvPr>
        </p:nvSpPr>
        <p:spPr/>
        <p:txBody>
          <a:bodyPr/>
          <a:p>
            <a:r>
              <a:t>Footer</a:t>
            </a:r>
          </a:p>
        </p:txBody>
      </p:sp>
      <p:sp>
        <p:nvSpPr>
          <p:cNvPr id="8" name="PlaceHolder 7"/>
          <p:cNvSpPr>
            <a:spLocks noGrp="1"/>
          </p:cNvSpPr>
          <p:nvPr>
            <p:ph type="sldNum" idx="23"/>
          </p:nvPr>
        </p:nvSpPr>
        <p:spPr/>
        <p:txBody>
          <a:bodyPr/>
          <a:p>
            <a:fld id="{30DB43C6-5003-47E7-9009-620ABF99659A}" type="slidenum">
              <a:t>&lt;#&gt;</a:t>
            </a:fld>
          </a:p>
        </p:txBody>
      </p:sp>
      <p:sp>
        <p:nvSpPr>
          <p:cNvPr id="9" name="PlaceHolder 8"/>
          <p:cNvSpPr>
            <a:spLocks noGrp="1"/>
          </p:cNvSpPr>
          <p:nvPr>
            <p:ph type="dt" idx="24"/>
          </p:nvPr>
        </p:nvSpPr>
        <p:spPr/>
        <p:txBody>
          <a:bodyPr/>
          <a:p>
            <a:r>
              <a:rPr lang="en-US"/>
              <a:t/>
            </a: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2"/>
          </p:nvPr>
        </p:nvSpPr>
        <p:spPr/>
        <p:txBody>
          <a:bodyPr/>
          <a:p>
            <a:r>
              <a:t>Footer</a:t>
            </a:r>
          </a:p>
        </p:txBody>
      </p:sp>
      <p:sp>
        <p:nvSpPr>
          <p:cNvPr id="10" name="PlaceHolder 9"/>
          <p:cNvSpPr>
            <a:spLocks noGrp="1"/>
          </p:cNvSpPr>
          <p:nvPr>
            <p:ph type="sldNum" idx="23"/>
          </p:nvPr>
        </p:nvSpPr>
        <p:spPr/>
        <p:txBody>
          <a:bodyPr/>
          <a:p>
            <a:fld id="{0FADBAD7-77F3-4B5F-85AD-07BAFA215126}" type="slidenum">
              <a:t>&lt;#&gt;</a:t>
            </a:fld>
          </a:p>
        </p:txBody>
      </p:sp>
      <p:sp>
        <p:nvSpPr>
          <p:cNvPr id="11" name="PlaceHolder 10"/>
          <p:cNvSpPr>
            <a:spLocks noGrp="1"/>
          </p:cNvSpPr>
          <p:nvPr>
            <p:ph type="dt" idx="24"/>
          </p:nvPr>
        </p:nvSpPr>
        <p:spPr/>
        <p:txBody>
          <a:bodyPr/>
          <a:p>
            <a:r>
              <a:rPr lang="en-US"/>
              <a:t/>
            </a: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8F5A3CEF-3222-4D0B-8750-DF7D65D071ED}"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55FE5C49-1742-4C8A-A2EF-2A2B566569A3}"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1C19C961-A19E-426A-9D16-5010C657A998}"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FF1466B3-C53A-4F94-9179-89B33AAB72BC}"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0D27D97A-339B-4BD3-ACC1-89794CF14165}"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4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09B5C435-4214-4EFB-92D9-19F2FA4BF9BC}"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343E32D2-2572-42F9-9681-E1A941D499B5}"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65574B43-64C1-4C59-91E9-9F93D05D62B6}"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1EEB1B20-E597-46AC-A693-D166968C1216}"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BA52AE6F-DF13-4C73-8B9A-88033FB680A5}"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5"/>
          </p:nvPr>
        </p:nvSpPr>
        <p:spPr/>
        <p:txBody>
          <a:bodyPr/>
          <a:p>
            <a:r>
              <a:t>Footer</a:t>
            </a:r>
          </a:p>
        </p:txBody>
      </p:sp>
      <p:sp>
        <p:nvSpPr>
          <p:cNvPr id="8" name="PlaceHolder 7"/>
          <p:cNvSpPr>
            <a:spLocks noGrp="1"/>
          </p:cNvSpPr>
          <p:nvPr>
            <p:ph type="sldNum" idx="26"/>
          </p:nvPr>
        </p:nvSpPr>
        <p:spPr/>
        <p:txBody>
          <a:bodyPr/>
          <a:p>
            <a:fld id="{AF2BD42B-84E0-4F62-A819-10FADD6A5AFE}" type="slidenum">
              <a:t>&lt;#&gt;</a:t>
            </a:fld>
          </a:p>
        </p:txBody>
      </p:sp>
      <p:sp>
        <p:nvSpPr>
          <p:cNvPr id="9" name="PlaceHolder 8"/>
          <p:cNvSpPr>
            <a:spLocks noGrp="1"/>
          </p:cNvSpPr>
          <p:nvPr>
            <p:ph type="dt" idx="27"/>
          </p:nvPr>
        </p:nvSpPr>
        <p:spPr/>
        <p:txBody>
          <a:bodyPr/>
          <a:p>
            <a:r>
              <a:rPr lang="en-US"/>
              <a:t/>
            </a: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5"/>
          </p:nvPr>
        </p:nvSpPr>
        <p:spPr/>
        <p:txBody>
          <a:bodyPr/>
          <a:p>
            <a:r>
              <a:t>Footer</a:t>
            </a:r>
          </a:p>
        </p:txBody>
      </p:sp>
      <p:sp>
        <p:nvSpPr>
          <p:cNvPr id="10" name="PlaceHolder 9"/>
          <p:cNvSpPr>
            <a:spLocks noGrp="1"/>
          </p:cNvSpPr>
          <p:nvPr>
            <p:ph type="sldNum" idx="26"/>
          </p:nvPr>
        </p:nvSpPr>
        <p:spPr/>
        <p:txBody>
          <a:bodyPr/>
          <a:p>
            <a:fld id="{46EABD86-542C-4836-B10D-09E3E8F84406}" type="slidenum">
              <a:t>&lt;#&gt;</a:t>
            </a:fld>
          </a:p>
        </p:txBody>
      </p:sp>
      <p:sp>
        <p:nvSpPr>
          <p:cNvPr id="11" name="PlaceHolder 10"/>
          <p:cNvSpPr>
            <a:spLocks noGrp="1"/>
          </p:cNvSpPr>
          <p:nvPr>
            <p:ph type="dt" idx="27"/>
          </p:nvPr>
        </p:nvSpPr>
        <p:spPr/>
        <p:txBody>
          <a:bodyPr/>
          <a:p>
            <a:r>
              <a:rPr lang="en-US"/>
              <a:t/>
            </a:r>
          </a:p>
        </p:txBody>
      </p:sp>
    </p:spTree>
  </p:cSld>
</p:sldLayout>
</file>

<file path=ppt/slideLayouts/slideLayout1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BE780892-8E3C-4814-AD57-783D4D1C99D8}"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B7C5D8C9-DB92-4EF2-89BF-43AE5D76D33D}"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2E826E1C-31F7-49C9-BD9F-3244BAFC0995}"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D2CAEB8F-0F33-4EB8-8225-FF7DA71BCE5E}"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CFB73B02-B7A8-4411-A759-150D7D13DBA8}"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8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F2FC7074-3FCC-4488-AB72-965E6859FD4B}"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783B0002-E9FE-4DBE-BB49-EF4459A5F274}"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D14321DC-3EF1-474F-8BF2-DD60B4AC18F4}"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30F2724D-AE1A-46AD-ADE9-D988BCDE515A}"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2319CE3B-7E3C-403E-8C9A-439C660F0BE9}"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8"/>
          </p:nvPr>
        </p:nvSpPr>
        <p:spPr/>
        <p:txBody>
          <a:bodyPr/>
          <a:p>
            <a:r>
              <a:t>Footer</a:t>
            </a:r>
          </a:p>
        </p:txBody>
      </p:sp>
      <p:sp>
        <p:nvSpPr>
          <p:cNvPr id="8" name="PlaceHolder 7"/>
          <p:cNvSpPr>
            <a:spLocks noGrp="1"/>
          </p:cNvSpPr>
          <p:nvPr>
            <p:ph type="sldNum" idx="29"/>
          </p:nvPr>
        </p:nvSpPr>
        <p:spPr/>
        <p:txBody>
          <a:bodyPr/>
          <a:p>
            <a:fld id="{9EA73EF6-FCDA-42CE-8948-991D8931700F}" type="slidenum">
              <a:t>&lt;#&gt;</a:t>
            </a:fld>
          </a:p>
        </p:txBody>
      </p:sp>
      <p:sp>
        <p:nvSpPr>
          <p:cNvPr id="9" name="PlaceHolder 8"/>
          <p:cNvSpPr>
            <a:spLocks noGrp="1"/>
          </p:cNvSpPr>
          <p:nvPr>
            <p:ph type="dt" idx="30"/>
          </p:nvPr>
        </p:nvSpPr>
        <p:spPr/>
        <p:txBody>
          <a:bodyPr/>
          <a:p>
            <a:r>
              <a:rPr lang="en-US"/>
              <a:t/>
            </a:r>
          </a:p>
        </p:txBody>
      </p:sp>
    </p:spTree>
  </p:cSld>
</p:sldLayout>
</file>

<file path=ppt/slideLayouts/slideLayout1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0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8"/>
          </p:nvPr>
        </p:nvSpPr>
        <p:spPr/>
        <p:txBody>
          <a:bodyPr/>
          <a:p>
            <a:r>
              <a:t>Footer</a:t>
            </a:r>
          </a:p>
        </p:txBody>
      </p:sp>
      <p:sp>
        <p:nvSpPr>
          <p:cNvPr id="10" name="PlaceHolder 9"/>
          <p:cNvSpPr>
            <a:spLocks noGrp="1"/>
          </p:cNvSpPr>
          <p:nvPr>
            <p:ph type="sldNum" idx="29"/>
          </p:nvPr>
        </p:nvSpPr>
        <p:spPr/>
        <p:txBody>
          <a:bodyPr/>
          <a:p>
            <a:fld id="{4AEBAEA9-D08A-4708-A392-5B78C2FBA701}" type="slidenum">
              <a:t>&lt;#&gt;</a:t>
            </a:fld>
          </a:p>
        </p:txBody>
      </p:sp>
      <p:sp>
        <p:nvSpPr>
          <p:cNvPr id="11" name="PlaceHolder 10"/>
          <p:cNvSpPr>
            <a:spLocks noGrp="1"/>
          </p:cNvSpPr>
          <p:nvPr>
            <p:ph type="dt" idx="30"/>
          </p:nvPr>
        </p:nvSpPr>
        <p:spPr/>
        <p:txBody>
          <a:bodyPr/>
          <a:p>
            <a:r>
              <a:rPr lang="en-US"/>
              <a:t/>
            </a:r>
          </a:p>
        </p:txBody>
      </p:sp>
    </p:spTree>
  </p:cSld>
</p:sldLayout>
</file>

<file path=ppt/slideLayouts/slideLayout1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46B5261E-6369-4699-9031-857C07574918}"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02795E37-9916-4D21-80B1-AF3F4E023BF0}"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812D678B-4A26-4DCB-8EDE-5202AB66433A}"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9E9CBC46-7406-4E77-B9AD-CC03C452DFF9}"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502EBA12-0494-4CDC-A579-D3AC5824BCD3}"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2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ACB351DA-18DE-4326-B692-DF3755743394}"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CDB6571B-D1D2-4072-A3C5-76D944CA7B91}"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4EF2233F-EDFF-47E3-8DB9-CD085998E601}"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64C70F89-8AE9-4EBA-A1A4-DB85EA21CDAB}"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510B995D-6528-4675-A4A2-89AC25460B4F}"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1"/>
          </p:nvPr>
        </p:nvSpPr>
        <p:spPr/>
        <p:txBody>
          <a:bodyPr/>
          <a:p>
            <a:r>
              <a:t>Footer</a:t>
            </a:r>
          </a:p>
        </p:txBody>
      </p:sp>
      <p:sp>
        <p:nvSpPr>
          <p:cNvPr id="8" name="PlaceHolder 7"/>
          <p:cNvSpPr>
            <a:spLocks noGrp="1"/>
          </p:cNvSpPr>
          <p:nvPr>
            <p:ph type="sldNum" idx="32"/>
          </p:nvPr>
        </p:nvSpPr>
        <p:spPr/>
        <p:txBody>
          <a:bodyPr/>
          <a:p>
            <a:fld id="{31DF8289-896A-4511-906E-B579A0DBF18B}" type="slidenum">
              <a:t>&lt;#&gt;</a:t>
            </a:fld>
          </a:p>
        </p:txBody>
      </p:sp>
      <p:sp>
        <p:nvSpPr>
          <p:cNvPr id="9" name="PlaceHolder 8"/>
          <p:cNvSpPr>
            <a:spLocks noGrp="1"/>
          </p:cNvSpPr>
          <p:nvPr>
            <p:ph type="dt" idx="33"/>
          </p:nvPr>
        </p:nvSpPr>
        <p:spPr/>
        <p:txBody>
          <a:bodyPr/>
          <a:p>
            <a:r>
              <a:rPr lang="en-US"/>
              <a:t/>
            </a:r>
          </a:p>
        </p:txBody>
      </p:sp>
    </p:spTree>
  </p:cSld>
</p:sldLayout>
</file>

<file path=ppt/slideLayouts/slideLayout1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5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1"/>
          </p:nvPr>
        </p:nvSpPr>
        <p:spPr/>
        <p:txBody>
          <a:bodyPr/>
          <a:p>
            <a:r>
              <a:t>Footer</a:t>
            </a:r>
          </a:p>
        </p:txBody>
      </p:sp>
      <p:sp>
        <p:nvSpPr>
          <p:cNvPr id="10" name="PlaceHolder 9"/>
          <p:cNvSpPr>
            <a:spLocks noGrp="1"/>
          </p:cNvSpPr>
          <p:nvPr>
            <p:ph type="sldNum" idx="32"/>
          </p:nvPr>
        </p:nvSpPr>
        <p:spPr/>
        <p:txBody>
          <a:bodyPr/>
          <a:p>
            <a:fld id="{3EF2D7DB-1123-48D4-A2E6-22BDA5D90FD2}" type="slidenum">
              <a:t>&lt;#&gt;</a:t>
            </a:fld>
          </a:p>
        </p:txBody>
      </p:sp>
      <p:sp>
        <p:nvSpPr>
          <p:cNvPr id="11" name="PlaceHolder 10"/>
          <p:cNvSpPr>
            <a:spLocks noGrp="1"/>
          </p:cNvSpPr>
          <p:nvPr>
            <p:ph type="dt" idx="33"/>
          </p:nvPr>
        </p:nvSpPr>
        <p:spPr/>
        <p:txBody>
          <a:bodyPr/>
          <a:p>
            <a:r>
              <a:rPr lang="en-US"/>
              <a:t/>
            </a:r>
          </a:p>
        </p:txBody>
      </p:sp>
    </p:spTree>
  </p:cSld>
</p:sldLayout>
</file>

<file path=ppt/slideLayouts/slideLayout1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FB096DFD-3CD3-4A4B-93F0-5FF4D8C246A2}"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C3658521-9663-40FD-9223-0754A24F5630}"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EA3A8304-0AED-4F56-AFA4-681E3C1DC047}"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FCC4367E-C939-44C8-A259-4D3175991002}"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5918317B-F1E0-47FC-86F3-3BC8DF8C610B}"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6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8B55D6B1-2E34-493A-A3B6-538BD71260C7}"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3D8C8A0B-97B5-4C25-9E98-80AD6B1FA29A}"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80971EF7-59CA-4714-93BA-4507EFED0395}"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54132FDB-025F-4A07-8A56-8E808DCA32BB}"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FEDED725-2478-4A2A-99A1-51F4C67DB513}"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4"/>
          </p:nvPr>
        </p:nvSpPr>
        <p:spPr/>
        <p:txBody>
          <a:bodyPr/>
          <a:p>
            <a:r>
              <a:t>Footer</a:t>
            </a:r>
          </a:p>
        </p:txBody>
      </p:sp>
      <p:sp>
        <p:nvSpPr>
          <p:cNvPr id="8" name="PlaceHolder 7"/>
          <p:cNvSpPr>
            <a:spLocks noGrp="1"/>
          </p:cNvSpPr>
          <p:nvPr>
            <p:ph type="sldNum" idx="35"/>
          </p:nvPr>
        </p:nvSpPr>
        <p:spPr/>
        <p:txBody>
          <a:bodyPr/>
          <a:p>
            <a:fld id="{5C1B87D5-A014-4620-B0AD-14F33885C863}" type="slidenum">
              <a:t>&lt;#&gt;</a:t>
            </a:fld>
          </a:p>
        </p:txBody>
      </p:sp>
      <p:sp>
        <p:nvSpPr>
          <p:cNvPr id="9" name="PlaceHolder 8"/>
          <p:cNvSpPr>
            <a:spLocks noGrp="1"/>
          </p:cNvSpPr>
          <p:nvPr>
            <p:ph type="dt" idx="36"/>
          </p:nvPr>
        </p:nvSpPr>
        <p:spPr/>
        <p:txBody>
          <a:bodyPr/>
          <a:p>
            <a:r>
              <a:rPr lang="en-US"/>
              <a:t/>
            </a:r>
          </a:p>
        </p:txBody>
      </p:sp>
    </p:spTree>
  </p:cSld>
</p:sldLayout>
</file>

<file path=ppt/slideLayouts/slideLayout1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4"/>
          </p:nvPr>
        </p:nvSpPr>
        <p:spPr/>
        <p:txBody>
          <a:bodyPr/>
          <a:p>
            <a:r>
              <a:t>Footer</a:t>
            </a:r>
          </a:p>
        </p:txBody>
      </p:sp>
      <p:sp>
        <p:nvSpPr>
          <p:cNvPr id="10" name="PlaceHolder 9"/>
          <p:cNvSpPr>
            <a:spLocks noGrp="1"/>
          </p:cNvSpPr>
          <p:nvPr>
            <p:ph type="sldNum" idx="35"/>
          </p:nvPr>
        </p:nvSpPr>
        <p:spPr/>
        <p:txBody>
          <a:bodyPr/>
          <a:p>
            <a:fld id="{54C3E029-DF0D-4121-8E14-8C3E923C0133}" type="slidenum">
              <a:t>&lt;#&gt;</a:t>
            </a:fld>
          </a:p>
        </p:txBody>
      </p:sp>
      <p:sp>
        <p:nvSpPr>
          <p:cNvPr id="11" name="PlaceHolder 10"/>
          <p:cNvSpPr>
            <a:spLocks noGrp="1"/>
          </p:cNvSpPr>
          <p:nvPr>
            <p:ph type="dt" idx="36"/>
          </p:nvPr>
        </p:nvSpPr>
        <p:spPr/>
        <p:txBody>
          <a:bodyPr/>
          <a:p>
            <a:r>
              <a:rPr lang="en-US"/>
              <a:t/>
            </a:r>
          </a:p>
        </p:txBody>
      </p:sp>
    </p:spTree>
  </p:cSld>
</p:sldLayout>
</file>

<file path=ppt/slideLayouts/slideLayout1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7EDB7988-D70A-42BB-9EA6-B9AB750206FF}" type="slidenum">
              <a:t>&lt;#&gt;</a:t>
            </a:fld>
          </a:p>
        </p:txBody>
      </p:sp>
      <p:sp>
        <p:nvSpPr>
          <p:cNvPr id="4" name="PlaceHolder 3"/>
          <p:cNvSpPr>
            <a:spLocks noGrp="1"/>
          </p:cNvSpPr>
          <p:nvPr>
            <p:ph type="dt" idx="39"/>
          </p:nvPr>
        </p:nvSpPr>
        <p:spPr/>
        <p:txBody>
          <a:bodyPr/>
          <a:p>
            <a:r>
              <a:rPr lang="en-US"/>
              <a:t/>
            </a:r>
          </a:p>
        </p:txBody>
      </p:sp>
    </p:spTree>
  </p:cSld>
</p:sldLayout>
</file>

<file path=ppt/slideLayouts/slideLayout1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C6722173-E738-43B3-9AEA-1275A9CD1216}"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A93075B1-E5E6-483E-9B45-278A0008BE92}"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F59472A1-EEFA-4B98-926F-7A8C968C382B}"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1B479E76-30A2-48FF-8A50-D9799866EC63}"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0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C688A8B9-66CA-4F64-A7BA-84C284656D4B}"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0FEA29A1-9245-4E84-8FC7-9206BDD51E69}"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348BF686-3290-4056-B88F-C67C8628A390}"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AE07BB2F-9420-4785-B58A-D07F8DBB5BC8}"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35104AC9-EC8C-4849-8F89-95A000EC1ED0}"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7"/>
          </p:nvPr>
        </p:nvSpPr>
        <p:spPr/>
        <p:txBody>
          <a:bodyPr/>
          <a:p>
            <a:r>
              <a:t>Footer</a:t>
            </a:r>
          </a:p>
        </p:txBody>
      </p:sp>
      <p:sp>
        <p:nvSpPr>
          <p:cNvPr id="8" name="PlaceHolder 7"/>
          <p:cNvSpPr>
            <a:spLocks noGrp="1"/>
          </p:cNvSpPr>
          <p:nvPr>
            <p:ph type="sldNum" idx="38"/>
          </p:nvPr>
        </p:nvSpPr>
        <p:spPr/>
        <p:txBody>
          <a:bodyPr/>
          <a:p>
            <a:fld id="{9B01D616-61EF-416E-97F2-1591EFDD7D9E}" type="slidenum">
              <a:t>&lt;#&gt;</a:t>
            </a:fld>
          </a:p>
        </p:txBody>
      </p:sp>
      <p:sp>
        <p:nvSpPr>
          <p:cNvPr id="9" name="PlaceHolder 8"/>
          <p:cNvSpPr>
            <a:spLocks noGrp="1"/>
          </p:cNvSpPr>
          <p:nvPr>
            <p:ph type="dt" idx="39"/>
          </p:nvPr>
        </p:nvSpPr>
        <p:spPr/>
        <p:txBody>
          <a:bodyPr/>
          <a:p>
            <a:r>
              <a:rPr lang="en-US"/>
              <a:t/>
            </a:r>
          </a:p>
        </p:txBody>
      </p:sp>
    </p:spTree>
  </p:cSld>
</p:sldLayout>
</file>

<file path=ppt/slideLayouts/slideLayout1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7"/>
          </p:nvPr>
        </p:nvSpPr>
        <p:spPr/>
        <p:txBody>
          <a:bodyPr/>
          <a:p>
            <a:r>
              <a:t>Footer</a:t>
            </a:r>
          </a:p>
        </p:txBody>
      </p:sp>
      <p:sp>
        <p:nvSpPr>
          <p:cNvPr id="10" name="PlaceHolder 9"/>
          <p:cNvSpPr>
            <a:spLocks noGrp="1"/>
          </p:cNvSpPr>
          <p:nvPr>
            <p:ph type="sldNum" idx="38"/>
          </p:nvPr>
        </p:nvSpPr>
        <p:spPr/>
        <p:txBody>
          <a:bodyPr/>
          <a:p>
            <a:fld id="{C85C9597-ADAA-4B4A-B26F-8C976F603AD3}" type="slidenum">
              <a:t>&lt;#&gt;</a:t>
            </a:fld>
          </a:p>
        </p:txBody>
      </p:sp>
      <p:sp>
        <p:nvSpPr>
          <p:cNvPr id="11" name="PlaceHolder 10"/>
          <p:cNvSpPr>
            <a:spLocks noGrp="1"/>
          </p:cNvSpPr>
          <p:nvPr>
            <p:ph type="dt" idx="39"/>
          </p:nvPr>
        </p:nvSpPr>
        <p:spPr/>
        <p:txBody>
          <a:bodyPr/>
          <a:p>
            <a:r>
              <a:rPr lang="en-US"/>
              <a:t/>
            </a:r>
          </a:p>
        </p:txBody>
      </p:sp>
    </p:spTree>
  </p:cSld>
</p:sldLayout>
</file>

<file path=ppt/slideLayouts/slideLayout1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CAF7E4B1-A176-4291-B3C1-87116F37C7ED}"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3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AA91F0E1-6C59-48A3-8B4E-1782EC112929}"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FE9A00FE-A645-4803-AE35-674C4B88D22E}"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46C23FDD-3EAC-486C-95E6-9BD4F4206DC5}"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FB4DFA2E-E437-48DA-8216-D01F980380E8}"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BFE4C12A-4799-49DD-94D3-4A77FE03526A}"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4E3402E9-0CF7-4621-B229-CF3919B629F9}"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1271FC9D-C68B-4C4E-AD02-2A05E645E1E2}"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0F36E611-7A01-49BB-B1B7-7E421A574686}"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B1C2F513-C3D1-49BD-A340-A3558E37C70E}"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0"/>
          </p:nvPr>
        </p:nvSpPr>
        <p:spPr/>
        <p:txBody>
          <a:bodyPr/>
          <a:p>
            <a:r>
              <a:t>Footer</a:t>
            </a:r>
          </a:p>
        </p:txBody>
      </p:sp>
      <p:sp>
        <p:nvSpPr>
          <p:cNvPr id="8" name="PlaceHolder 7"/>
          <p:cNvSpPr>
            <a:spLocks noGrp="1"/>
          </p:cNvSpPr>
          <p:nvPr>
            <p:ph type="sldNum" idx="41"/>
          </p:nvPr>
        </p:nvSpPr>
        <p:spPr/>
        <p:txBody>
          <a:bodyPr/>
          <a:p>
            <a:fld id="{8FCBC413-A7FD-4B43-BCA9-CDB0F7974EE2}" type="slidenum">
              <a:t>&lt;#&gt;</a:t>
            </a:fld>
          </a:p>
        </p:txBody>
      </p:sp>
      <p:sp>
        <p:nvSpPr>
          <p:cNvPr id="9" name="PlaceHolder 8"/>
          <p:cNvSpPr>
            <a:spLocks noGrp="1"/>
          </p:cNvSpPr>
          <p:nvPr>
            <p:ph type="dt" idx="42"/>
          </p:nvPr>
        </p:nvSpPr>
        <p:spPr/>
        <p:txBody>
          <a:bodyPr/>
          <a:p>
            <a:r>
              <a:rPr lang="en-US"/>
              <a:t/>
            </a:r>
          </a:p>
        </p:txBody>
      </p:sp>
    </p:spTree>
  </p:cSld>
</p:sldLayout>
</file>

<file path=ppt/slideLayouts/slideLayout1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0"/>
          </p:nvPr>
        </p:nvSpPr>
        <p:spPr/>
        <p:txBody>
          <a:bodyPr/>
          <a:p>
            <a:r>
              <a:t>Footer</a:t>
            </a:r>
          </a:p>
        </p:txBody>
      </p:sp>
      <p:sp>
        <p:nvSpPr>
          <p:cNvPr id="10" name="PlaceHolder 9"/>
          <p:cNvSpPr>
            <a:spLocks noGrp="1"/>
          </p:cNvSpPr>
          <p:nvPr>
            <p:ph type="sldNum" idx="41"/>
          </p:nvPr>
        </p:nvSpPr>
        <p:spPr/>
        <p:txBody>
          <a:bodyPr/>
          <a:p>
            <a:fld id="{9F60A126-6F01-4A9B-97FC-65C2E8428AF6}" type="slidenum">
              <a:t>&lt;#&gt;</a:t>
            </a:fld>
          </a:p>
        </p:txBody>
      </p:sp>
      <p:sp>
        <p:nvSpPr>
          <p:cNvPr id="11" name="PlaceHolder 10"/>
          <p:cNvSpPr>
            <a:spLocks noGrp="1"/>
          </p:cNvSpPr>
          <p:nvPr>
            <p:ph type="dt" idx="42"/>
          </p:nvPr>
        </p:nvSpPr>
        <p:spPr/>
        <p:txBody>
          <a:bodyPr/>
          <a:p>
            <a:r>
              <a:rPr lang="en-US"/>
              <a:t/>
            </a:r>
          </a:p>
        </p:txBody>
      </p:sp>
    </p:spTree>
  </p:cSld>
</p:sldLayout>
</file>

<file path=ppt/slideLayouts/slideLayout1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p>
            <a:r>
              <a:t>Footer</a:t>
            </a:r>
          </a:p>
        </p:txBody>
      </p:sp>
      <p:sp>
        <p:nvSpPr>
          <p:cNvPr id="3" name="PlaceHolder 2"/>
          <p:cNvSpPr>
            <a:spLocks noGrp="1"/>
          </p:cNvSpPr>
          <p:nvPr>
            <p:ph type="sldNum" idx="44"/>
          </p:nvPr>
        </p:nvSpPr>
        <p:spPr/>
        <p:txBody>
          <a:bodyPr/>
          <a:p>
            <a:fld id="{35891043-AAD6-4D0F-AB8D-1EE4FFF026FD}" type="slidenum">
              <a:t>&lt;#&gt;</a:t>
            </a:fld>
          </a:p>
        </p:txBody>
      </p:sp>
      <p:sp>
        <p:nvSpPr>
          <p:cNvPr id="4" name="PlaceHolder 3"/>
          <p:cNvSpPr>
            <a:spLocks noGrp="1"/>
          </p:cNvSpPr>
          <p:nvPr>
            <p:ph type="dt" idx="45"/>
          </p:nvPr>
        </p:nvSpPr>
        <p:spPr/>
        <p:txBody>
          <a:bodyPr/>
          <a:p>
            <a:r>
              <a:rPr lang="en-US"/>
              <a:t/>
            </a:r>
          </a:p>
        </p:txBody>
      </p:sp>
    </p:spTree>
  </p:cSld>
</p:sldLayout>
</file>

<file path=ppt/slideLayouts/slideLayout1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7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ED288246-CD25-4403-A5D1-AA2824BF50CB}"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49806C7C-C80C-4DD3-A318-C2D4A503A35B}"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366CE0AA-1CDE-4089-A6FC-F723B822180F}"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226E0216-28F3-4902-96BB-BFBEAC3D898F}"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8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3A985AE7-C4AB-4795-926C-C4F9ABD911EE}"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2A90F94E-37A5-471A-B8E4-645F6794921B}"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B35FDB93-AD8D-44F0-9418-915FAC7AA7D4}"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4FBCA0A2-D21E-4B94-B088-37AFC2320691}"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DCE15BAA-5086-4375-BE49-05DEC5D4F449}"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3"/>
          </p:nvPr>
        </p:nvSpPr>
        <p:spPr/>
        <p:txBody>
          <a:bodyPr/>
          <a:p>
            <a:r>
              <a:t>Footer</a:t>
            </a:r>
          </a:p>
        </p:txBody>
      </p:sp>
      <p:sp>
        <p:nvSpPr>
          <p:cNvPr id="8" name="PlaceHolder 7"/>
          <p:cNvSpPr>
            <a:spLocks noGrp="1"/>
          </p:cNvSpPr>
          <p:nvPr>
            <p:ph type="sldNum" idx="44"/>
          </p:nvPr>
        </p:nvSpPr>
        <p:spPr/>
        <p:txBody>
          <a:bodyPr/>
          <a:p>
            <a:fld id="{DABC8D5F-DAB8-4DB7-A185-AABFEF54CDA9}" type="slidenum">
              <a:t>&lt;#&gt;</a:t>
            </a:fld>
          </a:p>
        </p:txBody>
      </p:sp>
      <p:sp>
        <p:nvSpPr>
          <p:cNvPr id="9" name="PlaceHolder 8"/>
          <p:cNvSpPr>
            <a:spLocks noGrp="1"/>
          </p:cNvSpPr>
          <p:nvPr>
            <p:ph type="dt" idx="45"/>
          </p:nvPr>
        </p:nvSpPr>
        <p:spPr/>
        <p:txBody>
          <a:bodyPr/>
          <a:p>
            <a:r>
              <a:rPr lang="en-US"/>
              <a:t/>
            </a:r>
          </a:p>
        </p:txBody>
      </p:sp>
    </p:spTree>
  </p:cSld>
</p:sldLayout>
</file>

<file path=ppt/slideLayouts/slideLayout1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3"/>
          </p:nvPr>
        </p:nvSpPr>
        <p:spPr/>
        <p:txBody>
          <a:bodyPr/>
          <a:p>
            <a:r>
              <a:t>Footer</a:t>
            </a:r>
          </a:p>
        </p:txBody>
      </p:sp>
      <p:sp>
        <p:nvSpPr>
          <p:cNvPr id="10" name="PlaceHolder 9"/>
          <p:cNvSpPr>
            <a:spLocks noGrp="1"/>
          </p:cNvSpPr>
          <p:nvPr>
            <p:ph type="sldNum" idx="44"/>
          </p:nvPr>
        </p:nvSpPr>
        <p:spPr/>
        <p:txBody>
          <a:bodyPr/>
          <a:p>
            <a:fld id="{CA6BDD9A-EBEE-4EB7-AFE3-DDA76FBB32A9}" type="slidenum">
              <a:t>&lt;#&gt;</a:t>
            </a:fld>
          </a:p>
        </p:txBody>
      </p:sp>
      <p:sp>
        <p:nvSpPr>
          <p:cNvPr id="11" name="PlaceHolder 10"/>
          <p:cNvSpPr>
            <a:spLocks noGrp="1"/>
          </p:cNvSpPr>
          <p:nvPr>
            <p:ph type="dt" idx="45"/>
          </p:nvPr>
        </p:nvSpPr>
        <p:spPr/>
        <p:txBody>
          <a:bodyPr/>
          <a:p>
            <a:r>
              <a:rPr lang="en-US"/>
              <a:t/>
            </a:r>
          </a:p>
        </p:txBody>
      </p:sp>
    </p:spTree>
  </p:cSld>
</p:sldLayout>
</file>

<file path=ppt/slideLayouts/slideLayout1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72A32B3F-3589-49ED-8DD9-B19824322D18}" type="slidenum">
              <a:t>&lt;#&gt;</a:t>
            </a:fld>
          </a:p>
        </p:txBody>
      </p:sp>
      <p:sp>
        <p:nvSpPr>
          <p:cNvPr id="4" name="PlaceHolder 3"/>
          <p:cNvSpPr>
            <a:spLocks noGrp="1"/>
          </p:cNvSpPr>
          <p:nvPr>
            <p:ph type="dt" idx="48"/>
          </p:nvPr>
        </p:nvSpPr>
        <p:spPr/>
        <p:txBody>
          <a:bodyPr/>
          <a:p>
            <a:r>
              <a:rPr lang="en-US"/>
              <a:t/>
            </a:r>
          </a:p>
        </p:txBody>
      </p:sp>
    </p:spTree>
  </p:cSld>
</p:sldLayout>
</file>

<file path=ppt/slideLayouts/slideLayout1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3F9C0F16-4780-47B8-8981-6D7BE0FFF740}"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D31BB819-53D5-418A-B1B3-03606F5336D8}"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25EF39F7-4B86-4BF9-B0C5-D671770C2237}"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DBAFA04A-8B00-4851-95F2-B815B353AC5C}"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2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98E236A7-0317-4C11-BE8F-6227576B035B}"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B0CFBD16-3FD7-4FB4-8BA5-9B2E1426F0F6}"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F692CFE0-DDEA-47F7-A1C7-037AE5DA59BD}"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CF26B142-5776-4D00-BBB8-68E0E688B687}"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DE05C39B-2B5E-45C2-BABC-8DE4B66E5DB1}"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6"/>
          </p:nvPr>
        </p:nvSpPr>
        <p:spPr/>
        <p:txBody>
          <a:bodyPr/>
          <a:p>
            <a:r>
              <a:t>Footer</a:t>
            </a:r>
          </a:p>
        </p:txBody>
      </p:sp>
      <p:sp>
        <p:nvSpPr>
          <p:cNvPr id="8" name="PlaceHolder 7"/>
          <p:cNvSpPr>
            <a:spLocks noGrp="1"/>
          </p:cNvSpPr>
          <p:nvPr>
            <p:ph type="sldNum" idx="47"/>
          </p:nvPr>
        </p:nvSpPr>
        <p:spPr/>
        <p:txBody>
          <a:bodyPr/>
          <a:p>
            <a:fld id="{8B747BC8-9C8C-47D2-9F99-CA5CB89C7778}" type="slidenum">
              <a:t>&lt;#&gt;</a:t>
            </a:fld>
          </a:p>
        </p:txBody>
      </p:sp>
      <p:sp>
        <p:nvSpPr>
          <p:cNvPr id="9" name="PlaceHolder 8"/>
          <p:cNvSpPr>
            <a:spLocks noGrp="1"/>
          </p:cNvSpPr>
          <p:nvPr>
            <p:ph type="dt" idx="48"/>
          </p:nvPr>
        </p:nvSpPr>
        <p:spPr/>
        <p:txBody>
          <a:bodyPr/>
          <a:p>
            <a:r>
              <a:rPr lang="en-US"/>
              <a:t/>
            </a:r>
          </a:p>
        </p:txBody>
      </p:sp>
    </p:spTree>
  </p:cSld>
</p:sldLayout>
</file>

<file path=ppt/slideLayouts/slideLayout1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6"/>
          </p:nvPr>
        </p:nvSpPr>
        <p:spPr/>
        <p:txBody>
          <a:bodyPr/>
          <a:p>
            <a:r>
              <a:t>Footer</a:t>
            </a:r>
          </a:p>
        </p:txBody>
      </p:sp>
      <p:sp>
        <p:nvSpPr>
          <p:cNvPr id="10" name="PlaceHolder 9"/>
          <p:cNvSpPr>
            <a:spLocks noGrp="1"/>
          </p:cNvSpPr>
          <p:nvPr>
            <p:ph type="sldNum" idx="47"/>
          </p:nvPr>
        </p:nvSpPr>
        <p:spPr/>
        <p:txBody>
          <a:bodyPr/>
          <a:p>
            <a:fld id="{EDF16DE5-9CE9-404C-B6EB-F64240DD97CC}" type="slidenum">
              <a:t>&lt;#&gt;</a:t>
            </a:fld>
          </a:p>
        </p:txBody>
      </p:sp>
      <p:sp>
        <p:nvSpPr>
          <p:cNvPr id="11" name="PlaceHolder 10"/>
          <p:cNvSpPr>
            <a:spLocks noGrp="1"/>
          </p:cNvSpPr>
          <p:nvPr>
            <p:ph type="dt" idx="48"/>
          </p:nvPr>
        </p:nvSpPr>
        <p:spPr/>
        <p:txBody>
          <a:bodyPr/>
          <a:p>
            <a:r>
              <a:rPr lang="en-US"/>
              <a:t/>
            </a:r>
          </a:p>
        </p:txBody>
      </p:sp>
    </p:spTree>
  </p:cSld>
</p:sldLayout>
</file>

<file path=ppt/slideLayouts/slideLayout1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p>
            <a:r>
              <a:t>Footer</a:t>
            </a:r>
          </a:p>
        </p:txBody>
      </p:sp>
      <p:sp>
        <p:nvSpPr>
          <p:cNvPr id="3" name="PlaceHolder 2"/>
          <p:cNvSpPr>
            <a:spLocks noGrp="1"/>
          </p:cNvSpPr>
          <p:nvPr>
            <p:ph type="sldNum" idx="50"/>
          </p:nvPr>
        </p:nvSpPr>
        <p:spPr/>
        <p:txBody>
          <a:bodyPr/>
          <a:p>
            <a:fld id="{1526A85D-89A4-4F9F-993E-A6076A99BF97}" type="slidenum">
              <a:t>&lt;#&gt;</a:t>
            </a:fld>
          </a:p>
        </p:txBody>
      </p:sp>
      <p:sp>
        <p:nvSpPr>
          <p:cNvPr id="4" name="PlaceHolder 3"/>
          <p:cNvSpPr>
            <a:spLocks noGrp="1"/>
          </p:cNvSpPr>
          <p:nvPr>
            <p:ph type="dt" idx="51"/>
          </p:nvPr>
        </p:nvSpPr>
        <p:spPr/>
        <p:txBody>
          <a:bodyPr/>
          <a:p>
            <a:r>
              <a:rPr lang="en-US"/>
              <a:t/>
            </a:r>
          </a:p>
        </p:txBody>
      </p:sp>
    </p:spTree>
  </p:cSld>
</p:sldLayout>
</file>

<file path=ppt/slideLayouts/slideLayout1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9D785B51-29A9-4175-BD9D-85778BDC02CA}"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4108EBE8-A0F9-43EE-B7A3-22D90D8C2DEA}"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CA9FE027-12E7-412A-8C3B-75CF6933C558}"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1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6E2C2755-107C-4465-8E71-8FE7E1C30450}"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6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6ACF7B83-EE33-4FF3-B923-CDBC1A4929A1}"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BF75DDC1-A55E-4F41-A6A8-CEEB2C09F5A1}"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836BEE97-952B-4F36-8541-4F301DCE2CAD}"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520F5C53-F7AD-4D43-85B9-060A4DE266F2}"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AD74CBA9-F3ED-4210-ADE9-EEAD88369BE3}"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2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9"/>
          </p:nvPr>
        </p:nvSpPr>
        <p:spPr/>
        <p:txBody>
          <a:bodyPr/>
          <a:p>
            <a:r>
              <a:t>Footer</a:t>
            </a:r>
          </a:p>
        </p:txBody>
      </p:sp>
      <p:sp>
        <p:nvSpPr>
          <p:cNvPr id="8" name="PlaceHolder 7"/>
          <p:cNvSpPr>
            <a:spLocks noGrp="1"/>
          </p:cNvSpPr>
          <p:nvPr>
            <p:ph type="sldNum" idx="50"/>
          </p:nvPr>
        </p:nvSpPr>
        <p:spPr/>
        <p:txBody>
          <a:bodyPr/>
          <a:p>
            <a:fld id="{A016D47F-C212-4C2C-B7FB-51FC90A69E27}" type="slidenum">
              <a:t>&lt;#&gt;</a:t>
            </a:fld>
          </a:p>
        </p:txBody>
      </p:sp>
      <p:sp>
        <p:nvSpPr>
          <p:cNvPr id="9" name="PlaceHolder 8"/>
          <p:cNvSpPr>
            <a:spLocks noGrp="1"/>
          </p:cNvSpPr>
          <p:nvPr>
            <p:ph type="dt" idx="51"/>
          </p:nvPr>
        </p:nvSpPr>
        <p:spPr/>
        <p:txBody>
          <a:bodyPr/>
          <a:p>
            <a:r>
              <a:rPr lang="en-US"/>
              <a:t/>
            </a:r>
          </a:p>
        </p:txBody>
      </p:sp>
    </p:spTree>
  </p:cSld>
</p:sldLayout>
</file>

<file path=ppt/slideLayouts/slideLayout2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9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9"/>
          </p:nvPr>
        </p:nvSpPr>
        <p:spPr/>
        <p:txBody>
          <a:bodyPr/>
          <a:p>
            <a:r>
              <a:t>Footer</a:t>
            </a:r>
          </a:p>
        </p:txBody>
      </p:sp>
      <p:sp>
        <p:nvSpPr>
          <p:cNvPr id="10" name="PlaceHolder 9"/>
          <p:cNvSpPr>
            <a:spLocks noGrp="1"/>
          </p:cNvSpPr>
          <p:nvPr>
            <p:ph type="sldNum" idx="50"/>
          </p:nvPr>
        </p:nvSpPr>
        <p:spPr/>
        <p:txBody>
          <a:bodyPr/>
          <a:p>
            <a:fld id="{ECDC4988-3633-4004-A859-C7D636F67CF5}" type="slidenum">
              <a:t>&lt;#&gt;</a:t>
            </a:fld>
          </a:p>
        </p:txBody>
      </p:sp>
      <p:sp>
        <p:nvSpPr>
          <p:cNvPr id="11" name="PlaceHolder 10"/>
          <p:cNvSpPr>
            <a:spLocks noGrp="1"/>
          </p:cNvSpPr>
          <p:nvPr>
            <p:ph type="dt" idx="51"/>
          </p:nvPr>
        </p:nvSpPr>
        <p:spPr/>
        <p:txBody>
          <a:bodyPr/>
          <a:p>
            <a:r>
              <a:rPr lang="en-US"/>
              <a:t/>
            </a:r>
          </a:p>
        </p:txBody>
      </p:sp>
    </p:spTree>
  </p:cSld>
</p:sldLayout>
</file>

<file path=ppt/slideLayouts/slideLayout2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2"/>
          </p:nvPr>
        </p:nvSpPr>
        <p:spPr/>
        <p:txBody>
          <a:bodyPr/>
          <a:p>
            <a:r>
              <a:t>Footer</a:t>
            </a:r>
          </a:p>
        </p:txBody>
      </p:sp>
      <p:sp>
        <p:nvSpPr>
          <p:cNvPr id="3" name="PlaceHolder 2"/>
          <p:cNvSpPr>
            <a:spLocks noGrp="1"/>
          </p:cNvSpPr>
          <p:nvPr>
            <p:ph type="sldNum" idx="53"/>
          </p:nvPr>
        </p:nvSpPr>
        <p:spPr/>
        <p:txBody>
          <a:bodyPr/>
          <a:p>
            <a:fld id="{20911ADF-5EBC-4D5A-8A9D-F25F86C83CD8}" type="slidenum">
              <a:t>&lt;#&gt;</a:t>
            </a:fld>
          </a:p>
        </p:txBody>
      </p:sp>
      <p:sp>
        <p:nvSpPr>
          <p:cNvPr id="4" name="PlaceHolder 3"/>
          <p:cNvSpPr>
            <a:spLocks noGrp="1"/>
          </p:cNvSpPr>
          <p:nvPr>
            <p:ph type="dt" idx="54"/>
          </p:nvPr>
        </p:nvSpPr>
        <p:spPr/>
        <p:txBody>
          <a:bodyPr/>
          <a:p>
            <a:r>
              <a:rPr lang="en-US"/>
              <a:t/>
            </a:r>
          </a:p>
        </p:txBody>
      </p:sp>
    </p:spTree>
  </p:cSld>
</p:sldLayout>
</file>

<file path=ppt/slideLayouts/slideLayout2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0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B8C4B450-3F2E-4A45-8EE8-81178B112519}"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FAF31E7F-8FD4-4D28-9265-B0EB538645B5}"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81F74A8A-C066-4A0B-B109-571E886DD2AD}"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D7340C0A-04D0-4387-BA16-BC3FC51EEBD1}"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1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DD01A2DF-95FA-46C2-9448-BA95C4E7917B}"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C34316F5-1BF7-479B-A053-75842FB3B380}"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1729DD42-596E-48C9-8F64-7D33E8435C0F}"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E40E6776-B831-4B1A-BA5A-88FB2CA3035E}"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4E22D019-A683-4A4C-A9B8-FC9105CA6483}"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2"/>
          </p:nvPr>
        </p:nvSpPr>
        <p:spPr/>
        <p:txBody>
          <a:bodyPr/>
          <a:p>
            <a:r>
              <a:t>Footer</a:t>
            </a:r>
          </a:p>
        </p:txBody>
      </p:sp>
      <p:sp>
        <p:nvSpPr>
          <p:cNvPr id="8" name="PlaceHolder 7"/>
          <p:cNvSpPr>
            <a:spLocks noGrp="1"/>
          </p:cNvSpPr>
          <p:nvPr>
            <p:ph type="sldNum" idx="53"/>
          </p:nvPr>
        </p:nvSpPr>
        <p:spPr/>
        <p:txBody>
          <a:bodyPr/>
          <a:p>
            <a:fld id="{13DD4BC2-A627-4E11-9625-FD3A86DFC648}" type="slidenum">
              <a:t>&lt;#&gt;</a:t>
            </a:fld>
          </a:p>
        </p:txBody>
      </p:sp>
      <p:sp>
        <p:nvSpPr>
          <p:cNvPr id="9" name="PlaceHolder 8"/>
          <p:cNvSpPr>
            <a:spLocks noGrp="1"/>
          </p:cNvSpPr>
          <p:nvPr>
            <p:ph type="dt" idx="54"/>
          </p:nvPr>
        </p:nvSpPr>
        <p:spPr/>
        <p:txBody>
          <a:bodyPr/>
          <a:p>
            <a:r>
              <a:rPr lang="en-US"/>
              <a:t/>
            </a:r>
          </a:p>
        </p:txBody>
      </p:sp>
    </p:spTree>
  </p:cSld>
</p:sldLayout>
</file>

<file path=ppt/slideLayouts/slideLayout2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3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2"/>
          </p:nvPr>
        </p:nvSpPr>
        <p:spPr/>
        <p:txBody>
          <a:bodyPr/>
          <a:p>
            <a:r>
              <a:t>Footer</a:t>
            </a:r>
          </a:p>
        </p:txBody>
      </p:sp>
      <p:sp>
        <p:nvSpPr>
          <p:cNvPr id="10" name="PlaceHolder 9"/>
          <p:cNvSpPr>
            <a:spLocks noGrp="1"/>
          </p:cNvSpPr>
          <p:nvPr>
            <p:ph type="sldNum" idx="53"/>
          </p:nvPr>
        </p:nvSpPr>
        <p:spPr/>
        <p:txBody>
          <a:bodyPr/>
          <a:p>
            <a:fld id="{12B3F4B4-F1F9-4A91-B22F-81618CDE535A}" type="slidenum">
              <a:t>&lt;#&gt;</a:t>
            </a:fld>
          </a:p>
        </p:txBody>
      </p:sp>
      <p:sp>
        <p:nvSpPr>
          <p:cNvPr id="11" name="PlaceHolder 10"/>
          <p:cNvSpPr>
            <a:spLocks noGrp="1"/>
          </p:cNvSpPr>
          <p:nvPr>
            <p:ph type="dt" idx="54"/>
          </p:nvPr>
        </p:nvSpPr>
        <p:spPr/>
        <p:txBody>
          <a:bodyPr/>
          <a:p>
            <a:r>
              <a:rPr lang="en-US"/>
              <a:t/>
            </a:r>
          </a:p>
        </p:txBody>
      </p:sp>
    </p:spTree>
  </p:cSld>
</p:sldLayout>
</file>

<file path=ppt/slideLayouts/slideLayout2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p>
            <a:r>
              <a:t>Footer</a:t>
            </a:r>
          </a:p>
        </p:txBody>
      </p:sp>
      <p:sp>
        <p:nvSpPr>
          <p:cNvPr id="3" name="PlaceHolder 2"/>
          <p:cNvSpPr>
            <a:spLocks noGrp="1"/>
          </p:cNvSpPr>
          <p:nvPr>
            <p:ph type="sldNum" idx="56"/>
          </p:nvPr>
        </p:nvSpPr>
        <p:spPr/>
        <p:txBody>
          <a:bodyPr/>
          <a:p>
            <a:fld id="{0A2180A7-98D3-4A9C-8AD6-8A28D07AE817}" type="slidenum">
              <a:t>&lt;#&gt;</a:t>
            </a:fld>
          </a:p>
        </p:txBody>
      </p:sp>
      <p:sp>
        <p:nvSpPr>
          <p:cNvPr id="4" name="PlaceHolder 3"/>
          <p:cNvSpPr>
            <a:spLocks noGrp="1"/>
          </p:cNvSpPr>
          <p:nvPr>
            <p:ph type="dt" idx="57"/>
          </p:nvPr>
        </p:nvSpPr>
        <p:spPr/>
        <p:txBody>
          <a:bodyPr/>
          <a:p>
            <a:r>
              <a:rPr lang="en-US"/>
              <a:t/>
            </a:r>
          </a:p>
        </p:txBody>
      </p:sp>
    </p:spTree>
  </p:cSld>
</p:sldLayout>
</file>

<file path=ppt/slideLayouts/slideLayout2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4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5CD232D6-E192-4C46-9163-C9A3A1A05468}"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9B75C143-8DE8-4FA9-AAB5-8BF5C71DFEA7}"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D362B30B-3C59-4ACA-ADEF-2A8D889F3265}"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2D4E2EF8-CA16-418E-A15A-25704D047147}"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5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122046AD-D4E8-404F-883A-3DE3024CFCDB}"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78DA020D-2B87-412D-BAB0-0398392B8E27}"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4010A8AE-E5EF-4E98-BC7A-04361BE6C3E3}"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9CAEC994-4127-46C0-BCD5-427DAE5E78A2}"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49E8AAF1-1E07-455F-AB02-499C4D7A478B}"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5"/>
          </p:nvPr>
        </p:nvSpPr>
        <p:spPr/>
        <p:txBody>
          <a:bodyPr/>
          <a:p>
            <a:r>
              <a:t>Footer</a:t>
            </a:r>
          </a:p>
        </p:txBody>
      </p:sp>
      <p:sp>
        <p:nvSpPr>
          <p:cNvPr id="8" name="PlaceHolder 7"/>
          <p:cNvSpPr>
            <a:spLocks noGrp="1"/>
          </p:cNvSpPr>
          <p:nvPr>
            <p:ph type="sldNum" idx="56"/>
          </p:nvPr>
        </p:nvSpPr>
        <p:spPr/>
        <p:txBody>
          <a:bodyPr/>
          <a:p>
            <a:fld id="{688D6C2E-0BC0-43FD-A5FC-B25E9780B747}" type="slidenum">
              <a:t>&lt;#&gt;</a:t>
            </a:fld>
          </a:p>
        </p:txBody>
      </p:sp>
      <p:sp>
        <p:nvSpPr>
          <p:cNvPr id="9" name="PlaceHolder 8"/>
          <p:cNvSpPr>
            <a:spLocks noGrp="1"/>
          </p:cNvSpPr>
          <p:nvPr>
            <p:ph type="dt" idx="57"/>
          </p:nvPr>
        </p:nvSpPr>
        <p:spPr/>
        <p:txBody>
          <a:bodyPr/>
          <a:p>
            <a:r>
              <a:rPr lang="en-US"/>
              <a:t/>
            </a:r>
          </a:p>
        </p:txBody>
      </p:sp>
    </p:spTree>
  </p:cSld>
</p:sldLayout>
</file>

<file path=ppt/slideLayouts/slideLayout2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5"/>
          </p:nvPr>
        </p:nvSpPr>
        <p:spPr/>
        <p:txBody>
          <a:bodyPr/>
          <a:p>
            <a:r>
              <a:t>Footer</a:t>
            </a:r>
          </a:p>
        </p:txBody>
      </p:sp>
      <p:sp>
        <p:nvSpPr>
          <p:cNvPr id="10" name="PlaceHolder 9"/>
          <p:cNvSpPr>
            <a:spLocks noGrp="1"/>
          </p:cNvSpPr>
          <p:nvPr>
            <p:ph type="sldNum" idx="56"/>
          </p:nvPr>
        </p:nvSpPr>
        <p:spPr/>
        <p:txBody>
          <a:bodyPr/>
          <a:p>
            <a:fld id="{18F691FE-C121-45D2-A065-1E30D38DF82F}" type="slidenum">
              <a:t>&lt;#&gt;</a:t>
            </a:fld>
          </a:p>
        </p:txBody>
      </p:sp>
      <p:sp>
        <p:nvSpPr>
          <p:cNvPr id="11" name="PlaceHolder 10"/>
          <p:cNvSpPr>
            <a:spLocks noGrp="1"/>
          </p:cNvSpPr>
          <p:nvPr>
            <p:ph type="dt" idx="57"/>
          </p:nvPr>
        </p:nvSpPr>
        <p:spPr/>
        <p:txBody>
          <a:bodyPr/>
          <a:p>
            <a:r>
              <a:rPr lang="en-US"/>
              <a:t/>
            </a:r>
          </a:p>
        </p:txBody>
      </p:sp>
    </p:spTree>
  </p:cSld>
</p:sldLayout>
</file>

<file path=ppt/slideLayouts/slideLayout2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p>
            <a:r>
              <a:t>Footer</a:t>
            </a:r>
          </a:p>
        </p:txBody>
      </p:sp>
      <p:sp>
        <p:nvSpPr>
          <p:cNvPr id="3" name="PlaceHolder 2"/>
          <p:cNvSpPr>
            <a:spLocks noGrp="1"/>
          </p:cNvSpPr>
          <p:nvPr>
            <p:ph type="sldNum" idx="59"/>
          </p:nvPr>
        </p:nvSpPr>
        <p:spPr/>
        <p:txBody>
          <a:bodyPr/>
          <a:p>
            <a:fld id="{503C58D6-309E-4D0B-BCC0-DD82C50EC669}" type="slidenum">
              <a:t>&lt;#&gt;</a:t>
            </a:fld>
          </a:p>
        </p:txBody>
      </p:sp>
      <p:sp>
        <p:nvSpPr>
          <p:cNvPr id="4" name="PlaceHolder 3"/>
          <p:cNvSpPr>
            <a:spLocks noGrp="1"/>
          </p:cNvSpPr>
          <p:nvPr>
            <p:ph type="dt" idx="60"/>
          </p:nvPr>
        </p:nvSpPr>
        <p:spPr/>
        <p:txBody>
          <a:bodyPr/>
          <a:p>
            <a:r>
              <a:rPr lang="en-US"/>
              <a:t/>
            </a:r>
          </a:p>
        </p:txBody>
      </p:sp>
    </p:spTree>
  </p:cSld>
</p:sldLayout>
</file>

<file path=ppt/slideLayouts/slideLayout2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8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8"/>
          </p:nvPr>
        </p:nvSpPr>
        <p:spPr/>
        <p:txBody>
          <a:bodyPr/>
          <a:p>
            <a:r>
              <a:t>Footer</a:t>
            </a:r>
          </a:p>
        </p:txBody>
      </p:sp>
      <p:sp>
        <p:nvSpPr>
          <p:cNvPr id="5" name="PlaceHolder 4"/>
          <p:cNvSpPr>
            <a:spLocks noGrp="1"/>
          </p:cNvSpPr>
          <p:nvPr>
            <p:ph type="sldNum" idx="59"/>
          </p:nvPr>
        </p:nvSpPr>
        <p:spPr/>
        <p:txBody>
          <a:bodyPr/>
          <a:p>
            <a:fld id="{C6D8AA54-D1FB-4202-8103-3CEB2A21581E}" type="slidenum">
              <a:t>&lt;#&gt;</a:t>
            </a:fld>
          </a:p>
        </p:txBody>
      </p:sp>
      <p:sp>
        <p:nvSpPr>
          <p:cNvPr id="6" name="PlaceHolder 5"/>
          <p:cNvSpPr>
            <a:spLocks noGrp="1"/>
          </p:cNvSpPr>
          <p:nvPr>
            <p:ph type="dt" idx="60"/>
          </p:nvPr>
        </p:nvSpPr>
        <p:spPr/>
        <p:txBody>
          <a:bodyPr/>
          <a:p>
            <a:r>
              <a:rPr lang="en-US"/>
              <a:t/>
            </a:r>
          </a:p>
        </p:txBody>
      </p:sp>
    </p:spTree>
  </p:cSld>
</p:sldLayout>
</file>

<file path=ppt/slideLayouts/slideLayout2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8"/>
          </p:nvPr>
        </p:nvSpPr>
        <p:spPr/>
        <p:txBody>
          <a:bodyPr/>
          <a:p>
            <a:r>
              <a:t>Footer</a:t>
            </a:r>
          </a:p>
        </p:txBody>
      </p:sp>
      <p:sp>
        <p:nvSpPr>
          <p:cNvPr id="5" name="PlaceHolder 4"/>
          <p:cNvSpPr>
            <a:spLocks noGrp="1"/>
          </p:cNvSpPr>
          <p:nvPr>
            <p:ph type="sldNum" idx="59"/>
          </p:nvPr>
        </p:nvSpPr>
        <p:spPr/>
        <p:txBody>
          <a:bodyPr/>
          <a:p>
            <a:fld id="{8CC922EB-8FD1-4C43-B887-48B4CE87AFD7}" type="slidenum">
              <a:t>&lt;#&gt;</a:t>
            </a:fld>
          </a:p>
        </p:txBody>
      </p:sp>
      <p:sp>
        <p:nvSpPr>
          <p:cNvPr id="6" name="PlaceHolder 5"/>
          <p:cNvSpPr>
            <a:spLocks noGrp="1"/>
          </p:cNvSpPr>
          <p:nvPr>
            <p:ph type="dt" idx="60"/>
          </p:nvPr>
        </p:nvSpPr>
        <p:spPr/>
        <p:txBody>
          <a:bodyPr/>
          <a:p>
            <a:r>
              <a:rPr lang="en-US"/>
              <a:t/>
            </a:r>
          </a:p>
        </p:txBody>
      </p:sp>
    </p:spTree>
  </p:cSld>
</p:sldLayout>
</file>

<file path=ppt/slideLayouts/slideLayout2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8"/>
          </p:nvPr>
        </p:nvSpPr>
        <p:spPr/>
        <p:txBody>
          <a:bodyPr/>
          <a:p>
            <a:r>
              <a:t>Footer</a:t>
            </a:r>
          </a:p>
        </p:txBody>
      </p:sp>
      <p:sp>
        <p:nvSpPr>
          <p:cNvPr id="6" name="PlaceHolder 5"/>
          <p:cNvSpPr>
            <a:spLocks noGrp="1"/>
          </p:cNvSpPr>
          <p:nvPr>
            <p:ph type="sldNum" idx="59"/>
          </p:nvPr>
        </p:nvSpPr>
        <p:spPr/>
        <p:txBody>
          <a:bodyPr/>
          <a:p>
            <a:fld id="{FBCB39C3-FBC1-4812-BB84-CE68164DBB69}" type="slidenum">
              <a:t>&lt;#&gt;</a:t>
            </a:fld>
          </a:p>
        </p:txBody>
      </p:sp>
      <p:sp>
        <p:nvSpPr>
          <p:cNvPr id="7" name="PlaceHolder 6"/>
          <p:cNvSpPr>
            <a:spLocks noGrp="1"/>
          </p:cNvSpPr>
          <p:nvPr>
            <p:ph type="dt" idx="60"/>
          </p:nvPr>
        </p:nvSpPr>
        <p:spPr/>
        <p:txBody>
          <a:bodyPr/>
          <a:p>
            <a:r>
              <a:rPr lang="en-US"/>
              <a:t/>
            </a:r>
          </a:p>
        </p:txBody>
      </p:sp>
    </p:spTree>
  </p:cSld>
</p:sldLayout>
</file>

<file path=ppt/slideLayouts/slideLayout2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8"/>
          </p:nvPr>
        </p:nvSpPr>
        <p:spPr/>
        <p:txBody>
          <a:bodyPr/>
          <a:p>
            <a:r>
              <a:t>Footer</a:t>
            </a:r>
          </a:p>
        </p:txBody>
      </p:sp>
      <p:sp>
        <p:nvSpPr>
          <p:cNvPr id="4" name="PlaceHolder 3"/>
          <p:cNvSpPr>
            <a:spLocks noGrp="1"/>
          </p:cNvSpPr>
          <p:nvPr>
            <p:ph type="sldNum" idx="59"/>
          </p:nvPr>
        </p:nvSpPr>
        <p:spPr/>
        <p:txBody>
          <a:bodyPr/>
          <a:p>
            <a:fld id="{0960367A-A3B9-4615-BC46-4B02718559D9}" type="slidenum">
              <a:t>&lt;#&gt;</a:t>
            </a:fld>
          </a:p>
        </p:txBody>
      </p:sp>
      <p:sp>
        <p:nvSpPr>
          <p:cNvPr id="5" name="PlaceHolder 4"/>
          <p:cNvSpPr>
            <a:spLocks noGrp="1"/>
          </p:cNvSpPr>
          <p:nvPr>
            <p:ph type="dt" idx="60"/>
          </p:nvPr>
        </p:nvSpPr>
        <p:spPr/>
        <p:txBody>
          <a:bodyPr/>
          <a:p>
            <a:r>
              <a:rPr lang="en-US"/>
              <a:t/>
            </a:r>
          </a:p>
        </p:txBody>
      </p:sp>
    </p:spTree>
  </p:cSld>
</p:sldLayout>
</file>

<file path=ppt/slideLayouts/slideLayout2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9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8"/>
          </p:nvPr>
        </p:nvSpPr>
        <p:spPr/>
        <p:txBody>
          <a:bodyPr/>
          <a:p>
            <a:r>
              <a:t>Footer</a:t>
            </a:r>
          </a:p>
        </p:txBody>
      </p:sp>
      <p:sp>
        <p:nvSpPr>
          <p:cNvPr id="4" name="PlaceHolder 3"/>
          <p:cNvSpPr>
            <a:spLocks noGrp="1"/>
          </p:cNvSpPr>
          <p:nvPr>
            <p:ph type="sldNum" idx="59"/>
          </p:nvPr>
        </p:nvSpPr>
        <p:spPr/>
        <p:txBody>
          <a:bodyPr/>
          <a:p>
            <a:fld id="{933639F5-DDB7-458E-9E1A-310470F67CD9}" type="slidenum">
              <a:t>&lt;#&gt;</a:t>
            </a:fld>
          </a:p>
        </p:txBody>
      </p:sp>
      <p:sp>
        <p:nvSpPr>
          <p:cNvPr id="5" name="PlaceHolder 4"/>
          <p:cNvSpPr>
            <a:spLocks noGrp="1"/>
          </p:cNvSpPr>
          <p:nvPr>
            <p:ph type="dt" idx="60"/>
          </p:nvPr>
        </p:nvSpPr>
        <p:spPr/>
        <p:txBody>
          <a:bodyPr/>
          <a:p>
            <a:r>
              <a:rPr lang="en-US"/>
              <a:t/>
            </a:r>
          </a:p>
        </p:txBody>
      </p:sp>
    </p:spTree>
  </p:cSld>
</p:sldLayout>
</file>

<file path=ppt/slideLayouts/slideLayout2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80CE2DDF-5A87-4AEB-BD7C-724D3082FE93}"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9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E0E242C2-1D69-48AF-9981-C5958FFD0871}"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8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C49258E3-083F-42E6-9F8C-C6CC406929E8}"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8"/>
          </p:nvPr>
        </p:nvSpPr>
        <p:spPr/>
        <p:txBody>
          <a:bodyPr/>
          <a:p>
            <a:r>
              <a:t>Footer</a:t>
            </a:r>
          </a:p>
        </p:txBody>
      </p:sp>
      <p:sp>
        <p:nvSpPr>
          <p:cNvPr id="6" name="PlaceHolder 5"/>
          <p:cNvSpPr>
            <a:spLocks noGrp="1"/>
          </p:cNvSpPr>
          <p:nvPr>
            <p:ph type="sldNum" idx="59"/>
          </p:nvPr>
        </p:nvSpPr>
        <p:spPr/>
        <p:txBody>
          <a:bodyPr/>
          <a:p>
            <a:fld id="{6F48E09F-AFA4-432C-A32C-8F590B20BDBD}" type="slidenum">
              <a:t>&lt;#&gt;</a:t>
            </a:fld>
          </a:p>
        </p:txBody>
      </p:sp>
      <p:sp>
        <p:nvSpPr>
          <p:cNvPr id="7" name="PlaceHolder 6"/>
          <p:cNvSpPr>
            <a:spLocks noGrp="1"/>
          </p:cNvSpPr>
          <p:nvPr>
            <p:ph type="dt" idx="60"/>
          </p:nvPr>
        </p:nvSpPr>
        <p:spPr/>
        <p:txBody>
          <a:bodyPr/>
          <a:p>
            <a:r>
              <a:rPr lang="en-US"/>
              <a:t/>
            </a:r>
          </a:p>
        </p:txBody>
      </p:sp>
    </p:spTree>
  </p:cSld>
</p:sldLayout>
</file>

<file path=ppt/slideLayouts/slideLayout2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8"/>
          </p:nvPr>
        </p:nvSpPr>
        <p:spPr/>
        <p:txBody>
          <a:bodyPr/>
          <a:p>
            <a:r>
              <a:t>Footer</a:t>
            </a:r>
          </a:p>
        </p:txBody>
      </p:sp>
      <p:sp>
        <p:nvSpPr>
          <p:cNvPr id="8" name="PlaceHolder 7"/>
          <p:cNvSpPr>
            <a:spLocks noGrp="1"/>
          </p:cNvSpPr>
          <p:nvPr>
            <p:ph type="sldNum" idx="59"/>
          </p:nvPr>
        </p:nvSpPr>
        <p:spPr/>
        <p:txBody>
          <a:bodyPr/>
          <a:p>
            <a:fld id="{B3967203-7FFE-44D1-84C4-141129D28CDC}" type="slidenum">
              <a:t>&lt;#&gt;</a:t>
            </a:fld>
          </a:p>
        </p:txBody>
      </p:sp>
      <p:sp>
        <p:nvSpPr>
          <p:cNvPr id="9" name="PlaceHolder 8"/>
          <p:cNvSpPr>
            <a:spLocks noGrp="1"/>
          </p:cNvSpPr>
          <p:nvPr>
            <p:ph type="dt" idx="60"/>
          </p:nvPr>
        </p:nvSpPr>
        <p:spPr/>
        <p:txBody>
          <a:bodyPr/>
          <a:p>
            <a:r>
              <a:rPr lang="en-US"/>
              <a:t/>
            </a:r>
          </a:p>
        </p:txBody>
      </p:sp>
    </p:spTree>
  </p:cSld>
</p:sldLayout>
</file>

<file path=ppt/slideLayouts/slideLayout2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1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8"/>
          </p:nvPr>
        </p:nvSpPr>
        <p:spPr/>
        <p:txBody>
          <a:bodyPr/>
          <a:p>
            <a:r>
              <a:t>Footer</a:t>
            </a:r>
          </a:p>
        </p:txBody>
      </p:sp>
      <p:sp>
        <p:nvSpPr>
          <p:cNvPr id="10" name="PlaceHolder 9"/>
          <p:cNvSpPr>
            <a:spLocks noGrp="1"/>
          </p:cNvSpPr>
          <p:nvPr>
            <p:ph type="sldNum" idx="59"/>
          </p:nvPr>
        </p:nvSpPr>
        <p:spPr/>
        <p:txBody>
          <a:bodyPr/>
          <a:p>
            <a:fld id="{CEA99DE8-5E96-473D-B79A-3CEDF4116AC6}" type="slidenum">
              <a:t>&lt;#&gt;</a:t>
            </a:fld>
          </a:p>
        </p:txBody>
      </p:sp>
      <p:sp>
        <p:nvSpPr>
          <p:cNvPr id="11" name="PlaceHolder 10"/>
          <p:cNvSpPr>
            <a:spLocks noGrp="1"/>
          </p:cNvSpPr>
          <p:nvPr>
            <p:ph type="dt" idx="60"/>
          </p:nvPr>
        </p:nvSpPr>
        <p:spPr/>
        <p:txBody>
          <a:bodyPr/>
          <a:p>
            <a:r>
              <a:rPr lang="en-US"/>
              <a:t/>
            </a:r>
          </a:p>
        </p:txBody>
      </p:sp>
    </p:spTree>
  </p:cSld>
</p:sldLayout>
</file>

<file path=ppt/slideLayouts/slideLayout2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p>
            <a:r>
              <a:t>Footer</a:t>
            </a:r>
          </a:p>
        </p:txBody>
      </p:sp>
      <p:sp>
        <p:nvSpPr>
          <p:cNvPr id="3" name="PlaceHolder 2"/>
          <p:cNvSpPr>
            <a:spLocks noGrp="1"/>
          </p:cNvSpPr>
          <p:nvPr>
            <p:ph type="sldNum" idx="62"/>
          </p:nvPr>
        </p:nvSpPr>
        <p:spPr/>
        <p:txBody>
          <a:bodyPr/>
          <a:p>
            <a:fld id="{B12DAEF0-3440-4D1A-8DC1-BE631A6008CE}" type="slidenum">
              <a:t>&lt;#&gt;</a:t>
            </a:fld>
          </a:p>
        </p:txBody>
      </p:sp>
      <p:sp>
        <p:nvSpPr>
          <p:cNvPr id="4" name="PlaceHolder 3"/>
          <p:cNvSpPr>
            <a:spLocks noGrp="1"/>
          </p:cNvSpPr>
          <p:nvPr>
            <p:ph type="dt" idx="63"/>
          </p:nvPr>
        </p:nvSpPr>
        <p:spPr/>
        <p:txBody>
          <a:bodyPr/>
          <a:p>
            <a:r>
              <a:rPr lang="en-US"/>
              <a:t/>
            </a:r>
          </a:p>
        </p:txBody>
      </p:sp>
    </p:spTree>
  </p:cSld>
</p:sldLayout>
</file>

<file path=ppt/slideLayouts/slideLayout2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61"/>
          </p:nvPr>
        </p:nvSpPr>
        <p:spPr/>
        <p:txBody>
          <a:bodyPr/>
          <a:p>
            <a:r>
              <a:t>Footer</a:t>
            </a:r>
          </a:p>
        </p:txBody>
      </p:sp>
      <p:sp>
        <p:nvSpPr>
          <p:cNvPr id="5" name="PlaceHolder 4"/>
          <p:cNvSpPr>
            <a:spLocks noGrp="1"/>
          </p:cNvSpPr>
          <p:nvPr>
            <p:ph type="sldNum" idx="62"/>
          </p:nvPr>
        </p:nvSpPr>
        <p:spPr/>
        <p:txBody>
          <a:bodyPr/>
          <a:p>
            <a:fld id="{168D1C0C-17AD-4036-BD44-39D9E0B3503C}" type="slidenum">
              <a:t>&lt;#&gt;</a:t>
            </a:fld>
          </a:p>
        </p:txBody>
      </p:sp>
      <p:sp>
        <p:nvSpPr>
          <p:cNvPr id="6" name="PlaceHolder 5"/>
          <p:cNvSpPr>
            <a:spLocks noGrp="1"/>
          </p:cNvSpPr>
          <p:nvPr>
            <p:ph type="dt" idx="63"/>
          </p:nvPr>
        </p:nvSpPr>
        <p:spPr/>
        <p:txBody>
          <a:bodyPr/>
          <a:p>
            <a:r>
              <a:rPr lang="en-US"/>
              <a:t/>
            </a:r>
          </a:p>
        </p:txBody>
      </p:sp>
    </p:spTree>
  </p:cSld>
</p:sldLayout>
</file>

<file path=ppt/slideLayouts/slideLayout2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61"/>
          </p:nvPr>
        </p:nvSpPr>
        <p:spPr/>
        <p:txBody>
          <a:bodyPr/>
          <a:p>
            <a:r>
              <a:t>Footer</a:t>
            </a:r>
          </a:p>
        </p:txBody>
      </p:sp>
      <p:sp>
        <p:nvSpPr>
          <p:cNvPr id="5" name="PlaceHolder 4"/>
          <p:cNvSpPr>
            <a:spLocks noGrp="1"/>
          </p:cNvSpPr>
          <p:nvPr>
            <p:ph type="sldNum" idx="62"/>
          </p:nvPr>
        </p:nvSpPr>
        <p:spPr/>
        <p:txBody>
          <a:bodyPr/>
          <a:p>
            <a:fld id="{E0E3051C-2D62-4FBA-89C8-37D4A7EBF03F}" type="slidenum">
              <a:t>&lt;#&gt;</a:t>
            </a:fld>
          </a:p>
        </p:txBody>
      </p:sp>
      <p:sp>
        <p:nvSpPr>
          <p:cNvPr id="6" name="PlaceHolder 5"/>
          <p:cNvSpPr>
            <a:spLocks noGrp="1"/>
          </p:cNvSpPr>
          <p:nvPr>
            <p:ph type="dt" idx="63"/>
          </p:nvPr>
        </p:nvSpPr>
        <p:spPr/>
        <p:txBody>
          <a:bodyPr/>
          <a:p>
            <a:r>
              <a:rPr lang="en-US"/>
              <a:t/>
            </a:r>
          </a:p>
        </p:txBody>
      </p:sp>
    </p:spTree>
  </p:cSld>
</p:sldLayout>
</file>

<file path=ppt/slideLayouts/slideLayout2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8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3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1"/>
          </p:nvPr>
        </p:nvSpPr>
        <p:spPr/>
        <p:txBody>
          <a:bodyPr/>
          <a:p>
            <a:r>
              <a:t>Footer</a:t>
            </a:r>
          </a:p>
        </p:txBody>
      </p:sp>
      <p:sp>
        <p:nvSpPr>
          <p:cNvPr id="6" name="PlaceHolder 5"/>
          <p:cNvSpPr>
            <a:spLocks noGrp="1"/>
          </p:cNvSpPr>
          <p:nvPr>
            <p:ph type="sldNum" idx="62"/>
          </p:nvPr>
        </p:nvSpPr>
        <p:spPr/>
        <p:txBody>
          <a:bodyPr/>
          <a:p>
            <a:fld id="{36A7D2F7-3D66-4582-8062-3E359FDA0C66}" type="slidenum">
              <a:t>&lt;#&gt;</a:t>
            </a:fld>
          </a:p>
        </p:txBody>
      </p:sp>
      <p:sp>
        <p:nvSpPr>
          <p:cNvPr id="7" name="PlaceHolder 6"/>
          <p:cNvSpPr>
            <a:spLocks noGrp="1"/>
          </p:cNvSpPr>
          <p:nvPr>
            <p:ph type="dt" idx="63"/>
          </p:nvPr>
        </p:nvSpPr>
        <p:spPr/>
        <p:txBody>
          <a:bodyPr/>
          <a:p>
            <a:r>
              <a:rPr lang="en-US"/>
              <a:t/>
            </a:r>
          </a:p>
        </p:txBody>
      </p:sp>
    </p:spTree>
  </p:cSld>
</p:sldLayout>
</file>

<file path=ppt/slideLayouts/slideLayout2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8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61"/>
          </p:nvPr>
        </p:nvSpPr>
        <p:spPr/>
        <p:txBody>
          <a:bodyPr/>
          <a:p>
            <a:r>
              <a:t>Footer</a:t>
            </a:r>
          </a:p>
        </p:txBody>
      </p:sp>
      <p:sp>
        <p:nvSpPr>
          <p:cNvPr id="4" name="PlaceHolder 3"/>
          <p:cNvSpPr>
            <a:spLocks noGrp="1"/>
          </p:cNvSpPr>
          <p:nvPr>
            <p:ph type="sldNum" idx="62"/>
          </p:nvPr>
        </p:nvSpPr>
        <p:spPr/>
        <p:txBody>
          <a:bodyPr/>
          <a:p>
            <a:fld id="{BE7CBB36-6821-43A7-AC68-96F1B4853B78}" type="slidenum">
              <a:t>&lt;#&gt;</a:t>
            </a:fld>
          </a:p>
        </p:txBody>
      </p:sp>
      <p:sp>
        <p:nvSpPr>
          <p:cNvPr id="5" name="PlaceHolder 4"/>
          <p:cNvSpPr>
            <a:spLocks noGrp="1"/>
          </p:cNvSpPr>
          <p:nvPr>
            <p:ph type="dt" idx="63"/>
          </p:nvPr>
        </p:nvSpPr>
        <p:spPr/>
        <p:txBody>
          <a:bodyPr/>
          <a:p>
            <a:r>
              <a:rPr lang="en-US"/>
              <a:t/>
            </a:r>
          </a:p>
        </p:txBody>
      </p:sp>
    </p:spTree>
  </p:cSld>
</p:sldLayout>
</file>

<file path=ppt/slideLayouts/slideLayout2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83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61"/>
          </p:nvPr>
        </p:nvSpPr>
        <p:spPr/>
        <p:txBody>
          <a:bodyPr/>
          <a:p>
            <a:r>
              <a:t>Footer</a:t>
            </a:r>
          </a:p>
        </p:txBody>
      </p:sp>
      <p:sp>
        <p:nvSpPr>
          <p:cNvPr id="4" name="PlaceHolder 3"/>
          <p:cNvSpPr>
            <a:spLocks noGrp="1"/>
          </p:cNvSpPr>
          <p:nvPr>
            <p:ph type="sldNum" idx="62"/>
          </p:nvPr>
        </p:nvSpPr>
        <p:spPr/>
        <p:txBody>
          <a:bodyPr/>
          <a:p>
            <a:fld id="{CB2FA390-B462-4453-8AD7-F76AAFE113D2}" type="slidenum">
              <a:t>&lt;#&gt;</a:t>
            </a:fld>
          </a:p>
        </p:txBody>
      </p:sp>
      <p:sp>
        <p:nvSpPr>
          <p:cNvPr id="5" name="PlaceHolder 4"/>
          <p:cNvSpPr>
            <a:spLocks noGrp="1"/>
          </p:cNvSpPr>
          <p:nvPr>
            <p:ph type="dt" idx="63"/>
          </p:nvPr>
        </p:nvSpPr>
        <p:spPr/>
        <p:txBody>
          <a:bodyPr/>
          <a:p>
            <a:r>
              <a:rPr lang="en-US"/>
              <a:t/>
            </a:r>
          </a:p>
        </p:txBody>
      </p:sp>
    </p:spTree>
  </p:cSld>
</p:sldLayout>
</file>

<file path=ppt/slideLayouts/slideLayout2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8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3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22D1ED13-18BF-4891-9BD6-214BDBA2E14D}"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83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3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07A63CEF-5FC2-4B7C-9824-F11B7C130604}"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8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284499A2-FE3B-4BC9-9BD8-5806A48C2A4C}"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4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1"/>
          </p:nvPr>
        </p:nvSpPr>
        <p:spPr/>
        <p:txBody>
          <a:bodyPr/>
          <a:p>
            <a:r>
              <a:t>Footer</a:t>
            </a:r>
          </a:p>
        </p:txBody>
      </p:sp>
      <p:sp>
        <p:nvSpPr>
          <p:cNvPr id="6" name="PlaceHolder 5"/>
          <p:cNvSpPr>
            <a:spLocks noGrp="1"/>
          </p:cNvSpPr>
          <p:nvPr>
            <p:ph type="sldNum" idx="62"/>
          </p:nvPr>
        </p:nvSpPr>
        <p:spPr/>
        <p:txBody>
          <a:bodyPr/>
          <a:p>
            <a:fld id="{4D15981B-DF3B-4637-9B86-24FB938CCC2C}" type="slidenum">
              <a:t>&lt;#&gt;</a:t>
            </a:fld>
          </a:p>
        </p:txBody>
      </p:sp>
      <p:sp>
        <p:nvSpPr>
          <p:cNvPr id="7" name="PlaceHolder 6"/>
          <p:cNvSpPr>
            <a:spLocks noGrp="1"/>
          </p:cNvSpPr>
          <p:nvPr>
            <p:ph type="dt" idx="63"/>
          </p:nvPr>
        </p:nvSpPr>
        <p:spPr/>
        <p:txBody>
          <a:bodyPr/>
          <a:p>
            <a:r>
              <a:rPr lang="en-US"/>
              <a:t/>
            </a:r>
          </a:p>
        </p:txBody>
      </p:sp>
    </p:spTree>
  </p:cSld>
</p:sldLayout>
</file>

<file path=ppt/slideLayouts/slideLayout2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5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61"/>
          </p:nvPr>
        </p:nvSpPr>
        <p:spPr/>
        <p:txBody>
          <a:bodyPr/>
          <a:p>
            <a:r>
              <a:t>Footer</a:t>
            </a:r>
          </a:p>
        </p:txBody>
      </p:sp>
      <p:sp>
        <p:nvSpPr>
          <p:cNvPr id="8" name="PlaceHolder 7"/>
          <p:cNvSpPr>
            <a:spLocks noGrp="1"/>
          </p:cNvSpPr>
          <p:nvPr>
            <p:ph type="sldNum" idx="62"/>
          </p:nvPr>
        </p:nvSpPr>
        <p:spPr/>
        <p:txBody>
          <a:bodyPr/>
          <a:p>
            <a:fld id="{F5DC58D8-FBE5-4A3D-BB06-8B1DEE0EF6CC}" type="slidenum">
              <a:t>&lt;#&gt;</a:t>
            </a:fld>
          </a:p>
        </p:txBody>
      </p:sp>
      <p:sp>
        <p:nvSpPr>
          <p:cNvPr id="9" name="PlaceHolder 8"/>
          <p:cNvSpPr>
            <a:spLocks noGrp="1"/>
          </p:cNvSpPr>
          <p:nvPr>
            <p:ph type="dt" idx="63"/>
          </p:nvPr>
        </p:nvSpPr>
        <p:spPr/>
        <p:txBody>
          <a:bodyPr/>
          <a:p>
            <a:r>
              <a:rPr lang="en-US"/>
              <a:t/>
            </a:r>
          </a:p>
        </p:txBody>
      </p:sp>
    </p:spTree>
  </p:cSld>
</p:sldLayout>
</file>

<file path=ppt/slideLayouts/slideLayout2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5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6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61"/>
          </p:nvPr>
        </p:nvSpPr>
        <p:spPr/>
        <p:txBody>
          <a:bodyPr/>
          <a:p>
            <a:r>
              <a:t>Footer</a:t>
            </a:r>
          </a:p>
        </p:txBody>
      </p:sp>
      <p:sp>
        <p:nvSpPr>
          <p:cNvPr id="10" name="PlaceHolder 9"/>
          <p:cNvSpPr>
            <a:spLocks noGrp="1"/>
          </p:cNvSpPr>
          <p:nvPr>
            <p:ph type="sldNum" idx="62"/>
          </p:nvPr>
        </p:nvSpPr>
        <p:spPr/>
        <p:txBody>
          <a:bodyPr/>
          <a:p>
            <a:fld id="{6D70293E-DA4B-42CF-8BBB-25768EC04EED}" type="slidenum">
              <a:t>&lt;#&gt;</a:t>
            </a:fld>
          </a:p>
        </p:txBody>
      </p:sp>
      <p:sp>
        <p:nvSpPr>
          <p:cNvPr id="11" name="PlaceHolder 10"/>
          <p:cNvSpPr>
            <a:spLocks noGrp="1"/>
          </p:cNvSpPr>
          <p:nvPr>
            <p:ph type="dt" idx="63"/>
          </p:nvPr>
        </p:nvSpPr>
        <p:spPr/>
        <p:txBody>
          <a:bodyPr/>
          <a:p>
            <a:r>
              <a:rPr lang="en-US"/>
              <a:t/>
            </a:r>
          </a:p>
        </p:txBody>
      </p:sp>
    </p:spTree>
  </p:cSld>
</p:sldLayout>
</file>

<file path=ppt/slideLayouts/slideLayout2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64"/>
          </p:nvPr>
        </p:nvSpPr>
        <p:spPr/>
        <p:txBody>
          <a:bodyPr/>
          <a:p>
            <a:r>
              <a:t>Footer</a:t>
            </a:r>
          </a:p>
        </p:txBody>
      </p:sp>
      <p:sp>
        <p:nvSpPr>
          <p:cNvPr id="3" name="PlaceHolder 2"/>
          <p:cNvSpPr>
            <a:spLocks noGrp="1"/>
          </p:cNvSpPr>
          <p:nvPr>
            <p:ph type="sldNum" idx="65"/>
          </p:nvPr>
        </p:nvSpPr>
        <p:spPr/>
        <p:txBody>
          <a:bodyPr/>
          <a:p>
            <a:fld id="{A94FC027-0476-47DB-9E50-344007309770}" type="slidenum">
              <a:t>&lt;#&gt;</a:t>
            </a:fld>
          </a:p>
        </p:txBody>
      </p:sp>
      <p:sp>
        <p:nvSpPr>
          <p:cNvPr id="4" name="PlaceHolder 3"/>
          <p:cNvSpPr>
            <a:spLocks noGrp="1"/>
          </p:cNvSpPr>
          <p:nvPr>
            <p:ph type="dt" idx="66"/>
          </p:nvPr>
        </p:nvSpPr>
        <p:spPr/>
        <p:txBody>
          <a:bodyPr/>
          <a:p>
            <a:r>
              <a:rPr lang="en-US"/>
              <a:t/>
            </a:r>
          </a:p>
        </p:txBody>
      </p:sp>
    </p:spTree>
  </p:cSld>
</p:sldLayout>
</file>

<file path=ppt/slideLayouts/slideLayout2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6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6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64"/>
          </p:nvPr>
        </p:nvSpPr>
        <p:spPr/>
        <p:txBody>
          <a:bodyPr/>
          <a:p>
            <a:r>
              <a:t>Footer</a:t>
            </a:r>
          </a:p>
        </p:txBody>
      </p:sp>
      <p:sp>
        <p:nvSpPr>
          <p:cNvPr id="5" name="PlaceHolder 4"/>
          <p:cNvSpPr>
            <a:spLocks noGrp="1"/>
          </p:cNvSpPr>
          <p:nvPr>
            <p:ph type="sldNum" idx="65"/>
          </p:nvPr>
        </p:nvSpPr>
        <p:spPr/>
        <p:txBody>
          <a:bodyPr/>
          <a:p>
            <a:fld id="{6DA98384-848E-4388-93F2-CB74AF728AEB}" type="slidenum">
              <a:t>&lt;#&gt;</a:t>
            </a:fld>
          </a:p>
        </p:txBody>
      </p:sp>
      <p:sp>
        <p:nvSpPr>
          <p:cNvPr id="6" name="PlaceHolder 5"/>
          <p:cNvSpPr>
            <a:spLocks noGrp="1"/>
          </p:cNvSpPr>
          <p:nvPr>
            <p:ph type="dt" idx="66"/>
          </p:nvPr>
        </p:nvSpPr>
        <p:spPr/>
        <p:txBody>
          <a:bodyPr/>
          <a:p>
            <a:r>
              <a:rPr lang="en-US"/>
              <a:t/>
            </a:r>
          </a:p>
        </p:txBody>
      </p:sp>
    </p:spTree>
  </p:cSld>
</p:sldLayout>
</file>

<file path=ppt/slideLayouts/slideLayout2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6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64"/>
          </p:nvPr>
        </p:nvSpPr>
        <p:spPr/>
        <p:txBody>
          <a:bodyPr/>
          <a:p>
            <a:r>
              <a:t>Footer</a:t>
            </a:r>
          </a:p>
        </p:txBody>
      </p:sp>
      <p:sp>
        <p:nvSpPr>
          <p:cNvPr id="5" name="PlaceHolder 4"/>
          <p:cNvSpPr>
            <a:spLocks noGrp="1"/>
          </p:cNvSpPr>
          <p:nvPr>
            <p:ph type="sldNum" idx="65"/>
          </p:nvPr>
        </p:nvSpPr>
        <p:spPr/>
        <p:txBody>
          <a:bodyPr/>
          <a:p>
            <a:fld id="{F8B271BF-8CBC-46F9-9DBF-E00A6B92A29E}" type="slidenum">
              <a:t>&lt;#&gt;</a:t>
            </a:fld>
          </a:p>
        </p:txBody>
      </p:sp>
      <p:sp>
        <p:nvSpPr>
          <p:cNvPr id="6" name="PlaceHolder 5"/>
          <p:cNvSpPr>
            <a:spLocks noGrp="1"/>
          </p:cNvSpPr>
          <p:nvPr>
            <p:ph type="dt" idx="66"/>
          </p:nvPr>
        </p:nvSpPr>
        <p:spPr/>
        <p:txBody>
          <a:bodyPr/>
          <a:p>
            <a:r>
              <a:rPr lang="en-US"/>
              <a:t/>
            </a:r>
          </a:p>
        </p:txBody>
      </p:sp>
    </p:spTree>
  </p:cSld>
</p:sldLayout>
</file>

<file path=ppt/slideLayouts/slideLayout2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8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7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4"/>
          </p:nvPr>
        </p:nvSpPr>
        <p:spPr/>
        <p:txBody>
          <a:bodyPr/>
          <a:p>
            <a:r>
              <a:t>Footer</a:t>
            </a:r>
          </a:p>
        </p:txBody>
      </p:sp>
      <p:sp>
        <p:nvSpPr>
          <p:cNvPr id="6" name="PlaceHolder 5"/>
          <p:cNvSpPr>
            <a:spLocks noGrp="1"/>
          </p:cNvSpPr>
          <p:nvPr>
            <p:ph type="sldNum" idx="65"/>
          </p:nvPr>
        </p:nvSpPr>
        <p:spPr/>
        <p:txBody>
          <a:bodyPr/>
          <a:p>
            <a:fld id="{1B414508-BC6B-4150-A5E4-E67DB7B15BD6}" type="slidenum">
              <a:t>&lt;#&gt;</a:t>
            </a:fld>
          </a:p>
        </p:txBody>
      </p:sp>
      <p:sp>
        <p:nvSpPr>
          <p:cNvPr id="7" name="PlaceHolder 6"/>
          <p:cNvSpPr>
            <a:spLocks noGrp="1"/>
          </p:cNvSpPr>
          <p:nvPr>
            <p:ph type="dt" idx="66"/>
          </p:nvPr>
        </p:nvSpPr>
        <p:spPr/>
        <p:txBody>
          <a:bodyPr/>
          <a:p>
            <a:r>
              <a:rPr lang="en-US"/>
              <a:t/>
            </a:r>
          </a:p>
        </p:txBody>
      </p:sp>
    </p:spTree>
  </p:cSld>
</p:sldLayout>
</file>

<file path=ppt/slideLayouts/slideLayout2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8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64"/>
          </p:nvPr>
        </p:nvSpPr>
        <p:spPr/>
        <p:txBody>
          <a:bodyPr/>
          <a:p>
            <a:r>
              <a:t>Footer</a:t>
            </a:r>
          </a:p>
        </p:txBody>
      </p:sp>
      <p:sp>
        <p:nvSpPr>
          <p:cNvPr id="4" name="PlaceHolder 3"/>
          <p:cNvSpPr>
            <a:spLocks noGrp="1"/>
          </p:cNvSpPr>
          <p:nvPr>
            <p:ph type="sldNum" idx="65"/>
          </p:nvPr>
        </p:nvSpPr>
        <p:spPr/>
        <p:txBody>
          <a:bodyPr/>
          <a:p>
            <a:fld id="{22939021-EA14-45A5-86A6-AB517A1E11CB}" type="slidenum">
              <a:t>&lt;#&gt;</a:t>
            </a:fld>
          </a:p>
        </p:txBody>
      </p:sp>
      <p:sp>
        <p:nvSpPr>
          <p:cNvPr id="5" name="PlaceHolder 4"/>
          <p:cNvSpPr>
            <a:spLocks noGrp="1"/>
          </p:cNvSpPr>
          <p:nvPr>
            <p:ph type="dt" idx="66"/>
          </p:nvPr>
        </p:nvSpPr>
        <p:spPr/>
        <p:txBody>
          <a:bodyPr/>
          <a:p>
            <a:r>
              <a:rPr lang="en-US"/>
              <a:t/>
            </a:r>
          </a:p>
        </p:txBody>
      </p:sp>
    </p:spTree>
  </p:cSld>
</p:sldLayout>
</file>

<file path=ppt/slideLayouts/slideLayout2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87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64"/>
          </p:nvPr>
        </p:nvSpPr>
        <p:spPr/>
        <p:txBody>
          <a:bodyPr/>
          <a:p>
            <a:r>
              <a:t>Footer</a:t>
            </a:r>
          </a:p>
        </p:txBody>
      </p:sp>
      <p:sp>
        <p:nvSpPr>
          <p:cNvPr id="4" name="PlaceHolder 3"/>
          <p:cNvSpPr>
            <a:spLocks noGrp="1"/>
          </p:cNvSpPr>
          <p:nvPr>
            <p:ph type="sldNum" idx="65"/>
          </p:nvPr>
        </p:nvSpPr>
        <p:spPr/>
        <p:txBody>
          <a:bodyPr/>
          <a:p>
            <a:fld id="{B339A2D5-E269-43FD-AB14-FC43E43F44E3}" type="slidenum">
              <a:t>&lt;#&gt;</a:t>
            </a:fld>
          </a:p>
        </p:txBody>
      </p:sp>
      <p:sp>
        <p:nvSpPr>
          <p:cNvPr id="5" name="PlaceHolder 4"/>
          <p:cNvSpPr>
            <a:spLocks noGrp="1"/>
          </p:cNvSpPr>
          <p:nvPr>
            <p:ph type="dt" idx="66"/>
          </p:nvPr>
        </p:nvSpPr>
        <p:spPr/>
        <p:txBody>
          <a:bodyPr/>
          <a:p>
            <a:r>
              <a:rPr lang="en-US"/>
              <a:t/>
            </a:r>
          </a:p>
        </p:txBody>
      </p:sp>
    </p:spTree>
  </p:cSld>
</p:sldLayout>
</file>

<file path=ppt/slideLayouts/slideLayout2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8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7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7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4"/>
          </p:nvPr>
        </p:nvSpPr>
        <p:spPr/>
        <p:txBody>
          <a:bodyPr/>
          <a:p>
            <a:r>
              <a:t>Footer</a:t>
            </a:r>
          </a:p>
        </p:txBody>
      </p:sp>
      <p:sp>
        <p:nvSpPr>
          <p:cNvPr id="7" name="PlaceHolder 6"/>
          <p:cNvSpPr>
            <a:spLocks noGrp="1"/>
          </p:cNvSpPr>
          <p:nvPr>
            <p:ph type="sldNum" idx="65"/>
          </p:nvPr>
        </p:nvSpPr>
        <p:spPr/>
        <p:txBody>
          <a:bodyPr/>
          <a:p>
            <a:fld id="{20AC92E5-67EE-403D-BB5A-B7A4964243BE}" type="slidenum">
              <a:t>&lt;#&gt;</a:t>
            </a:fld>
          </a:p>
        </p:txBody>
      </p:sp>
      <p:sp>
        <p:nvSpPr>
          <p:cNvPr id="8" name="PlaceHolder 7"/>
          <p:cNvSpPr>
            <a:spLocks noGrp="1"/>
          </p:cNvSpPr>
          <p:nvPr>
            <p:ph type="dt" idx="66"/>
          </p:nvPr>
        </p:nvSpPr>
        <p:spPr/>
        <p:txBody>
          <a:bodyPr/>
          <a:p>
            <a:r>
              <a:rPr lang="en-US"/>
              <a:t/>
            </a:r>
          </a:p>
        </p:txBody>
      </p:sp>
    </p:spTree>
  </p:cSld>
</p:sldLayout>
</file>

<file path=ppt/slideLayouts/slideLayout2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87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4"/>
          </p:nvPr>
        </p:nvSpPr>
        <p:spPr/>
        <p:txBody>
          <a:bodyPr/>
          <a:p>
            <a:r>
              <a:t>Footer</a:t>
            </a:r>
          </a:p>
        </p:txBody>
      </p:sp>
      <p:sp>
        <p:nvSpPr>
          <p:cNvPr id="7" name="PlaceHolder 6"/>
          <p:cNvSpPr>
            <a:spLocks noGrp="1"/>
          </p:cNvSpPr>
          <p:nvPr>
            <p:ph type="sldNum" idx="65"/>
          </p:nvPr>
        </p:nvSpPr>
        <p:spPr/>
        <p:txBody>
          <a:bodyPr/>
          <a:p>
            <a:fld id="{24132ED3-0EB0-44C1-8A9D-E7C24FDEF3CE}" type="slidenum">
              <a:t>&lt;#&gt;</a:t>
            </a:fld>
          </a:p>
        </p:txBody>
      </p:sp>
      <p:sp>
        <p:nvSpPr>
          <p:cNvPr id="8" name="PlaceHolder 7"/>
          <p:cNvSpPr>
            <a:spLocks noGrp="1"/>
          </p:cNvSpPr>
          <p:nvPr>
            <p:ph type="dt" idx="66"/>
          </p:nvPr>
        </p:nvSpPr>
        <p:spPr/>
        <p:txBody>
          <a:bodyPr/>
          <a:p>
            <a:r>
              <a:rPr lang="en-US"/>
              <a:t/>
            </a:r>
          </a:p>
        </p:txBody>
      </p:sp>
    </p:spTree>
  </p:cSld>
</p:sldLayout>
</file>

<file path=ppt/slideLayouts/slideLayout2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8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4"/>
          </p:nvPr>
        </p:nvSpPr>
        <p:spPr/>
        <p:txBody>
          <a:bodyPr/>
          <a:p>
            <a:r>
              <a:t>Footer</a:t>
            </a:r>
          </a:p>
        </p:txBody>
      </p:sp>
      <p:sp>
        <p:nvSpPr>
          <p:cNvPr id="7" name="PlaceHolder 6"/>
          <p:cNvSpPr>
            <a:spLocks noGrp="1"/>
          </p:cNvSpPr>
          <p:nvPr>
            <p:ph type="sldNum" idx="65"/>
          </p:nvPr>
        </p:nvSpPr>
        <p:spPr/>
        <p:txBody>
          <a:bodyPr/>
          <a:p>
            <a:fld id="{172F43DE-C5F3-4390-9C37-5C2799D68F52}" type="slidenum">
              <a:t>&lt;#&gt;</a:t>
            </a:fld>
          </a:p>
        </p:txBody>
      </p:sp>
      <p:sp>
        <p:nvSpPr>
          <p:cNvPr id="8" name="PlaceHolder 7"/>
          <p:cNvSpPr>
            <a:spLocks noGrp="1"/>
          </p:cNvSpPr>
          <p:nvPr>
            <p:ph type="dt" idx="66"/>
          </p:nvPr>
        </p:nvSpPr>
        <p:spPr/>
        <p:txBody>
          <a:bodyPr/>
          <a:p>
            <a:r>
              <a:rPr lang="en-US"/>
              <a:t/>
            </a:r>
          </a:p>
        </p:txBody>
      </p:sp>
    </p:spTree>
  </p:cSld>
</p:sldLayout>
</file>

<file path=ppt/slideLayouts/slideLayout2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8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4"/>
          </p:nvPr>
        </p:nvSpPr>
        <p:spPr/>
        <p:txBody>
          <a:bodyPr/>
          <a:p>
            <a:r>
              <a:t>Footer</a:t>
            </a:r>
          </a:p>
        </p:txBody>
      </p:sp>
      <p:sp>
        <p:nvSpPr>
          <p:cNvPr id="6" name="PlaceHolder 5"/>
          <p:cNvSpPr>
            <a:spLocks noGrp="1"/>
          </p:cNvSpPr>
          <p:nvPr>
            <p:ph type="sldNum" idx="65"/>
          </p:nvPr>
        </p:nvSpPr>
        <p:spPr/>
        <p:txBody>
          <a:bodyPr/>
          <a:p>
            <a:fld id="{60D73D90-6F72-4C61-A525-0559D723FA96}" type="slidenum">
              <a:t>&lt;#&gt;</a:t>
            </a:fld>
          </a:p>
        </p:txBody>
      </p:sp>
      <p:sp>
        <p:nvSpPr>
          <p:cNvPr id="7" name="PlaceHolder 6"/>
          <p:cNvSpPr>
            <a:spLocks noGrp="1"/>
          </p:cNvSpPr>
          <p:nvPr>
            <p:ph type="dt" idx="66"/>
          </p:nvPr>
        </p:nvSpPr>
        <p:spPr/>
        <p:txBody>
          <a:bodyPr/>
          <a:p>
            <a:r>
              <a:rPr lang="en-US"/>
              <a:t/>
            </a:r>
          </a:p>
        </p:txBody>
      </p:sp>
    </p:spTree>
  </p:cSld>
</p:sldLayout>
</file>

<file path=ppt/slideLayouts/slideLayout2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9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64"/>
          </p:nvPr>
        </p:nvSpPr>
        <p:spPr/>
        <p:txBody>
          <a:bodyPr/>
          <a:p>
            <a:r>
              <a:t>Footer</a:t>
            </a:r>
          </a:p>
        </p:txBody>
      </p:sp>
      <p:sp>
        <p:nvSpPr>
          <p:cNvPr id="8" name="PlaceHolder 7"/>
          <p:cNvSpPr>
            <a:spLocks noGrp="1"/>
          </p:cNvSpPr>
          <p:nvPr>
            <p:ph type="sldNum" idx="65"/>
          </p:nvPr>
        </p:nvSpPr>
        <p:spPr/>
        <p:txBody>
          <a:bodyPr/>
          <a:p>
            <a:fld id="{0DD264F0-54C8-4C14-9FF7-7476F3583D8E}" type="slidenum">
              <a:t>&lt;#&gt;</a:t>
            </a:fld>
          </a:p>
        </p:txBody>
      </p:sp>
      <p:sp>
        <p:nvSpPr>
          <p:cNvPr id="9" name="PlaceHolder 8"/>
          <p:cNvSpPr>
            <a:spLocks noGrp="1"/>
          </p:cNvSpPr>
          <p:nvPr>
            <p:ph type="dt" idx="66"/>
          </p:nvPr>
        </p:nvSpPr>
        <p:spPr/>
        <p:txBody>
          <a:bodyPr/>
          <a:p>
            <a:r>
              <a:rPr lang="en-US"/>
              <a:t/>
            </a:r>
          </a:p>
        </p:txBody>
      </p:sp>
    </p:spTree>
  </p:cSld>
</p:sldLayout>
</file>

<file path=ppt/slideLayouts/slideLayout2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9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9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0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0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64"/>
          </p:nvPr>
        </p:nvSpPr>
        <p:spPr/>
        <p:txBody>
          <a:bodyPr/>
          <a:p>
            <a:r>
              <a:t>Footer</a:t>
            </a:r>
          </a:p>
        </p:txBody>
      </p:sp>
      <p:sp>
        <p:nvSpPr>
          <p:cNvPr id="10" name="PlaceHolder 9"/>
          <p:cNvSpPr>
            <a:spLocks noGrp="1"/>
          </p:cNvSpPr>
          <p:nvPr>
            <p:ph type="sldNum" idx="65"/>
          </p:nvPr>
        </p:nvSpPr>
        <p:spPr/>
        <p:txBody>
          <a:bodyPr/>
          <a:p>
            <a:fld id="{D82AFA38-3FB2-4BE1-9110-517B852336ED}" type="slidenum">
              <a:t>&lt;#&gt;</a:t>
            </a:fld>
          </a:p>
        </p:txBody>
      </p:sp>
      <p:sp>
        <p:nvSpPr>
          <p:cNvPr id="11" name="PlaceHolder 10"/>
          <p:cNvSpPr>
            <a:spLocks noGrp="1"/>
          </p:cNvSpPr>
          <p:nvPr>
            <p:ph type="dt" idx="66"/>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9" Type="http://schemas.openxmlformats.org/officeDocument/2006/relationships/slideLayout" Target="../slideLayouts/slideLayout104.xml"/><Relationship Id="rId10" Type="http://schemas.openxmlformats.org/officeDocument/2006/relationships/slideLayout" Target="../slideLayouts/slideLayout105.xml"/><Relationship Id="rId11" Type="http://schemas.openxmlformats.org/officeDocument/2006/relationships/slideLayout" Target="../slideLayouts/slideLayout106.xml"/><Relationship Id="rId12" Type="http://schemas.openxmlformats.org/officeDocument/2006/relationships/slideLayout" Target="../slideLayouts/slideLayout107.xml"/><Relationship Id="rId13" Type="http://schemas.openxmlformats.org/officeDocument/2006/relationships/slideLayout" Target="../slideLayouts/slideLayout108.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9.xml"/><Relationship Id="rId3" Type="http://schemas.openxmlformats.org/officeDocument/2006/relationships/slideLayout" Target="../slideLayouts/slideLayout110.xml"/><Relationship Id="rId4" Type="http://schemas.openxmlformats.org/officeDocument/2006/relationships/slideLayout" Target="../slideLayouts/slideLayout111.xml"/><Relationship Id="rId5" Type="http://schemas.openxmlformats.org/officeDocument/2006/relationships/slideLayout" Target="../slideLayouts/slideLayout112.xml"/><Relationship Id="rId6" Type="http://schemas.openxmlformats.org/officeDocument/2006/relationships/slideLayout" Target="../slideLayouts/slideLayout113.xml"/><Relationship Id="rId7" Type="http://schemas.openxmlformats.org/officeDocument/2006/relationships/slideLayout" Target="../slideLayouts/slideLayout114.xml"/><Relationship Id="rId8" Type="http://schemas.openxmlformats.org/officeDocument/2006/relationships/slideLayout" Target="../slideLayouts/slideLayout115.xml"/><Relationship Id="rId9" Type="http://schemas.openxmlformats.org/officeDocument/2006/relationships/slideLayout" Target="../slideLayouts/slideLayout116.xml"/><Relationship Id="rId10" Type="http://schemas.openxmlformats.org/officeDocument/2006/relationships/slideLayout" Target="../slideLayouts/slideLayout117.xml"/><Relationship Id="rId11" Type="http://schemas.openxmlformats.org/officeDocument/2006/relationships/slideLayout" Target="../slideLayouts/slideLayout118.xml"/><Relationship Id="rId12" Type="http://schemas.openxmlformats.org/officeDocument/2006/relationships/slideLayout" Target="../slideLayouts/slideLayout119.xml"/><Relationship Id="rId13" Type="http://schemas.openxmlformats.org/officeDocument/2006/relationships/slideLayout" Target="../slideLayouts/slideLayout12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1.xml"/><Relationship Id="rId3" Type="http://schemas.openxmlformats.org/officeDocument/2006/relationships/slideLayout" Target="../slideLayouts/slideLayout122.xml"/><Relationship Id="rId4" Type="http://schemas.openxmlformats.org/officeDocument/2006/relationships/slideLayout" Target="../slideLayouts/slideLayout123.xml"/><Relationship Id="rId5" Type="http://schemas.openxmlformats.org/officeDocument/2006/relationships/slideLayout" Target="../slideLayouts/slideLayout124.xml"/><Relationship Id="rId6" Type="http://schemas.openxmlformats.org/officeDocument/2006/relationships/slideLayout" Target="../slideLayouts/slideLayout125.xml"/><Relationship Id="rId7" Type="http://schemas.openxmlformats.org/officeDocument/2006/relationships/slideLayout" Target="../slideLayouts/slideLayout126.xml"/><Relationship Id="rId8" Type="http://schemas.openxmlformats.org/officeDocument/2006/relationships/slideLayout" Target="../slideLayouts/slideLayout127.xml"/><Relationship Id="rId9" Type="http://schemas.openxmlformats.org/officeDocument/2006/relationships/slideLayout" Target="../slideLayouts/slideLayout128.xml"/><Relationship Id="rId10" Type="http://schemas.openxmlformats.org/officeDocument/2006/relationships/slideLayout" Target="../slideLayouts/slideLayout129.xml"/><Relationship Id="rId11" Type="http://schemas.openxmlformats.org/officeDocument/2006/relationships/slideLayout" Target="../slideLayouts/slideLayout130.xml"/><Relationship Id="rId12" Type="http://schemas.openxmlformats.org/officeDocument/2006/relationships/slideLayout" Target="../slideLayouts/slideLayout131.xml"/><Relationship Id="rId13" Type="http://schemas.openxmlformats.org/officeDocument/2006/relationships/slideLayout" Target="../slideLayouts/slideLayout132.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3.xml"/><Relationship Id="rId3" Type="http://schemas.openxmlformats.org/officeDocument/2006/relationships/slideLayout" Target="../slideLayouts/slideLayout134.xml"/><Relationship Id="rId4" Type="http://schemas.openxmlformats.org/officeDocument/2006/relationships/slideLayout" Target="../slideLayouts/slideLayout135.xml"/><Relationship Id="rId5" Type="http://schemas.openxmlformats.org/officeDocument/2006/relationships/slideLayout" Target="../slideLayouts/slideLayout136.xml"/><Relationship Id="rId6" Type="http://schemas.openxmlformats.org/officeDocument/2006/relationships/slideLayout" Target="../slideLayouts/slideLayout137.xml"/><Relationship Id="rId7" Type="http://schemas.openxmlformats.org/officeDocument/2006/relationships/slideLayout" Target="../slideLayouts/slideLayout138.xml"/><Relationship Id="rId8" Type="http://schemas.openxmlformats.org/officeDocument/2006/relationships/slideLayout" Target="../slideLayouts/slideLayout139.xml"/><Relationship Id="rId9" Type="http://schemas.openxmlformats.org/officeDocument/2006/relationships/slideLayout" Target="../slideLayouts/slideLayout140.xml"/><Relationship Id="rId10" Type="http://schemas.openxmlformats.org/officeDocument/2006/relationships/slideLayout" Target="../slideLayouts/slideLayout141.xml"/><Relationship Id="rId11" Type="http://schemas.openxmlformats.org/officeDocument/2006/relationships/slideLayout" Target="../slideLayouts/slideLayout142.xml"/><Relationship Id="rId12" Type="http://schemas.openxmlformats.org/officeDocument/2006/relationships/slideLayout" Target="../slideLayouts/slideLayout143.xml"/><Relationship Id="rId13" Type="http://schemas.openxmlformats.org/officeDocument/2006/relationships/slideLayout" Target="../slideLayouts/slideLayout144.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45.xml"/><Relationship Id="rId3" Type="http://schemas.openxmlformats.org/officeDocument/2006/relationships/slideLayout" Target="../slideLayouts/slideLayout146.xml"/><Relationship Id="rId4" Type="http://schemas.openxmlformats.org/officeDocument/2006/relationships/slideLayout" Target="../slideLayouts/slideLayout147.xml"/><Relationship Id="rId5" Type="http://schemas.openxmlformats.org/officeDocument/2006/relationships/slideLayout" Target="../slideLayouts/slideLayout148.xml"/><Relationship Id="rId6" Type="http://schemas.openxmlformats.org/officeDocument/2006/relationships/slideLayout" Target="../slideLayouts/slideLayout149.xml"/><Relationship Id="rId7" Type="http://schemas.openxmlformats.org/officeDocument/2006/relationships/slideLayout" Target="../slideLayouts/slideLayout150.xml"/><Relationship Id="rId8" Type="http://schemas.openxmlformats.org/officeDocument/2006/relationships/slideLayout" Target="../slideLayouts/slideLayout151.xml"/><Relationship Id="rId9" Type="http://schemas.openxmlformats.org/officeDocument/2006/relationships/slideLayout" Target="../slideLayouts/slideLayout152.xml"/><Relationship Id="rId10" Type="http://schemas.openxmlformats.org/officeDocument/2006/relationships/slideLayout" Target="../slideLayouts/slideLayout153.xml"/><Relationship Id="rId11" Type="http://schemas.openxmlformats.org/officeDocument/2006/relationships/slideLayout" Target="../slideLayouts/slideLayout154.xml"/><Relationship Id="rId12" Type="http://schemas.openxmlformats.org/officeDocument/2006/relationships/slideLayout" Target="../slideLayouts/slideLayout155.xml"/><Relationship Id="rId13" Type="http://schemas.openxmlformats.org/officeDocument/2006/relationships/slideLayout" Target="../slideLayouts/slideLayout156.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57.xml"/><Relationship Id="rId3" Type="http://schemas.openxmlformats.org/officeDocument/2006/relationships/slideLayout" Target="../slideLayouts/slideLayout158.xml"/><Relationship Id="rId4" Type="http://schemas.openxmlformats.org/officeDocument/2006/relationships/slideLayout" Target="../slideLayouts/slideLayout159.xml"/><Relationship Id="rId5" Type="http://schemas.openxmlformats.org/officeDocument/2006/relationships/slideLayout" Target="../slideLayouts/slideLayout160.xml"/><Relationship Id="rId6" Type="http://schemas.openxmlformats.org/officeDocument/2006/relationships/slideLayout" Target="../slideLayouts/slideLayout161.xml"/><Relationship Id="rId7" Type="http://schemas.openxmlformats.org/officeDocument/2006/relationships/slideLayout" Target="../slideLayouts/slideLayout162.xml"/><Relationship Id="rId8" Type="http://schemas.openxmlformats.org/officeDocument/2006/relationships/slideLayout" Target="../slideLayouts/slideLayout163.xml"/><Relationship Id="rId9" Type="http://schemas.openxmlformats.org/officeDocument/2006/relationships/slideLayout" Target="../slideLayouts/slideLayout164.xml"/><Relationship Id="rId10" Type="http://schemas.openxmlformats.org/officeDocument/2006/relationships/slideLayout" Target="../slideLayouts/slideLayout165.xml"/><Relationship Id="rId11" Type="http://schemas.openxmlformats.org/officeDocument/2006/relationships/slideLayout" Target="../slideLayouts/slideLayout166.xml"/><Relationship Id="rId12" Type="http://schemas.openxmlformats.org/officeDocument/2006/relationships/slideLayout" Target="../slideLayouts/slideLayout167.xml"/><Relationship Id="rId13" Type="http://schemas.openxmlformats.org/officeDocument/2006/relationships/slideLayout" Target="../slideLayouts/slideLayout168.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69.xml"/><Relationship Id="rId3" Type="http://schemas.openxmlformats.org/officeDocument/2006/relationships/slideLayout" Target="../slideLayouts/slideLayout170.xml"/><Relationship Id="rId4" Type="http://schemas.openxmlformats.org/officeDocument/2006/relationships/slideLayout" Target="../slideLayouts/slideLayout171.xml"/><Relationship Id="rId5" Type="http://schemas.openxmlformats.org/officeDocument/2006/relationships/slideLayout" Target="../slideLayouts/slideLayout172.xml"/><Relationship Id="rId6" Type="http://schemas.openxmlformats.org/officeDocument/2006/relationships/slideLayout" Target="../slideLayouts/slideLayout173.xml"/><Relationship Id="rId7" Type="http://schemas.openxmlformats.org/officeDocument/2006/relationships/slideLayout" Target="../slideLayouts/slideLayout174.xml"/><Relationship Id="rId8" Type="http://schemas.openxmlformats.org/officeDocument/2006/relationships/slideLayout" Target="../slideLayouts/slideLayout175.xml"/><Relationship Id="rId9" Type="http://schemas.openxmlformats.org/officeDocument/2006/relationships/slideLayout" Target="../slideLayouts/slideLayout176.xml"/><Relationship Id="rId10" Type="http://schemas.openxmlformats.org/officeDocument/2006/relationships/slideLayout" Target="../slideLayouts/slideLayout177.xml"/><Relationship Id="rId11" Type="http://schemas.openxmlformats.org/officeDocument/2006/relationships/slideLayout" Target="../slideLayouts/slideLayout178.xml"/><Relationship Id="rId12" Type="http://schemas.openxmlformats.org/officeDocument/2006/relationships/slideLayout" Target="../slideLayouts/slideLayout179.xml"/><Relationship Id="rId13" Type="http://schemas.openxmlformats.org/officeDocument/2006/relationships/slideLayout" Target="../slideLayouts/slideLayout180.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81.xml"/><Relationship Id="rId3" Type="http://schemas.openxmlformats.org/officeDocument/2006/relationships/slideLayout" Target="../slideLayouts/slideLayout182.xml"/><Relationship Id="rId4" Type="http://schemas.openxmlformats.org/officeDocument/2006/relationships/slideLayout" Target="../slideLayouts/slideLayout183.xml"/><Relationship Id="rId5" Type="http://schemas.openxmlformats.org/officeDocument/2006/relationships/slideLayout" Target="../slideLayouts/slideLayout184.xml"/><Relationship Id="rId6" Type="http://schemas.openxmlformats.org/officeDocument/2006/relationships/slideLayout" Target="../slideLayouts/slideLayout185.xml"/><Relationship Id="rId7" Type="http://schemas.openxmlformats.org/officeDocument/2006/relationships/slideLayout" Target="../slideLayouts/slideLayout186.xml"/><Relationship Id="rId8" Type="http://schemas.openxmlformats.org/officeDocument/2006/relationships/slideLayout" Target="../slideLayouts/slideLayout187.xml"/><Relationship Id="rId9" Type="http://schemas.openxmlformats.org/officeDocument/2006/relationships/slideLayout" Target="../slideLayouts/slideLayout188.xml"/><Relationship Id="rId10" Type="http://schemas.openxmlformats.org/officeDocument/2006/relationships/slideLayout" Target="../slideLayouts/slideLayout189.xml"/><Relationship Id="rId11" Type="http://schemas.openxmlformats.org/officeDocument/2006/relationships/slideLayout" Target="../slideLayouts/slideLayout190.xml"/><Relationship Id="rId12" Type="http://schemas.openxmlformats.org/officeDocument/2006/relationships/slideLayout" Target="../slideLayouts/slideLayout191.xml"/><Relationship Id="rId13" Type="http://schemas.openxmlformats.org/officeDocument/2006/relationships/slideLayout" Target="../slideLayouts/slideLayout192.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93.xml"/><Relationship Id="rId3" Type="http://schemas.openxmlformats.org/officeDocument/2006/relationships/slideLayout" Target="../slideLayouts/slideLayout194.xml"/><Relationship Id="rId4" Type="http://schemas.openxmlformats.org/officeDocument/2006/relationships/slideLayout" Target="../slideLayouts/slideLayout195.xml"/><Relationship Id="rId5" Type="http://schemas.openxmlformats.org/officeDocument/2006/relationships/slideLayout" Target="../slideLayouts/slideLayout196.xml"/><Relationship Id="rId6" Type="http://schemas.openxmlformats.org/officeDocument/2006/relationships/slideLayout" Target="../slideLayouts/slideLayout197.xml"/><Relationship Id="rId7" Type="http://schemas.openxmlformats.org/officeDocument/2006/relationships/slideLayout" Target="../slideLayouts/slideLayout198.xml"/><Relationship Id="rId8" Type="http://schemas.openxmlformats.org/officeDocument/2006/relationships/slideLayout" Target="../slideLayouts/slideLayout199.xml"/><Relationship Id="rId9" Type="http://schemas.openxmlformats.org/officeDocument/2006/relationships/slideLayout" Target="../slideLayouts/slideLayout200.xml"/><Relationship Id="rId10" Type="http://schemas.openxmlformats.org/officeDocument/2006/relationships/slideLayout" Target="../slideLayouts/slideLayout201.xml"/><Relationship Id="rId11" Type="http://schemas.openxmlformats.org/officeDocument/2006/relationships/slideLayout" Target="../slideLayouts/slideLayout202.xml"/><Relationship Id="rId12" Type="http://schemas.openxmlformats.org/officeDocument/2006/relationships/slideLayout" Target="../slideLayouts/slideLayout203.xml"/><Relationship Id="rId13" Type="http://schemas.openxmlformats.org/officeDocument/2006/relationships/slideLayout" Target="../slideLayouts/slideLayout204.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205.xml"/><Relationship Id="rId3" Type="http://schemas.openxmlformats.org/officeDocument/2006/relationships/slideLayout" Target="../slideLayouts/slideLayout206.xml"/><Relationship Id="rId4" Type="http://schemas.openxmlformats.org/officeDocument/2006/relationships/slideLayout" Target="../slideLayouts/slideLayout207.xml"/><Relationship Id="rId5" Type="http://schemas.openxmlformats.org/officeDocument/2006/relationships/slideLayout" Target="../slideLayouts/slideLayout208.xml"/><Relationship Id="rId6" Type="http://schemas.openxmlformats.org/officeDocument/2006/relationships/slideLayout" Target="../slideLayouts/slideLayout209.xml"/><Relationship Id="rId7" Type="http://schemas.openxmlformats.org/officeDocument/2006/relationships/slideLayout" Target="../slideLayouts/slideLayout210.xml"/><Relationship Id="rId8" Type="http://schemas.openxmlformats.org/officeDocument/2006/relationships/slideLayout" Target="../slideLayouts/slideLayout211.xml"/><Relationship Id="rId9" Type="http://schemas.openxmlformats.org/officeDocument/2006/relationships/slideLayout" Target="../slideLayouts/slideLayout212.xml"/><Relationship Id="rId10" Type="http://schemas.openxmlformats.org/officeDocument/2006/relationships/slideLayout" Target="../slideLayouts/slideLayout213.xml"/><Relationship Id="rId11" Type="http://schemas.openxmlformats.org/officeDocument/2006/relationships/slideLayout" Target="../slideLayouts/slideLayout214.xml"/><Relationship Id="rId12" Type="http://schemas.openxmlformats.org/officeDocument/2006/relationships/slideLayout" Target="../slideLayouts/slideLayout215.xml"/><Relationship Id="rId13" Type="http://schemas.openxmlformats.org/officeDocument/2006/relationships/slideLayout" Target="../slideLayouts/slideLayout216.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217.xml"/><Relationship Id="rId3" Type="http://schemas.openxmlformats.org/officeDocument/2006/relationships/slideLayout" Target="../slideLayouts/slideLayout218.xml"/><Relationship Id="rId4" Type="http://schemas.openxmlformats.org/officeDocument/2006/relationships/slideLayout" Target="../slideLayouts/slideLayout219.xml"/><Relationship Id="rId5" Type="http://schemas.openxmlformats.org/officeDocument/2006/relationships/slideLayout" Target="../slideLayouts/slideLayout220.xml"/><Relationship Id="rId6" Type="http://schemas.openxmlformats.org/officeDocument/2006/relationships/slideLayout" Target="../slideLayouts/slideLayout221.xml"/><Relationship Id="rId7" Type="http://schemas.openxmlformats.org/officeDocument/2006/relationships/slideLayout" Target="../slideLayouts/slideLayout222.xml"/><Relationship Id="rId8" Type="http://schemas.openxmlformats.org/officeDocument/2006/relationships/slideLayout" Target="../slideLayouts/slideLayout223.xml"/><Relationship Id="rId9" Type="http://schemas.openxmlformats.org/officeDocument/2006/relationships/slideLayout" Target="../slideLayouts/slideLayout224.xml"/><Relationship Id="rId10" Type="http://schemas.openxmlformats.org/officeDocument/2006/relationships/slideLayout" Target="../slideLayouts/slideLayout225.xml"/><Relationship Id="rId11" Type="http://schemas.openxmlformats.org/officeDocument/2006/relationships/slideLayout" Target="../slideLayouts/slideLayout226.xml"/><Relationship Id="rId12" Type="http://schemas.openxmlformats.org/officeDocument/2006/relationships/slideLayout" Target="../slideLayouts/slideLayout227.xml"/><Relationship Id="rId13" Type="http://schemas.openxmlformats.org/officeDocument/2006/relationships/slideLayout" Target="../slideLayouts/slideLayout228.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29.xml"/><Relationship Id="rId3" Type="http://schemas.openxmlformats.org/officeDocument/2006/relationships/slideLayout" Target="../slideLayouts/slideLayout230.xml"/><Relationship Id="rId4" Type="http://schemas.openxmlformats.org/officeDocument/2006/relationships/slideLayout" Target="../slideLayouts/slideLayout231.xml"/><Relationship Id="rId5" Type="http://schemas.openxmlformats.org/officeDocument/2006/relationships/slideLayout" Target="../slideLayouts/slideLayout232.xml"/><Relationship Id="rId6" Type="http://schemas.openxmlformats.org/officeDocument/2006/relationships/slideLayout" Target="../slideLayouts/slideLayout233.xml"/><Relationship Id="rId7" Type="http://schemas.openxmlformats.org/officeDocument/2006/relationships/slideLayout" Target="../slideLayouts/slideLayout234.xml"/><Relationship Id="rId8" Type="http://schemas.openxmlformats.org/officeDocument/2006/relationships/slideLayout" Target="../slideLayouts/slideLayout235.xml"/><Relationship Id="rId9" Type="http://schemas.openxmlformats.org/officeDocument/2006/relationships/slideLayout" Target="../slideLayouts/slideLayout236.xml"/><Relationship Id="rId10" Type="http://schemas.openxmlformats.org/officeDocument/2006/relationships/slideLayout" Target="../slideLayouts/slideLayout237.xml"/><Relationship Id="rId11" Type="http://schemas.openxmlformats.org/officeDocument/2006/relationships/slideLayout" Target="../slideLayouts/slideLayout238.xml"/><Relationship Id="rId12" Type="http://schemas.openxmlformats.org/officeDocument/2006/relationships/slideLayout" Target="../slideLayouts/slideLayout239.xml"/><Relationship Id="rId13" Type="http://schemas.openxmlformats.org/officeDocument/2006/relationships/slideLayout" Target="../slideLayouts/slideLayout24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41.xml"/><Relationship Id="rId3" Type="http://schemas.openxmlformats.org/officeDocument/2006/relationships/slideLayout" Target="../slideLayouts/slideLayout242.xml"/><Relationship Id="rId4" Type="http://schemas.openxmlformats.org/officeDocument/2006/relationships/slideLayout" Target="../slideLayouts/slideLayout243.xml"/><Relationship Id="rId5" Type="http://schemas.openxmlformats.org/officeDocument/2006/relationships/slideLayout" Target="../slideLayouts/slideLayout244.xml"/><Relationship Id="rId6" Type="http://schemas.openxmlformats.org/officeDocument/2006/relationships/slideLayout" Target="../slideLayouts/slideLayout245.xml"/><Relationship Id="rId7" Type="http://schemas.openxmlformats.org/officeDocument/2006/relationships/slideLayout" Target="../slideLayouts/slideLayout246.xml"/><Relationship Id="rId8" Type="http://schemas.openxmlformats.org/officeDocument/2006/relationships/slideLayout" Target="../slideLayouts/slideLayout247.xml"/><Relationship Id="rId9" Type="http://schemas.openxmlformats.org/officeDocument/2006/relationships/slideLayout" Target="../slideLayouts/slideLayout248.xml"/><Relationship Id="rId10" Type="http://schemas.openxmlformats.org/officeDocument/2006/relationships/slideLayout" Target="../slideLayouts/slideLayout249.xml"/><Relationship Id="rId11" Type="http://schemas.openxmlformats.org/officeDocument/2006/relationships/slideLayout" Target="../slideLayouts/slideLayout250.xml"/><Relationship Id="rId12" Type="http://schemas.openxmlformats.org/officeDocument/2006/relationships/slideLayout" Target="../slideLayouts/slideLayout251.xml"/><Relationship Id="rId13" Type="http://schemas.openxmlformats.org/officeDocument/2006/relationships/slideLayout" Target="../slideLayouts/slideLayout252.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53.xml"/><Relationship Id="rId3" Type="http://schemas.openxmlformats.org/officeDocument/2006/relationships/slideLayout" Target="../slideLayouts/slideLayout254.xml"/><Relationship Id="rId4" Type="http://schemas.openxmlformats.org/officeDocument/2006/relationships/slideLayout" Target="../slideLayouts/slideLayout255.xml"/><Relationship Id="rId5" Type="http://schemas.openxmlformats.org/officeDocument/2006/relationships/slideLayout" Target="../slideLayouts/slideLayout256.xml"/><Relationship Id="rId6" Type="http://schemas.openxmlformats.org/officeDocument/2006/relationships/slideLayout" Target="../slideLayouts/slideLayout257.xml"/><Relationship Id="rId7" Type="http://schemas.openxmlformats.org/officeDocument/2006/relationships/slideLayout" Target="../slideLayouts/slideLayout258.xml"/><Relationship Id="rId8" Type="http://schemas.openxmlformats.org/officeDocument/2006/relationships/slideLayout" Target="../slideLayouts/slideLayout259.xml"/><Relationship Id="rId9" Type="http://schemas.openxmlformats.org/officeDocument/2006/relationships/slideLayout" Target="../slideLayouts/slideLayout260.xml"/><Relationship Id="rId10" Type="http://schemas.openxmlformats.org/officeDocument/2006/relationships/slideLayout" Target="../slideLayouts/slideLayout261.xml"/><Relationship Id="rId11" Type="http://schemas.openxmlformats.org/officeDocument/2006/relationships/slideLayout" Target="../slideLayouts/slideLayout262.xml"/><Relationship Id="rId12" Type="http://schemas.openxmlformats.org/officeDocument/2006/relationships/slideLayout" Target="../slideLayouts/slideLayout263.xml"/><Relationship Id="rId13" Type="http://schemas.openxmlformats.org/officeDocument/2006/relationships/slideLayout" Target="../slideLayouts/slideLayout26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85040" cy="3546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1" name="PlaceHolder 2"/>
          <p:cNvSpPr>
            <a:spLocks noGrp="1"/>
          </p:cNvSpPr>
          <p:nvPr>
            <p:ph type="sldNum" idx="2"/>
          </p:nvPr>
        </p:nvSpPr>
        <p:spPr>
          <a:xfrm>
            <a:off x="6553080" y="6356520"/>
            <a:ext cx="2123280" cy="3546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35FCEBC-3AAE-4638-BBEC-BD43967EC45E}" type="slidenum">
              <a:rPr b="0" lang="en-US" sz="1200" spc="-1" strike="noStrike">
                <a:solidFill>
                  <a:srgbClr val="8b8b8b"/>
                </a:solidFill>
                <a:latin typeface="Calibri"/>
              </a:rPr>
              <a:t>19</a:t>
            </a:fld>
            <a:endParaRPr b="0" lang="en-US" sz="1200" spc="-1" strike="noStrike">
              <a:solidFill>
                <a:srgbClr val="000000"/>
              </a:solidFill>
              <a:latin typeface="Times New Roman"/>
            </a:endParaRPr>
          </a:p>
        </p:txBody>
      </p:sp>
      <p:sp>
        <p:nvSpPr>
          <p:cNvPr id="2" name="PlaceHolder 3"/>
          <p:cNvSpPr>
            <a:spLocks noGrp="1"/>
          </p:cNvSpPr>
          <p:nvPr>
            <p:ph type="dt" idx="3"/>
          </p:nvPr>
        </p:nvSpPr>
        <p:spPr>
          <a:xfrm>
            <a:off x="457200" y="6356520"/>
            <a:ext cx="2123280" cy="3546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520"/>
            <a:ext cx="2887200" cy="3567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6553080" y="6356520"/>
            <a:ext cx="2125440" cy="3567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67C7704E-948F-4BD6-AE9D-3F71A4B4A42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457200" y="6356520"/>
            <a:ext cx="2125440" cy="3567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ftr" idx="7"/>
          </p:nvPr>
        </p:nvSpPr>
        <p:spPr>
          <a:xfrm>
            <a:off x="3124080" y="6356520"/>
            <a:ext cx="2886840" cy="3564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3" name="PlaceHolder 2"/>
          <p:cNvSpPr>
            <a:spLocks noGrp="1"/>
          </p:cNvSpPr>
          <p:nvPr>
            <p:ph type="sldNum" idx="8"/>
          </p:nvPr>
        </p:nvSpPr>
        <p:spPr>
          <a:xfrm>
            <a:off x="6553080" y="6356520"/>
            <a:ext cx="2125080" cy="3564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3C8260D-1569-4C65-BD4A-EFE96263D22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4" name="PlaceHolder 3"/>
          <p:cNvSpPr>
            <a:spLocks noGrp="1"/>
          </p:cNvSpPr>
          <p:nvPr>
            <p:ph type="dt" idx="9"/>
          </p:nvPr>
        </p:nvSpPr>
        <p:spPr>
          <a:xfrm>
            <a:off x="457200" y="6356520"/>
            <a:ext cx="2125080" cy="3564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 name="PlaceHolder 1"/>
          <p:cNvSpPr>
            <a:spLocks noGrp="1"/>
          </p:cNvSpPr>
          <p:nvPr>
            <p:ph type="ftr" idx="10"/>
          </p:nvPr>
        </p:nvSpPr>
        <p:spPr>
          <a:xfrm>
            <a:off x="3124080" y="6356520"/>
            <a:ext cx="2885040" cy="3546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4" name="PlaceHolder 2"/>
          <p:cNvSpPr>
            <a:spLocks noGrp="1"/>
          </p:cNvSpPr>
          <p:nvPr>
            <p:ph type="sldNum" idx="11"/>
          </p:nvPr>
        </p:nvSpPr>
        <p:spPr>
          <a:xfrm>
            <a:off x="6553080" y="6356520"/>
            <a:ext cx="2123280" cy="3546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0B8686D-C2CE-4A86-9AEC-445C601809B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25" name="PlaceHolder 3"/>
          <p:cNvSpPr>
            <a:spLocks noGrp="1"/>
          </p:cNvSpPr>
          <p:nvPr>
            <p:ph type="dt" idx="12"/>
          </p:nvPr>
        </p:nvSpPr>
        <p:spPr>
          <a:xfrm>
            <a:off x="457200" y="6356520"/>
            <a:ext cx="2123280" cy="3546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2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PlaceHolder 1"/>
          <p:cNvSpPr>
            <a:spLocks noGrp="1"/>
          </p:cNvSpPr>
          <p:nvPr>
            <p:ph type="ftr" idx="13"/>
          </p:nvPr>
        </p:nvSpPr>
        <p:spPr>
          <a:xfrm>
            <a:off x="3124080" y="6356520"/>
            <a:ext cx="2885400" cy="354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5" name="PlaceHolder 2"/>
          <p:cNvSpPr>
            <a:spLocks noGrp="1"/>
          </p:cNvSpPr>
          <p:nvPr>
            <p:ph type="sldNum" idx="14"/>
          </p:nvPr>
        </p:nvSpPr>
        <p:spPr>
          <a:xfrm>
            <a:off x="6553080" y="6356520"/>
            <a:ext cx="2123640" cy="354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910ED8E-0C79-4CEF-B709-8E2B7203440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66" name="PlaceHolder 3"/>
          <p:cNvSpPr>
            <a:spLocks noGrp="1"/>
          </p:cNvSpPr>
          <p:nvPr>
            <p:ph type="dt" idx="15"/>
          </p:nvPr>
        </p:nvSpPr>
        <p:spPr>
          <a:xfrm>
            <a:off x="457200" y="6356520"/>
            <a:ext cx="2123640" cy="354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6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6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ftr" idx="16"/>
          </p:nvPr>
        </p:nvSpPr>
        <p:spPr>
          <a:xfrm>
            <a:off x="3124080" y="6356520"/>
            <a:ext cx="2885760" cy="3553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6" name="PlaceHolder 2"/>
          <p:cNvSpPr>
            <a:spLocks noGrp="1"/>
          </p:cNvSpPr>
          <p:nvPr>
            <p:ph type="sldNum" idx="17"/>
          </p:nvPr>
        </p:nvSpPr>
        <p:spPr>
          <a:xfrm>
            <a:off x="6553080" y="6356520"/>
            <a:ext cx="2124000" cy="3553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93ECE731-A6BF-4C7F-9F08-9E7FC65C2A7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07" name="PlaceHolder 3"/>
          <p:cNvSpPr>
            <a:spLocks noGrp="1"/>
          </p:cNvSpPr>
          <p:nvPr>
            <p:ph type="dt" idx="18"/>
          </p:nvPr>
        </p:nvSpPr>
        <p:spPr>
          <a:xfrm>
            <a:off x="457200" y="6356520"/>
            <a:ext cx="2124000" cy="3553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0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0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6" name="PlaceHolder 1"/>
          <p:cNvSpPr>
            <a:spLocks noGrp="1"/>
          </p:cNvSpPr>
          <p:nvPr>
            <p:ph type="ftr" idx="19"/>
          </p:nvPr>
        </p:nvSpPr>
        <p:spPr>
          <a:xfrm>
            <a:off x="3124080" y="6356520"/>
            <a:ext cx="2886480" cy="3560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7" name="PlaceHolder 2"/>
          <p:cNvSpPr>
            <a:spLocks noGrp="1"/>
          </p:cNvSpPr>
          <p:nvPr>
            <p:ph type="sldNum" idx="20"/>
          </p:nvPr>
        </p:nvSpPr>
        <p:spPr>
          <a:xfrm>
            <a:off x="6553080" y="6356520"/>
            <a:ext cx="2124720" cy="3560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0447575-B7B0-49FC-8218-8DC00133757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48" name="PlaceHolder 3"/>
          <p:cNvSpPr>
            <a:spLocks noGrp="1"/>
          </p:cNvSpPr>
          <p:nvPr>
            <p:ph type="dt" idx="21"/>
          </p:nvPr>
        </p:nvSpPr>
        <p:spPr>
          <a:xfrm>
            <a:off x="457200" y="6356520"/>
            <a:ext cx="2124720" cy="3560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7" name="PlaceHolder 1"/>
          <p:cNvSpPr>
            <a:spLocks noGrp="1"/>
          </p:cNvSpPr>
          <p:nvPr>
            <p:ph type="ftr" idx="22"/>
          </p:nvPr>
        </p:nvSpPr>
        <p:spPr>
          <a:xfrm>
            <a:off x="3124080" y="6356520"/>
            <a:ext cx="2887560" cy="3571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8" name="PlaceHolder 2"/>
          <p:cNvSpPr>
            <a:spLocks noGrp="1"/>
          </p:cNvSpPr>
          <p:nvPr>
            <p:ph type="sldNum" idx="23"/>
          </p:nvPr>
        </p:nvSpPr>
        <p:spPr>
          <a:xfrm>
            <a:off x="6553080" y="6356520"/>
            <a:ext cx="2125800" cy="3571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FCC47E10-4D48-4A47-88D5-374C8E3BCB4A}"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89" name="PlaceHolder 3"/>
          <p:cNvSpPr>
            <a:spLocks noGrp="1"/>
          </p:cNvSpPr>
          <p:nvPr>
            <p:ph type="dt" idx="24"/>
          </p:nvPr>
        </p:nvSpPr>
        <p:spPr>
          <a:xfrm>
            <a:off x="457200" y="6356520"/>
            <a:ext cx="2125800" cy="3571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9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9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ftr" idx="25"/>
          </p:nvPr>
        </p:nvSpPr>
        <p:spPr>
          <a:xfrm>
            <a:off x="3124080" y="6356520"/>
            <a:ext cx="2887920" cy="3574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9" name="PlaceHolder 2"/>
          <p:cNvSpPr>
            <a:spLocks noGrp="1"/>
          </p:cNvSpPr>
          <p:nvPr>
            <p:ph type="sldNum" idx="26"/>
          </p:nvPr>
        </p:nvSpPr>
        <p:spPr>
          <a:xfrm>
            <a:off x="6553080" y="6356520"/>
            <a:ext cx="2126160" cy="3574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F20292B8-C81C-403F-8727-D4BF780C99B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30" name="PlaceHolder 3"/>
          <p:cNvSpPr>
            <a:spLocks noGrp="1"/>
          </p:cNvSpPr>
          <p:nvPr>
            <p:ph type="dt" idx="27"/>
          </p:nvPr>
        </p:nvSpPr>
        <p:spPr>
          <a:xfrm>
            <a:off x="457200" y="6356520"/>
            <a:ext cx="2126160" cy="3574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3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3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 id="2147483763" r:id="rId12"/>
    <p:sldLayoutId id="2147483764" r:id="rId1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ftr" idx="28"/>
          </p:nvPr>
        </p:nvSpPr>
        <p:spPr>
          <a:xfrm>
            <a:off x="3124080" y="6356520"/>
            <a:ext cx="2888280" cy="3578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0" name="PlaceHolder 2"/>
          <p:cNvSpPr>
            <a:spLocks noGrp="1"/>
          </p:cNvSpPr>
          <p:nvPr>
            <p:ph type="sldNum" idx="29"/>
          </p:nvPr>
        </p:nvSpPr>
        <p:spPr>
          <a:xfrm>
            <a:off x="6553080" y="6356520"/>
            <a:ext cx="2126520" cy="3578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0A35448-5445-44DF-9D64-9F8AF96082E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71" name="PlaceHolder 3"/>
          <p:cNvSpPr>
            <a:spLocks noGrp="1"/>
          </p:cNvSpPr>
          <p:nvPr>
            <p:ph type="dt" idx="30"/>
          </p:nvPr>
        </p:nvSpPr>
        <p:spPr>
          <a:xfrm>
            <a:off x="457200" y="6356520"/>
            <a:ext cx="2126520" cy="3578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7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7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0" name="PlaceHolder 1"/>
          <p:cNvSpPr>
            <a:spLocks noGrp="1"/>
          </p:cNvSpPr>
          <p:nvPr>
            <p:ph type="ftr" idx="31"/>
          </p:nvPr>
        </p:nvSpPr>
        <p:spPr>
          <a:xfrm>
            <a:off x="3124080" y="6356520"/>
            <a:ext cx="2888640" cy="3582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1" name="PlaceHolder 2"/>
          <p:cNvSpPr>
            <a:spLocks noGrp="1"/>
          </p:cNvSpPr>
          <p:nvPr>
            <p:ph type="sldNum" idx="32"/>
          </p:nvPr>
        </p:nvSpPr>
        <p:spPr>
          <a:xfrm>
            <a:off x="6553080" y="6356520"/>
            <a:ext cx="2126880" cy="3582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EECC312-0BBE-4EEF-823E-1BA1F68B58E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12" name="PlaceHolder 3"/>
          <p:cNvSpPr>
            <a:spLocks noGrp="1"/>
          </p:cNvSpPr>
          <p:nvPr>
            <p:ph type="dt" idx="33"/>
          </p:nvPr>
        </p:nvSpPr>
        <p:spPr>
          <a:xfrm>
            <a:off x="457200" y="6356520"/>
            <a:ext cx="2126880" cy="3582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1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1" name="PlaceHolder 1"/>
          <p:cNvSpPr>
            <a:spLocks noGrp="1"/>
          </p:cNvSpPr>
          <p:nvPr>
            <p:ph type="ftr" idx="34"/>
          </p:nvPr>
        </p:nvSpPr>
        <p:spPr>
          <a:xfrm>
            <a:off x="3124080" y="6356520"/>
            <a:ext cx="2889360" cy="3589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2" name="PlaceHolder 2"/>
          <p:cNvSpPr>
            <a:spLocks noGrp="1"/>
          </p:cNvSpPr>
          <p:nvPr>
            <p:ph type="sldNum" idx="35"/>
          </p:nvPr>
        </p:nvSpPr>
        <p:spPr>
          <a:xfrm>
            <a:off x="6553080" y="6356520"/>
            <a:ext cx="2127600" cy="3589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B2B817A-4A3A-49B8-83FD-3EEFD7217E3B}"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53" name="PlaceHolder 3"/>
          <p:cNvSpPr>
            <a:spLocks noGrp="1"/>
          </p:cNvSpPr>
          <p:nvPr>
            <p:ph type="dt" idx="36"/>
          </p:nvPr>
        </p:nvSpPr>
        <p:spPr>
          <a:xfrm>
            <a:off x="457200" y="6356520"/>
            <a:ext cx="2127600" cy="3589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5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2" name="PlaceHolder 1"/>
          <p:cNvSpPr>
            <a:spLocks noGrp="1"/>
          </p:cNvSpPr>
          <p:nvPr>
            <p:ph type="ftr" idx="37"/>
          </p:nvPr>
        </p:nvSpPr>
        <p:spPr>
          <a:xfrm>
            <a:off x="3124080" y="6356520"/>
            <a:ext cx="2890080" cy="3596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3" name="PlaceHolder 2"/>
          <p:cNvSpPr>
            <a:spLocks noGrp="1"/>
          </p:cNvSpPr>
          <p:nvPr>
            <p:ph type="sldNum" idx="38"/>
          </p:nvPr>
        </p:nvSpPr>
        <p:spPr>
          <a:xfrm>
            <a:off x="6553080" y="6356520"/>
            <a:ext cx="2128320" cy="3596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9906948-7259-4D32-AB80-7714FDD617C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94" name="PlaceHolder 3"/>
          <p:cNvSpPr>
            <a:spLocks noGrp="1"/>
          </p:cNvSpPr>
          <p:nvPr>
            <p:ph type="dt" idx="39"/>
          </p:nvPr>
        </p:nvSpPr>
        <p:spPr>
          <a:xfrm>
            <a:off x="457200" y="6356520"/>
            <a:ext cx="2128320" cy="3596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9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9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3" name="PlaceHolder 1"/>
          <p:cNvSpPr>
            <a:spLocks noGrp="1"/>
          </p:cNvSpPr>
          <p:nvPr>
            <p:ph type="ftr" idx="40"/>
          </p:nvPr>
        </p:nvSpPr>
        <p:spPr>
          <a:xfrm>
            <a:off x="3124080" y="6356520"/>
            <a:ext cx="2890440" cy="3600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4" name="PlaceHolder 2"/>
          <p:cNvSpPr>
            <a:spLocks noGrp="1"/>
          </p:cNvSpPr>
          <p:nvPr>
            <p:ph type="sldNum" idx="41"/>
          </p:nvPr>
        </p:nvSpPr>
        <p:spPr>
          <a:xfrm>
            <a:off x="6553080" y="6356520"/>
            <a:ext cx="2128680" cy="3600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3B2636A-19C8-41C0-BD90-550B93E6422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35" name="PlaceHolder 3"/>
          <p:cNvSpPr>
            <a:spLocks noGrp="1"/>
          </p:cNvSpPr>
          <p:nvPr>
            <p:ph type="dt" idx="42"/>
          </p:nvPr>
        </p:nvSpPr>
        <p:spPr>
          <a:xfrm>
            <a:off x="457200" y="6356520"/>
            <a:ext cx="2128680" cy="3600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3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 id="2147483828" r:id="rId12"/>
    <p:sldLayoutId id="2147483829" r:id="rId13"/>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4" name="PlaceHolder 1"/>
          <p:cNvSpPr>
            <a:spLocks noGrp="1"/>
          </p:cNvSpPr>
          <p:nvPr>
            <p:ph type="ftr" idx="43"/>
          </p:nvPr>
        </p:nvSpPr>
        <p:spPr>
          <a:xfrm>
            <a:off x="3124080" y="6356520"/>
            <a:ext cx="2890800" cy="3603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5" name="PlaceHolder 2"/>
          <p:cNvSpPr>
            <a:spLocks noGrp="1"/>
          </p:cNvSpPr>
          <p:nvPr>
            <p:ph type="sldNum" idx="44"/>
          </p:nvPr>
        </p:nvSpPr>
        <p:spPr>
          <a:xfrm>
            <a:off x="6553080" y="6356520"/>
            <a:ext cx="2129040" cy="3603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4834BEA-8664-4D38-84AE-C6C0AD47851D}"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76" name="PlaceHolder 3"/>
          <p:cNvSpPr>
            <a:spLocks noGrp="1"/>
          </p:cNvSpPr>
          <p:nvPr>
            <p:ph type="dt" idx="45"/>
          </p:nvPr>
        </p:nvSpPr>
        <p:spPr>
          <a:xfrm>
            <a:off x="457200" y="6356520"/>
            <a:ext cx="2129040" cy="3603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7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7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 id="2147483842" r:id="rId1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5" name="PlaceHolder 1"/>
          <p:cNvSpPr>
            <a:spLocks noGrp="1"/>
          </p:cNvSpPr>
          <p:nvPr>
            <p:ph type="ftr" idx="46"/>
          </p:nvPr>
        </p:nvSpPr>
        <p:spPr>
          <a:xfrm>
            <a:off x="3124080" y="6356520"/>
            <a:ext cx="2891160" cy="3607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16" name="PlaceHolder 2"/>
          <p:cNvSpPr>
            <a:spLocks noGrp="1"/>
          </p:cNvSpPr>
          <p:nvPr>
            <p:ph type="sldNum" idx="47"/>
          </p:nvPr>
        </p:nvSpPr>
        <p:spPr>
          <a:xfrm>
            <a:off x="6553080" y="6356520"/>
            <a:ext cx="2129400" cy="3607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B34F13A-3C68-4F1C-9B02-7B02CE1840A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17" name="PlaceHolder 3"/>
          <p:cNvSpPr>
            <a:spLocks noGrp="1"/>
          </p:cNvSpPr>
          <p:nvPr>
            <p:ph type="dt" idx="48"/>
          </p:nvPr>
        </p:nvSpPr>
        <p:spPr>
          <a:xfrm>
            <a:off x="457200" y="6356520"/>
            <a:ext cx="2129400" cy="3607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1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1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 id="2147483855" r:id="rId1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6" name="PlaceHolder 1"/>
          <p:cNvSpPr>
            <a:spLocks noGrp="1"/>
          </p:cNvSpPr>
          <p:nvPr>
            <p:ph type="ftr" idx="49"/>
          </p:nvPr>
        </p:nvSpPr>
        <p:spPr>
          <a:xfrm>
            <a:off x="3124080" y="6356520"/>
            <a:ext cx="2891880" cy="3614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7" name="PlaceHolder 2"/>
          <p:cNvSpPr>
            <a:spLocks noGrp="1"/>
          </p:cNvSpPr>
          <p:nvPr>
            <p:ph type="sldNum" idx="50"/>
          </p:nvPr>
        </p:nvSpPr>
        <p:spPr>
          <a:xfrm>
            <a:off x="6553080" y="6356520"/>
            <a:ext cx="2130120" cy="3614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8480693-4C78-41DA-96E6-72405C0277ED}"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58" name="PlaceHolder 3"/>
          <p:cNvSpPr>
            <a:spLocks noGrp="1"/>
          </p:cNvSpPr>
          <p:nvPr>
            <p:ph type="dt" idx="51"/>
          </p:nvPr>
        </p:nvSpPr>
        <p:spPr>
          <a:xfrm>
            <a:off x="457200" y="6356520"/>
            <a:ext cx="2130120" cy="3614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5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6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7" name="PlaceHolder 1"/>
          <p:cNvSpPr>
            <a:spLocks noGrp="1"/>
          </p:cNvSpPr>
          <p:nvPr>
            <p:ph type="ftr" idx="52"/>
          </p:nvPr>
        </p:nvSpPr>
        <p:spPr>
          <a:xfrm>
            <a:off x="3124080" y="6356520"/>
            <a:ext cx="2892240" cy="3618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98" name="PlaceHolder 2"/>
          <p:cNvSpPr>
            <a:spLocks noGrp="1"/>
          </p:cNvSpPr>
          <p:nvPr>
            <p:ph type="sldNum" idx="53"/>
          </p:nvPr>
        </p:nvSpPr>
        <p:spPr>
          <a:xfrm>
            <a:off x="6553080" y="6356520"/>
            <a:ext cx="2130480" cy="3618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06A9290-A465-45DB-B75C-1DDA2270985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99" name="PlaceHolder 3"/>
          <p:cNvSpPr>
            <a:spLocks noGrp="1"/>
          </p:cNvSpPr>
          <p:nvPr>
            <p:ph type="dt" idx="54"/>
          </p:nvPr>
        </p:nvSpPr>
        <p:spPr>
          <a:xfrm>
            <a:off x="457200" y="6356520"/>
            <a:ext cx="2130480" cy="3618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0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0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70" r:id="rId2"/>
    <p:sldLayoutId id="2147483871" r:id="rId3"/>
    <p:sldLayoutId id="2147483872" r:id="rId4"/>
    <p:sldLayoutId id="2147483873" r:id="rId5"/>
    <p:sldLayoutId id="2147483874" r:id="rId6"/>
    <p:sldLayoutId id="2147483875" r:id="rId7"/>
    <p:sldLayoutId id="2147483876" r:id="rId8"/>
    <p:sldLayoutId id="2147483877" r:id="rId9"/>
    <p:sldLayoutId id="2147483878" r:id="rId10"/>
    <p:sldLayoutId id="2147483879" r:id="rId11"/>
    <p:sldLayoutId id="2147483880" r:id="rId12"/>
    <p:sldLayoutId id="2147483881" r:id="rId13"/>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8" name="PlaceHolder 1"/>
          <p:cNvSpPr>
            <a:spLocks noGrp="1"/>
          </p:cNvSpPr>
          <p:nvPr>
            <p:ph type="ftr" idx="55"/>
          </p:nvPr>
        </p:nvSpPr>
        <p:spPr>
          <a:xfrm>
            <a:off x="3124080" y="6356520"/>
            <a:ext cx="2892600" cy="3621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39" name="PlaceHolder 2"/>
          <p:cNvSpPr>
            <a:spLocks noGrp="1"/>
          </p:cNvSpPr>
          <p:nvPr>
            <p:ph type="sldNum" idx="56"/>
          </p:nvPr>
        </p:nvSpPr>
        <p:spPr>
          <a:xfrm>
            <a:off x="6553080" y="6356520"/>
            <a:ext cx="2130840" cy="3621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80DC6AB5-0570-4672-B553-8A77ED85FF9D}"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40" name="PlaceHolder 3"/>
          <p:cNvSpPr>
            <a:spLocks noGrp="1"/>
          </p:cNvSpPr>
          <p:nvPr>
            <p:ph type="dt" idx="57"/>
          </p:nvPr>
        </p:nvSpPr>
        <p:spPr>
          <a:xfrm>
            <a:off x="457200" y="6356520"/>
            <a:ext cx="2130840" cy="3621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4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4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83" r:id="rId2"/>
    <p:sldLayoutId id="2147483884" r:id="rId3"/>
    <p:sldLayoutId id="2147483885" r:id="rId4"/>
    <p:sldLayoutId id="2147483886" r:id="rId5"/>
    <p:sldLayoutId id="2147483887" r:id="rId6"/>
    <p:sldLayoutId id="2147483888" r:id="rId7"/>
    <p:sldLayoutId id="2147483889" r:id="rId8"/>
    <p:sldLayoutId id="2147483890" r:id="rId9"/>
    <p:sldLayoutId id="2147483891" r:id="rId10"/>
    <p:sldLayoutId id="2147483892" r:id="rId11"/>
    <p:sldLayoutId id="2147483893" r:id="rId12"/>
    <p:sldLayoutId id="2147483894" r:id="rId13"/>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79" name="PlaceHolder 1"/>
          <p:cNvSpPr>
            <a:spLocks noGrp="1"/>
          </p:cNvSpPr>
          <p:nvPr>
            <p:ph type="ftr" idx="58"/>
          </p:nvPr>
        </p:nvSpPr>
        <p:spPr>
          <a:xfrm>
            <a:off x="3124080" y="6356520"/>
            <a:ext cx="2892960" cy="3625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80" name="PlaceHolder 2"/>
          <p:cNvSpPr>
            <a:spLocks noGrp="1"/>
          </p:cNvSpPr>
          <p:nvPr>
            <p:ph type="sldNum" idx="59"/>
          </p:nvPr>
        </p:nvSpPr>
        <p:spPr>
          <a:xfrm>
            <a:off x="6553080" y="6356520"/>
            <a:ext cx="2131200" cy="3625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CDB82DC-A369-4719-8728-45C1D20A6C0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81" name="PlaceHolder 3"/>
          <p:cNvSpPr>
            <a:spLocks noGrp="1"/>
          </p:cNvSpPr>
          <p:nvPr>
            <p:ph type="dt" idx="60"/>
          </p:nvPr>
        </p:nvSpPr>
        <p:spPr>
          <a:xfrm>
            <a:off x="457200" y="6356520"/>
            <a:ext cx="2131200" cy="3625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8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8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96" r:id="rId2"/>
    <p:sldLayoutId id="2147483897" r:id="rId3"/>
    <p:sldLayoutId id="2147483898" r:id="rId4"/>
    <p:sldLayoutId id="2147483899" r:id="rId5"/>
    <p:sldLayoutId id="2147483900" r:id="rId6"/>
    <p:sldLayoutId id="2147483901" r:id="rId7"/>
    <p:sldLayoutId id="2147483902" r:id="rId8"/>
    <p:sldLayoutId id="2147483903" r:id="rId9"/>
    <p:sldLayoutId id="2147483904" r:id="rId10"/>
    <p:sldLayoutId id="2147483905" r:id="rId11"/>
    <p:sldLayoutId id="2147483906" r:id="rId12"/>
    <p:sldLayoutId id="2147483907" r:id="rId13"/>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0" name="PlaceHolder 1"/>
          <p:cNvSpPr>
            <a:spLocks noGrp="1"/>
          </p:cNvSpPr>
          <p:nvPr>
            <p:ph type="ftr" idx="61"/>
          </p:nvPr>
        </p:nvSpPr>
        <p:spPr>
          <a:xfrm>
            <a:off x="3124080" y="6356520"/>
            <a:ext cx="2893320" cy="3628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21" name="PlaceHolder 2"/>
          <p:cNvSpPr>
            <a:spLocks noGrp="1"/>
          </p:cNvSpPr>
          <p:nvPr>
            <p:ph type="sldNum" idx="62"/>
          </p:nvPr>
        </p:nvSpPr>
        <p:spPr>
          <a:xfrm>
            <a:off x="6553080" y="6356520"/>
            <a:ext cx="2131560" cy="3628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9C65EE5F-7772-460B-A2D9-A169CDE76CB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22" name="PlaceHolder 3"/>
          <p:cNvSpPr>
            <a:spLocks noGrp="1"/>
          </p:cNvSpPr>
          <p:nvPr>
            <p:ph type="dt" idx="63"/>
          </p:nvPr>
        </p:nvSpPr>
        <p:spPr>
          <a:xfrm>
            <a:off x="457200" y="6356520"/>
            <a:ext cx="2131560" cy="3628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2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2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909" r:id="rId2"/>
    <p:sldLayoutId id="2147483910" r:id="rId3"/>
    <p:sldLayoutId id="2147483911" r:id="rId4"/>
    <p:sldLayoutId id="2147483912" r:id="rId5"/>
    <p:sldLayoutId id="2147483913" r:id="rId6"/>
    <p:sldLayoutId id="2147483914" r:id="rId7"/>
    <p:sldLayoutId id="2147483915" r:id="rId8"/>
    <p:sldLayoutId id="2147483916" r:id="rId9"/>
    <p:sldLayoutId id="2147483917" r:id="rId10"/>
    <p:sldLayoutId id="2147483918" r:id="rId11"/>
    <p:sldLayoutId id="2147483919" r:id="rId12"/>
    <p:sldLayoutId id="2147483920" r:id="rId13"/>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61" name="PlaceHolder 1"/>
          <p:cNvSpPr>
            <a:spLocks noGrp="1"/>
          </p:cNvSpPr>
          <p:nvPr>
            <p:ph type="ftr" idx="64"/>
          </p:nvPr>
        </p:nvSpPr>
        <p:spPr>
          <a:xfrm>
            <a:off x="3124080" y="6356520"/>
            <a:ext cx="2893680" cy="3632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62" name="PlaceHolder 2"/>
          <p:cNvSpPr>
            <a:spLocks noGrp="1"/>
          </p:cNvSpPr>
          <p:nvPr>
            <p:ph type="sldNum" idx="65"/>
          </p:nvPr>
        </p:nvSpPr>
        <p:spPr>
          <a:xfrm>
            <a:off x="6553080" y="6356520"/>
            <a:ext cx="2131920" cy="3632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252BECBF-5C16-4385-BA47-06E95DDDDB1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63" name="PlaceHolder 3"/>
          <p:cNvSpPr>
            <a:spLocks noGrp="1"/>
          </p:cNvSpPr>
          <p:nvPr>
            <p:ph type="dt" idx="66"/>
          </p:nvPr>
        </p:nvSpPr>
        <p:spPr>
          <a:xfrm>
            <a:off x="457200" y="6356520"/>
            <a:ext cx="2131920" cy="3632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6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922" r:id="rId2"/>
    <p:sldLayoutId id="2147483923" r:id="rId3"/>
    <p:sldLayoutId id="2147483924" r:id="rId4"/>
    <p:sldLayoutId id="2147483925" r:id="rId5"/>
    <p:sldLayoutId id="2147483926" r:id="rId6"/>
    <p:sldLayoutId id="2147483927" r:id="rId7"/>
    <p:sldLayoutId id="2147483928" r:id="rId8"/>
    <p:sldLayoutId id="2147483929" r:id="rId9"/>
    <p:sldLayoutId id="2147483930" r:id="rId10"/>
    <p:sldLayoutId id="2147483931" r:id="rId11"/>
    <p:sldLayoutId id="2147483932" r:id="rId12"/>
    <p:sldLayoutId id="2147483933"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3.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45.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57.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5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8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9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05.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2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41.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25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2" name="Rectangle 1"/>
          <p:cNvSpPr/>
          <p:nvPr/>
        </p:nvSpPr>
        <p:spPr>
          <a:xfrm>
            <a:off x="0" y="0"/>
            <a:ext cx="12178440" cy="6847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3" name="Rectangle 2"/>
          <p:cNvSpPr/>
          <p:nvPr/>
        </p:nvSpPr>
        <p:spPr>
          <a:xfrm>
            <a:off x="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4" name="Rectangle 3"/>
          <p:cNvSpPr/>
          <p:nvPr/>
        </p:nvSpPr>
        <p:spPr>
          <a:xfrm>
            <a:off x="914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5" name="Rectangle 4"/>
          <p:cNvSpPr/>
          <p:nvPr/>
        </p:nvSpPr>
        <p:spPr>
          <a:xfrm>
            <a:off x="1828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6" name="Rectangle 5"/>
          <p:cNvSpPr/>
          <p:nvPr/>
        </p:nvSpPr>
        <p:spPr>
          <a:xfrm>
            <a:off x="2743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7" name="Rectangle 6"/>
          <p:cNvSpPr/>
          <p:nvPr/>
        </p:nvSpPr>
        <p:spPr>
          <a:xfrm>
            <a:off x="36576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8" name="Rectangle 7"/>
          <p:cNvSpPr/>
          <p:nvPr/>
        </p:nvSpPr>
        <p:spPr>
          <a:xfrm>
            <a:off x="45720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09" name="Rectangle 8"/>
          <p:cNvSpPr/>
          <p:nvPr/>
        </p:nvSpPr>
        <p:spPr>
          <a:xfrm>
            <a:off x="5486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0" name="Rectangle 9"/>
          <p:cNvSpPr/>
          <p:nvPr/>
        </p:nvSpPr>
        <p:spPr>
          <a:xfrm>
            <a:off x="6400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1" name="Rectangle 10"/>
          <p:cNvSpPr/>
          <p:nvPr/>
        </p:nvSpPr>
        <p:spPr>
          <a:xfrm>
            <a:off x="7315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2" name="Rectangle 11"/>
          <p:cNvSpPr/>
          <p:nvPr/>
        </p:nvSpPr>
        <p:spPr>
          <a:xfrm>
            <a:off x="82296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3" name="Rectangle 12"/>
          <p:cNvSpPr/>
          <p:nvPr/>
        </p:nvSpPr>
        <p:spPr>
          <a:xfrm>
            <a:off x="91440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4" name="Rectangle 13"/>
          <p:cNvSpPr/>
          <p:nvPr/>
        </p:nvSpPr>
        <p:spPr>
          <a:xfrm>
            <a:off x="10058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5" name="Rectangle 14"/>
          <p:cNvSpPr/>
          <p:nvPr/>
        </p:nvSpPr>
        <p:spPr>
          <a:xfrm>
            <a:off x="10972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6" name="Rectangle 15"/>
          <p:cNvSpPr/>
          <p:nvPr/>
        </p:nvSpPr>
        <p:spPr>
          <a:xfrm>
            <a:off x="11887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7" name="Rectangle 16"/>
          <p:cNvSpPr/>
          <p:nvPr/>
        </p:nvSpPr>
        <p:spPr>
          <a:xfrm>
            <a:off x="0" y="0"/>
            <a:ext cx="309600" cy="6847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18" name="Rounded Rectangle 17"/>
          <p:cNvSpPr/>
          <p:nvPr/>
        </p:nvSpPr>
        <p:spPr>
          <a:xfrm>
            <a:off x="9875520" y="365760"/>
            <a:ext cx="2001240" cy="492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19" name="TextBox 18"/>
          <p:cNvSpPr/>
          <p:nvPr/>
        </p:nvSpPr>
        <p:spPr>
          <a:xfrm>
            <a:off x="3340800" y="1005840"/>
            <a:ext cx="4289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a:t>
            </a:r>
            <a:endParaRPr b="0" lang="en-US" sz="4800" spc="-1" strike="noStrike">
              <a:solidFill>
                <a:srgbClr val="000000"/>
              </a:solidFill>
              <a:latin typeface="Arial"/>
            </a:endParaRPr>
          </a:p>
        </p:txBody>
      </p:sp>
      <p:sp>
        <p:nvSpPr>
          <p:cNvPr id="920" name="TextBox 19"/>
          <p:cNvSpPr/>
          <p:nvPr/>
        </p:nvSpPr>
        <p:spPr>
          <a:xfrm>
            <a:off x="1470960" y="2057400"/>
            <a:ext cx="95018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Variables are named memory locations used to store data in a program.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In Java, every variable must have a specific data type that defines what kind of data it can store.</a:t>
            </a:r>
            <a:endParaRPr b="0" lang="en-US" sz="1900" spc="-1" strike="noStrike">
              <a:solidFill>
                <a:srgbClr val="000000"/>
              </a:solidFill>
              <a:latin typeface="Arial"/>
            </a:endParaRPr>
          </a:p>
        </p:txBody>
      </p:sp>
      <p:sp>
        <p:nvSpPr>
          <p:cNvPr id="921" name="Rounded Rectangle 20"/>
          <p:cNvSpPr/>
          <p:nvPr/>
        </p:nvSpPr>
        <p:spPr>
          <a:xfrm>
            <a:off x="98748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22" name="Rounded Rectangle 21"/>
          <p:cNvSpPr/>
          <p:nvPr/>
        </p:nvSpPr>
        <p:spPr>
          <a:xfrm>
            <a:off x="914400" y="3108960"/>
            <a:ext cx="3281400" cy="3282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100" spc="-1" strike="noStrike">
                <a:solidFill>
                  <a:schemeClr val="lt1"/>
                </a:solidFill>
                <a:latin typeface="Calibri"/>
                <a:ea typeface="DejaVu Sans"/>
              </a:rPr>
              <a:t>Variable Definition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A variable is a named memory location used to store data.</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Data Type Requirement</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In Java, every variable must be declared with a specific data type.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Memory Allocation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The data type determines the type of value and the memory size.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Example Data Types</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For example, int stores whole numbers, double stores decimals, and String stores text.</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Program Flexibility</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Variables allow programs to store and modify data during execution.</a:t>
            </a:r>
            <a:endParaRPr b="0" lang="en-US" sz="1100" spc="-1" strike="noStrike">
              <a:solidFill>
                <a:srgbClr val="ffffff"/>
              </a:solidFill>
              <a:latin typeface="Arial"/>
            </a:endParaRPr>
          </a:p>
        </p:txBody>
      </p:sp>
      <p:sp>
        <p:nvSpPr>
          <p:cNvPr id="923" name="Rounded Rectangle 22"/>
          <p:cNvSpPr/>
          <p:nvPr/>
        </p:nvSpPr>
        <p:spPr>
          <a:xfrm>
            <a:off x="450792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24" name="Rounded Rectangle 23"/>
          <p:cNvSpPr/>
          <p:nvPr/>
        </p:nvSpPr>
        <p:spPr>
          <a:xfrm>
            <a:off x="4434840" y="3108960"/>
            <a:ext cx="3281400" cy="2732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Start Program</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Declare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(data type + name)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Assign Value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Use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(print / calculate)</a:t>
            </a:r>
            <a:endParaRPr b="0" lang="en-US" sz="1800" spc="-1" strike="noStrike">
              <a:solidFill>
                <a:srgbClr val="ffffff"/>
              </a:solidFill>
              <a:latin typeface="Arial"/>
            </a:endParaRPr>
          </a:p>
        </p:txBody>
      </p:sp>
      <p:sp>
        <p:nvSpPr>
          <p:cNvPr id="925" name="Rounded Rectangle 24"/>
          <p:cNvSpPr/>
          <p:nvPr/>
        </p:nvSpPr>
        <p:spPr>
          <a:xfrm>
            <a:off x="802836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926" name="Rounded Rectangle 25"/>
          <p:cNvSpPr/>
          <p:nvPr/>
        </p:nvSpPr>
        <p:spPr>
          <a:xfrm>
            <a:off x="7955280" y="3108960"/>
            <a:ext cx="3465360" cy="3282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VariableExample{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21;</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br>
              <a:rPr sz="1400"/>
            </a:b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System.out.println(price);    System.out.println(name);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927" name="TextBox 2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8" name="Rectangle 32"/>
          <p:cNvSpPr/>
          <p:nvPr/>
        </p:nvSpPr>
        <p:spPr>
          <a:xfrm>
            <a:off x="0" y="0"/>
            <a:ext cx="12178440" cy="6847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9" name="Rectangle 33"/>
          <p:cNvSpPr/>
          <p:nvPr/>
        </p:nvSpPr>
        <p:spPr>
          <a:xfrm>
            <a:off x="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0" name="Rectangle 34"/>
          <p:cNvSpPr/>
          <p:nvPr/>
        </p:nvSpPr>
        <p:spPr>
          <a:xfrm>
            <a:off x="914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1" name="Rectangle 35"/>
          <p:cNvSpPr/>
          <p:nvPr/>
        </p:nvSpPr>
        <p:spPr>
          <a:xfrm>
            <a:off x="1828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2" name="Rectangle 36"/>
          <p:cNvSpPr/>
          <p:nvPr/>
        </p:nvSpPr>
        <p:spPr>
          <a:xfrm>
            <a:off x="2743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3" name="Rectangle 37"/>
          <p:cNvSpPr/>
          <p:nvPr/>
        </p:nvSpPr>
        <p:spPr>
          <a:xfrm>
            <a:off x="36576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4" name="Rectangle 38"/>
          <p:cNvSpPr/>
          <p:nvPr/>
        </p:nvSpPr>
        <p:spPr>
          <a:xfrm>
            <a:off x="45720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5" name="Rectangle 39"/>
          <p:cNvSpPr/>
          <p:nvPr/>
        </p:nvSpPr>
        <p:spPr>
          <a:xfrm>
            <a:off x="5486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6" name="Rectangle 40"/>
          <p:cNvSpPr/>
          <p:nvPr/>
        </p:nvSpPr>
        <p:spPr>
          <a:xfrm>
            <a:off x="6400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7" name="Rectangle 41"/>
          <p:cNvSpPr/>
          <p:nvPr/>
        </p:nvSpPr>
        <p:spPr>
          <a:xfrm>
            <a:off x="7315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8" name="Rectangle 42"/>
          <p:cNvSpPr/>
          <p:nvPr/>
        </p:nvSpPr>
        <p:spPr>
          <a:xfrm>
            <a:off x="82296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9" name="Rectangle 43"/>
          <p:cNvSpPr/>
          <p:nvPr/>
        </p:nvSpPr>
        <p:spPr>
          <a:xfrm>
            <a:off x="91440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0" name="Rectangle 44"/>
          <p:cNvSpPr/>
          <p:nvPr/>
        </p:nvSpPr>
        <p:spPr>
          <a:xfrm>
            <a:off x="10058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1" name="Rectangle 45"/>
          <p:cNvSpPr/>
          <p:nvPr/>
        </p:nvSpPr>
        <p:spPr>
          <a:xfrm>
            <a:off x="10972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2" name="Rectangle 46"/>
          <p:cNvSpPr/>
          <p:nvPr/>
        </p:nvSpPr>
        <p:spPr>
          <a:xfrm>
            <a:off x="11887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3" name="Rectangle 47"/>
          <p:cNvSpPr/>
          <p:nvPr/>
        </p:nvSpPr>
        <p:spPr>
          <a:xfrm>
            <a:off x="0" y="0"/>
            <a:ext cx="309600" cy="6847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4" name="Rounded Rectangle 8"/>
          <p:cNvSpPr/>
          <p:nvPr/>
        </p:nvSpPr>
        <p:spPr>
          <a:xfrm>
            <a:off x="9875520" y="365760"/>
            <a:ext cx="2001240" cy="492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45" name="TextBox 4"/>
          <p:cNvSpPr/>
          <p:nvPr/>
        </p:nvSpPr>
        <p:spPr>
          <a:xfrm>
            <a:off x="2652120" y="1005840"/>
            <a:ext cx="5667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 TYPES</a:t>
            </a:r>
            <a:endParaRPr b="0" lang="en-US" sz="4800" spc="-1" strike="noStrike">
              <a:solidFill>
                <a:srgbClr val="000000"/>
              </a:solidFill>
              <a:latin typeface="Arial"/>
            </a:endParaRPr>
          </a:p>
        </p:txBody>
      </p:sp>
      <p:sp>
        <p:nvSpPr>
          <p:cNvPr id="946" name="TextBox 5"/>
          <p:cNvSpPr/>
          <p:nvPr/>
        </p:nvSpPr>
        <p:spPr>
          <a:xfrm>
            <a:off x="712800" y="2057400"/>
            <a:ext cx="1101816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variables are classified based on where they are declared and how they are used within a class or method.</a:t>
            </a:r>
            <a:endParaRPr b="0" lang="en-US" sz="1900" spc="-1" strike="noStrike">
              <a:solidFill>
                <a:srgbClr val="000000"/>
              </a:solidFill>
              <a:latin typeface="Arial"/>
            </a:endParaRPr>
          </a:p>
        </p:txBody>
      </p:sp>
      <p:sp>
        <p:nvSpPr>
          <p:cNvPr id="947" name="Rounded Rectangle 9"/>
          <p:cNvSpPr/>
          <p:nvPr/>
        </p:nvSpPr>
        <p:spPr>
          <a:xfrm>
            <a:off x="98748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8" name="Rounded Rectangle 10"/>
          <p:cNvSpPr/>
          <p:nvPr/>
        </p:nvSpPr>
        <p:spPr>
          <a:xfrm>
            <a:off x="826200" y="2925720"/>
            <a:ext cx="3385080" cy="3696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Local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Local variables are declared inside a method, constructor, or block. They can only be accessed within that specific method or block where they are created.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Instance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Instance variables are declared inside a class but outside methods. Each object of the class has its own copy of these variables.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Static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Static variables are declared using the static keyword. They belong to the class itself and are shared among all objects of that class.</a:t>
            </a:r>
            <a:endParaRPr b="0" lang="en-US" sz="1300" spc="-1" strike="noStrike">
              <a:solidFill>
                <a:srgbClr val="ffffff"/>
              </a:solidFill>
              <a:latin typeface="Arial"/>
            </a:endParaRPr>
          </a:p>
        </p:txBody>
      </p:sp>
      <p:sp>
        <p:nvSpPr>
          <p:cNvPr id="949" name="Rounded Rectangle 11"/>
          <p:cNvSpPr/>
          <p:nvPr/>
        </p:nvSpPr>
        <p:spPr>
          <a:xfrm>
            <a:off x="450792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0" name="Rounded Rectangle 12"/>
          <p:cNvSpPr/>
          <p:nvPr/>
        </p:nvSpPr>
        <p:spPr>
          <a:xfrm>
            <a:off x="4434840" y="3108960"/>
            <a:ext cx="3281400" cy="3053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Class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Static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Instance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Method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Local Variable</a:t>
            </a:r>
            <a:endParaRPr b="0" lang="en-US" sz="1800" spc="-1" strike="noStrike">
              <a:solidFill>
                <a:srgbClr val="ffffff"/>
              </a:solidFill>
              <a:latin typeface="Arial"/>
            </a:endParaRPr>
          </a:p>
        </p:txBody>
      </p:sp>
      <p:sp>
        <p:nvSpPr>
          <p:cNvPr id="951" name="Rounded Rectangle 13"/>
          <p:cNvSpPr/>
          <p:nvPr/>
        </p:nvSpPr>
        <p:spPr>
          <a:xfrm>
            <a:off x="802836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2" name="Rounded Rectangle 14"/>
          <p:cNvSpPr/>
          <p:nvPr/>
        </p:nvSpPr>
        <p:spPr>
          <a:xfrm>
            <a:off x="7955280" y="3108960"/>
            <a:ext cx="3465360" cy="3282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VariableTypes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instanceVar = 10;        // instance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static int staticVar = 20;   // static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void showVariables()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localVar = 30;       // local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System.out.println(localVar);        System.out.println(instanceVar);        System.out.println(staticVar);</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953" name="TextBox 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4" name="Rectangle 160"/>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5" name="Rectangle 161"/>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6" name="Rectangle 162"/>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7" name="Rectangle 163"/>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8" name="Rectangle 164"/>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9" name="Rectangle 165"/>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0" name="Rectangle 166"/>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1" name="Rectangle 167"/>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2" name="Rectangle 168"/>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3" name="Rectangle 169"/>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4" name="Rectangle 170"/>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5" name="Rectangle 171"/>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6" name="Rectangle 172"/>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7" name="Rectangle 173"/>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8" name="Rectangle 174"/>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9" name="Rectangle 175"/>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0" name="Rounded Rectangle 71"/>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71" name="TextBox 31"/>
          <p:cNvSpPr/>
          <p:nvPr/>
        </p:nvSpPr>
        <p:spPr>
          <a:xfrm>
            <a:off x="2074320" y="685800"/>
            <a:ext cx="684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 EXAMPLE</a:t>
            </a:r>
            <a:endParaRPr b="0" lang="en-US" sz="4800" spc="-1" strike="noStrike">
              <a:solidFill>
                <a:srgbClr val="000000"/>
              </a:solidFill>
              <a:latin typeface="Arial"/>
            </a:endParaRPr>
          </a:p>
        </p:txBody>
      </p:sp>
      <p:sp>
        <p:nvSpPr>
          <p:cNvPr id="972" name="TextBox 32"/>
          <p:cNvSpPr/>
          <p:nvPr/>
        </p:nvSpPr>
        <p:spPr>
          <a:xfrm>
            <a:off x="2312280" y="1679400"/>
            <a:ext cx="6373080" cy="1063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pc="-1" strike="noStrike">
                <a:solidFill>
                  <a:srgbClr val="aaaaaa"/>
                </a:solidFill>
                <a:latin typeface="Calibri"/>
                <a:ea typeface="DejaVu Sans"/>
              </a:rPr>
              <a:t>Java programs use different variable types together.</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Each type has a different scope and lifetime.</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Local variables exist in methods, I</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nstance variables belong to objects, and static variables belong to the class.</a:t>
            </a:r>
            <a:endParaRPr b="0" lang="en-US" sz="1600" spc="-1" strike="noStrike">
              <a:solidFill>
                <a:srgbClr val="000000"/>
              </a:solidFill>
              <a:latin typeface="Arial"/>
            </a:endParaRPr>
          </a:p>
        </p:txBody>
      </p:sp>
      <p:sp>
        <p:nvSpPr>
          <p:cNvPr id="973" name="Rounded Rectangle 72"/>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4" name="Rounded Rectangle 73"/>
          <p:cNvSpPr/>
          <p:nvPr/>
        </p:nvSpPr>
        <p:spPr>
          <a:xfrm>
            <a:off x="685800" y="2971800"/>
            <a:ext cx="3512160" cy="319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Değişken Kapsamı</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Yerel Değişken (Local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Sadece bir metod içinde bulunur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başladığında oluşturulur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bittiğinde yok edilir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Instance Değişken (Instance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Bir nesneye aittir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Her nesnenin kendine ait kopyası vardır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Static Değişken (Static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Tüm nesneler tarafından paylaşılır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Sınıfın kendisine aittir</a:t>
            </a:r>
            <a:endParaRPr b="0" lang="en-US" sz="1400" spc="-1" strike="noStrike">
              <a:solidFill>
                <a:srgbClr val="ffffff"/>
              </a:solidFill>
              <a:latin typeface="Arial"/>
            </a:endParaRPr>
          </a:p>
        </p:txBody>
      </p:sp>
      <p:sp>
        <p:nvSpPr>
          <p:cNvPr id="975" name="Rounded Rectangle 74"/>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6" name="Rounded Rectangle 75"/>
          <p:cNvSpPr/>
          <p:nvPr/>
        </p:nvSpPr>
        <p:spPr>
          <a:xfrm>
            <a:off x="4434840" y="3108960"/>
            <a:ext cx="3283560" cy="3056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Execution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Class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Static Variable (shared)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Object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Call Method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Local Variable</a:t>
            </a:r>
            <a:endParaRPr b="0" lang="en-US" sz="1400" spc="-1" strike="noStrike">
              <a:solidFill>
                <a:srgbClr val="ffffff"/>
              </a:solidFill>
              <a:latin typeface="Arial"/>
            </a:endParaRPr>
          </a:p>
        </p:txBody>
      </p:sp>
      <p:sp>
        <p:nvSpPr>
          <p:cNvPr id="977" name="Rounded Rectangle 76"/>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8" name="Rounded Rectangle 77"/>
          <p:cNvSpPr/>
          <p:nvPr/>
        </p:nvSpPr>
        <p:spPr>
          <a:xfrm>
            <a:off x="7955280" y="2971800"/>
            <a:ext cx="3696120" cy="3421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public class VariableDemo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static String university = "Tech University"; // static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String studentName; // instance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void showInfo()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year = 2; // local variable</a:t>
            </a:r>
            <a:endParaRPr b="0" lang="en-US" sz="1050" spc="-1" strike="noStrike">
              <a:solidFill>
                <a:srgbClr val="ffffff"/>
              </a:solidFill>
              <a:latin typeface="Arial"/>
            </a:endParaRPr>
          </a:p>
          <a:p>
            <a:pPr algn="ctr">
              <a:lnSpc>
                <a:spcPct val="100000"/>
              </a:lnSpc>
            </a:pP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System.out.println(studentName);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System.out.println(university);</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System.out.println(year);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VariableDemo s1 = new VariableDemo();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s1.studentName = "Tuna";</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s1.showInfo();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979" name="TextBox 3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0" name="Rectangle 144"/>
          <p:cNvSpPr/>
          <p:nvPr/>
        </p:nvSpPr>
        <p:spPr>
          <a:xfrm>
            <a:off x="0" y="0"/>
            <a:ext cx="12180240" cy="68493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1" name="Rectangle 145"/>
          <p:cNvSpPr/>
          <p:nvPr/>
        </p:nvSpPr>
        <p:spPr>
          <a:xfrm>
            <a:off x="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2" name="Rectangle 146"/>
          <p:cNvSpPr/>
          <p:nvPr/>
        </p:nvSpPr>
        <p:spPr>
          <a:xfrm>
            <a:off x="914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3" name="Rectangle 147"/>
          <p:cNvSpPr/>
          <p:nvPr/>
        </p:nvSpPr>
        <p:spPr>
          <a:xfrm>
            <a:off x="1828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4" name="Rectangle 148"/>
          <p:cNvSpPr/>
          <p:nvPr/>
        </p:nvSpPr>
        <p:spPr>
          <a:xfrm>
            <a:off x="2743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5" name="Rectangle 149"/>
          <p:cNvSpPr/>
          <p:nvPr/>
        </p:nvSpPr>
        <p:spPr>
          <a:xfrm>
            <a:off x="3657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6" name="Rectangle 150"/>
          <p:cNvSpPr/>
          <p:nvPr/>
        </p:nvSpPr>
        <p:spPr>
          <a:xfrm>
            <a:off x="4572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7" name="Rectangle 151"/>
          <p:cNvSpPr/>
          <p:nvPr/>
        </p:nvSpPr>
        <p:spPr>
          <a:xfrm>
            <a:off x="5486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8" name="Rectangle 152"/>
          <p:cNvSpPr/>
          <p:nvPr/>
        </p:nvSpPr>
        <p:spPr>
          <a:xfrm>
            <a:off x="6400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9" name="Rectangle 153"/>
          <p:cNvSpPr/>
          <p:nvPr/>
        </p:nvSpPr>
        <p:spPr>
          <a:xfrm>
            <a:off x="7315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0" name="Rectangle 154"/>
          <p:cNvSpPr/>
          <p:nvPr/>
        </p:nvSpPr>
        <p:spPr>
          <a:xfrm>
            <a:off x="8229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1" name="Rectangle 155"/>
          <p:cNvSpPr/>
          <p:nvPr/>
        </p:nvSpPr>
        <p:spPr>
          <a:xfrm>
            <a:off x="9144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2" name="Rectangle 156"/>
          <p:cNvSpPr/>
          <p:nvPr/>
        </p:nvSpPr>
        <p:spPr>
          <a:xfrm>
            <a:off x="10058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3" name="Rectangle 157"/>
          <p:cNvSpPr/>
          <p:nvPr/>
        </p:nvSpPr>
        <p:spPr>
          <a:xfrm>
            <a:off x="10972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4" name="Rectangle 158"/>
          <p:cNvSpPr/>
          <p:nvPr/>
        </p:nvSpPr>
        <p:spPr>
          <a:xfrm>
            <a:off x="11887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5" name="Rectangle 159"/>
          <p:cNvSpPr/>
          <p:nvPr/>
        </p:nvSpPr>
        <p:spPr>
          <a:xfrm>
            <a:off x="0" y="0"/>
            <a:ext cx="311400" cy="68493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6" name="Rounded Rectangle 64"/>
          <p:cNvSpPr/>
          <p:nvPr/>
        </p:nvSpPr>
        <p:spPr>
          <a:xfrm>
            <a:off x="9875520" y="365760"/>
            <a:ext cx="2003040" cy="4942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97" name="TextBox 28"/>
          <p:cNvSpPr/>
          <p:nvPr/>
        </p:nvSpPr>
        <p:spPr>
          <a:xfrm>
            <a:off x="3228120" y="1005840"/>
            <a:ext cx="4515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DATA TYPES</a:t>
            </a:r>
            <a:endParaRPr b="0" lang="en-US" sz="4800" spc="-1" strike="noStrike">
              <a:solidFill>
                <a:srgbClr val="000000"/>
              </a:solidFill>
              <a:latin typeface="Arial"/>
            </a:endParaRPr>
          </a:p>
        </p:txBody>
      </p:sp>
      <p:sp>
        <p:nvSpPr>
          <p:cNvPr id="998" name="TextBox 29"/>
          <p:cNvSpPr/>
          <p:nvPr/>
        </p:nvSpPr>
        <p:spPr>
          <a:xfrm>
            <a:off x="2229120" y="2194560"/>
            <a:ext cx="65120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Data types define what kind of value a variable can store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Every variable must have a specific data type</a:t>
            </a:r>
            <a:endParaRPr b="0" lang="en-US" sz="1900" spc="-1" strike="noStrike">
              <a:solidFill>
                <a:srgbClr val="000000"/>
              </a:solidFill>
              <a:latin typeface="Arial"/>
            </a:endParaRPr>
          </a:p>
        </p:txBody>
      </p:sp>
      <p:sp>
        <p:nvSpPr>
          <p:cNvPr id="999" name="Rounded Rectangle 65"/>
          <p:cNvSpPr/>
          <p:nvPr/>
        </p:nvSpPr>
        <p:spPr>
          <a:xfrm>
            <a:off x="98748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0" name="Rounded Rectangle 66"/>
          <p:cNvSpPr/>
          <p:nvPr/>
        </p:nvSpPr>
        <p:spPr>
          <a:xfrm>
            <a:off x="685800" y="3108960"/>
            <a:ext cx="3511800" cy="328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500" spc="-1" strike="noStrike">
                <a:solidFill>
                  <a:schemeClr val="lt1"/>
                </a:solidFill>
                <a:latin typeface="Calibri"/>
                <a:ea typeface="DejaVu Sans"/>
              </a:rPr>
              <a:t>Data Types</a:t>
            </a:r>
            <a:r>
              <a:rPr b="0" lang="en-US" sz="1500" spc="-1" strike="noStrike">
                <a:solidFill>
                  <a:schemeClr val="lt1"/>
                </a:solidFill>
                <a:latin typeface="Calibri"/>
                <a:ea typeface="DejaVu Sans"/>
              </a:rPr>
              <a:t> specify the type of data stored in a variable.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Java has </a:t>
            </a:r>
            <a:r>
              <a:rPr b="1" lang="en-US" sz="1500" spc="-1" strike="noStrike">
                <a:solidFill>
                  <a:schemeClr val="lt1"/>
                </a:solidFill>
                <a:latin typeface="Calibri"/>
                <a:ea typeface="DejaVu Sans"/>
              </a:rPr>
              <a:t>two main data type categories</a:t>
            </a:r>
            <a:r>
              <a:rPr b="0" lang="en-US" sz="1500" spc="-1" strike="noStrike">
                <a:solidFill>
                  <a:schemeClr val="lt1"/>
                </a:solidFill>
                <a:latin typeface="Calibri"/>
                <a:ea typeface="DejaVu Sans"/>
              </a:rPr>
              <a:t>.</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simple values directly in memory.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a:t>
            </a:r>
            <a:r>
              <a:rPr b="1" lang="en-US" sz="1500" spc="-1" strike="noStrike">
                <a:solidFill>
                  <a:schemeClr val="lt1"/>
                </a:solidFill>
                <a:latin typeface="Calibri"/>
                <a:ea typeface="DejaVu Sans"/>
              </a:rPr>
              <a:t>int, double, char, boolean.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references to objects.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String, Arrays, Classes.</a:t>
            </a:r>
            <a:endParaRPr b="0" lang="en-US" sz="1500" spc="-1" strike="noStrike">
              <a:solidFill>
                <a:srgbClr val="ffffff"/>
              </a:solidFill>
              <a:latin typeface="Arial"/>
            </a:endParaRPr>
          </a:p>
        </p:txBody>
      </p:sp>
      <p:sp>
        <p:nvSpPr>
          <p:cNvPr id="1001" name="Rounded Rectangle 67"/>
          <p:cNvSpPr/>
          <p:nvPr/>
        </p:nvSpPr>
        <p:spPr>
          <a:xfrm>
            <a:off x="450792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2" name="Rounded Rectangle 68"/>
          <p:cNvSpPr/>
          <p:nvPr/>
        </p:nvSpPr>
        <p:spPr>
          <a:xfrm>
            <a:off x="4434840" y="3108960"/>
            <a:ext cx="3283200" cy="3055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Java Data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int</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double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char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boolean</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String</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Array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Class</a:t>
            </a:r>
            <a:endParaRPr b="0" lang="en-US" sz="1500" spc="-1" strike="noStrike">
              <a:solidFill>
                <a:srgbClr val="ffffff"/>
              </a:solidFill>
              <a:latin typeface="Arial"/>
            </a:endParaRPr>
          </a:p>
        </p:txBody>
      </p:sp>
      <p:sp>
        <p:nvSpPr>
          <p:cNvPr id="1003" name="Rounded Rectangle 69"/>
          <p:cNvSpPr/>
          <p:nvPr/>
        </p:nvSpPr>
        <p:spPr>
          <a:xfrm>
            <a:off x="802836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4" name="Rounded Rectangle 70"/>
          <p:cNvSpPr/>
          <p:nvPr/>
        </p:nvSpPr>
        <p:spPr>
          <a:xfrm>
            <a:off x="7955280" y="3108960"/>
            <a:ext cx="3695760" cy="3055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DataTypesExample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salary = 5500.5;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char grade = 'A';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boolean isStudent = true;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"Tuna";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005" name="TextBox 3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6" name="Rectangle 48"/>
          <p:cNvSpPr/>
          <p:nvPr/>
        </p:nvSpPr>
        <p:spPr>
          <a:xfrm>
            <a:off x="0" y="0"/>
            <a:ext cx="12178440" cy="6847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7" name="Rectangle 49"/>
          <p:cNvSpPr/>
          <p:nvPr/>
        </p:nvSpPr>
        <p:spPr>
          <a:xfrm>
            <a:off x="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8" name="Rectangle 50"/>
          <p:cNvSpPr/>
          <p:nvPr/>
        </p:nvSpPr>
        <p:spPr>
          <a:xfrm>
            <a:off x="914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9" name="Rectangle 51"/>
          <p:cNvSpPr/>
          <p:nvPr/>
        </p:nvSpPr>
        <p:spPr>
          <a:xfrm>
            <a:off x="1828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0" name="Rectangle 52"/>
          <p:cNvSpPr/>
          <p:nvPr/>
        </p:nvSpPr>
        <p:spPr>
          <a:xfrm>
            <a:off x="2743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1" name="Rectangle 53"/>
          <p:cNvSpPr/>
          <p:nvPr/>
        </p:nvSpPr>
        <p:spPr>
          <a:xfrm>
            <a:off x="36576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2" name="Rectangle 54"/>
          <p:cNvSpPr/>
          <p:nvPr/>
        </p:nvSpPr>
        <p:spPr>
          <a:xfrm>
            <a:off x="45720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3" name="Rectangle 55"/>
          <p:cNvSpPr/>
          <p:nvPr/>
        </p:nvSpPr>
        <p:spPr>
          <a:xfrm>
            <a:off x="5486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4" name="Rectangle 56"/>
          <p:cNvSpPr/>
          <p:nvPr/>
        </p:nvSpPr>
        <p:spPr>
          <a:xfrm>
            <a:off x="6400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5" name="Rectangle 57"/>
          <p:cNvSpPr/>
          <p:nvPr/>
        </p:nvSpPr>
        <p:spPr>
          <a:xfrm>
            <a:off x="7315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6" name="Rectangle 58"/>
          <p:cNvSpPr/>
          <p:nvPr/>
        </p:nvSpPr>
        <p:spPr>
          <a:xfrm>
            <a:off x="82296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7" name="Rectangle 59"/>
          <p:cNvSpPr/>
          <p:nvPr/>
        </p:nvSpPr>
        <p:spPr>
          <a:xfrm>
            <a:off x="91440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8" name="Rectangle 60"/>
          <p:cNvSpPr/>
          <p:nvPr/>
        </p:nvSpPr>
        <p:spPr>
          <a:xfrm>
            <a:off x="100584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9" name="Rectangle 61"/>
          <p:cNvSpPr/>
          <p:nvPr/>
        </p:nvSpPr>
        <p:spPr>
          <a:xfrm>
            <a:off x="109728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0" name="Rectangle 62"/>
          <p:cNvSpPr/>
          <p:nvPr/>
        </p:nvSpPr>
        <p:spPr>
          <a:xfrm>
            <a:off x="11887200" y="0"/>
            <a:ext cx="7920" cy="6847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1" name="Rectangle 63"/>
          <p:cNvSpPr/>
          <p:nvPr/>
        </p:nvSpPr>
        <p:spPr>
          <a:xfrm>
            <a:off x="0" y="0"/>
            <a:ext cx="309600" cy="6847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2" name="Rounded Rectangle 15"/>
          <p:cNvSpPr/>
          <p:nvPr/>
        </p:nvSpPr>
        <p:spPr>
          <a:xfrm>
            <a:off x="9875520" y="365760"/>
            <a:ext cx="2001240" cy="492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23" name="TextBox 7"/>
          <p:cNvSpPr/>
          <p:nvPr/>
        </p:nvSpPr>
        <p:spPr>
          <a:xfrm>
            <a:off x="1629000" y="1005840"/>
            <a:ext cx="77144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   </a:t>
            </a:r>
            <a:r>
              <a:rPr b="1" lang="en-US" sz="4800" spc="-1" strike="noStrike">
                <a:solidFill>
                  <a:srgbClr val="f5f5f5"/>
                </a:solidFill>
                <a:latin typeface="Calibri"/>
                <a:ea typeface="DejaVu Sans"/>
              </a:rPr>
              <a:t>JAVA PRIMITIVE DATA TYPES</a:t>
            </a:r>
            <a:endParaRPr b="0" lang="en-US" sz="4800" spc="-1" strike="noStrike">
              <a:solidFill>
                <a:srgbClr val="000000"/>
              </a:solidFill>
              <a:latin typeface="Arial"/>
            </a:endParaRPr>
          </a:p>
        </p:txBody>
      </p:sp>
      <p:sp>
        <p:nvSpPr>
          <p:cNvPr id="1024" name="TextBox 8"/>
          <p:cNvSpPr/>
          <p:nvPr/>
        </p:nvSpPr>
        <p:spPr>
          <a:xfrm>
            <a:off x="1870560" y="1846080"/>
            <a:ext cx="72892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Primitive data types are the basic data types in Java used to store simple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values such as numbers, characters, and boolean values.</a:t>
            </a:r>
            <a:endParaRPr b="0" lang="en-US" sz="1900" spc="-1" strike="noStrike">
              <a:solidFill>
                <a:srgbClr val="000000"/>
              </a:solidFill>
              <a:latin typeface="Arial"/>
            </a:endParaRPr>
          </a:p>
        </p:txBody>
      </p:sp>
      <p:sp>
        <p:nvSpPr>
          <p:cNvPr id="1025" name="Rounded Rectangle 16"/>
          <p:cNvSpPr/>
          <p:nvPr/>
        </p:nvSpPr>
        <p:spPr>
          <a:xfrm>
            <a:off x="98748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6" name="Rounded Rectangle 18"/>
          <p:cNvSpPr/>
          <p:nvPr/>
        </p:nvSpPr>
        <p:spPr>
          <a:xfrm>
            <a:off x="685800" y="2743200"/>
            <a:ext cx="3510000" cy="3419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Numeric Types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provides numeric data types such as byte, short, int, long, float, and double to store different kinds of numbers.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Character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char data type is used to store a single character based on the Unicode system.</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Boolean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boolean data type represents logical values and can only store true or false.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Memory Efficiency</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Primitive types are stored directly in memory and are faster and more memory-efficient than reference types.</a:t>
            </a:r>
            <a:endParaRPr b="0" lang="en-US" sz="1300" spc="-1" strike="noStrike">
              <a:solidFill>
                <a:srgbClr val="ffffff"/>
              </a:solidFill>
              <a:latin typeface="Arial"/>
            </a:endParaRPr>
          </a:p>
        </p:txBody>
      </p:sp>
      <p:sp>
        <p:nvSpPr>
          <p:cNvPr id="1027" name="Rounded Rectangle 19"/>
          <p:cNvSpPr/>
          <p:nvPr/>
        </p:nvSpPr>
        <p:spPr>
          <a:xfrm>
            <a:off x="450792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8" name="Rounded Rectangle 26"/>
          <p:cNvSpPr/>
          <p:nvPr/>
        </p:nvSpPr>
        <p:spPr>
          <a:xfrm>
            <a:off x="4343400" y="2743200"/>
            <a:ext cx="3372840" cy="3648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Primitive Data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Numeric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Character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char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a:t>
            </a:r>
            <a:endParaRPr b="0" lang="en-US" sz="1400" spc="-1" strike="noStrike">
              <a:solidFill>
                <a:srgbClr val="ffffff"/>
              </a:solidFill>
              <a:latin typeface="Arial"/>
            </a:endParaRPr>
          </a:p>
        </p:txBody>
      </p:sp>
      <p:sp>
        <p:nvSpPr>
          <p:cNvPr id="1029" name="Rounded Rectangle 27"/>
          <p:cNvSpPr/>
          <p:nvPr/>
        </p:nvSpPr>
        <p:spPr>
          <a:xfrm>
            <a:off x="8028360" y="3182040"/>
            <a:ext cx="3281400" cy="2732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0" name="Rounded Rectangle 28"/>
          <p:cNvSpPr/>
          <p:nvPr/>
        </p:nvSpPr>
        <p:spPr>
          <a:xfrm>
            <a:off x="7955280" y="2971800"/>
            <a:ext cx="3693960" cy="3191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PrimitiveExample {</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grade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boolean isStudent = true;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      System.out.println(grade);    System.out.println(isStudent);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31" name="TextBox 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2" name="Rectangle 80"/>
          <p:cNvSpPr/>
          <p:nvPr/>
        </p:nvSpPr>
        <p:spPr>
          <a:xfrm>
            <a:off x="0" y="0"/>
            <a:ext cx="12178800" cy="6847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3" name="Rectangle 81"/>
          <p:cNvSpPr/>
          <p:nvPr/>
        </p:nvSpPr>
        <p:spPr>
          <a:xfrm>
            <a:off x="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4" name="Rectangle 82"/>
          <p:cNvSpPr/>
          <p:nvPr/>
        </p:nvSpPr>
        <p:spPr>
          <a:xfrm>
            <a:off x="9144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5" name="Rectangle 83"/>
          <p:cNvSpPr/>
          <p:nvPr/>
        </p:nvSpPr>
        <p:spPr>
          <a:xfrm>
            <a:off x="18288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6" name="Rectangle 84"/>
          <p:cNvSpPr/>
          <p:nvPr/>
        </p:nvSpPr>
        <p:spPr>
          <a:xfrm>
            <a:off x="27432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7" name="Rectangle 85"/>
          <p:cNvSpPr/>
          <p:nvPr/>
        </p:nvSpPr>
        <p:spPr>
          <a:xfrm>
            <a:off x="36576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8" name="Rectangle 86"/>
          <p:cNvSpPr/>
          <p:nvPr/>
        </p:nvSpPr>
        <p:spPr>
          <a:xfrm>
            <a:off x="45720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9" name="Rectangle 87"/>
          <p:cNvSpPr/>
          <p:nvPr/>
        </p:nvSpPr>
        <p:spPr>
          <a:xfrm>
            <a:off x="54864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0" name="Rectangle 88"/>
          <p:cNvSpPr/>
          <p:nvPr/>
        </p:nvSpPr>
        <p:spPr>
          <a:xfrm>
            <a:off x="64008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1" name="Rectangle 89"/>
          <p:cNvSpPr/>
          <p:nvPr/>
        </p:nvSpPr>
        <p:spPr>
          <a:xfrm>
            <a:off x="73152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2" name="Rectangle 90"/>
          <p:cNvSpPr/>
          <p:nvPr/>
        </p:nvSpPr>
        <p:spPr>
          <a:xfrm>
            <a:off x="82296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3" name="Rectangle 91"/>
          <p:cNvSpPr/>
          <p:nvPr/>
        </p:nvSpPr>
        <p:spPr>
          <a:xfrm>
            <a:off x="91440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4" name="Rectangle 92"/>
          <p:cNvSpPr/>
          <p:nvPr/>
        </p:nvSpPr>
        <p:spPr>
          <a:xfrm>
            <a:off x="100584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5" name="Rectangle 93"/>
          <p:cNvSpPr/>
          <p:nvPr/>
        </p:nvSpPr>
        <p:spPr>
          <a:xfrm>
            <a:off x="109728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6" name="Rectangle 94"/>
          <p:cNvSpPr/>
          <p:nvPr/>
        </p:nvSpPr>
        <p:spPr>
          <a:xfrm>
            <a:off x="118872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7" name="Rectangle 95"/>
          <p:cNvSpPr/>
          <p:nvPr/>
        </p:nvSpPr>
        <p:spPr>
          <a:xfrm>
            <a:off x="0" y="0"/>
            <a:ext cx="309960" cy="6847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8" name="Rounded Rectangle 36"/>
          <p:cNvSpPr/>
          <p:nvPr/>
        </p:nvSpPr>
        <p:spPr>
          <a:xfrm>
            <a:off x="9875520" y="365760"/>
            <a:ext cx="2001600" cy="492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49" name="TextBox 13"/>
          <p:cNvSpPr/>
          <p:nvPr/>
        </p:nvSpPr>
        <p:spPr>
          <a:xfrm>
            <a:off x="2400480" y="1005840"/>
            <a:ext cx="6170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REFERENCE DATA TYPES</a:t>
            </a:r>
            <a:endParaRPr b="0" lang="en-US" sz="4800" spc="-1" strike="noStrike">
              <a:solidFill>
                <a:srgbClr val="000000"/>
              </a:solidFill>
              <a:latin typeface="Arial"/>
            </a:endParaRPr>
          </a:p>
        </p:txBody>
      </p:sp>
      <p:sp>
        <p:nvSpPr>
          <p:cNvPr id="1050" name="TextBox 14"/>
          <p:cNvSpPr/>
          <p:nvPr/>
        </p:nvSpPr>
        <p:spPr>
          <a:xfrm>
            <a:off x="2493720" y="2194560"/>
            <a:ext cx="59832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Reference data types store references (memory addresses)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 objects rather than the actual values.</a:t>
            </a:r>
            <a:endParaRPr b="0" lang="en-US" sz="1900" spc="-1" strike="noStrike">
              <a:solidFill>
                <a:srgbClr val="000000"/>
              </a:solidFill>
              <a:latin typeface="Arial"/>
            </a:endParaRPr>
          </a:p>
        </p:txBody>
      </p:sp>
      <p:sp>
        <p:nvSpPr>
          <p:cNvPr id="1051" name="Rounded Rectangle 37"/>
          <p:cNvSpPr/>
          <p:nvPr/>
        </p:nvSpPr>
        <p:spPr>
          <a:xfrm>
            <a:off x="987480" y="3182040"/>
            <a:ext cx="3281760" cy="2733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2" name="Rounded Rectangle 38"/>
          <p:cNvSpPr/>
          <p:nvPr/>
        </p:nvSpPr>
        <p:spPr>
          <a:xfrm>
            <a:off x="685800" y="3108960"/>
            <a:ext cx="3510360" cy="3282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Object-Based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represent objects created from classes.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Memory Reference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store the memory address of the object instead of the actual data.</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Common 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 include String, arrays, classes, and objects.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Flexible Structure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allow storing complex data structures and multiple values.</a:t>
            </a:r>
            <a:endParaRPr b="0" lang="en-US" sz="1400" spc="-1" strike="noStrike">
              <a:solidFill>
                <a:srgbClr val="ffffff"/>
              </a:solidFill>
              <a:latin typeface="Arial"/>
            </a:endParaRPr>
          </a:p>
        </p:txBody>
      </p:sp>
      <p:sp>
        <p:nvSpPr>
          <p:cNvPr id="1053" name="Rounded Rectangle 39"/>
          <p:cNvSpPr/>
          <p:nvPr/>
        </p:nvSpPr>
        <p:spPr>
          <a:xfrm>
            <a:off x="4507920" y="3182040"/>
            <a:ext cx="3281760" cy="2733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4" name="Rounded Rectangle 40"/>
          <p:cNvSpPr/>
          <p:nvPr/>
        </p:nvSpPr>
        <p:spPr>
          <a:xfrm>
            <a:off x="4434840" y="3108960"/>
            <a:ext cx="3281760" cy="2733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2200" spc="-1" strike="noStrike">
                <a:solidFill>
                  <a:schemeClr val="lt1"/>
                </a:solidFill>
                <a:latin typeface="Calibri"/>
                <a:ea typeface="DejaVu Sans"/>
              </a:rPr>
              <a:t>Reference Types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String</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Arrays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Classes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Objects</a:t>
            </a:r>
            <a:endParaRPr b="0" lang="en-US" sz="2200" spc="-1" strike="noStrike">
              <a:solidFill>
                <a:srgbClr val="ffffff"/>
              </a:solidFill>
              <a:latin typeface="Arial"/>
            </a:endParaRPr>
          </a:p>
        </p:txBody>
      </p:sp>
      <p:sp>
        <p:nvSpPr>
          <p:cNvPr id="1055" name="Rounded Rectangle 41"/>
          <p:cNvSpPr/>
          <p:nvPr/>
        </p:nvSpPr>
        <p:spPr>
          <a:xfrm>
            <a:off x="8028360" y="3182040"/>
            <a:ext cx="3281760" cy="2733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6" name="Rounded Rectangle 42"/>
          <p:cNvSpPr/>
          <p:nvPr/>
        </p:nvSpPr>
        <p:spPr>
          <a:xfrm>
            <a:off x="7955280" y="3108960"/>
            <a:ext cx="3694320" cy="3054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ReferenceExample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numbers = {10, 20, 30};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System.out.println(numbers[0]);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057" name="TextBox 1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8" name="Rectangle 64"/>
          <p:cNvSpPr/>
          <p:nvPr/>
        </p:nvSpPr>
        <p:spPr>
          <a:xfrm>
            <a:off x="0" y="0"/>
            <a:ext cx="12178800" cy="6847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9" name="Rectangle 65"/>
          <p:cNvSpPr/>
          <p:nvPr/>
        </p:nvSpPr>
        <p:spPr>
          <a:xfrm>
            <a:off x="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0" name="Rectangle 66"/>
          <p:cNvSpPr/>
          <p:nvPr/>
        </p:nvSpPr>
        <p:spPr>
          <a:xfrm>
            <a:off x="9144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1" name="Rectangle 67"/>
          <p:cNvSpPr/>
          <p:nvPr/>
        </p:nvSpPr>
        <p:spPr>
          <a:xfrm>
            <a:off x="18288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2" name="Rectangle 68"/>
          <p:cNvSpPr/>
          <p:nvPr/>
        </p:nvSpPr>
        <p:spPr>
          <a:xfrm>
            <a:off x="27432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3" name="Rectangle 69"/>
          <p:cNvSpPr/>
          <p:nvPr/>
        </p:nvSpPr>
        <p:spPr>
          <a:xfrm>
            <a:off x="36576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4" name="Rectangle 70"/>
          <p:cNvSpPr/>
          <p:nvPr/>
        </p:nvSpPr>
        <p:spPr>
          <a:xfrm>
            <a:off x="45720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5" name="Rectangle 71"/>
          <p:cNvSpPr/>
          <p:nvPr/>
        </p:nvSpPr>
        <p:spPr>
          <a:xfrm>
            <a:off x="54864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6" name="Rectangle 72"/>
          <p:cNvSpPr/>
          <p:nvPr/>
        </p:nvSpPr>
        <p:spPr>
          <a:xfrm>
            <a:off x="64008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7" name="Rectangle 73"/>
          <p:cNvSpPr/>
          <p:nvPr/>
        </p:nvSpPr>
        <p:spPr>
          <a:xfrm>
            <a:off x="73152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8" name="Rectangle 74"/>
          <p:cNvSpPr/>
          <p:nvPr/>
        </p:nvSpPr>
        <p:spPr>
          <a:xfrm>
            <a:off x="82296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9" name="Rectangle 75"/>
          <p:cNvSpPr/>
          <p:nvPr/>
        </p:nvSpPr>
        <p:spPr>
          <a:xfrm>
            <a:off x="91440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0" name="Rectangle 76"/>
          <p:cNvSpPr/>
          <p:nvPr/>
        </p:nvSpPr>
        <p:spPr>
          <a:xfrm>
            <a:off x="100584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1" name="Rectangle 77"/>
          <p:cNvSpPr/>
          <p:nvPr/>
        </p:nvSpPr>
        <p:spPr>
          <a:xfrm>
            <a:off x="109728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2" name="Rectangle 78"/>
          <p:cNvSpPr/>
          <p:nvPr/>
        </p:nvSpPr>
        <p:spPr>
          <a:xfrm>
            <a:off x="11887200" y="0"/>
            <a:ext cx="8280" cy="6847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3" name="Rectangle 79"/>
          <p:cNvSpPr/>
          <p:nvPr/>
        </p:nvSpPr>
        <p:spPr>
          <a:xfrm>
            <a:off x="0" y="0"/>
            <a:ext cx="309960" cy="6847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4" name="Rounded Rectangle 29"/>
          <p:cNvSpPr/>
          <p:nvPr/>
        </p:nvSpPr>
        <p:spPr>
          <a:xfrm>
            <a:off x="9875520" y="365760"/>
            <a:ext cx="2001600" cy="492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75" name="TextBox 10"/>
          <p:cNvSpPr/>
          <p:nvPr/>
        </p:nvSpPr>
        <p:spPr>
          <a:xfrm>
            <a:off x="1342800" y="1005840"/>
            <a:ext cx="8285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PRIMITIVE VS REFERENCE TYPES</a:t>
            </a:r>
            <a:endParaRPr b="0" lang="en-US" sz="4800" spc="-1" strike="noStrike">
              <a:solidFill>
                <a:srgbClr val="000000"/>
              </a:solidFill>
              <a:latin typeface="Arial"/>
            </a:endParaRPr>
          </a:p>
        </p:txBody>
      </p:sp>
      <p:sp>
        <p:nvSpPr>
          <p:cNvPr id="1076" name="TextBox 11"/>
          <p:cNvSpPr/>
          <p:nvPr/>
        </p:nvSpPr>
        <p:spPr>
          <a:xfrm>
            <a:off x="1143000" y="2057400"/>
            <a:ext cx="92732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data types are divided into primitive types and reference types.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Primitive types store actual values, while reference types store memory addresses of objects.</a:t>
            </a:r>
            <a:endParaRPr b="0" lang="en-US" sz="1900" spc="-1" strike="noStrike">
              <a:solidFill>
                <a:srgbClr val="000000"/>
              </a:solidFill>
              <a:latin typeface="Arial"/>
            </a:endParaRPr>
          </a:p>
        </p:txBody>
      </p:sp>
      <p:sp>
        <p:nvSpPr>
          <p:cNvPr id="1077" name="Rounded Rectangle 30"/>
          <p:cNvSpPr/>
          <p:nvPr/>
        </p:nvSpPr>
        <p:spPr>
          <a:xfrm>
            <a:off x="987480" y="3182040"/>
            <a:ext cx="3281760" cy="2733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8" name="Rounded Rectangle 31"/>
          <p:cNvSpPr/>
          <p:nvPr/>
        </p:nvSpPr>
        <p:spPr>
          <a:xfrm>
            <a:off x="457200" y="2971800"/>
            <a:ext cx="3738960" cy="3420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Primitive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store the actual value directly in memory. Examples include int, double, char, and boolean.</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Reference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Reference types store the memory address of an object. Examples include String, arrays, and class objects.</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Memory Storage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values are stored directly, while reference types point to objects in memory.</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Usage Difference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are used for simple values, while reference types handle complex data and objects.</a:t>
            </a:r>
            <a:endParaRPr b="0" lang="en-US" sz="1200" spc="-1" strike="noStrike">
              <a:solidFill>
                <a:srgbClr val="ffffff"/>
              </a:solidFill>
              <a:latin typeface="Arial"/>
            </a:endParaRPr>
          </a:p>
        </p:txBody>
      </p:sp>
      <p:sp>
        <p:nvSpPr>
          <p:cNvPr id="1079" name="Rounded Rectangle 32"/>
          <p:cNvSpPr/>
          <p:nvPr/>
        </p:nvSpPr>
        <p:spPr>
          <a:xfrm>
            <a:off x="4507920" y="3182040"/>
            <a:ext cx="3281760" cy="2733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0" name="Rounded Rectangle 33"/>
          <p:cNvSpPr/>
          <p:nvPr/>
        </p:nvSpPr>
        <p:spPr>
          <a:xfrm>
            <a:off x="4343400" y="2971800"/>
            <a:ext cx="3420000" cy="3282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Java Data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Primitive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char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boolean</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Reference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Arrays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Objects</a:t>
            </a:r>
            <a:endParaRPr b="0" lang="en-US" sz="1800" spc="-1" strike="noStrike">
              <a:solidFill>
                <a:srgbClr val="ffffff"/>
              </a:solidFill>
              <a:latin typeface="Arial"/>
            </a:endParaRPr>
          </a:p>
        </p:txBody>
      </p:sp>
      <p:sp>
        <p:nvSpPr>
          <p:cNvPr id="1081" name="Rounded Rectangle 34"/>
          <p:cNvSpPr/>
          <p:nvPr/>
        </p:nvSpPr>
        <p:spPr>
          <a:xfrm>
            <a:off x="8028360" y="3182040"/>
            <a:ext cx="3281760" cy="2733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2" name="Rounded Rectangle 35"/>
          <p:cNvSpPr/>
          <p:nvPr/>
        </p:nvSpPr>
        <p:spPr>
          <a:xfrm>
            <a:off x="7955280" y="3108960"/>
            <a:ext cx="3694320" cy="3054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100" spc="-1" strike="noStrike">
                <a:solidFill>
                  <a:srgbClr val="78ffc8"/>
                </a:solidFill>
                <a:latin typeface="Consolas"/>
                <a:ea typeface="DejaVu Sans"/>
              </a:rPr>
              <a:t>public class PrimitiveVsReference {</a:t>
            </a:r>
            <a:endParaRPr b="0" lang="en-US" sz="1100" spc="-1" strike="noStrike">
              <a:solidFill>
                <a:srgbClr val="ffffff"/>
              </a:solidFill>
              <a:latin typeface="Arial"/>
            </a:endParaRPr>
          </a:p>
          <a:p>
            <a:pPr algn="ctr">
              <a:lnSpc>
                <a:spcPct val="100000"/>
              </a:lnSpc>
            </a:pP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public static void main(String[] args) {</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 = 10;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double price = 19.99;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String text = "Java";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numbers = {1, 2, 3};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System.out.println(price);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System.out.println(text);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System.out.println(numbers[0]);</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a:t>
            </a:r>
            <a:endParaRPr b="0" lang="en-US" sz="1100" spc="-1" strike="noStrike">
              <a:solidFill>
                <a:srgbClr val="ffffff"/>
              </a:solidFill>
              <a:latin typeface="Arial"/>
            </a:endParaRPr>
          </a:p>
        </p:txBody>
      </p:sp>
      <p:sp>
        <p:nvSpPr>
          <p:cNvPr id="1083" name="TextBox 1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4" name="Rectangle 96"/>
          <p:cNvSpPr/>
          <p:nvPr/>
        </p:nvSpPr>
        <p:spPr>
          <a:xfrm>
            <a:off x="0" y="0"/>
            <a:ext cx="12179160" cy="68482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5" name="Rectangle 97"/>
          <p:cNvSpPr/>
          <p:nvPr/>
        </p:nvSpPr>
        <p:spPr>
          <a:xfrm>
            <a:off x="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6" name="Rectangle 98"/>
          <p:cNvSpPr/>
          <p:nvPr/>
        </p:nvSpPr>
        <p:spPr>
          <a:xfrm>
            <a:off x="914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7" name="Rectangle 99"/>
          <p:cNvSpPr/>
          <p:nvPr/>
        </p:nvSpPr>
        <p:spPr>
          <a:xfrm>
            <a:off x="1828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8" name="Rectangle 100"/>
          <p:cNvSpPr/>
          <p:nvPr/>
        </p:nvSpPr>
        <p:spPr>
          <a:xfrm>
            <a:off x="2743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9" name="Rectangle 101"/>
          <p:cNvSpPr/>
          <p:nvPr/>
        </p:nvSpPr>
        <p:spPr>
          <a:xfrm>
            <a:off x="3657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0" name="Rectangle 102"/>
          <p:cNvSpPr/>
          <p:nvPr/>
        </p:nvSpPr>
        <p:spPr>
          <a:xfrm>
            <a:off x="4572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1" name="Rectangle 103"/>
          <p:cNvSpPr/>
          <p:nvPr/>
        </p:nvSpPr>
        <p:spPr>
          <a:xfrm>
            <a:off x="5486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2" name="Rectangle 104"/>
          <p:cNvSpPr/>
          <p:nvPr/>
        </p:nvSpPr>
        <p:spPr>
          <a:xfrm>
            <a:off x="6400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3" name="Rectangle 105"/>
          <p:cNvSpPr/>
          <p:nvPr/>
        </p:nvSpPr>
        <p:spPr>
          <a:xfrm>
            <a:off x="7315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4" name="Rectangle 106"/>
          <p:cNvSpPr/>
          <p:nvPr/>
        </p:nvSpPr>
        <p:spPr>
          <a:xfrm>
            <a:off x="8229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5" name="Rectangle 107"/>
          <p:cNvSpPr/>
          <p:nvPr/>
        </p:nvSpPr>
        <p:spPr>
          <a:xfrm>
            <a:off x="9144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6" name="Rectangle 108"/>
          <p:cNvSpPr/>
          <p:nvPr/>
        </p:nvSpPr>
        <p:spPr>
          <a:xfrm>
            <a:off x="10058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7" name="Rectangle 109"/>
          <p:cNvSpPr/>
          <p:nvPr/>
        </p:nvSpPr>
        <p:spPr>
          <a:xfrm>
            <a:off x="10972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8" name="Rectangle 110"/>
          <p:cNvSpPr/>
          <p:nvPr/>
        </p:nvSpPr>
        <p:spPr>
          <a:xfrm>
            <a:off x="11887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9" name="Rectangle 111"/>
          <p:cNvSpPr/>
          <p:nvPr/>
        </p:nvSpPr>
        <p:spPr>
          <a:xfrm>
            <a:off x="0" y="0"/>
            <a:ext cx="310320" cy="68482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0" name="Rounded Rectangle 43"/>
          <p:cNvSpPr/>
          <p:nvPr/>
        </p:nvSpPr>
        <p:spPr>
          <a:xfrm>
            <a:off x="9875520" y="365760"/>
            <a:ext cx="2001960" cy="4932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01" name="TextBox 16"/>
          <p:cNvSpPr/>
          <p:nvPr/>
        </p:nvSpPr>
        <p:spPr>
          <a:xfrm>
            <a:off x="2108520" y="1005840"/>
            <a:ext cx="6754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NAMING RULES</a:t>
            </a:r>
            <a:endParaRPr b="0" lang="en-US" sz="4800" spc="-1" strike="noStrike">
              <a:solidFill>
                <a:srgbClr val="000000"/>
              </a:solidFill>
              <a:latin typeface="Arial"/>
            </a:endParaRPr>
          </a:p>
        </p:txBody>
      </p:sp>
      <p:sp>
        <p:nvSpPr>
          <p:cNvPr id="1102" name="TextBox 17"/>
          <p:cNvSpPr/>
          <p:nvPr/>
        </p:nvSpPr>
        <p:spPr>
          <a:xfrm>
            <a:off x="2305080" y="1826640"/>
            <a:ext cx="65041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naming rules specify how variables should be written in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ensure valid and readable code.</a:t>
            </a:r>
            <a:endParaRPr b="0" lang="en-US" sz="1900" spc="-1" strike="noStrike">
              <a:solidFill>
                <a:srgbClr val="000000"/>
              </a:solidFill>
              <a:latin typeface="Arial"/>
            </a:endParaRPr>
          </a:p>
        </p:txBody>
      </p:sp>
      <p:sp>
        <p:nvSpPr>
          <p:cNvPr id="1103" name="Rounded Rectangle 44"/>
          <p:cNvSpPr/>
          <p:nvPr/>
        </p:nvSpPr>
        <p:spPr>
          <a:xfrm>
            <a:off x="98748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4" name="Rounded Rectangle 45"/>
          <p:cNvSpPr/>
          <p:nvPr/>
        </p:nvSpPr>
        <p:spPr>
          <a:xfrm>
            <a:off x="475560" y="2514600"/>
            <a:ext cx="3720960" cy="3877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Start with Letter, _ or $</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 variable name must start with a letter, underscore _, or dollar sign $.</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No Spaces Allowed</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cannot contain spaces.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Case Sensitive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variable names are case sensitive (age and Age are different).</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Cannot Use Keywords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reserved keywords such as int, class, or public cannot be used as variable names.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Meaningful Names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should be meaningful and descriptive to improve code readability.</a:t>
            </a:r>
            <a:endParaRPr b="0" lang="en-US" sz="1300" spc="-1" strike="noStrike">
              <a:solidFill>
                <a:srgbClr val="ffffff"/>
              </a:solidFill>
              <a:latin typeface="Arial"/>
            </a:endParaRPr>
          </a:p>
        </p:txBody>
      </p:sp>
      <p:sp>
        <p:nvSpPr>
          <p:cNvPr id="1105" name="Rounded Rectangle 46"/>
          <p:cNvSpPr/>
          <p:nvPr/>
        </p:nvSpPr>
        <p:spPr>
          <a:xfrm>
            <a:off x="450792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6" name="Rounded Rectangle 47"/>
          <p:cNvSpPr/>
          <p:nvPr/>
        </p:nvSpPr>
        <p:spPr>
          <a:xfrm>
            <a:off x="4434840" y="3108960"/>
            <a:ext cx="3282120" cy="2733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Variable Name Rules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Start with letter / _ /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 spaces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Case sensitive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Not a keyword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Use meaningful names</a:t>
            </a:r>
            <a:endParaRPr b="0" lang="en-US" sz="1800" spc="-1" strike="noStrike">
              <a:solidFill>
                <a:srgbClr val="ffffff"/>
              </a:solidFill>
              <a:latin typeface="Arial"/>
            </a:endParaRPr>
          </a:p>
        </p:txBody>
      </p:sp>
      <p:sp>
        <p:nvSpPr>
          <p:cNvPr id="1107" name="Rounded Rectangle 48"/>
          <p:cNvSpPr/>
          <p:nvPr/>
        </p:nvSpPr>
        <p:spPr>
          <a:xfrm>
            <a:off x="802836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8" name="Rounded Rectangle 49"/>
          <p:cNvSpPr/>
          <p:nvPr/>
        </p:nvSpPr>
        <p:spPr>
          <a:xfrm>
            <a:off x="7955280" y="2514600"/>
            <a:ext cx="3694680" cy="3400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VariableNaming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25;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studentCount = 30;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2age = 20;      // invalid (cannot start with number)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student age = 5; // invalid (space not allowed)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class = 10;     // invalid (keyword)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System.out.println(age); System.out.println(studentCount);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109" name="TextBox 2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0" name="Rectangle 112"/>
          <p:cNvSpPr/>
          <p:nvPr/>
        </p:nvSpPr>
        <p:spPr>
          <a:xfrm>
            <a:off x="0" y="0"/>
            <a:ext cx="12179160" cy="68482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1" name="Rectangle 113"/>
          <p:cNvSpPr/>
          <p:nvPr/>
        </p:nvSpPr>
        <p:spPr>
          <a:xfrm>
            <a:off x="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2" name="Rectangle 114"/>
          <p:cNvSpPr/>
          <p:nvPr/>
        </p:nvSpPr>
        <p:spPr>
          <a:xfrm>
            <a:off x="914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3" name="Rectangle 115"/>
          <p:cNvSpPr/>
          <p:nvPr/>
        </p:nvSpPr>
        <p:spPr>
          <a:xfrm>
            <a:off x="1828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4" name="Rectangle 116"/>
          <p:cNvSpPr/>
          <p:nvPr/>
        </p:nvSpPr>
        <p:spPr>
          <a:xfrm>
            <a:off x="2743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5" name="Rectangle 117"/>
          <p:cNvSpPr/>
          <p:nvPr/>
        </p:nvSpPr>
        <p:spPr>
          <a:xfrm>
            <a:off x="3657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6" name="Rectangle 118"/>
          <p:cNvSpPr/>
          <p:nvPr/>
        </p:nvSpPr>
        <p:spPr>
          <a:xfrm>
            <a:off x="4572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7" name="Rectangle 119"/>
          <p:cNvSpPr/>
          <p:nvPr/>
        </p:nvSpPr>
        <p:spPr>
          <a:xfrm>
            <a:off x="5486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8" name="Rectangle 120"/>
          <p:cNvSpPr/>
          <p:nvPr/>
        </p:nvSpPr>
        <p:spPr>
          <a:xfrm>
            <a:off x="6400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9" name="Rectangle 121"/>
          <p:cNvSpPr/>
          <p:nvPr/>
        </p:nvSpPr>
        <p:spPr>
          <a:xfrm>
            <a:off x="7315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0" name="Rectangle 122"/>
          <p:cNvSpPr/>
          <p:nvPr/>
        </p:nvSpPr>
        <p:spPr>
          <a:xfrm>
            <a:off x="82296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1" name="Rectangle 123"/>
          <p:cNvSpPr/>
          <p:nvPr/>
        </p:nvSpPr>
        <p:spPr>
          <a:xfrm>
            <a:off x="91440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2" name="Rectangle 124"/>
          <p:cNvSpPr/>
          <p:nvPr/>
        </p:nvSpPr>
        <p:spPr>
          <a:xfrm>
            <a:off x="100584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3" name="Rectangle 125"/>
          <p:cNvSpPr/>
          <p:nvPr/>
        </p:nvSpPr>
        <p:spPr>
          <a:xfrm>
            <a:off x="109728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4" name="Rectangle 126"/>
          <p:cNvSpPr/>
          <p:nvPr/>
        </p:nvSpPr>
        <p:spPr>
          <a:xfrm>
            <a:off x="11887200" y="0"/>
            <a:ext cx="8640" cy="68482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5" name="Rectangle 127"/>
          <p:cNvSpPr/>
          <p:nvPr/>
        </p:nvSpPr>
        <p:spPr>
          <a:xfrm>
            <a:off x="0" y="0"/>
            <a:ext cx="310320" cy="68482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6" name="Rounded Rectangle 50"/>
          <p:cNvSpPr/>
          <p:nvPr/>
        </p:nvSpPr>
        <p:spPr>
          <a:xfrm>
            <a:off x="9875520" y="365760"/>
            <a:ext cx="2001960" cy="4932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27" name="TextBox 21"/>
          <p:cNvSpPr/>
          <p:nvPr/>
        </p:nvSpPr>
        <p:spPr>
          <a:xfrm>
            <a:off x="2159640" y="1005840"/>
            <a:ext cx="6652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INITIALIZATION</a:t>
            </a:r>
            <a:endParaRPr b="0" lang="en-US" sz="4800" spc="-1" strike="noStrike">
              <a:solidFill>
                <a:srgbClr val="000000"/>
              </a:solidFill>
              <a:latin typeface="Arial"/>
            </a:endParaRPr>
          </a:p>
        </p:txBody>
      </p:sp>
      <p:sp>
        <p:nvSpPr>
          <p:cNvPr id="1128" name="TextBox 22"/>
          <p:cNvSpPr/>
          <p:nvPr/>
        </p:nvSpPr>
        <p:spPr>
          <a:xfrm>
            <a:off x="2057400" y="2074680"/>
            <a:ext cx="687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initialization is the process of assigning a value to a variable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when it is declared or before it is used.</a:t>
            </a:r>
            <a:endParaRPr b="0" lang="en-US" sz="1900" spc="-1" strike="noStrike">
              <a:solidFill>
                <a:srgbClr val="000000"/>
              </a:solidFill>
              <a:latin typeface="Arial"/>
            </a:endParaRPr>
          </a:p>
        </p:txBody>
      </p:sp>
      <p:sp>
        <p:nvSpPr>
          <p:cNvPr id="1129" name="Rounded Rectangle 51"/>
          <p:cNvSpPr/>
          <p:nvPr/>
        </p:nvSpPr>
        <p:spPr>
          <a:xfrm>
            <a:off x="98748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0" name="Rounded Rectangle 52"/>
          <p:cNvSpPr/>
          <p:nvPr/>
        </p:nvSpPr>
        <p:spPr>
          <a:xfrm>
            <a:off x="685800" y="2971800"/>
            <a:ext cx="3510720" cy="319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Declaration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 variable must first be declared with a data type and name.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Initialization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Initialization means assigning an initial value to the variable.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Default Values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Some variables receive default values automatically depending on their type.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Before Usage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Local variables must be initialized before they are used in a program.</a:t>
            </a:r>
            <a:endParaRPr b="0" lang="en-US" sz="1400" spc="-1" strike="noStrike">
              <a:solidFill>
                <a:srgbClr val="ffffff"/>
              </a:solidFill>
              <a:latin typeface="Arial"/>
            </a:endParaRPr>
          </a:p>
        </p:txBody>
      </p:sp>
      <p:sp>
        <p:nvSpPr>
          <p:cNvPr id="1131" name="Rounded Rectangle 53"/>
          <p:cNvSpPr/>
          <p:nvPr/>
        </p:nvSpPr>
        <p:spPr>
          <a:xfrm>
            <a:off x="450792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2" name="Rounded Rectangle 54"/>
          <p:cNvSpPr/>
          <p:nvPr/>
        </p:nvSpPr>
        <p:spPr>
          <a:xfrm>
            <a:off x="4434840" y="3108960"/>
            <a:ext cx="3282120" cy="2733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Variable Initialization</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Declare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int age;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Assign Value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age = 20;</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Use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r>
              <a:rPr b="0" lang="en-US" sz="1600" spc="-1" strike="noStrike">
                <a:solidFill>
                  <a:schemeClr val="lt1"/>
                </a:solidFill>
                <a:latin typeface="Calibri"/>
                <a:ea typeface="DejaVu Sans"/>
              </a:rPr>
              <a:t>System.out.println(age);</a:t>
            </a:r>
            <a:endParaRPr b="0" lang="en-US" sz="1600" spc="-1" strike="noStrike">
              <a:solidFill>
                <a:srgbClr val="ffffff"/>
              </a:solidFill>
              <a:latin typeface="Arial"/>
            </a:endParaRPr>
          </a:p>
        </p:txBody>
      </p:sp>
      <p:sp>
        <p:nvSpPr>
          <p:cNvPr id="1133" name="Rounded Rectangle 55"/>
          <p:cNvSpPr/>
          <p:nvPr/>
        </p:nvSpPr>
        <p:spPr>
          <a:xfrm>
            <a:off x="8028360" y="3182040"/>
            <a:ext cx="3282120" cy="27334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4" name="Rounded Rectangle 56"/>
          <p:cNvSpPr/>
          <p:nvPr/>
        </p:nvSpPr>
        <p:spPr>
          <a:xfrm>
            <a:off x="7955280" y="2971800"/>
            <a:ext cx="3466080" cy="2963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VariableInitialization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declaration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age = 20;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 // declaration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35" name="TextBox 2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6" name="Rectangle 128"/>
          <p:cNvSpPr/>
          <p:nvPr/>
        </p:nvSpPr>
        <p:spPr>
          <a:xfrm>
            <a:off x="0" y="0"/>
            <a:ext cx="12179880" cy="68490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7" name="Rectangle 129"/>
          <p:cNvSpPr/>
          <p:nvPr/>
        </p:nvSpPr>
        <p:spPr>
          <a:xfrm>
            <a:off x="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8" name="Rectangle 130"/>
          <p:cNvSpPr/>
          <p:nvPr/>
        </p:nvSpPr>
        <p:spPr>
          <a:xfrm>
            <a:off x="914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9" name="Rectangle 131"/>
          <p:cNvSpPr/>
          <p:nvPr/>
        </p:nvSpPr>
        <p:spPr>
          <a:xfrm>
            <a:off x="1828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0" name="Rectangle 132"/>
          <p:cNvSpPr/>
          <p:nvPr/>
        </p:nvSpPr>
        <p:spPr>
          <a:xfrm>
            <a:off x="2743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1" name="Rectangle 133"/>
          <p:cNvSpPr/>
          <p:nvPr/>
        </p:nvSpPr>
        <p:spPr>
          <a:xfrm>
            <a:off x="3657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2" name="Rectangle 134"/>
          <p:cNvSpPr/>
          <p:nvPr/>
        </p:nvSpPr>
        <p:spPr>
          <a:xfrm>
            <a:off x="4572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3" name="Rectangle 135"/>
          <p:cNvSpPr/>
          <p:nvPr/>
        </p:nvSpPr>
        <p:spPr>
          <a:xfrm>
            <a:off x="5486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4" name="Rectangle 136"/>
          <p:cNvSpPr/>
          <p:nvPr/>
        </p:nvSpPr>
        <p:spPr>
          <a:xfrm>
            <a:off x="6400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5" name="Rectangle 137"/>
          <p:cNvSpPr/>
          <p:nvPr/>
        </p:nvSpPr>
        <p:spPr>
          <a:xfrm>
            <a:off x="7315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6" name="Rectangle 138"/>
          <p:cNvSpPr/>
          <p:nvPr/>
        </p:nvSpPr>
        <p:spPr>
          <a:xfrm>
            <a:off x="8229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7" name="Rectangle 139"/>
          <p:cNvSpPr/>
          <p:nvPr/>
        </p:nvSpPr>
        <p:spPr>
          <a:xfrm>
            <a:off x="9144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8" name="Rectangle 140"/>
          <p:cNvSpPr/>
          <p:nvPr/>
        </p:nvSpPr>
        <p:spPr>
          <a:xfrm>
            <a:off x="10058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9" name="Rectangle 141"/>
          <p:cNvSpPr/>
          <p:nvPr/>
        </p:nvSpPr>
        <p:spPr>
          <a:xfrm>
            <a:off x="10972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0" name="Rectangle 142"/>
          <p:cNvSpPr/>
          <p:nvPr/>
        </p:nvSpPr>
        <p:spPr>
          <a:xfrm>
            <a:off x="11887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1" name="Rectangle 143"/>
          <p:cNvSpPr/>
          <p:nvPr/>
        </p:nvSpPr>
        <p:spPr>
          <a:xfrm>
            <a:off x="0" y="0"/>
            <a:ext cx="311040" cy="68490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2" name="Rounded Rectangle 57"/>
          <p:cNvSpPr/>
          <p:nvPr/>
        </p:nvSpPr>
        <p:spPr>
          <a:xfrm>
            <a:off x="9875520" y="365760"/>
            <a:ext cx="2002680" cy="4939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53" name="TextBox 24"/>
          <p:cNvSpPr/>
          <p:nvPr/>
        </p:nvSpPr>
        <p:spPr>
          <a:xfrm>
            <a:off x="2999160" y="1005840"/>
            <a:ext cx="49755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WRAPPER CLASSES</a:t>
            </a:r>
            <a:endParaRPr b="0" lang="en-US" sz="4800" spc="-1" strike="noStrike">
              <a:solidFill>
                <a:srgbClr val="000000"/>
              </a:solidFill>
              <a:latin typeface="Arial"/>
            </a:endParaRPr>
          </a:p>
        </p:txBody>
      </p:sp>
      <p:sp>
        <p:nvSpPr>
          <p:cNvPr id="1154" name="TextBox 25"/>
          <p:cNvSpPr/>
          <p:nvPr/>
        </p:nvSpPr>
        <p:spPr>
          <a:xfrm>
            <a:off x="1873440" y="2194560"/>
            <a:ext cx="722520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Wrapper classes allow primitive data types to be used as objects in Java.</a:t>
            </a:r>
            <a:endParaRPr b="0" lang="en-US" sz="1900" spc="-1" strike="noStrike">
              <a:solidFill>
                <a:srgbClr val="000000"/>
              </a:solidFill>
              <a:latin typeface="Arial"/>
            </a:endParaRPr>
          </a:p>
        </p:txBody>
      </p:sp>
      <p:sp>
        <p:nvSpPr>
          <p:cNvPr id="1155" name="Rounded Rectangle 58"/>
          <p:cNvSpPr/>
          <p:nvPr/>
        </p:nvSpPr>
        <p:spPr>
          <a:xfrm>
            <a:off x="98748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6" name="Rounded Rectangle 59"/>
          <p:cNvSpPr/>
          <p:nvPr/>
        </p:nvSpPr>
        <p:spPr>
          <a:xfrm>
            <a:off x="685800" y="3108960"/>
            <a:ext cx="3511440" cy="328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Wrapper classes convert primitive values into objects.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are commonly used in collections and object-based operations.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Primitive</a:t>
            </a:r>
            <a:r>
              <a:rPr b="0" lang="en-US" sz="1400" spc="-1" strike="noStrike">
                <a:solidFill>
                  <a:schemeClr val="lt1"/>
                </a:solidFill>
                <a:latin typeface="Calibri"/>
                <a:ea typeface="DejaVu Sans"/>
              </a:rPr>
              <a:t> → Wrapper examples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r>
              <a:rPr b="0" lang="en-US" sz="1400" spc="-1" strike="noStrike">
                <a:solidFill>
                  <a:schemeClr val="lt1"/>
                </a:solidFill>
                <a:latin typeface="Calibri"/>
                <a:ea typeface="DejaVu Sans"/>
              </a:rPr>
              <a:t> → Integer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r>
              <a:rPr b="0" lang="en-US" sz="1400" spc="-1" strike="noStrike">
                <a:solidFill>
                  <a:schemeClr val="lt1"/>
                </a:solidFill>
                <a:latin typeface="Calibri"/>
                <a:ea typeface="DejaVu Sans"/>
              </a:rPr>
              <a:t> → Double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char</a:t>
            </a:r>
            <a:r>
              <a:rPr b="0" lang="en-US" sz="1400" spc="-1" strike="noStrike">
                <a:solidFill>
                  <a:schemeClr val="lt1"/>
                </a:solidFill>
                <a:latin typeface="Calibri"/>
                <a:ea typeface="DejaVu Sans"/>
              </a:rPr>
              <a:t> → Character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boolean</a:t>
            </a:r>
            <a:r>
              <a:rPr b="0" lang="en-US" sz="1400" spc="-1" strike="noStrike">
                <a:solidFill>
                  <a:schemeClr val="lt1"/>
                </a:solidFill>
                <a:latin typeface="Calibri"/>
                <a:ea typeface="DejaVu Sans"/>
              </a:rPr>
              <a:t> → Boolean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Wrapper classes</a:t>
            </a:r>
            <a:r>
              <a:rPr b="0" lang="en-US" sz="1400" spc="-1" strike="noStrike">
                <a:solidFill>
                  <a:schemeClr val="lt1"/>
                </a:solidFill>
                <a:latin typeface="Calibri"/>
                <a:ea typeface="DejaVu Sans"/>
              </a:rPr>
              <a:t> provide useful methods for conversion and data handling.</a:t>
            </a:r>
            <a:endParaRPr b="0" lang="en-US" sz="1400" spc="-1" strike="noStrike">
              <a:solidFill>
                <a:srgbClr val="ffffff"/>
              </a:solidFill>
              <a:latin typeface="Arial"/>
            </a:endParaRPr>
          </a:p>
        </p:txBody>
      </p:sp>
      <p:sp>
        <p:nvSpPr>
          <p:cNvPr id="1157" name="Rounded Rectangle 60"/>
          <p:cNvSpPr/>
          <p:nvPr/>
        </p:nvSpPr>
        <p:spPr>
          <a:xfrm>
            <a:off x="450792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8" name="Rounded Rectangle 61"/>
          <p:cNvSpPr/>
          <p:nvPr/>
        </p:nvSpPr>
        <p:spPr>
          <a:xfrm>
            <a:off x="4434840" y="3108960"/>
            <a:ext cx="3282840" cy="2734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Primitive Value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Wrapper Class Conversion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Object Representation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Use in Collections / Methods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Integer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boolean → Boolean</a:t>
            </a:r>
            <a:endParaRPr b="0" lang="en-US" sz="1300" spc="-1" strike="noStrike">
              <a:solidFill>
                <a:srgbClr val="ffffff"/>
              </a:solidFill>
              <a:latin typeface="Arial"/>
            </a:endParaRPr>
          </a:p>
        </p:txBody>
      </p:sp>
      <p:sp>
        <p:nvSpPr>
          <p:cNvPr id="1159" name="Rounded Rectangle 62"/>
          <p:cNvSpPr/>
          <p:nvPr/>
        </p:nvSpPr>
        <p:spPr>
          <a:xfrm>
            <a:off x="802836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0" name="Rounded Rectangle 63"/>
          <p:cNvSpPr/>
          <p:nvPr/>
        </p:nvSpPr>
        <p:spPr>
          <a:xfrm>
            <a:off x="7955280" y="3108960"/>
            <a:ext cx="3466800" cy="328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WrapperExample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10;</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Integer wrapperNumber = number;   // autoboxing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wrapperPrice =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61" name="TextBox 2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2" name="Rectangle 176"/>
          <p:cNvSpPr/>
          <p:nvPr/>
        </p:nvSpPr>
        <p:spPr>
          <a:xfrm>
            <a:off x="0" y="0"/>
            <a:ext cx="12180600" cy="68497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3" name="Rectangle 177"/>
          <p:cNvSpPr/>
          <p:nvPr/>
        </p:nvSpPr>
        <p:spPr>
          <a:xfrm>
            <a:off x="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4" name="Rectangle 178"/>
          <p:cNvSpPr/>
          <p:nvPr/>
        </p:nvSpPr>
        <p:spPr>
          <a:xfrm>
            <a:off x="914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5" name="Rectangle 179"/>
          <p:cNvSpPr/>
          <p:nvPr/>
        </p:nvSpPr>
        <p:spPr>
          <a:xfrm>
            <a:off x="1828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6" name="Rectangle 180"/>
          <p:cNvSpPr/>
          <p:nvPr/>
        </p:nvSpPr>
        <p:spPr>
          <a:xfrm>
            <a:off x="2743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7" name="Rectangle 181"/>
          <p:cNvSpPr/>
          <p:nvPr/>
        </p:nvSpPr>
        <p:spPr>
          <a:xfrm>
            <a:off x="3657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8" name="Rectangle 182"/>
          <p:cNvSpPr/>
          <p:nvPr/>
        </p:nvSpPr>
        <p:spPr>
          <a:xfrm>
            <a:off x="4572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9" name="Rectangle 183"/>
          <p:cNvSpPr/>
          <p:nvPr/>
        </p:nvSpPr>
        <p:spPr>
          <a:xfrm>
            <a:off x="5486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0" name="Rectangle 184"/>
          <p:cNvSpPr/>
          <p:nvPr/>
        </p:nvSpPr>
        <p:spPr>
          <a:xfrm>
            <a:off x="6400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1" name="Rectangle 185"/>
          <p:cNvSpPr/>
          <p:nvPr/>
        </p:nvSpPr>
        <p:spPr>
          <a:xfrm>
            <a:off x="7315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2" name="Rectangle 186"/>
          <p:cNvSpPr/>
          <p:nvPr/>
        </p:nvSpPr>
        <p:spPr>
          <a:xfrm>
            <a:off x="82296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3" name="Rectangle 187"/>
          <p:cNvSpPr/>
          <p:nvPr/>
        </p:nvSpPr>
        <p:spPr>
          <a:xfrm>
            <a:off x="91440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4" name="Rectangle 188"/>
          <p:cNvSpPr/>
          <p:nvPr/>
        </p:nvSpPr>
        <p:spPr>
          <a:xfrm>
            <a:off x="100584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5" name="Rectangle 189"/>
          <p:cNvSpPr/>
          <p:nvPr/>
        </p:nvSpPr>
        <p:spPr>
          <a:xfrm>
            <a:off x="109728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6" name="Rectangle 190"/>
          <p:cNvSpPr/>
          <p:nvPr/>
        </p:nvSpPr>
        <p:spPr>
          <a:xfrm>
            <a:off x="11887200" y="0"/>
            <a:ext cx="10080" cy="68497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7" name="Rectangle 191"/>
          <p:cNvSpPr/>
          <p:nvPr/>
        </p:nvSpPr>
        <p:spPr>
          <a:xfrm>
            <a:off x="0" y="0"/>
            <a:ext cx="311760" cy="68497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8" name="Rounded Rectangle 78"/>
          <p:cNvSpPr/>
          <p:nvPr/>
        </p:nvSpPr>
        <p:spPr>
          <a:xfrm>
            <a:off x="9875520" y="365760"/>
            <a:ext cx="2003400" cy="4946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79" name="TextBox 34"/>
          <p:cNvSpPr/>
          <p:nvPr/>
        </p:nvSpPr>
        <p:spPr>
          <a:xfrm>
            <a:off x="2912760" y="1005840"/>
            <a:ext cx="51462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TYPE CASTING</a:t>
            </a:r>
            <a:endParaRPr b="0" lang="en-US" sz="4800" spc="-1" strike="noStrike">
              <a:solidFill>
                <a:srgbClr val="000000"/>
              </a:solidFill>
              <a:latin typeface="Arial"/>
            </a:endParaRPr>
          </a:p>
        </p:txBody>
      </p:sp>
      <p:sp>
        <p:nvSpPr>
          <p:cNvPr id="1180" name="TextBox 35"/>
          <p:cNvSpPr/>
          <p:nvPr/>
        </p:nvSpPr>
        <p:spPr>
          <a:xfrm>
            <a:off x="2356200" y="2057400"/>
            <a:ext cx="6329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converts one data type into another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There are two types: implicit (automatic) and explicit (manual).</a:t>
            </a:r>
            <a:endParaRPr b="0" lang="en-US" sz="1900" spc="-1" strike="noStrike">
              <a:solidFill>
                <a:srgbClr val="000000"/>
              </a:solidFill>
              <a:latin typeface="Arial"/>
            </a:endParaRPr>
          </a:p>
        </p:txBody>
      </p:sp>
      <p:sp>
        <p:nvSpPr>
          <p:cNvPr id="1181" name="Rounded Rectangle 79"/>
          <p:cNvSpPr/>
          <p:nvPr/>
        </p:nvSpPr>
        <p:spPr>
          <a:xfrm>
            <a:off x="98748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2" name="Rounded Rectangle 80"/>
          <p:cNvSpPr/>
          <p:nvPr/>
        </p:nvSpPr>
        <p:spPr>
          <a:xfrm>
            <a:off x="914400" y="3108960"/>
            <a:ext cx="3283560" cy="2734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Implicit Casting (Widening)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automatically by Java</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Explicit Casting (Narrowing)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larger types to smaller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int → byte</a:t>
            </a:r>
            <a:endParaRPr b="0" lang="en-US" sz="1300" spc="-1" strike="noStrike">
              <a:solidFill>
                <a:srgbClr val="ffffff"/>
              </a:solidFill>
              <a:latin typeface="Arial"/>
            </a:endParaRPr>
          </a:p>
        </p:txBody>
      </p:sp>
      <p:sp>
        <p:nvSpPr>
          <p:cNvPr id="1183" name="Rounded Rectangle 81"/>
          <p:cNvSpPr/>
          <p:nvPr/>
        </p:nvSpPr>
        <p:spPr>
          <a:xfrm>
            <a:off x="450792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4" name="Rounded Rectangle 82"/>
          <p:cNvSpPr/>
          <p:nvPr/>
        </p:nvSpPr>
        <p:spPr>
          <a:xfrm>
            <a:off x="4434840" y="3108960"/>
            <a:ext cx="3283560" cy="2734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Type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Implicit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(Automatic)</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byte → short → int → long → float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Explicit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(Manual)</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185" name="Rounded Rectangle 83"/>
          <p:cNvSpPr/>
          <p:nvPr/>
        </p:nvSpPr>
        <p:spPr>
          <a:xfrm>
            <a:off x="8028360" y="3182040"/>
            <a:ext cx="3283560" cy="27349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6" name="Rounded Rectangle 84"/>
          <p:cNvSpPr/>
          <p:nvPr/>
        </p:nvSpPr>
        <p:spPr>
          <a:xfrm>
            <a:off x="7955280" y="2971800"/>
            <a:ext cx="3696120" cy="3193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TypeCastingExample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87" name="TextBox 3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8" name="Rectangle 192"/>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9" name="Rectangle 193"/>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0" name="Rectangle 194"/>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1" name="Rectangle 195"/>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2" name="Rectangle 196"/>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3" name="Rectangle 197"/>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4" name="Rectangle 198"/>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5" name="Rectangle 199"/>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6" name="Rectangle 200"/>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7" name="Rectangle 201"/>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8" name="Rectangle 202"/>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9" name="Rectangle 203"/>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0" name="Rectangle 204"/>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1" name="Rectangle 205"/>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2" name="Rectangle 206"/>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3" name="Rectangle 207"/>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4" name="Rounded Rectangle 85"/>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05" name="TextBox 37"/>
          <p:cNvSpPr/>
          <p:nvPr/>
        </p:nvSpPr>
        <p:spPr>
          <a:xfrm>
            <a:off x="1242720" y="900360"/>
            <a:ext cx="84837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Implicit Casting (Automatic Conversion)</a:t>
            </a:r>
            <a:endParaRPr b="0" lang="en-US" sz="4000" spc="-1" strike="noStrike">
              <a:solidFill>
                <a:srgbClr val="000000"/>
              </a:solidFill>
              <a:latin typeface="Arial"/>
            </a:endParaRPr>
          </a:p>
        </p:txBody>
      </p:sp>
      <p:sp>
        <p:nvSpPr>
          <p:cNvPr id="1206" name="TextBox 38"/>
          <p:cNvSpPr/>
          <p:nvPr/>
        </p:nvSpPr>
        <p:spPr>
          <a:xfrm>
            <a:off x="3011040" y="1600200"/>
            <a:ext cx="4995720" cy="10026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500" spc="-1" strike="noStrike">
                <a:solidFill>
                  <a:srgbClr val="aaaaaa"/>
                </a:solidFill>
                <a:latin typeface="Calibri"/>
                <a:ea typeface="DejaVu Sans"/>
              </a:rPr>
              <a:t>Implicit casting occurs when Java automatically converts a </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smaller data type into a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This conversion is safe because the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 </a:t>
            </a:r>
            <a:r>
              <a:rPr b="0" lang="en-US" sz="1500" spc="-1" strike="noStrike">
                <a:solidFill>
                  <a:srgbClr val="aaaaaa"/>
                </a:solidFill>
                <a:latin typeface="Calibri"/>
                <a:ea typeface="DejaVu Sans"/>
              </a:rPr>
              <a:t>can store all values of the smaller data type without data loss.</a:t>
            </a:r>
            <a:endParaRPr b="0" lang="en-US" sz="1500" spc="-1" strike="noStrike">
              <a:solidFill>
                <a:srgbClr val="000000"/>
              </a:solidFill>
              <a:latin typeface="Arial"/>
            </a:endParaRPr>
          </a:p>
        </p:txBody>
      </p:sp>
      <p:sp>
        <p:nvSpPr>
          <p:cNvPr id="1207" name="Rounded Rectangle 86"/>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8" name="Rounded Rectangle 87"/>
          <p:cNvSpPr/>
          <p:nvPr/>
        </p:nvSpPr>
        <p:spPr>
          <a:xfrm>
            <a:off x="595440" y="2743200"/>
            <a:ext cx="3512520" cy="3650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Implicit Casting is the automatic conversion of a smaller data type to a larger data type in Java.</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performs this conversion automatically when there is no risk of data loss.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Widening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Done automatically by the compiler</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No manual casting needed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p:txBody>
      </p:sp>
      <p:sp>
        <p:nvSpPr>
          <p:cNvPr id="1209" name="Rounded Rectangle 88"/>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0" name="Rounded Rectangle 89"/>
          <p:cNvSpPr/>
          <p:nvPr/>
        </p:nvSpPr>
        <p:spPr>
          <a:xfrm>
            <a:off x="4343400" y="2880360"/>
            <a:ext cx="3650760" cy="3422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Implicit Casting Flow (Widening Conversion)</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Each step represents a data type that can store the previous type safely.</a:t>
            </a:r>
            <a:endParaRPr b="0" lang="en-US" sz="1400" spc="-1" strike="noStrike">
              <a:solidFill>
                <a:srgbClr val="ffffff"/>
              </a:solidFill>
              <a:latin typeface="Arial"/>
            </a:endParaRPr>
          </a:p>
        </p:txBody>
      </p:sp>
      <p:sp>
        <p:nvSpPr>
          <p:cNvPr id="1211" name="Rounded Rectangle 90"/>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2" name="Rounded Rectangle 91"/>
          <p:cNvSpPr/>
          <p:nvPr/>
        </p:nvSpPr>
        <p:spPr>
          <a:xfrm>
            <a:off x="8229600" y="2972880"/>
            <a:ext cx="3650760" cy="3192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ImplicitCastingExample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Automatic conversion from int to double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System.out.println("Number: "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System.out.println("Converted value: " + 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13" name="TextBox 3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4" name="Rectangle 208"/>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5" name="Rectangle 209"/>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6" name="Rectangle 210"/>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7" name="Rectangle 211"/>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8" name="Rectangle 212"/>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9" name="Rectangle 213"/>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0" name="Rectangle 214"/>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1" name="Rectangle 215"/>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2" name="Rectangle 216"/>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3" name="Rectangle 217"/>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4" name="Rectangle 218"/>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5" name="Rectangle 219"/>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6" name="Rectangle 220"/>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7" name="Rectangle 221"/>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8" name="Rectangle 222"/>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9" name="Rectangle 223"/>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0" name="Rounded Rectangle 92"/>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31" name="TextBox 40"/>
          <p:cNvSpPr/>
          <p:nvPr/>
        </p:nvSpPr>
        <p:spPr>
          <a:xfrm>
            <a:off x="2514600" y="685800"/>
            <a:ext cx="6071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EXPLICIT CASTING</a:t>
            </a:r>
            <a:endParaRPr b="0" lang="en-US" sz="4800" spc="-1" strike="noStrike">
              <a:solidFill>
                <a:srgbClr val="000000"/>
              </a:solidFill>
              <a:latin typeface="Arial"/>
            </a:endParaRPr>
          </a:p>
        </p:txBody>
      </p:sp>
      <p:sp>
        <p:nvSpPr>
          <p:cNvPr id="1232" name="TextBox 41"/>
          <p:cNvSpPr/>
          <p:nvPr/>
        </p:nvSpPr>
        <p:spPr>
          <a:xfrm>
            <a:off x="2647440" y="1600200"/>
            <a:ext cx="58093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Explicit casting is the manual conversion of 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larger data type to a smaller data type in Java.</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It is required when there is a risk of data or precision loss.</a:t>
            </a:r>
            <a:endParaRPr b="0" lang="en-US" sz="1900" spc="-1" strike="noStrike">
              <a:solidFill>
                <a:srgbClr val="000000"/>
              </a:solidFill>
              <a:latin typeface="Arial"/>
            </a:endParaRPr>
          </a:p>
        </p:txBody>
      </p:sp>
      <p:sp>
        <p:nvSpPr>
          <p:cNvPr id="1233" name="Rounded Rectangle 93"/>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4" name="Rounded Rectangle 94"/>
          <p:cNvSpPr/>
          <p:nvPr/>
        </p:nvSpPr>
        <p:spPr>
          <a:xfrm>
            <a:off x="457200" y="2743200"/>
            <a:ext cx="3741480" cy="3879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Explicit Casting is the manual conversion of a larger data type to a smaller data type.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Java does not perform this conversion automatically because the smaller type may not store all values.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Narrowing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Converts larger numeric types to smaller ones</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Requires casting syntax (type)</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May cause data or precision loss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235" name="Rounded Rectangle 95"/>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6" name="Rounded Rectangle 96"/>
          <p:cNvSpPr/>
          <p:nvPr/>
        </p:nvSpPr>
        <p:spPr>
          <a:xfrm>
            <a:off x="4434840" y="2971800"/>
            <a:ext cx="3284280" cy="3422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Explicit Casting Flow (Narrowing)</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float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short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byte</a:t>
            </a:r>
            <a:endParaRPr b="0" lang="en-US" sz="13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Each step converts the value to a smaller storage type, which may remove decimal values or overflow.</a:t>
            </a:r>
            <a:endParaRPr b="0" lang="en-US" sz="1200" spc="-1" strike="noStrike">
              <a:solidFill>
                <a:srgbClr val="ffffff"/>
              </a:solidFill>
              <a:latin typeface="Arial"/>
            </a:endParaRPr>
          </a:p>
        </p:txBody>
      </p:sp>
      <p:sp>
        <p:nvSpPr>
          <p:cNvPr id="1237" name="Rounded Rectangle 97"/>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8" name="Rounded Rectangle 98"/>
          <p:cNvSpPr/>
          <p:nvPr/>
        </p:nvSpPr>
        <p:spPr>
          <a:xfrm>
            <a:off x="7955280" y="2514600"/>
            <a:ext cx="3925440" cy="4108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ExplicitCastingExample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 Explicit casting from double to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newPrice = (int)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System.out.println("Original value: " +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System.out.println("Converted value: " + newPrice);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239" name="TextBox 4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0" name="Rectangle 224"/>
          <p:cNvSpPr/>
          <p:nvPr/>
        </p:nvSpPr>
        <p:spPr>
          <a:xfrm>
            <a:off x="0" y="0"/>
            <a:ext cx="12181680" cy="68508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1" name="Rectangle 225"/>
          <p:cNvSpPr/>
          <p:nvPr/>
        </p:nvSpPr>
        <p:spPr>
          <a:xfrm>
            <a:off x="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2" name="Rectangle 226"/>
          <p:cNvSpPr/>
          <p:nvPr/>
        </p:nvSpPr>
        <p:spPr>
          <a:xfrm>
            <a:off x="914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3" name="Rectangle 227"/>
          <p:cNvSpPr/>
          <p:nvPr/>
        </p:nvSpPr>
        <p:spPr>
          <a:xfrm>
            <a:off x="1828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4" name="Rectangle 228"/>
          <p:cNvSpPr/>
          <p:nvPr/>
        </p:nvSpPr>
        <p:spPr>
          <a:xfrm>
            <a:off x="2743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5" name="Rectangle 229"/>
          <p:cNvSpPr/>
          <p:nvPr/>
        </p:nvSpPr>
        <p:spPr>
          <a:xfrm>
            <a:off x="3657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6" name="Rectangle 230"/>
          <p:cNvSpPr/>
          <p:nvPr/>
        </p:nvSpPr>
        <p:spPr>
          <a:xfrm>
            <a:off x="4572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7" name="Rectangle 231"/>
          <p:cNvSpPr/>
          <p:nvPr/>
        </p:nvSpPr>
        <p:spPr>
          <a:xfrm>
            <a:off x="5486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8" name="Rectangle 232"/>
          <p:cNvSpPr/>
          <p:nvPr/>
        </p:nvSpPr>
        <p:spPr>
          <a:xfrm>
            <a:off x="6400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9" name="Rectangle 233"/>
          <p:cNvSpPr/>
          <p:nvPr/>
        </p:nvSpPr>
        <p:spPr>
          <a:xfrm>
            <a:off x="7315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0" name="Rectangle 234"/>
          <p:cNvSpPr/>
          <p:nvPr/>
        </p:nvSpPr>
        <p:spPr>
          <a:xfrm>
            <a:off x="8229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1" name="Rectangle 235"/>
          <p:cNvSpPr/>
          <p:nvPr/>
        </p:nvSpPr>
        <p:spPr>
          <a:xfrm>
            <a:off x="9144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2" name="Rectangle 236"/>
          <p:cNvSpPr/>
          <p:nvPr/>
        </p:nvSpPr>
        <p:spPr>
          <a:xfrm>
            <a:off x="10058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3" name="Rectangle 237"/>
          <p:cNvSpPr/>
          <p:nvPr/>
        </p:nvSpPr>
        <p:spPr>
          <a:xfrm>
            <a:off x="10972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4" name="Rectangle 238"/>
          <p:cNvSpPr/>
          <p:nvPr/>
        </p:nvSpPr>
        <p:spPr>
          <a:xfrm>
            <a:off x="11887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5" name="Rectangle 239"/>
          <p:cNvSpPr/>
          <p:nvPr/>
        </p:nvSpPr>
        <p:spPr>
          <a:xfrm>
            <a:off x="0" y="0"/>
            <a:ext cx="312840" cy="68508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6" name="Rounded Rectangle 99"/>
          <p:cNvSpPr/>
          <p:nvPr/>
        </p:nvSpPr>
        <p:spPr>
          <a:xfrm>
            <a:off x="9875520" y="365760"/>
            <a:ext cx="2004480" cy="4957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57" name="TextBox 43"/>
          <p:cNvSpPr/>
          <p:nvPr/>
        </p:nvSpPr>
        <p:spPr>
          <a:xfrm>
            <a:off x="2148480" y="1005840"/>
            <a:ext cx="6674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Implicit vs Explicit Casting</a:t>
            </a:r>
            <a:endParaRPr b="0" lang="en-US" sz="4800" spc="-1" strike="noStrike">
              <a:solidFill>
                <a:srgbClr val="000000"/>
              </a:solidFill>
              <a:latin typeface="Arial"/>
            </a:endParaRPr>
          </a:p>
        </p:txBody>
      </p:sp>
      <p:sp>
        <p:nvSpPr>
          <p:cNvPr id="1258" name="TextBox 44"/>
          <p:cNvSpPr/>
          <p:nvPr/>
        </p:nvSpPr>
        <p:spPr>
          <a:xfrm>
            <a:off x="2094480" y="2057400"/>
            <a:ext cx="678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Understanding the difference between implicit and explicit casting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helps prevent data loss and ensures correct type conversion in Java.</a:t>
            </a:r>
            <a:endParaRPr b="0" lang="en-US" sz="1900" spc="-1" strike="noStrike">
              <a:solidFill>
                <a:srgbClr val="000000"/>
              </a:solidFill>
              <a:latin typeface="Arial"/>
            </a:endParaRPr>
          </a:p>
        </p:txBody>
      </p:sp>
      <p:sp>
        <p:nvSpPr>
          <p:cNvPr id="1259" name="Rounded Rectangle 100"/>
          <p:cNvSpPr/>
          <p:nvPr/>
        </p:nvSpPr>
        <p:spPr>
          <a:xfrm>
            <a:off x="98748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0" name="Rounded Rectangle 101"/>
          <p:cNvSpPr/>
          <p:nvPr/>
        </p:nvSpPr>
        <p:spPr>
          <a:xfrm>
            <a:off x="914400" y="3108960"/>
            <a:ext cx="3284640" cy="2736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500" spc="-1" strike="noStrike">
                <a:solidFill>
                  <a:schemeClr val="lt1"/>
                </a:solidFill>
                <a:latin typeface="Calibri"/>
                <a:ea typeface="DejaVu Sans"/>
              </a:rPr>
              <a:t>Implicit Casting (Widening)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Smaller → Larger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automatically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syntax required</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Explicit Casting (Narrowing)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Larger → Smaller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manually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May cause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Requires (type) syntax</a:t>
            </a:r>
            <a:endParaRPr b="0" lang="en-US" sz="1500" spc="-1" strike="noStrike">
              <a:solidFill>
                <a:srgbClr val="ffffff"/>
              </a:solidFill>
              <a:latin typeface="Arial"/>
            </a:endParaRPr>
          </a:p>
        </p:txBody>
      </p:sp>
      <p:sp>
        <p:nvSpPr>
          <p:cNvPr id="1261" name="Rounded Rectangle 102"/>
          <p:cNvSpPr/>
          <p:nvPr/>
        </p:nvSpPr>
        <p:spPr>
          <a:xfrm>
            <a:off x="450792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2" name="Rounded Rectangle 103"/>
          <p:cNvSpPr/>
          <p:nvPr/>
        </p:nvSpPr>
        <p:spPr>
          <a:xfrm>
            <a:off x="4434840" y="3108960"/>
            <a:ext cx="3284640" cy="2736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Implicit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double → float → long → int → short → byte</a:t>
            </a:r>
            <a:endParaRPr b="0" lang="en-US" sz="1800" spc="-1" strike="noStrike">
              <a:solidFill>
                <a:srgbClr val="ffffff"/>
              </a:solidFill>
              <a:latin typeface="Arial"/>
            </a:endParaRPr>
          </a:p>
        </p:txBody>
      </p:sp>
      <p:sp>
        <p:nvSpPr>
          <p:cNvPr id="1263" name="Rounded Rectangle 104"/>
          <p:cNvSpPr/>
          <p:nvPr/>
        </p:nvSpPr>
        <p:spPr>
          <a:xfrm>
            <a:off x="802836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4" name="Rounded Rectangle 105"/>
          <p:cNvSpPr/>
          <p:nvPr/>
        </p:nvSpPr>
        <p:spPr>
          <a:xfrm>
            <a:off x="7955280" y="3108960"/>
            <a:ext cx="3697200" cy="3057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CastingComparison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65" name="TextBox 4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66" name="Rectangle 240"/>
          <p:cNvSpPr/>
          <p:nvPr/>
        </p:nvSpPr>
        <p:spPr>
          <a:xfrm>
            <a:off x="0" y="0"/>
            <a:ext cx="12182040" cy="68511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7" name="Rectangle 241"/>
          <p:cNvSpPr/>
          <p:nvPr/>
        </p:nvSpPr>
        <p:spPr>
          <a:xfrm>
            <a:off x="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8" name="Rectangle 242"/>
          <p:cNvSpPr/>
          <p:nvPr/>
        </p:nvSpPr>
        <p:spPr>
          <a:xfrm>
            <a:off x="914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9" name="Rectangle 243"/>
          <p:cNvSpPr/>
          <p:nvPr/>
        </p:nvSpPr>
        <p:spPr>
          <a:xfrm>
            <a:off x="1828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0" name="Rectangle 244"/>
          <p:cNvSpPr/>
          <p:nvPr/>
        </p:nvSpPr>
        <p:spPr>
          <a:xfrm>
            <a:off x="2743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1" name="Rectangle 245"/>
          <p:cNvSpPr/>
          <p:nvPr/>
        </p:nvSpPr>
        <p:spPr>
          <a:xfrm>
            <a:off x="3657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2" name="Rectangle 246"/>
          <p:cNvSpPr/>
          <p:nvPr/>
        </p:nvSpPr>
        <p:spPr>
          <a:xfrm>
            <a:off x="4572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3" name="Rectangle 247"/>
          <p:cNvSpPr/>
          <p:nvPr/>
        </p:nvSpPr>
        <p:spPr>
          <a:xfrm>
            <a:off x="5486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4" name="Rectangle 248"/>
          <p:cNvSpPr/>
          <p:nvPr/>
        </p:nvSpPr>
        <p:spPr>
          <a:xfrm>
            <a:off x="6400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5" name="Rectangle 249"/>
          <p:cNvSpPr/>
          <p:nvPr/>
        </p:nvSpPr>
        <p:spPr>
          <a:xfrm>
            <a:off x="7315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6" name="Rectangle 250"/>
          <p:cNvSpPr/>
          <p:nvPr/>
        </p:nvSpPr>
        <p:spPr>
          <a:xfrm>
            <a:off x="8229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7" name="Rectangle 251"/>
          <p:cNvSpPr/>
          <p:nvPr/>
        </p:nvSpPr>
        <p:spPr>
          <a:xfrm>
            <a:off x="9144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8" name="Rectangle 252"/>
          <p:cNvSpPr/>
          <p:nvPr/>
        </p:nvSpPr>
        <p:spPr>
          <a:xfrm>
            <a:off x="10058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9" name="Rectangle 253"/>
          <p:cNvSpPr/>
          <p:nvPr/>
        </p:nvSpPr>
        <p:spPr>
          <a:xfrm>
            <a:off x="10972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0" name="Rectangle 254"/>
          <p:cNvSpPr/>
          <p:nvPr/>
        </p:nvSpPr>
        <p:spPr>
          <a:xfrm>
            <a:off x="11887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1" name="Rectangle 255"/>
          <p:cNvSpPr/>
          <p:nvPr/>
        </p:nvSpPr>
        <p:spPr>
          <a:xfrm>
            <a:off x="0" y="0"/>
            <a:ext cx="313200" cy="68511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2" name="Rounded Rectangle 106"/>
          <p:cNvSpPr/>
          <p:nvPr/>
        </p:nvSpPr>
        <p:spPr>
          <a:xfrm>
            <a:off x="9875520" y="365760"/>
            <a:ext cx="2004840" cy="4960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83" name="TextBox 46"/>
          <p:cNvSpPr/>
          <p:nvPr/>
        </p:nvSpPr>
        <p:spPr>
          <a:xfrm>
            <a:off x="1659960" y="1005840"/>
            <a:ext cx="76518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DATA LOSS &amp; PRECISION LOSS</a:t>
            </a:r>
            <a:endParaRPr b="0" lang="en-US" sz="4800" spc="-1" strike="noStrike">
              <a:solidFill>
                <a:srgbClr val="000000"/>
              </a:solidFill>
              <a:latin typeface="Arial"/>
            </a:endParaRPr>
          </a:p>
        </p:txBody>
      </p:sp>
      <p:sp>
        <p:nvSpPr>
          <p:cNvPr id="1284" name="TextBox 47"/>
          <p:cNvSpPr/>
          <p:nvPr/>
        </p:nvSpPr>
        <p:spPr>
          <a:xfrm>
            <a:off x="2286000" y="1826640"/>
            <a:ext cx="64310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may cause data loss when converting from a larger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type to a smaller one.</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Decimal values can be removed and large values may overflow.</a:t>
            </a:r>
            <a:endParaRPr b="0" lang="en-US" sz="1900" spc="-1" strike="noStrike">
              <a:solidFill>
                <a:srgbClr val="000000"/>
              </a:solidFill>
              <a:latin typeface="Arial"/>
            </a:endParaRPr>
          </a:p>
        </p:txBody>
      </p:sp>
      <p:sp>
        <p:nvSpPr>
          <p:cNvPr id="1285" name="Rounded Rectangle 107"/>
          <p:cNvSpPr/>
          <p:nvPr/>
        </p:nvSpPr>
        <p:spPr>
          <a:xfrm>
            <a:off x="98748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6" name="Rounded Rectangle 108"/>
          <p:cNvSpPr/>
          <p:nvPr/>
        </p:nvSpPr>
        <p:spPr>
          <a:xfrm>
            <a:off x="914400" y="3108960"/>
            <a:ext cx="3285000" cy="2736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Occurs in explicit (narrowing) casting</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Decimal part is truncated (not rounded)</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Smaller types cannot store full value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May lead to incorrect results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Precision loss happens especially with float → int</a:t>
            </a:r>
            <a:endParaRPr b="0" lang="en-US" sz="1800" spc="-1" strike="noStrike">
              <a:solidFill>
                <a:srgbClr val="ffffff"/>
              </a:solidFill>
              <a:latin typeface="Arial"/>
            </a:endParaRPr>
          </a:p>
        </p:txBody>
      </p:sp>
      <p:sp>
        <p:nvSpPr>
          <p:cNvPr id="1287" name="Rounded Rectangle 109"/>
          <p:cNvSpPr/>
          <p:nvPr/>
        </p:nvSpPr>
        <p:spPr>
          <a:xfrm>
            <a:off x="450792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8" name="Rounded Rectangle 110"/>
          <p:cNvSpPr/>
          <p:nvPr/>
        </p:nvSpPr>
        <p:spPr>
          <a:xfrm>
            <a:off x="4343400" y="3108960"/>
            <a:ext cx="3376440" cy="3286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double (9.78)</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(casting)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(9)</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(123456.789)</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(123456)</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Decimal part is completely removed</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No rounding happens</a:t>
            </a:r>
            <a:endParaRPr b="0" lang="en-US" sz="1800" spc="-1" strike="noStrike">
              <a:solidFill>
                <a:srgbClr val="ffffff"/>
              </a:solidFill>
              <a:latin typeface="Arial"/>
            </a:endParaRPr>
          </a:p>
        </p:txBody>
      </p:sp>
      <p:sp>
        <p:nvSpPr>
          <p:cNvPr id="1289" name="Rounded Rectangle 111"/>
          <p:cNvSpPr/>
          <p:nvPr/>
        </p:nvSpPr>
        <p:spPr>
          <a:xfrm>
            <a:off x="802836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0" name="Rounded Rectangle 112"/>
          <p:cNvSpPr/>
          <p:nvPr/>
        </p:nvSpPr>
        <p:spPr>
          <a:xfrm>
            <a:off x="7955280" y="2971800"/>
            <a:ext cx="3926160" cy="3423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DataLossExample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value = 9.78;</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Explicit casting</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result = (int)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System.out.println("Original: " +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System.out.println("After casting: " + 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float bigValue = 123456.789f;</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converted = (int)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System.out.println("Float: " +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System.out.println("Int: " + converted);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291" name="TextBox 4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2" name="Rectangle 256"/>
          <p:cNvSpPr/>
          <p:nvPr/>
        </p:nvSpPr>
        <p:spPr>
          <a:xfrm>
            <a:off x="0" y="0"/>
            <a:ext cx="12182760" cy="68518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3" name="Rectangle 257"/>
          <p:cNvSpPr/>
          <p:nvPr/>
        </p:nvSpPr>
        <p:spPr>
          <a:xfrm>
            <a:off x="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4" name="Rectangle 258"/>
          <p:cNvSpPr/>
          <p:nvPr/>
        </p:nvSpPr>
        <p:spPr>
          <a:xfrm>
            <a:off x="914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5" name="Rectangle 259"/>
          <p:cNvSpPr/>
          <p:nvPr/>
        </p:nvSpPr>
        <p:spPr>
          <a:xfrm>
            <a:off x="1828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6" name="Rectangle 260"/>
          <p:cNvSpPr/>
          <p:nvPr/>
        </p:nvSpPr>
        <p:spPr>
          <a:xfrm>
            <a:off x="2743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7" name="Rectangle 261"/>
          <p:cNvSpPr/>
          <p:nvPr/>
        </p:nvSpPr>
        <p:spPr>
          <a:xfrm>
            <a:off x="3657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8" name="Rectangle 262"/>
          <p:cNvSpPr/>
          <p:nvPr/>
        </p:nvSpPr>
        <p:spPr>
          <a:xfrm>
            <a:off x="4572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9" name="Rectangle 263"/>
          <p:cNvSpPr/>
          <p:nvPr/>
        </p:nvSpPr>
        <p:spPr>
          <a:xfrm>
            <a:off x="5486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0" name="Rectangle 264"/>
          <p:cNvSpPr/>
          <p:nvPr/>
        </p:nvSpPr>
        <p:spPr>
          <a:xfrm>
            <a:off x="6400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1" name="Rectangle 265"/>
          <p:cNvSpPr/>
          <p:nvPr/>
        </p:nvSpPr>
        <p:spPr>
          <a:xfrm>
            <a:off x="7315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2" name="Rectangle 266"/>
          <p:cNvSpPr/>
          <p:nvPr/>
        </p:nvSpPr>
        <p:spPr>
          <a:xfrm>
            <a:off x="8229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3" name="Rectangle 267"/>
          <p:cNvSpPr/>
          <p:nvPr/>
        </p:nvSpPr>
        <p:spPr>
          <a:xfrm>
            <a:off x="9144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4" name="Rectangle 268"/>
          <p:cNvSpPr/>
          <p:nvPr/>
        </p:nvSpPr>
        <p:spPr>
          <a:xfrm>
            <a:off x="10058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5" name="Rectangle 269"/>
          <p:cNvSpPr/>
          <p:nvPr/>
        </p:nvSpPr>
        <p:spPr>
          <a:xfrm>
            <a:off x="10972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6" name="Rectangle 270"/>
          <p:cNvSpPr/>
          <p:nvPr/>
        </p:nvSpPr>
        <p:spPr>
          <a:xfrm>
            <a:off x="11887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7" name="Rectangle 271"/>
          <p:cNvSpPr/>
          <p:nvPr/>
        </p:nvSpPr>
        <p:spPr>
          <a:xfrm>
            <a:off x="0" y="0"/>
            <a:ext cx="313920" cy="68518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8" name="Rounded Rectangle 113"/>
          <p:cNvSpPr/>
          <p:nvPr/>
        </p:nvSpPr>
        <p:spPr>
          <a:xfrm>
            <a:off x="9875520" y="365760"/>
            <a:ext cx="2005560" cy="4968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09" name="TextBox 49"/>
          <p:cNvSpPr/>
          <p:nvPr/>
        </p:nvSpPr>
        <p:spPr>
          <a:xfrm>
            <a:off x="1458000" y="1005840"/>
            <a:ext cx="80557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 CASTING IN EXPRESSIONS</a:t>
            </a:r>
            <a:endParaRPr b="0" lang="en-US" sz="4800" spc="-1" strike="noStrike">
              <a:solidFill>
                <a:srgbClr val="000000"/>
              </a:solidFill>
              <a:latin typeface="Arial"/>
            </a:endParaRPr>
          </a:p>
        </p:txBody>
      </p:sp>
      <p:sp>
        <p:nvSpPr>
          <p:cNvPr id="1310" name="TextBox 50"/>
          <p:cNvSpPr/>
          <p:nvPr/>
        </p:nvSpPr>
        <p:spPr>
          <a:xfrm>
            <a:off x="2283480" y="2194560"/>
            <a:ext cx="640512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Automatic type conversion during arithmetic operations in Java.</a:t>
            </a:r>
            <a:endParaRPr b="0" lang="en-US" sz="1900" spc="-1" strike="noStrike">
              <a:solidFill>
                <a:srgbClr val="000000"/>
              </a:solidFill>
              <a:latin typeface="Arial"/>
            </a:endParaRPr>
          </a:p>
        </p:txBody>
      </p:sp>
      <p:sp>
        <p:nvSpPr>
          <p:cNvPr id="1311" name="Rounded Rectangle 114"/>
          <p:cNvSpPr/>
          <p:nvPr/>
        </p:nvSpPr>
        <p:spPr>
          <a:xfrm>
            <a:off x="98748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2" name="Rounded Rectangle 115"/>
          <p:cNvSpPr/>
          <p:nvPr/>
        </p:nvSpPr>
        <p:spPr>
          <a:xfrm>
            <a:off x="914400" y="3108960"/>
            <a:ext cx="3285720" cy="2737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Java promotes smaller types in expressions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Operations follow the largest data type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No manual casting needed (in most cases)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byte, short → converted to int automatically</a:t>
            </a:r>
            <a:endParaRPr b="0" lang="en-US" sz="1800" spc="-1" strike="noStrike">
              <a:solidFill>
                <a:srgbClr val="ffffff"/>
              </a:solidFill>
              <a:latin typeface="Arial"/>
            </a:endParaRPr>
          </a:p>
        </p:txBody>
      </p:sp>
      <p:sp>
        <p:nvSpPr>
          <p:cNvPr id="1313" name="Rounded Rectangle 116"/>
          <p:cNvSpPr/>
          <p:nvPr/>
        </p:nvSpPr>
        <p:spPr>
          <a:xfrm>
            <a:off x="450792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4" name="Rounded Rectangle 117"/>
          <p:cNvSpPr/>
          <p:nvPr/>
        </p:nvSpPr>
        <p:spPr>
          <a:xfrm>
            <a:off x="4434840" y="3108960"/>
            <a:ext cx="3285720" cy="2737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 double → 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 long → float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short + short → int</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Result = largest type</a:t>
            </a:r>
            <a:endParaRPr b="0" lang="en-US" sz="1800" spc="-1" strike="noStrike">
              <a:solidFill>
                <a:srgbClr val="ffffff"/>
              </a:solidFill>
              <a:latin typeface="Arial"/>
            </a:endParaRPr>
          </a:p>
        </p:txBody>
      </p:sp>
      <p:sp>
        <p:nvSpPr>
          <p:cNvPr id="1315" name="Rounded Rectangle 118"/>
          <p:cNvSpPr/>
          <p:nvPr/>
        </p:nvSpPr>
        <p:spPr>
          <a:xfrm>
            <a:off x="802836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6" name="Rounded Rectangle 119"/>
          <p:cNvSpPr/>
          <p:nvPr/>
        </p:nvSpPr>
        <p:spPr>
          <a:xfrm>
            <a:off x="7955280" y="2971800"/>
            <a:ext cx="3698280" cy="2874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int a = 10;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b = 5.5;</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result = a + b; // int → double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System.out.println(result);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x = 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y = 10;</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int sum = x + y; // byte →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System.out.println(sum);</a:t>
            </a:r>
            <a:endParaRPr b="0" lang="en-US" sz="1400" spc="-1" strike="noStrike">
              <a:solidFill>
                <a:srgbClr val="ffffff"/>
              </a:solidFill>
              <a:latin typeface="Arial"/>
            </a:endParaRPr>
          </a:p>
        </p:txBody>
      </p:sp>
      <p:sp>
        <p:nvSpPr>
          <p:cNvPr id="1317" name="TextBox 5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18" name="Rectangle 272"/>
          <p:cNvSpPr/>
          <p:nvPr/>
        </p:nvSpPr>
        <p:spPr>
          <a:xfrm>
            <a:off x="0" y="0"/>
            <a:ext cx="12183480" cy="68526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9" name="Rectangle 273"/>
          <p:cNvSpPr/>
          <p:nvPr/>
        </p:nvSpPr>
        <p:spPr>
          <a:xfrm>
            <a:off x="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0" name="Rectangle 274"/>
          <p:cNvSpPr/>
          <p:nvPr/>
        </p:nvSpPr>
        <p:spPr>
          <a:xfrm>
            <a:off x="914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1" name="Rectangle 275"/>
          <p:cNvSpPr/>
          <p:nvPr/>
        </p:nvSpPr>
        <p:spPr>
          <a:xfrm>
            <a:off x="1828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2" name="Rectangle 276"/>
          <p:cNvSpPr/>
          <p:nvPr/>
        </p:nvSpPr>
        <p:spPr>
          <a:xfrm>
            <a:off x="2743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3" name="Rectangle 277"/>
          <p:cNvSpPr/>
          <p:nvPr/>
        </p:nvSpPr>
        <p:spPr>
          <a:xfrm>
            <a:off x="3657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4" name="Rectangle 278"/>
          <p:cNvSpPr/>
          <p:nvPr/>
        </p:nvSpPr>
        <p:spPr>
          <a:xfrm>
            <a:off x="4572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5" name="Rectangle 279"/>
          <p:cNvSpPr/>
          <p:nvPr/>
        </p:nvSpPr>
        <p:spPr>
          <a:xfrm>
            <a:off x="5486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6" name="Rectangle 280"/>
          <p:cNvSpPr/>
          <p:nvPr/>
        </p:nvSpPr>
        <p:spPr>
          <a:xfrm>
            <a:off x="6400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7" name="Rectangle 281"/>
          <p:cNvSpPr/>
          <p:nvPr/>
        </p:nvSpPr>
        <p:spPr>
          <a:xfrm>
            <a:off x="7315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8" name="Rectangle 282"/>
          <p:cNvSpPr/>
          <p:nvPr/>
        </p:nvSpPr>
        <p:spPr>
          <a:xfrm>
            <a:off x="8229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9" name="Rectangle 283"/>
          <p:cNvSpPr/>
          <p:nvPr/>
        </p:nvSpPr>
        <p:spPr>
          <a:xfrm>
            <a:off x="9144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0" name="Rectangle 284"/>
          <p:cNvSpPr/>
          <p:nvPr/>
        </p:nvSpPr>
        <p:spPr>
          <a:xfrm>
            <a:off x="10058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1" name="Rectangle 285"/>
          <p:cNvSpPr/>
          <p:nvPr/>
        </p:nvSpPr>
        <p:spPr>
          <a:xfrm>
            <a:off x="10972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2" name="Rectangle 286"/>
          <p:cNvSpPr/>
          <p:nvPr/>
        </p:nvSpPr>
        <p:spPr>
          <a:xfrm>
            <a:off x="11887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3" name="Rectangle 287"/>
          <p:cNvSpPr/>
          <p:nvPr/>
        </p:nvSpPr>
        <p:spPr>
          <a:xfrm>
            <a:off x="0" y="0"/>
            <a:ext cx="314640" cy="68526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4" name="Rounded Rectangle 120"/>
          <p:cNvSpPr/>
          <p:nvPr/>
        </p:nvSpPr>
        <p:spPr>
          <a:xfrm>
            <a:off x="9875520" y="365760"/>
            <a:ext cx="2006280" cy="4975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35" name="TextBox 52"/>
          <p:cNvSpPr/>
          <p:nvPr/>
        </p:nvSpPr>
        <p:spPr>
          <a:xfrm>
            <a:off x="1514160" y="1005840"/>
            <a:ext cx="7943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System – Introduction</a:t>
            </a:r>
            <a:endParaRPr b="0" lang="en-US" sz="4800" spc="-1" strike="noStrike">
              <a:solidFill>
                <a:srgbClr val="000000"/>
              </a:solidFill>
              <a:latin typeface="Arial"/>
            </a:endParaRPr>
          </a:p>
        </p:txBody>
      </p:sp>
      <p:sp>
        <p:nvSpPr>
          <p:cNvPr id="1336" name="TextBox 53"/>
          <p:cNvSpPr/>
          <p:nvPr/>
        </p:nvSpPr>
        <p:spPr>
          <a:xfrm>
            <a:off x="1787760" y="2074680"/>
            <a:ext cx="75834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is a universal character encoding standard that allows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represent text from multiple languages consistently across platforms</a:t>
            </a:r>
            <a:endParaRPr b="0" lang="en-US" sz="1900" spc="-1" strike="noStrike">
              <a:solidFill>
                <a:srgbClr val="000000"/>
              </a:solidFill>
              <a:latin typeface="Arial"/>
            </a:endParaRPr>
          </a:p>
        </p:txBody>
      </p:sp>
      <p:sp>
        <p:nvSpPr>
          <p:cNvPr id="1337" name="Rounded Rectangle 121"/>
          <p:cNvSpPr/>
          <p:nvPr/>
        </p:nvSpPr>
        <p:spPr>
          <a:xfrm>
            <a:off x="98748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8" name="Rounded Rectangle 122"/>
          <p:cNvSpPr/>
          <p:nvPr/>
        </p:nvSpPr>
        <p:spPr>
          <a:xfrm>
            <a:off x="914400" y="3108960"/>
            <a:ext cx="3286440" cy="3058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a global character set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has a unique code point (e.g.,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Replaced older encodings like ASCII and ISO</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Supports almost all world languages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Java uses Unicode internally (UTF-16)</a:t>
            </a:r>
            <a:endParaRPr b="0" lang="en-US" sz="1800" spc="-1" strike="noStrike">
              <a:solidFill>
                <a:srgbClr val="ffffff"/>
              </a:solidFill>
              <a:latin typeface="Arial"/>
            </a:endParaRPr>
          </a:p>
        </p:txBody>
      </p:sp>
      <p:sp>
        <p:nvSpPr>
          <p:cNvPr id="1339" name="Rounded Rectangle 123"/>
          <p:cNvSpPr/>
          <p:nvPr/>
        </p:nvSpPr>
        <p:spPr>
          <a:xfrm>
            <a:off x="450792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0" name="Rounded Rectangle 124"/>
          <p:cNvSpPr/>
          <p:nvPr/>
        </p:nvSpPr>
        <p:spPr>
          <a:xfrm>
            <a:off x="4434840" y="3108960"/>
            <a:ext cx="3286440" cy="2737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(UTF-16) → Stored in Java → Displayed</a:t>
            </a:r>
            <a:endParaRPr b="0" lang="en-US" sz="1800" spc="-1" strike="noStrike">
              <a:solidFill>
                <a:srgbClr val="ffffff"/>
              </a:solidFill>
              <a:latin typeface="Arial"/>
            </a:endParaRPr>
          </a:p>
        </p:txBody>
      </p:sp>
      <p:sp>
        <p:nvSpPr>
          <p:cNvPr id="1341" name="Rounded Rectangle 125"/>
          <p:cNvSpPr/>
          <p:nvPr/>
        </p:nvSpPr>
        <p:spPr>
          <a:xfrm>
            <a:off x="802836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2" name="Rounded Rectangle 126"/>
          <p:cNvSpPr/>
          <p:nvPr/>
        </p:nvSpPr>
        <p:spPr>
          <a:xfrm>
            <a:off x="7955280" y="3108960"/>
            <a:ext cx="3699000" cy="3287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500" spc="-1" strike="noStrike">
                <a:solidFill>
                  <a:srgbClr val="78ffc8"/>
                </a:solidFill>
                <a:latin typeface="Consolas"/>
                <a:ea typeface="DejaVu Sans"/>
              </a:rPr>
              <a:t>public class UnicodeExample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public static void main(String[] args)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ch = '\u0041'; // Unicode for 'A'</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System.out.println(ch);</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symbol = '\u00AB'; //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System.out.println(symbol);</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a:t>
            </a:r>
            <a:endParaRPr b="0" lang="en-US" sz="1500" spc="-1" strike="noStrike">
              <a:solidFill>
                <a:srgbClr val="ffffff"/>
              </a:solidFill>
              <a:latin typeface="Arial"/>
            </a:endParaRPr>
          </a:p>
        </p:txBody>
      </p:sp>
      <p:sp>
        <p:nvSpPr>
          <p:cNvPr id="1343" name="TextBox 54"/>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344" name="" descr=""/>
          <p:cNvPicPr/>
          <p:nvPr/>
        </p:nvPicPr>
        <p:blipFill>
          <a:blip r:embed="rId1"/>
          <a:stretch/>
        </p:blipFill>
        <p:spPr>
          <a:xfrm>
            <a:off x="4589280" y="5029200"/>
            <a:ext cx="2647440" cy="50292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5" name="Rectangle 288"/>
          <p:cNvSpPr/>
          <p:nvPr/>
        </p:nvSpPr>
        <p:spPr>
          <a:xfrm>
            <a:off x="0" y="0"/>
            <a:ext cx="12183840" cy="68529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6" name="Rectangle 289"/>
          <p:cNvSpPr/>
          <p:nvPr/>
        </p:nvSpPr>
        <p:spPr>
          <a:xfrm>
            <a:off x="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7" name="Rectangle 290"/>
          <p:cNvSpPr/>
          <p:nvPr/>
        </p:nvSpPr>
        <p:spPr>
          <a:xfrm>
            <a:off x="914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8" name="Rectangle 291"/>
          <p:cNvSpPr/>
          <p:nvPr/>
        </p:nvSpPr>
        <p:spPr>
          <a:xfrm>
            <a:off x="1828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9" name="Rectangle 292"/>
          <p:cNvSpPr/>
          <p:nvPr/>
        </p:nvSpPr>
        <p:spPr>
          <a:xfrm>
            <a:off x="2743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0" name="Rectangle 293"/>
          <p:cNvSpPr/>
          <p:nvPr/>
        </p:nvSpPr>
        <p:spPr>
          <a:xfrm>
            <a:off x="3657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1" name="Rectangle 294"/>
          <p:cNvSpPr/>
          <p:nvPr/>
        </p:nvSpPr>
        <p:spPr>
          <a:xfrm>
            <a:off x="4572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2" name="Rectangle 295"/>
          <p:cNvSpPr/>
          <p:nvPr/>
        </p:nvSpPr>
        <p:spPr>
          <a:xfrm>
            <a:off x="5486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3" name="Rectangle 296"/>
          <p:cNvSpPr/>
          <p:nvPr/>
        </p:nvSpPr>
        <p:spPr>
          <a:xfrm>
            <a:off x="6400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4" name="Rectangle 297"/>
          <p:cNvSpPr/>
          <p:nvPr/>
        </p:nvSpPr>
        <p:spPr>
          <a:xfrm>
            <a:off x="7315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5" name="Rectangle 298"/>
          <p:cNvSpPr/>
          <p:nvPr/>
        </p:nvSpPr>
        <p:spPr>
          <a:xfrm>
            <a:off x="8229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6" name="Rectangle 299"/>
          <p:cNvSpPr/>
          <p:nvPr/>
        </p:nvSpPr>
        <p:spPr>
          <a:xfrm>
            <a:off x="9144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7" name="Rectangle 300"/>
          <p:cNvSpPr/>
          <p:nvPr/>
        </p:nvSpPr>
        <p:spPr>
          <a:xfrm>
            <a:off x="10058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8" name="Rectangle 301"/>
          <p:cNvSpPr/>
          <p:nvPr/>
        </p:nvSpPr>
        <p:spPr>
          <a:xfrm>
            <a:off x="10972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9" name="Rectangle 302"/>
          <p:cNvSpPr/>
          <p:nvPr/>
        </p:nvSpPr>
        <p:spPr>
          <a:xfrm>
            <a:off x="11887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0" name="Rectangle 303"/>
          <p:cNvSpPr/>
          <p:nvPr/>
        </p:nvSpPr>
        <p:spPr>
          <a:xfrm>
            <a:off x="0" y="0"/>
            <a:ext cx="315000" cy="68529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1" name="Rounded Rectangle 127"/>
          <p:cNvSpPr/>
          <p:nvPr/>
        </p:nvSpPr>
        <p:spPr>
          <a:xfrm>
            <a:off x="9875520" y="365760"/>
            <a:ext cx="2006640" cy="4978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62" name="TextBox 55"/>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363" name="TextBox 56"/>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364" name="Rounded Rectangle 128"/>
          <p:cNvSpPr/>
          <p:nvPr/>
        </p:nvSpPr>
        <p:spPr>
          <a:xfrm>
            <a:off x="98748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5" name="Rounded Rectangle 129"/>
          <p:cNvSpPr/>
          <p:nvPr/>
        </p:nvSpPr>
        <p:spPr>
          <a:xfrm>
            <a:off x="685800" y="3108960"/>
            <a:ext cx="3515400" cy="3059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 Code Point (U+XXXX format)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Example:</a:t>
            </a: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A →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ç → U+00E7</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U+1F600</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universal → same meaning everywhere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Encoding systems (UTF-8, UTF-16, UTF-32) define how these are stored</a:t>
            </a:r>
            <a:endParaRPr b="0" lang="en-US" sz="1800" spc="-1" strike="noStrike">
              <a:solidFill>
                <a:srgbClr val="ffffff"/>
              </a:solidFill>
              <a:latin typeface="Arial"/>
            </a:endParaRPr>
          </a:p>
        </p:txBody>
      </p:sp>
      <p:sp>
        <p:nvSpPr>
          <p:cNvPr id="1366" name="Rounded Rectangle 130"/>
          <p:cNvSpPr/>
          <p:nvPr/>
        </p:nvSpPr>
        <p:spPr>
          <a:xfrm>
            <a:off x="450792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7" name="Rounded Rectangle 131"/>
          <p:cNvSpPr/>
          <p:nvPr/>
        </p:nvSpPr>
        <p:spPr>
          <a:xfrm>
            <a:off x="4434840" y="3108960"/>
            <a:ext cx="3286800" cy="2738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 Binary → Display</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 → U+0041 → UTF-8 → 01000001 → Screen</a:t>
            </a:r>
            <a:endParaRPr b="0" lang="en-US" sz="1800" spc="-1" strike="noStrike">
              <a:solidFill>
                <a:srgbClr val="ffffff"/>
              </a:solidFill>
              <a:latin typeface="Arial"/>
            </a:endParaRPr>
          </a:p>
        </p:txBody>
      </p:sp>
      <p:sp>
        <p:nvSpPr>
          <p:cNvPr id="1368" name="Rounded Rectangle 132"/>
          <p:cNvSpPr/>
          <p:nvPr/>
        </p:nvSpPr>
        <p:spPr>
          <a:xfrm>
            <a:off x="802836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9" name="Rounded Rectangle 133"/>
          <p:cNvSpPr/>
          <p:nvPr/>
        </p:nvSpPr>
        <p:spPr>
          <a:xfrm>
            <a:off x="7955280" y="2514600"/>
            <a:ext cx="3927960" cy="3653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letter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codePoint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System.out.println("Character: "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Code Point: U+" + Integer.toHexString(codePoint).toUpperCase());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Unicode escape usage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unicodeChar = '\u0041';</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Escape: " + unicodeChar);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370" name="TextBox 5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1" name="Rectangle 17"/>
          <p:cNvSpPr/>
          <p:nvPr/>
        </p:nvSpPr>
        <p:spPr>
          <a:xfrm>
            <a:off x="0" y="0"/>
            <a:ext cx="12183840" cy="68529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2" name="Rectangle 18"/>
          <p:cNvSpPr/>
          <p:nvPr/>
        </p:nvSpPr>
        <p:spPr>
          <a:xfrm>
            <a:off x="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3" name="Rectangle 19"/>
          <p:cNvSpPr/>
          <p:nvPr/>
        </p:nvSpPr>
        <p:spPr>
          <a:xfrm>
            <a:off x="914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4" name="Rectangle 20"/>
          <p:cNvSpPr/>
          <p:nvPr/>
        </p:nvSpPr>
        <p:spPr>
          <a:xfrm>
            <a:off x="1828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5" name="Rectangle 21"/>
          <p:cNvSpPr/>
          <p:nvPr/>
        </p:nvSpPr>
        <p:spPr>
          <a:xfrm>
            <a:off x="2743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6" name="Rectangle 22"/>
          <p:cNvSpPr/>
          <p:nvPr/>
        </p:nvSpPr>
        <p:spPr>
          <a:xfrm>
            <a:off x="3657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7" name="Rectangle 23"/>
          <p:cNvSpPr/>
          <p:nvPr/>
        </p:nvSpPr>
        <p:spPr>
          <a:xfrm>
            <a:off x="4572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8" name="Rectangle 24"/>
          <p:cNvSpPr/>
          <p:nvPr/>
        </p:nvSpPr>
        <p:spPr>
          <a:xfrm>
            <a:off x="5486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9" name="Rectangle 25"/>
          <p:cNvSpPr/>
          <p:nvPr/>
        </p:nvSpPr>
        <p:spPr>
          <a:xfrm>
            <a:off x="6400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0" name="Rectangle 26"/>
          <p:cNvSpPr/>
          <p:nvPr/>
        </p:nvSpPr>
        <p:spPr>
          <a:xfrm>
            <a:off x="7315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1" name="Rectangle 27"/>
          <p:cNvSpPr/>
          <p:nvPr/>
        </p:nvSpPr>
        <p:spPr>
          <a:xfrm>
            <a:off x="8229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2" name="Rectangle 28"/>
          <p:cNvSpPr/>
          <p:nvPr/>
        </p:nvSpPr>
        <p:spPr>
          <a:xfrm>
            <a:off x="9144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3" name="Rectangle 29"/>
          <p:cNvSpPr/>
          <p:nvPr/>
        </p:nvSpPr>
        <p:spPr>
          <a:xfrm>
            <a:off x="10058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4" name="Rectangle 30"/>
          <p:cNvSpPr/>
          <p:nvPr/>
        </p:nvSpPr>
        <p:spPr>
          <a:xfrm>
            <a:off x="10972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5" name="Rectangle 31"/>
          <p:cNvSpPr/>
          <p:nvPr/>
        </p:nvSpPr>
        <p:spPr>
          <a:xfrm>
            <a:off x="11887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6" name="Rectangle 304"/>
          <p:cNvSpPr/>
          <p:nvPr/>
        </p:nvSpPr>
        <p:spPr>
          <a:xfrm>
            <a:off x="0" y="0"/>
            <a:ext cx="315000" cy="68529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7" name="Rounded Rectangle 134"/>
          <p:cNvSpPr/>
          <p:nvPr/>
        </p:nvSpPr>
        <p:spPr>
          <a:xfrm>
            <a:off x="9875520" y="365760"/>
            <a:ext cx="2006640" cy="4978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88" name="TextBox 58"/>
          <p:cNvSpPr/>
          <p:nvPr/>
        </p:nvSpPr>
        <p:spPr>
          <a:xfrm>
            <a:off x="1035720" y="1008000"/>
            <a:ext cx="88315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Encoding (UTF-8 / UTF16)</a:t>
            </a:r>
            <a:endParaRPr b="0" lang="en-US" sz="4800" spc="-1" strike="noStrike">
              <a:solidFill>
                <a:srgbClr val="000000"/>
              </a:solidFill>
              <a:latin typeface="Arial"/>
            </a:endParaRPr>
          </a:p>
        </p:txBody>
      </p:sp>
      <p:sp>
        <p:nvSpPr>
          <p:cNvPr id="1389" name="TextBox 59"/>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390" name="Rounded Rectangle 135"/>
          <p:cNvSpPr/>
          <p:nvPr/>
        </p:nvSpPr>
        <p:spPr>
          <a:xfrm>
            <a:off x="98748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1" name="Rounded Rectangle 136"/>
          <p:cNvSpPr/>
          <p:nvPr/>
        </p:nvSpPr>
        <p:spPr>
          <a:xfrm>
            <a:off x="528480" y="2851200"/>
            <a:ext cx="3811320" cy="3317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rgbClr val="ffffff"/>
              </a:solidFill>
              <a:latin typeface="Arial"/>
              <a:ea typeface="DejaVu Sans"/>
            </a:endParaRPr>
          </a:p>
        </p:txBody>
      </p:sp>
      <p:sp>
        <p:nvSpPr>
          <p:cNvPr id="1392" name="Rounded Rectangle 137"/>
          <p:cNvSpPr/>
          <p:nvPr/>
        </p:nvSpPr>
        <p:spPr>
          <a:xfrm>
            <a:off x="450792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3" name="Rounded Rectangle 138"/>
          <p:cNvSpPr/>
          <p:nvPr/>
        </p:nvSpPr>
        <p:spPr>
          <a:xfrm>
            <a:off x="4482000" y="3099600"/>
            <a:ext cx="3286800" cy="2738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Character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Unicode Code Point (U+XXXX)</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Choose Encoding (UTF-8 / UTF-16)</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Convert to Binary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Store in Memory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Display on Screen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Example: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'A' → U+0041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UTF-8 → 01000001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UTF-16 → 00000000 01000001</a:t>
            </a:r>
            <a:endParaRPr b="0" lang="en-US" sz="1500" spc="-1" strike="noStrike">
              <a:solidFill>
                <a:srgbClr val="ffffff"/>
              </a:solidFill>
              <a:latin typeface="Arial"/>
            </a:endParaRPr>
          </a:p>
        </p:txBody>
      </p:sp>
      <p:sp>
        <p:nvSpPr>
          <p:cNvPr id="1394" name="Rounded Rectangle 139"/>
          <p:cNvSpPr/>
          <p:nvPr/>
        </p:nvSpPr>
        <p:spPr>
          <a:xfrm>
            <a:off x="802836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5" name="Rounded Rectangle 140"/>
          <p:cNvSpPr/>
          <p:nvPr/>
        </p:nvSpPr>
        <p:spPr>
          <a:xfrm>
            <a:off x="7955280" y="2286000"/>
            <a:ext cx="3927960" cy="3882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public class EncodingExample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"A";</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UTF-8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utf8Bytes = text.getBytes(java.nio.charset.StandardCharsets.UTF_8);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UTF-16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utf16Bytes = text.getBytes(java.nio.charset.StandardCharsets.UTF_16);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System.out.println("UTF-8:");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utf8Bytes)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System.out.println("\nUTF-16:");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utf16Bytes)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396" name="TextBox 6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397" name="" descr=""/>
          <p:cNvPicPr/>
          <p:nvPr/>
        </p:nvPicPr>
        <p:blipFill>
          <a:blip r:embed="rId1"/>
          <a:stretch/>
        </p:blipFill>
        <p:spPr>
          <a:xfrm>
            <a:off x="585720" y="3429000"/>
            <a:ext cx="3726720" cy="211428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8" name="Rectangle 305"/>
          <p:cNvSpPr/>
          <p:nvPr/>
        </p:nvSpPr>
        <p:spPr>
          <a:xfrm>
            <a:off x="0" y="0"/>
            <a:ext cx="12184200" cy="68533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9" name="Rectangle 306"/>
          <p:cNvSpPr/>
          <p:nvPr/>
        </p:nvSpPr>
        <p:spPr>
          <a:xfrm>
            <a:off x="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0" name="Rectangle 307"/>
          <p:cNvSpPr/>
          <p:nvPr/>
        </p:nvSpPr>
        <p:spPr>
          <a:xfrm>
            <a:off x="914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1" name="Rectangle 308"/>
          <p:cNvSpPr/>
          <p:nvPr/>
        </p:nvSpPr>
        <p:spPr>
          <a:xfrm>
            <a:off x="1828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2" name="Rectangle 309"/>
          <p:cNvSpPr/>
          <p:nvPr/>
        </p:nvSpPr>
        <p:spPr>
          <a:xfrm>
            <a:off x="2743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3" name="Rectangle 310"/>
          <p:cNvSpPr/>
          <p:nvPr/>
        </p:nvSpPr>
        <p:spPr>
          <a:xfrm>
            <a:off x="3657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4" name="Rectangle 311"/>
          <p:cNvSpPr/>
          <p:nvPr/>
        </p:nvSpPr>
        <p:spPr>
          <a:xfrm>
            <a:off x="4572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5" name="Rectangle 312"/>
          <p:cNvSpPr/>
          <p:nvPr/>
        </p:nvSpPr>
        <p:spPr>
          <a:xfrm>
            <a:off x="5486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6" name="Rectangle 313"/>
          <p:cNvSpPr/>
          <p:nvPr/>
        </p:nvSpPr>
        <p:spPr>
          <a:xfrm>
            <a:off x="6400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7" name="Rectangle 314"/>
          <p:cNvSpPr/>
          <p:nvPr/>
        </p:nvSpPr>
        <p:spPr>
          <a:xfrm>
            <a:off x="7315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8" name="Rectangle 315"/>
          <p:cNvSpPr/>
          <p:nvPr/>
        </p:nvSpPr>
        <p:spPr>
          <a:xfrm>
            <a:off x="8229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9" name="Rectangle 316"/>
          <p:cNvSpPr/>
          <p:nvPr/>
        </p:nvSpPr>
        <p:spPr>
          <a:xfrm>
            <a:off x="9144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0" name="Rectangle 317"/>
          <p:cNvSpPr/>
          <p:nvPr/>
        </p:nvSpPr>
        <p:spPr>
          <a:xfrm>
            <a:off x="10058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1" name="Rectangle 318"/>
          <p:cNvSpPr/>
          <p:nvPr/>
        </p:nvSpPr>
        <p:spPr>
          <a:xfrm>
            <a:off x="10972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2" name="Rectangle 319"/>
          <p:cNvSpPr/>
          <p:nvPr/>
        </p:nvSpPr>
        <p:spPr>
          <a:xfrm>
            <a:off x="11887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3" name="Rectangle 320"/>
          <p:cNvSpPr/>
          <p:nvPr/>
        </p:nvSpPr>
        <p:spPr>
          <a:xfrm>
            <a:off x="0" y="0"/>
            <a:ext cx="315360" cy="68533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4" name="Rounded Rectangle 141"/>
          <p:cNvSpPr/>
          <p:nvPr/>
        </p:nvSpPr>
        <p:spPr>
          <a:xfrm>
            <a:off x="9875520" y="365760"/>
            <a:ext cx="2007000" cy="4982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15" name="TextBox 61"/>
          <p:cNvSpPr/>
          <p:nvPr/>
        </p:nvSpPr>
        <p:spPr>
          <a:xfrm>
            <a:off x="2571840" y="1005840"/>
            <a:ext cx="582624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Unicode Escape Sequences</a:t>
            </a:r>
            <a:endParaRPr b="0" lang="en-US" sz="4000" spc="-1" strike="noStrike">
              <a:solidFill>
                <a:srgbClr val="000000"/>
              </a:solidFill>
              <a:latin typeface="Arial"/>
            </a:endParaRPr>
          </a:p>
        </p:txBody>
      </p:sp>
      <p:sp>
        <p:nvSpPr>
          <p:cNvPr id="1416" name="TextBox 62"/>
          <p:cNvSpPr/>
          <p:nvPr/>
        </p:nvSpPr>
        <p:spPr>
          <a:xfrm>
            <a:off x="2514600" y="1828800"/>
            <a:ext cx="678456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Unicode characters can be written using escape sequences,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even if they are not directly available on the keyboard.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all characters to be safely represented within the code.</a:t>
            </a:r>
            <a:endParaRPr b="0" lang="en-US" sz="1900" spc="-1" strike="noStrike">
              <a:solidFill>
                <a:srgbClr val="000000"/>
              </a:solidFill>
              <a:latin typeface="Arial"/>
            </a:endParaRPr>
          </a:p>
        </p:txBody>
      </p:sp>
      <p:sp>
        <p:nvSpPr>
          <p:cNvPr id="1417" name="Rounded Rectangle 142"/>
          <p:cNvSpPr/>
          <p:nvPr/>
        </p:nvSpPr>
        <p:spPr>
          <a:xfrm>
            <a:off x="98748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8" name="Rounded Rectangle 143"/>
          <p:cNvSpPr/>
          <p:nvPr/>
        </p:nvSpPr>
        <p:spPr>
          <a:xfrm>
            <a:off x="685800" y="2971800"/>
            <a:ext cx="3515760" cy="3425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In Java, Unicode characters are written in the format \uXXXX</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XXXX → hexadecimal values (0–9, A–F)</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Every Unicode character has a unique code point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\u0041 → 'A'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\u00E7 → 'ç'</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\u0131 → 'ı'</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\u2665 → ♥</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Java char type uses Unicode (UTF-16)</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This allows support for all world languages</a:t>
            </a:r>
            <a:endParaRPr b="0" lang="en-US" sz="1400" spc="-1" strike="noStrike">
              <a:solidFill>
                <a:srgbClr val="ffffff"/>
              </a:solidFill>
              <a:latin typeface="Arial"/>
            </a:endParaRPr>
          </a:p>
        </p:txBody>
      </p:sp>
      <p:sp>
        <p:nvSpPr>
          <p:cNvPr id="1419" name="Rounded Rectangle 144"/>
          <p:cNvSpPr/>
          <p:nvPr/>
        </p:nvSpPr>
        <p:spPr>
          <a:xfrm>
            <a:off x="450792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0" name="Rounded Rectangle 145"/>
          <p:cNvSpPr/>
          <p:nvPr/>
        </p:nvSpPr>
        <p:spPr>
          <a:xfrm>
            <a:off x="4434840" y="3108960"/>
            <a:ext cx="3287160" cy="2738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Escape Sequence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as char in Java</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Example flow:</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'ç' → U+00E7 → \u00E7 → char → output</a:t>
            </a:r>
            <a:endParaRPr b="0" lang="en-US" sz="1800" spc="-1" strike="noStrike">
              <a:solidFill>
                <a:srgbClr val="ffffff"/>
              </a:solidFill>
              <a:latin typeface="Arial"/>
            </a:endParaRPr>
          </a:p>
        </p:txBody>
      </p:sp>
      <p:sp>
        <p:nvSpPr>
          <p:cNvPr id="1421" name="Rounded Rectangle 146"/>
          <p:cNvSpPr/>
          <p:nvPr/>
        </p:nvSpPr>
        <p:spPr>
          <a:xfrm>
            <a:off x="802836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2" name="Rounded Rectangle 147"/>
          <p:cNvSpPr/>
          <p:nvPr/>
        </p:nvSpPr>
        <p:spPr>
          <a:xfrm>
            <a:off x="7955280" y="3108960"/>
            <a:ext cx="3471120" cy="2831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UnicodeEscapeExample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a = '\u0041';   // 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c = '\u00E7';   // ç</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dotlessI = '\u0131'; // ı</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heart = '\u2665'; //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System.out.println(c);</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System.out.println(dotlessI);</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System.out.println(heart);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423" name="TextBox 6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4" name="Rectangle 321"/>
          <p:cNvSpPr/>
          <p:nvPr/>
        </p:nvSpPr>
        <p:spPr>
          <a:xfrm>
            <a:off x="0" y="0"/>
            <a:ext cx="12184560" cy="68536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5" name="Rectangle 322"/>
          <p:cNvSpPr/>
          <p:nvPr/>
        </p:nvSpPr>
        <p:spPr>
          <a:xfrm>
            <a:off x="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6" name="Rectangle 323"/>
          <p:cNvSpPr/>
          <p:nvPr/>
        </p:nvSpPr>
        <p:spPr>
          <a:xfrm>
            <a:off x="914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7" name="Rectangle 324"/>
          <p:cNvSpPr/>
          <p:nvPr/>
        </p:nvSpPr>
        <p:spPr>
          <a:xfrm>
            <a:off x="1828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8" name="Rectangle 325"/>
          <p:cNvSpPr/>
          <p:nvPr/>
        </p:nvSpPr>
        <p:spPr>
          <a:xfrm>
            <a:off x="2743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9" name="Rectangle 326"/>
          <p:cNvSpPr/>
          <p:nvPr/>
        </p:nvSpPr>
        <p:spPr>
          <a:xfrm>
            <a:off x="3657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0" name="Rectangle 327"/>
          <p:cNvSpPr/>
          <p:nvPr/>
        </p:nvSpPr>
        <p:spPr>
          <a:xfrm>
            <a:off x="4572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1" name="Rectangle 328"/>
          <p:cNvSpPr/>
          <p:nvPr/>
        </p:nvSpPr>
        <p:spPr>
          <a:xfrm>
            <a:off x="5486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2" name="Rectangle 329"/>
          <p:cNvSpPr/>
          <p:nvPr/>
        </p:nvSpPr>
        <p:spPr>
          <a:xfrm>
            <a:off x="6400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3" name="Rectangle 330"/>
          <p:cNvSpPr/>
          <p:nvPr/>
        </p:nvSpPr>
        <p:spPr>
          <a:xfrm>
            <a:off x="7315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4" name="Rectangle 331"/>
          <p:cNvSpPr/>
          <p:nvPr/>
        </p:nvSpPr>
        <p:spPr>
          <a:xfrm>
            <a:off x="8229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5" name="Rectangle 332"/>
          <p:cNvSpPr/>
          <p:nvPr/>
        </p:nvSpPr>
        <p:spPr>
          <a:xfrm>
            <a:off x="9144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6" name="Rectangle 333"/>
          <p:cNvSpPr/>
          <p:nvPr/>
        </p:nvSpPr>
        <p:spPr>
          <a:xfrm>
            <a:off x="10058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7" name="Rectangle 334"/>
          <p:cNvSpPr/>
          <p:nvPr/>
        </p:nvSpPr>
        <p:spPr>
          <a:xfrm>
            <a:off x="10972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8" name="Rectangle 335"/>
          <p:cNvSpPr/>
          <p:nvPr/>
        </p:nvSpPr>
        <p:spPr>
          <a:xfrm>
            <a:off x="11887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9" name="Rectangle 336"/>
          <p:cNvSpPr/>
          <p:nvPr/>
        </p:nvSpPr>
        <p:spPr>
          <a:xfrm>
            <a:off x="0" y="0"/>
            <a:ext cx="315720" cy="68536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0" name="Rounded Rectangle 148"/>
          <p:cNvSpPr/>
          <p:nvPr/>
        </p:nvSpPr>
        <p:spPr>
          <a:xfrm>
            <a:off x="9875520" y="365760"/>
            <a:ext cx="2007360" cy="4986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41" name="TextBox 64"/>
          <p:cNvSpPr/>
          <p:nvPr/>
        </p:nvSpPr>
        <p:spPr>
          <a:xfrm>
            <a:off x="954360" y="1005840"/>
            <a:ext cx="90630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and String Structure (Java)</a:t>
            </a:r>
            <a:endParaRPr b="0" lang="en-US" sz="4800" spc="-1" strike="noStrike">
              <a:solidFill>
                <a:srgbClr val="000000"/>
              </a:solidFill>
              <a:latin typeface="Arial"/>
            </a:endParaRPr>
          </a:p>
        </p:txBody>
      </p:sp>
      <p:sp>
        <p:nvSpPr>
          <p:cNvPr id="1442" name="TextBox 65"/>
          <p:cNvSpPr/>
          <p:nvPr/>
        </p:nvSpPr>
        <p:spPr>
          <a:xfrm>
            <a:off x="1874160" y="2194560"/>
            <a:ext cx="72219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texts (Strings) are actually sequences of Unicode characters and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each character is stored using UTF-16 encoding.</a:t>
            </a:r>
            <a:endParaRPr b="0" lang="en-US" sz="1900" spc="-1" strike="noStrike">
              <a:solidFill>
                <a:srgbClr val="000000"/>
              </a:solidFill>
              <a:latin typeface="Arial"/>
            </a:endParaRPr>
          </a:p>
        </p:txBody>
      </p:sp>
      <p:sp>
        <p:nvSpPr>
          <p:cNvPr id="1443" name="Rounded Rectangle 149"/>
          <p:cNvSpPr/>
          <p:nvPr/>
        </p:nvSpPr>
        <p:spPr>
          <a:xfrm>
            <a:off x="98748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4" name="Rounded Rectangle 150"/>
          <p:cNvSpPr/>
          <p:nvPr/>
        </p:nvSpPr>
        <p:spPr>
          <a:xfrm>
            <a:off x="685800" y="3108960"/>
            <a:ext cx="3516120" cy="2831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Basic Information</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String → combination of multiple char values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Java String internally uses Unicode (UTF-16)</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Each character = Unicode code point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length() → returns number of char units, not actual characters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Some characters (like emojis) may use 2 chars</a:t>
            </a:r>
            <a:endParaRPr b="0" lang="en-US" sz="1600" spc="-1" strike="noStrike">
              <a:solidFill>
                <a:srgbClr val="ffffff"/>
              </a:solidFill>
              <a:latin typeface="Arial"/>
            </a:endParaRPr>
          </a:p>
        </p:txBody>
      </p:sp>
      <p:sp>
        <p:nvSpPr>
          <p:cNvPr id="1445" name="Rounded Rectangle 151"/>
          <p:cNvSpPr/>
          <p:nvPr/>
        </p:nvSpPr>
        <p:spPr>
          <a:xfrm>
            <a:off x="450792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6" name="Rounded Rectangle 152"/>
          <p:cNvSpPr/>
          <p:nvPr/>
        </p:nvSpPr>
        <p:spPr>
          <a:xfrm>
            <a:off x="4434840" y="2971800"/>
            <a:ext cx="3287520" cy="3654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(Flow)</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Text (String)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Unicode characters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UTF-16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char array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in memory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Example: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"Hi 😊" → H + i + (2-char emoji) → length = 4</a:t>
            </a:r>
            <a:endParaRPr b="0" lang="en-US" sz="1800" spc="-1" strike="noStrike">
              <a:solidFill>
                <a:srgbClr val="ffffff"/>
              </a:solidFill>
              <a:latin typeface="Arial"/>
            </a:endParaRPr>
          </a:p>
        </p:txBody>
      </p:sp>
      <p:sp>
        <p:nvSpPr>
          <p:cNvPr id="1447" name="Rounded Rectangle 153"/>
          <p:cNvSpPr/>
          <p:nvPr/>
        </p:nvSpPr>
        <p:spPr>
          <a:xfrm>
            <a:off x="802836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8" name="Rounded Rectangle 154"/>
          <p:cNvSpPr/>
          <p:nvPr/>
        </p:nvSpPr>
        <p:spPr>
          <a:xfrm>
            <a:off x="7955280" y="2743200"/>
            <a:ext cx="3700080" cy="3654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StringUnicodeExample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String text = "Hi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 " + text);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System.out.println("Length: " + text.length());</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for (int i = 0; i &lt; text.length(); 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System.out.println(text.charAt(i));</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449" name="TextBox 6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0" name="Rectangle 337"/>
          <p:cNvSpPr/>
          <p:nvPr/>
        </p:nvSpPr>
        <p:spPr>
          <a:xfrm>
            <a:off x="0" y="0"/>
            <a:ext cx="12185280" cy="68544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1" name="Rectangle 338"/>
          <p:cNvSpPr/>
          <p:nvPr/>
        </p:nvSpPr>
        <p:spPr>
          <a:xfrm>
            <a:off x="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2" name="Rectangle 339"/>
          <p:cNvSpPr/>
          <p:nvPr/>
        </p:nvSpPr>
        <p:spPr>
          <a:xfrm>
            <a:off x="914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3" name="Rectangle 340"/>
          <p:cNvSpPr/>
          <p:nvPr/>
        </p:nvSpPr>
        <p:spPr>
          <a:xfrm>
            <a:off x="1828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4" name="Rectangle 341"/>
          <p:cNvSpPr/>
          <p:nvPr/>
        </p:nvSpPr>
        <p:spPr>
          <a:xfrm>
            <a:off x="2743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5" name="Rectangle 342"/>
          <p:cNvSpPr/>
          <p:nvPr/>
        </p:nvSpPr>
        <p:spPr>
          <a:xfrm>
            <a:off x="3657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6" name="Rectangle 343"/>
          <p:cNvSpPr/>
          <p:nvPr/>
        </p:nvSpPr>
        <p:spPr>
          <a:xfrm>
            <a:off x="4572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7" name="Rectangle 344"/>
          <p:cNvSpPr/>
          <p:nvPr/>
        </p:nvSpPr>
        <p:spPr>
          <a:xfrm>
            <a:off x="5486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8" name="Rectangle 345"/>
          <p:cNvSpPr/>
          <p:nvPr/>
        </p:nvSpPr>
        <p:spPr>
          <a:xfrm>
            <a:off x="6400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9" name="Rectangle 346"/>
          <p:cNvSpPr/>
          <p:nvPr/>
        </p:nvSpPr>
        <p:spPr>
          <a:xfrm>
            <a:off x="7315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0" name="Rectangle 347"/>
          <p:cNvSpPr/>
          <p:nvPr/>
        </p:nvSpPr>
        <p:spPr>
          <a:xfrm>
            <a:off x="8229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1" name="Rectangle 348"/>
          <p:cNvSpPr/>
          <p:nvPr/>
        </p:nvSpPr>
        <p:spPr>
          <a:xfrm>
            <a:off x="9144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2" name="Rectangle 349"/>
          <p:cNvSpPr/>
          <p:nvPr/>
        </p:nvSpPr>
        <p:spPr>
          <a:xfrm>
            <a:off x="10058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3" name="Rectangle 350"/>
          <p:cNvSpPr/>
          <p:nvPr/>
        </p:nvSpPr>
        <p:spPr>
          <a:xfrm>
            <a:off x="10972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4" name="Rectangle 351"/>
          <p:cNvSpPr/>
          <p:nvPr/>
        </p:nvSpPr>
        <p:spPr>
          <a:xfrm>
            <a:off x="11887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5" name="Rectangle 352"/>
          <p:cNvSpPr/>
          <p:nvPr/>
        </p:nvSpPr>
        <p:spPr>
          <a:xfrm>
            <a:off x="0" y="0"/>
            <a:ext cx="316440" cy="68544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6" name="Rounded Rectangle 155"/>
          <p:cNvSpPr/>
          <p:nvPr/>
        </p:nvSpPr>
        <p:spPr>
          <a:xfrm>
            <a:off x="9875520" y="365760"/>
            <a:ext cx="2008080" cy="4993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67" name="TextBox 67"/>
          <p:cNvSpPr/>
          <p:nvPr/>
        </p:nvSpPr>
        <p:spPr>
          <a:xfrm>
            <a:off x="1267920" y="1005840"/>
            <a:ext cx="8433720" cy="1551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in Java – Final Overview</a:t>
            </a:r>
            <a:endParaRPr b="0" lang="en-US" sz="4800" spc="-1" strike="noStrike">
              <a:solidFill>
                <a:srgbClr val="000000"/>
              </a:solidFill>
              <a:latin typeface="Arial"/>
            </a:endParaRPr>
          </a:p>
          <a:p>
            <a:pPr>
              <a:lnSpc>
                <a:spcPct val="100000"/>
              </a:lnSpc>
            </a:pPr>
            <a:endParaRPr b="0" lang="en-US" sz="4800" spc="-1" strike="noStrike">
              <a:solidFill>
                <a:srgbClr val="000000"/>
              </a:solidFill>
              <a:latin typeface="Arial"/>
            </a:endParaRPr>
          </a:p>
        </p:txBody>
      </p:sp>
      <p:sp>
        <p:nvSpPr>
          <p:cNvPr id="1468" name="TextBox 68"/>
          <p:cNvSpPr/>
          <p:nvPr/>
        </p:nvSpPr>
        <p:spPr>
          <a:xfrm>
            <a:off x="737280" y="2057400"/>
            <a:ext cx="94975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enables Java to represent text in a universal and standardized way.</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characters from different languages ​​to be processed securely within a single system.</a:t>
            </a:r>
            <a:endParaRPr b="0" lang="en-US" sz="1900" spc="-1" strike="noStrike">
              <a:solidFill>
                <a:srgbClr val="000000"/>
              </a:solidFill>
              <a:latin typeface="Arial"/>
            </a:endParaRPr>
          </a:p>
        </p:txBody>
      </p:sp>
      <p:sp>
        <p:nvSpPr>
          <p:cNvPr id="1469" name="Rounded Rectangle 156"/>
          <p:cNvSpPr/>
          <p:nvPr/>
        </p:nvSpPr>
        <p:spPr>
          <a:xfrm>
            <a:off x="98748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0" name="Rounded Rectangle 157"/>
          <p:cNvSpPr/>
          <p:nvPr/>
        </p:nvSpPr>
        <p:spPr>
          <a:xfrm>
            <a:off x="914400" y="3108960"/>
            <a:ext cx="3288240" cy="2739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Java uses the Unicode standard when processing characters. The `char` data type operates on the UTF-16 principle with its 16-bit structure and directly represents many characters. Thanks to this structure, Java can work not only with English characters but also with symbols from Turkish, Arabic, Chinese, and many other languages. Unicode support is of great importance in multilingual software development.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p:txBody>
      </p:sp>
      <p:sp>
        <p:nvSpPr>
          <p:cNvPr id="1471" name="Rounded Rectangle 158"/>
          <p:cNvSpPr/>
          <p:nvPr/>
        </p:nvSpPr>
        <p:spPr>
          <a:xfrm>
            <a:off x="450792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2" name="Rounded Rectangle 159"/>
          <p:cNvSpPr/>
          <p:nvPr/>
        </p:nvSpPr>
        <p:spPr>
          <a:xfrm>
            <a:off x="4434840" y="3108960"/>
            <a:ext cx="3288240" cy="2739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Unicode Code Point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UTF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Stored and Processed in Java</a:t>
            </a:r>
            <a:endParaRPr b="0" lang="en-US" sz="1800" spc="-1" strike="noStrike">
              <a:solidFill>
                <a:srgbClr val="ffffff"/>
              </a:solidFill>
              <a:latin typeface="Arial"/>
            </a:endParaRPr>
          </a:p>
        </p:txBody>
      </p:sp>
      <p:sp>
        <p:nvSpPr>
          <p:cNvPr id="1473" name="Rounded Rectangle 160"/>
          <p:cNvSpPr/>
          <p:nvPr/>
        </p:nvSpPr>
        <p:spPr>
          <a:xfrm>
            <a:off x="802836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4" name="Rounded Rectangle 161"/>
          <p:cNvSpPr/>
          <p:nvPr/>
        </p:nvSpPr>
        <p:spPr>
          <a:xfrm>
            <a:off x="7955280" y="3108960"/>
            <a:ext cx="3929400" cy="3289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public class UnicodeSummary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public static void main(String[] args)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char letter = 'Ç';</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System.out.println("Character: " +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System.out.println("Unicode Value: " + (int)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a:t>
            </a:r>
            <a:endParaRPr b="0" lang="en-US" sz="1600" spc="-1" strike="noStrike">
              <a:solidFill>
                <a:srgbClr val="ffffff"/>
              </a:solidFill>
              <a:latin typeface="Arial"/>
            </a:endParaRPr>
          </a:p>
        </p:txBody>
      </p:sp>
      <p:sp>
        <p:nvSpPr>
          <p:cNvPr id="1475" name="TextBox 6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76" name="Rectangle 353"/>
          <p:cNvSpPr/>
          <p:nvPr/>
        </p:nvSpPr>
        <p:spPr>
          <a:xfrm>
            <a:off x="0" y="0"/>
            <a:ext cx="12185640" cy="68547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7" name="Rectangle 354"/>
          <p:cNvSpPr/>
          <p:nvPr/>
        </p:nvSpPr>
        <p:spPr>
          <a:xfrm>
            <a:off x="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8" name="Rectangle 355"/>
          <p:cNvSpPr/>
          <p:nvPr/>
        </p:nvSpPr>
        <p:spPr>
          <a:xfrm>
            <a:off x="914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9" name="Rectangle 356"/>
          <p:cNvSpPr/>
          <p:nvPr/>
        </p:nvSpPr>
        <p:spPr>
          <a:xfrm>
            <a:off x="1828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0" name="Rectangle 357"/>
          <p:cNvSpPr/>
          <p:nvPr/>
        </p:nvSpPr>
        <p:spPr>
          <a:xfrm>
            <a:off x="2743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1" name="Rectangle 358"/>
          <p:cNvSpPr/>
          <p:nvPr/>
        </p:nvSpPr>
        <p:spPr>
          <a:xfrm>
            <a:off x="3657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2" name="Rectangle 359"/>
          <p:cNvSpPr/>
          <p:nvPr/>
        </p:nvSpPr>
        <p:spPr>
          <a:xfrm>
            <a:off x="4572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3" name="Rectangle 360"/>
          <p:cNvSpPr/>
          <p:nvPr/>
        </p:nvSpPr>
        <p:spPr>
          <a:xfrm>
            <a:off x="5486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4" name="Rectangle 361"/>
          <p:cNvSpPr/>
          <p:nvPr/>
        </p:nvSpPr>
        <p:spPr>
          <a:xfrm>
            <a:off x="6400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5" name="Rectangle 362"/>
          <p:cNvSpPr/>
          <p:nvPr/>
        </p:nvSpPr>
        <p:spPr>
          <a:xfrm>
            <a:off x="7315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6" name="Rectangle 363"/>
          <p:cNvSpPr/>
          <p:nvPr/>
        </p:nvSpPr>
        <p:spPr>
          <a:xfrm>
            <a:off x="8229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7" name="Rectangle 364"/>
          <p:cNvSpPr/>
          <p:nvPr/>
        </p:nvSpPr>
        <p:spPr>
          <a:xfrm>
            <a:off x="9144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8" name="Rectangle 365"/>
          <p:cNvSpPr/>
          <p:nvPr/>
        </p:nvSpPr>
        <p:spPr>
          <a:xfrm>
            <a:off x="10058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9" name="Rectangle 366"/>
          <p:cNvSpPr/>
          <p:nvPr/>
        </p:nvSpPr>
        <p:spPr>
          <a:xfrm>
            <a:off x="10972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0" name="Rectangle 367"/>
          <p:cNvSpPr/>
          <p:nvPr/>
        </p:nvSpPr>
        <p:spPr>
          <a:xfrm>
            <a:off x="11887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1" name="Rectangle 368"/>
          <p:cNvSpPr/>
          <p:nvPr/>
        </p:nvSpPr>
        <p:spPr>
          <a:xfrm>
            <a:off x="0" y="0"/>
            <a:ext cx="316800" cy="68547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2" name="Rounded Rectangle 162"/>
          <p:cNvSpPr/>
          <p:nvPr/>
        </p:nvSpPr>
        <p:spPr>
          <a:xfrm>
            <a:off x="9875520" y="365760"/>
            <a:ext cx="2008440" cy="4996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93" name="TextBox 70"/>
          <p:cNvSpPr/>
          <p:nvPr/>
        </p:nvSpPr>
        <p:spPr>
          <a:xfrm>
            <a:off x="1162440" y="1005840"/>
            <a:ext cx="864540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User Input (Getting Input from the User)</a:t>
            </a:r>
            <a:endParaRPr b="0" lang="en-US" sz="4000" spc="-1" strike="noStrike">
              <a:solidFill>
                <a:srgbClr val="000000"/>
              </a:solidFill>
              <a:latin typeface="Arial"/>
            </a:endParaRPr>
          </a:p>
        </p:txBody>
      </p:sp>
      <p:sp>
        <p:nvSpPr>
          <p:cNvPr id="1494" name="TextBox 71"/>
          <p:cNvSpPr/>
          <p:nvPr/>
        </p:nvSpPr>
        <p:spPr>
          <a:xfrm>
            <a:off x="984960" y="2057400"/>
            <a:ext cx="9002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user input is typically handled using the Scanner class.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class allows us to read data entered from the keyboard and use it within our program.</a:t>
            </a:r>
            <a:endParaRPr b="0" lang="en-US" sz="1900" spc="-1" strike="noStrike">
              <a:solidFill>
                <a:srgbClr val="000000"/>
              </a:solidFill>
              <a:latin typeface="Arial"/>
            </a:endParaRPr>
          </a:p>
        </p:txBody>
      </p:sp>
      <p:sp>
        <p:nvSpPr>
          <p:cNvPr id="1495" name="Rounded Rectangle 163"/>
          <p:cNvSpPr/>
          <p:nvPr/>
        </p:nvSpPr>
        <p:spPr>
          <a:xfrm>
            <a:off x="98748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6" name="Rounded Rectangle 164"/>
          <p:cNvSpPr/>
          <p:nvPr/>
        </p:nvSpPr>
        <p:spPr>
          <a:xfrm>
            <a:off x="685800" y="3108960"/>
            <a:ext cx="3517200" cy="3289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To use Scanner, we need to import it: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import java.util.Scanner;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Creating a Scanner Object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input = new Scanner(System.in);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How User Input Works in Java</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System.in → Represents keyboard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Scanner → Reads the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Used for different data types (e.g., nextLine(), nextInt())</a:t>
            </a:r>
            <a:endParaRPr b="0" lang="en-US" sz="1400" spc="-1" strike="noStrike">
              <a:solidFill>
                <a:srgbClr val="ffffff"/>
              </a:solidFill>
              <a:latin typeface="Arial"/>
            </a:endParaRPr>
          </a:p>
        </p:txBody>
      </p:sp>
      <p:sp>
        <p:nvSpPr>
          <p:cNvPr id="1497" name="Rounded Rectangle 165"/>
          <p:cNvSpPr/>
          <p:nvPr/>
        </p:nvSpPr>
        <p:spPr>
          <a:xfrm>
            <a:off x="450792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8" name="Rounded Rectangle 166"/>
          <p:cNvSpPr/>
          <p:nvPr/>
        </p:nvSpPr>
        <p:spPr>
          <a:xfrm>
            <a:off x="4434840" y="2971800"/>
            <a:ext cx="3335400" cy="3426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Program starts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object is created</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is prompted for input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enters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reads the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Data is assigned to variables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Program continues execution</a:t>
            </a:r>
            <a:endParaRPr b="0" lang="en-US" sz="1600" spc="-1" strike="noStrike">
              <a:solidFill>
                <a:srgbClr val="ffffff"/>
              </a:solidFill>
              <a:latin typeface="Arial"/>
            </a:endParaRPr>
          </a:p>
        </p:txBody>
      </p:sp>
      <p:sp>
        <p:nvSpPr>
          <p:cNvPr id="1499" name="Rounded Rectangle 167"/>
          <p:cNvSpPr/>
          <p:nvPr/>
        </p:nvSpPr>
        <p:spPr>
          <a:xfrm>
            <a:off x="802836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0" name="Rounded Rectangle 168"/>
          <p:cNvSpPr/>
          <p:nvPr/>
        </p:nvSpPr>
        <p:spPr>
          <a:xfrm>
            <a:off x="7955280" y="3108960"/>
            <a:ext cx="3701160" cy="3289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UserInputExample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input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input.nextLine();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input.nextInt();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input.close();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501" name="TextBox 7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2" name="Rectangle 369"/>
          <p:cNvSpPr/>
          <p:nvPr/>
        </p:nvSpPr>
        <p:spPr>
          <a:xfrm>
            <a:off x="0" y="0"/>
            <a:ext cx="12186000" cy="68551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3" name="Rectangle 370"/>
          <p:cNvSpPr/>
          <p:nvPr/>
        </p:nvSpPr>
        <p:spPr>
          <a:xfrm>
            <a:off x="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4" name="Rectangle 371"/>
          <p:cNvSpPr/>
          <p:nvPr/>
        </p:nvSpPr>
        <p:spPr>
          <a:xfrm>
            <a:off x="914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5" name="Rectangle 372"/>
          <p:cNvSpPr/>
          <p:nvPr/>
        </p:nvSpPr>
        <p:spPr>
          <a:xfrm>
            <a:off x="1828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6" name="Rectangle 373"/>
          <p:cNvSpPr/>
          <p:nvPr/>
        </p:nvSpPr>
        <p:spPr>
          <a:xfrm>
            <a:off x="2743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7" name="Rectangle 374"/>
          <p:cNvSpPr/>
          <p:nvPr/>
        </p:nvSpPr>
        <p:spPr>
          <a:xfrm>
            <a:off x="3657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8" name="Rectangle 375"/>
          <p:cNvSpPr/>
          <p:nvPr/>
        </p:nvSpPr>
        <p:spPr>
          <a:xfrm>
            <a:off x="4572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9" name="Rectangle 376"/>
          <p:cNvSpPr/>
          <p:nvPr/>
        </p:nvSpPr>
        <p:spPr>
          <a:xfrm>
            <a:off x="5486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0" name="Rectangle 377"/>
          <p:cNvSpPr/>
          <p:nvPr/>
        </p:nvSpPr>
        <p:spPr>
          <a:xfrm>
            <a:off x="6400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1" name="Rectangle 378"/>
          <p:cNvSpPr/>
          <p:nvPr/>
        </p:nvSpPr>
        <p:spPr>
          <a:xfrm>
            <a:off x="7315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2" name="Rectangle 379"/>
          <p:cNvSpPr/>
          <p:nvPr/>
        </p:nvSpPr>
        <p:spPr>
          <a:xfrm>
            <a:off x="8229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3" name="Rectangle 380"/>
          <p:cNvSpPr/>
          <p:nvPr/>
        </p:nvSpPr>
        <p:spPr>
          <a:xfrm>
            <a:off x="9144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4" name="Rectangle 381"/>
          <p:cNvSpPr/>
          <p:nvPr/>
        </p:nvSpPr>
        <p:spPr>
          <a:xfrm>
            <a:off x="10058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5" name="Rectangle 382"/>
          <p:cNvSpPr/>
          <p:nvPr/>
        </p:nvSpPr>
        <p:spPr>
          <a:xfrm>
            <a:off x="10972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6" name="Rectangle 383"/>
          <p:cNvSpPr/>
          <p:nvPr/>
        </p:nvSpPr>
        <p:spPr>
          <a:xfrm>
            <a:off x="11887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7" name="Rectangle 384"/>
          <p:cNvSpPr/>
          <p:nvPr/>
        </p:nvSpPr>
        <p:spPr>
          <a:xfrm>
            <a:off x="0" y="0"/>
            <a:ext cx="317160" cy="68551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8" name="Rounded Rectangle 169"/>
          <p:cNvSpPr/>
          <p:nvPr/>
        </p:nvSpPr>
        <p:spPr>
          <a:xfrm>
            <a:off x="9875520" y="365760"/>
            <a:ext cx="2008800" cy="5000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19" name="TextBox 73"/>
          <p:cNvSpPr/>
          <p:nvPr/>
        </p:nvSpPr>
        <p:spPr>
          <a:xfrm>
            <a:off x="2031840" y="1005840"/>
            <a:ext cx="6908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Types of User Input in Java</a:t>
            </a:r>
            <a:endParaRPr b="0" lang="en-US" sz="4800" spc="-1" strike="noStrike">
              <a:solidFill>
                <a:srgbClr val="000000"/>
              </a:solidFill>
              <a:latin typeface="Arial"/>
            </a:endParaRPr>
          </a:p>
        </p:txBody>
      </p:sp>
      <p:sp>
        <p:nvSpPr>
          <p:cNvPr id="1520" name="TextBox 74"/>
          <p:cNvSpPr/>
          <p:nvPr/>
        </p:nvSpPr>
        <p:spPr>
          <a:xfrm>
            <a:off x="978840" y="2074680"/>
            <a:ext cx="90781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The Scanner class provides different methods to read different types of data from the user,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such as integers, floats, and strings. Each method is designed for a specific data type</a:t>
            </a:r>
            <a:endParaRPr b="0" lang="en-US" sz="1900" spc="-1" strike="noStrike">
              <a:solidFill>
                <a:srgbClr val="000000"/>
              </a:solidFill>
              <a:latin typeface="Arial"/>
            </a:endParaRPr>
          </a:p>
        </p:txBody>
      </p:sp>
      <p:sp>
        <p:nvSpPr>
          <p:cNvPr id="1521" name="Rounded Rectangle 170"/>
          <p:cNvSpPr/>
          <p:nvPr/>
        </p:nvSpPr>
        <p:spPr>
          <a:xfrm>
            <a:off x="98748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2" name="Rounded Rectangle 171"/>
          <p:cNvSpPr/>
          <p:nvPr/>
        </p:nvSpPr>
        <p:spPr>
          <a:xfrm>
            <a:off x="914400" y="3108960"/>
            <a:ext cx="3288960" cy="2740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nextInt() bir tam sayı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nextFloat() bir ondalıklı sayı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nextLine() bir satırın tamamını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Bu metotlar, Java programlarının kullanıcıdan doğru formatta veri almasını sağlar.</a:t>
            </a:r>
            <a:endParaRPr b="0" lang="en-US" sz="1800" spc="-1" strike="noStrike">
              <a:solidFill>
                <a:srgbClr val="ffffff"/>
              </a:solidFill>
              <a:latin typeface="Arial"/>
            </a:endParaRPr>
          </a:p>
        </p:txBody>
      </p:sp>
      <p:sp>
        <p:nvSpPr>
          <p:cNvPr id="1523" name="Rounded Rectangle 172"/>
          <p:cNvSpPr/>
          <p:nvPr/>
        </p:nvSpPr>
        <p:spPr>
          <a:xfrm>
            <a:off x="450792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4" name="Rounded Rectangle 173"/>
          <p:cNvSpPr/>
          <p:nvPr/>
        </p:nvSpPr>
        <p:spPr>
          <a:xfrm>
            <a:off x="4434840" y="3108960"/>
            <a:ext cx="3288960" cy="3290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object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asks for a specific type of input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data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Matching Scanner method reads the value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Value is stored in a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with that data</a:t>
            </a:r>
            <a:endParaRPr b="0" lang="en-US" sz="1400" spc="-1" strike="noStrike">
              <a:solidFill>
                <a:srgbClr val="ffffff"/>
              </a:solidFill>
              <a:latin typeface="Arial"/>
            </a:endParaRPr>
          </a:p>
        </p:txBody>
      </p:sp>
      <p:sp>
        <p:nvSpPr>
          <p:cNvPr id="1525" name="Rounded Rectangle 174"/>
          <p:cNvSpPr/>
          <p:nvPr/>
        </p:nvSpPr>
        <p:spPr>
          <a:xfrm>
            <a:off x="802836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6" name="Rounded Rectangle 175"/>
          <p:cNvSpPr/>
          <p:nvPr/>
        </p:nvSpPr>
        <p:spPr>
          <a:xfrm>
            <a:off x="7955280" y="2971800"/>
            <a:ext cx="3701520" cy="3427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import java.util.Scanner;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public class InputTypesExample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Scanner sc = new Scanner(System.in);</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an integer: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int number = sc.nextInt();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float: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float decimal = sc.nextFloat();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sc.nextLine(); // clears the buffer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text: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sc.nextLine();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System.out.println("Integer: " + number);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System.out.println("Float: " + decimal);</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System.out.println("Text: " + text);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sc.close();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527" name="TextBox 7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28" name="Rectangle 385"/>
          <p:cNvSpPr/>
          <p:nvPr/>
        </p:nvSpPr>
        <p:spPr>
          <a:xfrm>
            <a:off x="0" y="0"/>
            <a:ext cx="12186000" cy="68551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9" name="Rectangle 386"/>
          <p:cNvSpPr/>
          <p:nvPr/>
        </p:nvSpPr>
        <p:spPr>
          <a:xfrm>
            <a:off x="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0" name="Rectangle 387"/>
          <p:cNvSpPr/>
          <p:nvPr/>
        </p:nvSpPr>
        <p:spPr>
          <a:xfrm>
            <a:off x="914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1" name="Rectangle 388"/>
          <p:cNvSpPr/>
          <p:nvPr/>
        </p:nvSpPr>
        <p:spPr>
          <a:xfrm>
            <a:off x="1828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2" name="Rectangle 389"/>
          <p:cNvSpPr/>
          <p:nvPr/>
        </p:nvSpPr>
        <p:spPr>
          <a:xfrm>
            <a:off x="2743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3" name="Rectangle 390"/>
          <p:cNvSpPr/>
          <p:nvPr/>
        </p:nvSpPr>
        <p:spPr>
          <a:xfrm>
            <a:off x="3657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4" name="Rectangle 391"/>
          <p:cNvSpPr/>
          <p:nvPr/>
        </p:nvSpPr>
        <p:spPr>
          <a:xfrm>
            <a:off x="4572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5" name="Rectangle 392"/>
          <p:cNvSpPr/>
          <p:nvPr/>
        </p:nvSpPr>
        <p:spPr>
          <a:xfrm>
            <a:off x="5486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6" name="Rectangle 393"/>
          <p:cNvSpPr/>
          <p:nvPr/>
        </p:nvSpPr>
        <p:spPr>
          <a:xfrm>
            <a:off x="6400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7" name="Rectangle 394"/>
          <p:cNvSpPr/>
          <p:nvPr/>
        </p:nvSpPr>
        <p:spPr>
          <a:xfrm>
            <a:off x="7315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8" name="Rectangle 395"/>
          <p:cNvSpPr/>
          <p:nvPr/>
        </p:nvSpPr>
        <p:spPr>
          <a:xfrm>
            <a:off x="8229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9" name="Rectangle 396"/>
          <p:cNvSpPr/>
          <p:nvPr/>
        </p:nvSpPr>
        <p:spPr>
          <a:xfrm>
            <a:off x="9144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0" name="Rectangle 397"/>
          <p:cNvSpPr/>
          <p:nvPr/>
        </p:nvSpPr>
        <p:spPr>
          <a:xfrm>
            <a:off x="10058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1" name="Rectangle 398"/>
          <p:cNvSpPr/>
          <p:nvPr/>
        </p:nvSpPr>
        <p:spPr>
          <a:xfrm>
            <a:off x="10972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2" name="Rectangle 399"/>
          <p:cNvSpPr/>
          <p:nvPr/>
        </p:nvSpPr>
        <p:spPr>
          <a:xfrm>
            <a:off x="11887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3" name="Rectangle 400"/>
          <p:cNvSpPr/>
          <p:nvPr/>
        </p:nvSpPr>
        <p:spPr>
          <a:xfrm>
            <a:off x="0" y="0"/>
            <a:ext cx="317160" cy="68551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4" name="Rounded Rectangle 176"/>
          <p:cNvSpPr/>
          <p:nvPr/>
        </p:nvSpPr>
        <p:spPr>
          <a:xfrm>
            <a:off x="9875520" y="365760"/>
            <a:ext cx="2008800" cy="5000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45" name="TextBox 76"/>
          <p:cNvSpPr/>
          <p:nvPr/>
        </p:nvSpPr>
        <p:spPr>
          <a:xfrm>
            <a:off x="1600200" y="914400"/>
            <a:ext cx="7606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Example of User Input in Java</a:t>
            </a:r>
            <a:endParaRPr b="0" lang="en-US" sz="4800" spc="-1" strike="noStrike">
              <a:solidFill>
                <a:srgbClr val="000000"/>
              </a:solidFill>
              <a:latin typeface="Arial"/>
            </a:endParaRPr>
          </a:p>
        </p:txBody>
      </p:sp>
      <p:sp>
        <p:nvSpPr>
          <p:cNvPr id="1546" name="TextBox 77"/>
          <p:cNvSpPr/>
          <p:nvPr/>
        </p:nvSpPr>
        <p:spPr>
          <a:xfrm>
            <a:off x="817200" y="1828800"/>
            <a:ext cx="969696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 common example of user input in Java is reading numbers from the keyboard, processing them,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 </a:t>
            </a:r>
            <a:r>
              <a:rPr b="0" lang="en-US" sz="1900" spc="-1" strike="noStrike">
                <a:solidFill>
                  <a:srgbClr val="aaaaaa"/>
                </a:solidFill>
                <a:latin typeface="Calibri"/>
                <a:ea typeface="DejaVu Sans"/>
              </a:rPr>
              <a:t>and displaying the result.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With Scanner, this can be done in a simple and structured way.</a:t>
            </a:r>
            <a:endParaRPr b="0" lang="en-US" sz="1900" spc="-1" strike="noStrike">
              <a:solidFill>
                <a:srgbClr val="000000"/>
              </a:solidFill>
              <a:latin typeface="Arial"/>
            </a:endParaRPr>
          </a:p>
        </p:txBody>
      </p:sp>
      <p:sp>
        <p:nvSpPr>
          <p:cNvPr id="1547" name="Rounded Rectangle 177"/>
          <p:cNvSpPr/>
          <p:nvPr/>
        </p:nvSpPr>
        <p:spPr>
          <a:xfrm>
            <a:off x="98748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48" name="Rounded Rectangle 178"/>
          <p:cNvSpPr/>
          <p:nvPr/>
        </p:nvSpPr>
        <p:spPr>
          <a:xfrm>
            <a:off x="914400" y="3108960"/>
            <a:ext cx="3288960" cy="2740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First, import java.util.Scanner.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Then create a Scanner object with System.in.</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Use input methods like nextInt() to read values.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After reading the values, the program can process them, such as calculating a sum.</a:t>
            </a:r>
            <a:endParaRPr b="0" lang="en-US" sz="1800" spc="-1" strike="noStrike">
              <a:solidFill>
                <a:srgbClr val="ffffff"/>
              </a:solidFill>
              <a:latin typeface="Arial"/>
            </a:endParaRPr>
          </a:p>
        </p:txBody>
      </p:sp>
      <p:sp>
        <p:nvSpPr>
          <p:cNvPr id="1549" name="Rounded Rectangle 179"/>
          <p:cNvSpPr/>
          <p:nvPr/>
        </p:nvSpPr>
        <p:spPr>
          <a:xfrm>
            <a:off x="450792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0" name="Rounded Rectangle 180"/>
          <p:cNvSpPr/>
          <p:nvPr/>
        </p:nvSpPr>
        <p:spPr>
          <a:xfrm>
            <a:off x="4434840" y="2971800"/>
            <a:ext cx="3288960" cy="3472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Import Scanner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Scanner sc = new Scanner(System.in);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first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first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second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second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Calculate sum</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Display result</a:t>
            </a:r>
            <a:endParaRPr b="0" lang="en-US" sz="1400" spc="-1" strike="noStrike">
              <a:solidFill>
                <a:srgbClr val="ffffff"/>
              </a:solidFill>
              <a:latin typeface="Arial"/>
            </a:endParaRPr>
          </a:p>
        </p:txBody>
      </p:sp>
      <p:sp>
        <p:nvSpPr>
          <p:cNvPr id="1551" name="Rounded Rectangle 181"/>
          <p:cNvSpPr/>
          <p:nvPr/>
        </p:nvSpPr>
        <p:spPr>
          <a:xfrm>
            <a:off x="802836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2" name="Rounded Rectangle 182"/>
          <p:cNvSpPr/>
          <p:nvPr/>
        </p:nvSpPr>
        <p:spPr>
          <a:xfrm>
            <a:off x="7955280" y="2786760"/>
            <a:ext cx="3701520" cy="3612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import java.util.Scanner;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public class AddTwoNumbers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Scanner sc = new Scanner(System.in);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first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num1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second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num2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sum = num1 + num2;</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System.out.println("The sum of the two numbers is: " + sum);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sc.close();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553" name="TextBox 7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4" name="Rectangle 401"/>
          <p:cNvSpPr/>
          <p:nvPr/>
        </p:nvSpPr>
        <p:spPr>
          <a:xfrm>
            <a:off x="0" y="0"/>
            <a:ext cx="12186360" cy="68554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5" name="Rectangle 402"/>
          <p:cNvSpPr/>
          <p:nvPr/>
        </p:nvSpPr>
        <p:spPr>
          <a:xfrm>
            <a:off x="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6" name="Rectangle 403"/>
          <p:cNvSpPr/>
          <p:nvPr/>
        </p:nvSpPr>
        <p:spPr>
          <a:xfrm>
            <a:off x="914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7" name="Rectangle 404"/>
          <p:cNvSpPr/>
          <p:nvPr/>
        </p:nvSpPr>
        <p:spPr>
          <a:xfrm>
            <a:off x="1828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8" name="Rectangle 405"/>
          <p:cNvSpPr/>
          <p:nvPr/>
        </p:nvSpPr>
        <p:spPr>
          <a:xfrm>
            <a:off x="2743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59" name="Rectangle 406"/>
          <p:cNvSpPr/>
          <p:nvPr/>
        </p:nvSpPr>
        <p:spPr>
          <a:xfrm>
            <a:off x="3657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0" name="Rectangle 407"/>
          <p:cNvSpPr/>
          <p:nvPr/>
        </p:nvSpPr>
        <p:spPr>
          <a:xfrm>
            <a:off x="4572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1" name="Rectangle 408"/>
          <p:cNvSpPr/>
          <p:nvPr/>
        </p:nvSpPr>
        <p:spPr>
          <a:xfrm>
            <a:off x="5486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2" name="Rectangle 409"/>
          <p:cNvSpPr/>
          <p:nvPr/>
        </p:nvSpPr>
        <p:spPr>
          <a:xfrm>
            <a:off x="6400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3" name="Rectangle 410"/>
          <p:cNvSpPr/>
          <p:nvPr/>
        </p:nvSpPr>
        <p:spPr>
          <a:xfrm>
            <a:off x="7315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4" name="Rectangle 411"/>
          <p:cNvSpPr/>
          <p:nvPr/>
        </p:nvSpPr>
        <p:spPr>
          <a:xfrm>
            <a:off x="8229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5" name="Rectangle 412"/>
          <p:cNvSpPr/>
          <p:nvPr/>
        </p:nvSpPr>
        <p:spPr>
          <a:xfrm>
            <a:off x="9144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6" name="Rectangle 413"/>
          <p:cNvSpPr/>
          <p:nvPr/>
        </p:nvSpPr>
        <p:spPr>
          <a:xfrm>
            <a:off x="10058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7" name="Rectangle 414"/>
          <p:cNvSpPr/>
          <p:nvPr/>
        </p:nvSpPr>
        <p:spPr>
          <a:xfrm>
            <a:off x="10972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8" name="Rectangle 415"/>
          <p:cNvSpPr/>
          <p:nvPr/>
        </p:nvSpPr>
        <p:spPr>
          <a:xfrm>
            <a:off x="11887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69" name="Rectangle 416"/>
          <p:cNvSpPr/>
          <p:nvPr/>
        </p:nvSpPr>
        <p:spPr>
          <a:xfrm>
            <a:off x="0" y="0"/>
            <a:ext cx="317520" cy="68554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70" name="Rounded Rectangle 183"/>
          <p:cNvSpPr/>
          <p:nvPr/>
        </p:nvSpPr>
        <p:spPr>
          <a:xfrm>
            <a:off x="9875520" y="365760"/>
            <a:ext cx="2009160" cy="5004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71" name="TextBox 79"/>
          <p:cNvSpPr/>
          <p:nvPr/>
        </p:nvSpPr>
        <p:spPr>
          <a:xfrm>
            <a:off x="1697040" y="1005840"/>
            <a:ext cx="75772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Common Issues with Scanner</a:t>
            </a:r>
            <a:endParaRPr b="0" lang="en-US" sz="4800" spc="-1" strike="noStrike">
              <a:solidFill>
                <a:srgbClr val="000000"/>
              </a:solidFill>
              <a:latin typeface="Arial"/>
            </a:endParaRPr>
          </a:p>
        </p:txBody>
      </p:sp>
      <p:sp>
        <p:nvSpPr>
          <p:cNvPr id="1572" name="TextBox 80"/>
          <p:cNvSpPr/>
          <p:nvPr/>
        </p:nvSpPr>
        <p:spPr>
          <a:xfrm>
            <a:off x="2522520" y="2074680"/>
            <a:ext cx="59342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When using Scanner in Java, unexpected issues may occur,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especially when nextInt() and nextLine() are used together.</a:t>
            </a:r>
            <a:endParaRPr b="0" lang="en-US" sz="1900" spc="-1" strike="noStrike">
              <a:solidFill>
                <a:srgbClr val="000000"/>
              </a:solidFill>
              <a:latin typeface="Arial"/>
            </a:endParaRPr>
          </a:p>
        </p:txBody>
      </p:sp>
      <p:sp>
        <p:nvSpPr>
          <p:cNvPr id="1573" name="Rounded Rectangle 184"/>
          <p:cNvSpPr/>
          <p:nvPr/>
        </p:nvSpPr>
        <p:spPr>
          <a:xfrm>
            <a:off x="98748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74" name="Rounded Rectangle 185"/>
          <p:cNvSpPr/>
          <p:nvPr/>
        </p:nvSpPr>
        <p:spPr>
          <a:xfrm>
            <a:off x="685800" y="2971800"/>
            <a:ext cx="3517920" cy="3198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nextInt() only reads the number</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The Enter (newline) character remains in the buffer</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The next nextLine() reads this leftover input directly</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It may return an empty string without waiting for user input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This is a very common mistake</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Solution: Clear the buffer before using nextLine()</a:t>
            </a:r>
            <a:endParaRPr b="0" lang="en-US" sz="1600" spc="-1" strike="noStrike">
              <a:solidFill>
                <a:srgbClr val="ffffff"/>
              </a:solidFill>
              <a:latin typeface="Arial"/>
            </a:endParaRPr>
          </a:p>
        </p:txBody>
      </p:sp>
      <p:sp>
        <p:nvSpPr>
          <p:cNvPr id="1575" name="Rounded Rectangle 186"/>
          <p:cNvSpPr/>
          <p:nvPr/>
        </p:nvSpPr>
        <p:spPr>
          <a:xfrm>
            <a:off x="450792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76" name="Rounded Rectangle 187"/>
          <p:cNvSpPr/>
          <p:nvPr/>
        </p:nvSpPr>
        <p:spPr>
          <a:xfrm>
            <a:off x="4434840" y="2971800"/>
            <a:ext cx="3289320" cy="3198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a number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Enter character remains in buffer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nextLine() is called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Empty input is read (issue occurs)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If buffer is cleared, problem is solved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correctly</a:t>
            </a:r>
            <a:endParaRPr b="0" lang="en-US" sz="1400" spc="-1" strike="noStrike">
              <a:solidFill>
                <a:srgbClr val="ffffff"/>
              </a:solidFill>
              <a:latin typeface="Arial"/>
            </a:endParaRPr>
          </a:p>
        </p:txBody>
      </p:sp>
      <p:sp>
        <p:nvSpPr>
          <p:cNvPr id="1577" name="Rounded Rectangle 188"/>
          <p:cNvSpPr/>
          <p:nvPr/>
        </p:nvSpPr>
        <p:spPr>
          <a:xfrm>
            <a:off x="802836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78" name="Rounded Rectangle 189"/>
          <p:cNvSpPr/>
          <p:nvPr/>
        </p:nvSpPr>
        <p:spPr>
          <a:xfrm>
            <a:off x="7955280" y="2743200"/>
            <a:ext cx="3930480" cy="3656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ScannerIssueExample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sc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sc.nextInt();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sc.nextLine(); // clear buffer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sc.nextLine();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579" name="TextBox 8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80" name="Rectangle 417"/>
          <p:cNvSpPr/>
          <p:nvPr/>
        </p:nvSpPr>
        <p:spPr>
          <a:xfrm>
            <a:off x="0" y="0"/>
            <a:ext cx="12186720" cy="68558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1" name="Rectangle 418"/>
          <p:cNvSpPr/>
          <p:nvPr/>
        </p:nvSpPr>
        <p:spPr>
          <a:xfrm>
            <a:off x="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2" name="Rectangle 419"/>
          <p:cNvSpPr/>
          <p:nvPr/>
        </p:nvSpPr>
        <p:spPr>
          <a:xfrm>
            <a:off x="914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3" name="Rectangle 420"/>
          <p:cNvSpPr/>
          <p:nvPr/>
        </p:nvSpPr>
        <p:spPr>
          <a:xfrm>
            <a:off x="1828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4" name="Rectangle 421"/>
          <p:cNvSpPr/>
          <p:nvPr/>
        </p:nvSpPr>
        <p:spPr>
          <a:xfrm>
            <a:off x="2743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5" name="Rectangle 422"/>
          <p:cNvSpPr/>
          <p:nvPr/>
        </p:nvSpPr>
        <p:spPr>
          <a:xfrm>
            <a:off x="3657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6" name="Rectangle 423"/>
          <p:cNvSpPr/>
          <p:nvPr/>
        </p:nvSpPr>
        <p:spPr>
          <a:xfrm>
            <a:off x="4572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7" name="Rectangle 424"/>
          <p:cNvSpPr/>
          <p:nvPr/>
        </p:nvSpPr>
        <p:spPr>
          <a:xfrm>
            <a:off x="5486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8" name="Rectangle 425"/>
          <p:cNvSpPr/>
          <p:nvPr/>
        </p:nvSpPr>
        <p:spPr>
          <a:xfrm>
            <a:off x="6400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89" name="Rectangle 426"/>
          <p:cNvSpPr/>
          <p:nvPr/>
        </p:nvSpPr>
        <p:spPr>
          <a:xfrm>
            <a:off x="7315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0" name="Rectangle 427"/>
          <p:cNvSpPr/>
          <p:nvPr/>
        </p:nvSpPr>
        <p:spPr>
          <a:xfrm>
            <a:off x="8229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1" name="Rectangle 428"/>
          <p:cNvSpPr/>
          <p:nvPr/>
        </p:nvSpPr>
        <p:spPr>
          <a:xfrm>
            <a:off x="9144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2" name="Rectangle 429"/>
          <p:cNvSpPr/>
          <p:nvPr/>
        </p:nvSpPr>
        <p:spPr>
          <a:xfrm>
            <a:off x="10058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3" name="Rectangle 430"/>
          <p:cNvSpPr/>
          <p:nvPr/>
        </p:nvSpPr>
        <p:spPr>
          <a:xfrm>
            <a:off x="10972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4" name="Rectangle 431"/>
          <p:cNvSpPr/>
          <p:nvPr/>
        </p:nvSpPr>
        <p:spPr>
          <a:xfrm>
            <a:off x="11887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5" name="Rectangle 432"/>
          <p:cNvSpPr/>
          <p:nvPr/>
        </p:nvSpPr>
        <p:spPr>
          <a:xfrm>
            <a:off x="0" y="0"/>
            <a:ext cx="317880" cy="68558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96" name="Rounded Rectangle 190"/>
          <p:cNvSpPr/>
          <p:nvPr/>
        </p:nvSpPr>
        <p:spPr>
          <a:xfrm>
            <a:off x="9875520" y="365760"/>
            <a:ext cx="2009520" cy="5007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97" name="TextBox 82"/>
          <p:cNvSpPr/>
          <p:nvPr/>
        </p:nvSpPr>
        <p:spPr>
          <a:xfrm>
            <a:off x="1670040" y="1005840"/>
            <a:ext cx="7629480" cy="6382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3600" spc="-1" strike="noStrike">
                <a:solidFill>
                  <a:srgbClr val="f5f5f5"/>
                </a:solidFill>
                <a:latin typeface="Calibri"/>
                <a:ea typeface="DejaVu Sans"/>
              </a:rPr>
              <a:t>User Input Validation (Input Validation)</a:t>
            </a:r>
            <a:endParaRPr b="0" lang="en-US" sz="3600" spc="-1" strike="noStrike">
              <a:solidFill>
                <a:srgbClr val="000000"/>
              </a:solidFill>
              <a:latin typeface="Arial"/>
            </a:endParaRPr>
          </a:p>
        </p:txBody>
      </p:sp>
      <p:sp>
        <p:nvSpPr>
          <p:cNvPr id="1598" name="TextBox 83"/>
          <p:cNvSpPr/>
          <p:nvPr/>
        </p:nvSpPr>
        <p:spPr>
          <a:xfrm>
            <a:off x="2743200" y="1644840"/>
            <a:ext cx="558576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Input validation is the process of checking whether the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entered by the user is in the correct format.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helps prevent invalid inputs and program errors.</a:t>
            </a:r>
            <a:endParaRPr b="0" lang="en-US" sz="1900" spc="-1" strike="noStrike">
              <a:solidFill>
                <a:srgbClr val="000000"/>
              </a:solidFill>
              <a:latin typeface="Arial"/>
            </a:endParaRPr>
          </a:p>
        </p:txBody>
      </p:sp>
      <p:sp>
        <p:nvSpPr>
          <p:cNvPr id="1599" name="Rounded Rectangle 191"/>
          <p:cNvSpPr/>
          <p:nvPr/>
        </p:nvSpPr>
        <p:spPr>
          <a:xfrm>
            <a:off x="98748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00" name="Rounded Rectangle 192"/>
          <p:cNvSpPr/>
          <p:nvPr/>
        </p:nvSpPr>
        <p:spPr>
          <a:xfrm>
            <a:off x="914400" y="3108960"/>
            <a:ext cx="3289680" cy="2741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Users do not always enter correct data</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The program should not crash</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Methods like hasNextInt() are used for validation</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If invalid data is entered, the user is prompted again</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This improves user experience</a:t>
            </a:r>
            <a:endParaRPr b="0" lang="en-US" sz="1800" spc="-1" strike="noStrike">
              <a:solidFill>
                <a:srgbClr val="ffffff"/>
              </a:solidFill>
              <a:latin typeface="Arial"/>
            </a:endParaRPr>
          </a:p>
        </p:txBody>
      </p:sp>
      <p:sp>
        <p:nvSpPr>
          <p:cNvPr id="1601" name="Rounded Rectangle 193"/>
          <p:cNvSpPr/>
          <p:nvPr/>
        </p:nvSpPr>
        <p:spPr>
          <a:xfrm>
            <a:off x="450792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02" name="Rounded Rectangle 194"/>
          <p:cNvSpPr/>
          <p:nvPr/>
        </p:nvSpPr>
        <p:spPr>
          <a:xfrm>
            <a:off x="4343400" y="2743200"/>
            <a:ext cx="3427920" cy="3656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is asked for input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Input is checked (hasNextInt)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If valid → data is accepted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If invalid → error message is shown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data again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Process repeats until valid input is received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a:t>
            </a:r>
            <a:endParaRPr b="0" lang="en-US" sz="1400" spc="-1" strike="noStrike">
              <a:solidFill>
                <a:srgbClr val="ffffff"/>
              </a:solidFill>
              <a:latin typeface="Arial"/>
            </a:endParaRPr>
          </a:p>
        </p:txBody>
      </p:sp>
      <p:sp>
        <p:nvSpPr>
          <p:cNvPr id="1603" name="Rounded Rectangle 195"/>
          <p:cNvSpPr/>
          <p:nvPr/>
        </p:nvSpPr>
        <p:spPr>
          <a:xfrm>
            <a:off x="802836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04" name="Rounded Rectangle 196"/>
          <p:cNvSpPr/>
          <p:nvPr/>
        </p:nvSpPr>
        <p:spPr>
          <a:xfrm>
            <a:off x="7955280" y="2514600"/>
            <a:ext cx="3930840" cy="3885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import java.util.Scanner;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public class InputValidationExample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Scanner sc = new Scanner(System.in);</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age;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while (true)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System.out.print("Enter your age: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if (sc.hasNextInt())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age = sc.nextInt();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break; // valid input → exit loop</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 else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System.out.println("Invalid input! Please enter a number.");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sc.next(); // clear invalid input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System.out.println("Entered age: " + age);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sc.close();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1605" name="TextBox 84"/>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6" name="Rectangle 433"/>
          <p:cNvSpPr/>
          <p:nvPr/>
        </p:nvSpPr>
        <p:spPr>
          <a:xfrm>
            <a:off x="0" y="0"/>
            <a:ext cx="12187080" cy="68562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07" name="Rectangle 434"/>
          <p:cNvSpPr/>
          <p:nvPr/>
        </p:nvSpPr>
        <p:spPr>
          <a:xfrm>
            <a:off x="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08" name="Rectangle 435"/>
          <p:cNvSpPr/>
          <p:nvPr/>
        </p:nvSpPr>
        <p:spPr>
          <a:xfrm>
            <a:off x="914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09" name="Rectangle 436"/>
          <p:cNvSpPr/>
          <p:nvPr/>
        </p:nvSpPr>
        <p:spPr>
          <a:xfrm>
            <a:off x="1828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0" name="Rectangle 437"/>
          <p:cNvSpPr/>
          <p:nvPr/>
        </p:nvSpPr>
        <p:spPr>
          <a:xfrm>
            <a:off x="2743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1" name="Rectangle 438"/>
          <p:cNvSpPr/>
          <p:nvPr/>
        </p:nvSpPr>
        <p:spPr>
          <a:xfrm>
            <a:off x="3657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2" name="Rectangle 439"/>
          <p:cNvSpPr/>
          <p:nvPr/>
        </p:nvSpPr>
        <p:spPr>
          <a:xfrm>
            <a:off x="4572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3" name="Rectangle 440"/>
          <p:cNvSpPr/>
          <p:nvPr/>
        </p:nvSpPr>
        <p:spPr>
          <a:xfrm>
            <a:off x="5486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4" name="Rectangle 441"/>
          <p:cNvSpPr/>
          <p:nvPr/>
        </p:nvSpPr>
        <p:spPr>
          <a:xfrm>
            <a:off x="6400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5" name="Rectangle 442"/>
          <p:cNvSpPr/>
          <p:nvPr/>
        </p:nvSpPr>
        <p:spPr>
          <a:xfrm>
            <a:off x="7315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6" name="Rectangle 443"/>
          <p:cNvSpPr/>
          <p:nvPr/>
        </p:nvSpPr>
        <p:spPr>
          <a:xfrm>
            <a:off x="8229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7" name="Rectangle 444"/>
          <p:cNvSpPr/>
          <p:nvPr/>
        </p:nvSpPr>
        <p:spPr>
          <a:xfrm>
            <a:off x="9144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8" name="Rectangle 445"/>
          <p:cNvSpPr/>
          <p:nvPr/>
        </p:nvSpPr>
        <p:spPr>
          <a:xfrm>
            <a:off x="10058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19" name="Rectangle 446"/>
          <p:cNvSpPr/>
          <p:nvPr/>
        </p:nvSpPr>
        <p:spPr>
          <a:xfrm>
            <a:off x="10972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20" name="Rectangle 447"/>
          <p:cNvSpPr/>
          <p:nvPr/>
        </p:nvSpPr>
        <p:spPr>
          <a:xfrm>
            <a:off x="11887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21" name="Rectangle 448"/>
          <p:cNvSpPr/>
          <p:nvPr/>
        </p:nvSpPr>
        <p:spPr>
          <a:xfrm>
            <a:off x="0" y="0"/>
            <a:ext cx="318240" cy="68562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22" name="Rounded Rectangle 197"/>
          <p:cNvSpPr/>
          <p:nvPr/>
        </p:nvSpPr>
        <p:spPr>
          <a:xfrm>
            <a:off x="9875520" y="365760"/>
            <a:ext cx="2009880" cy="5011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623" name="TextBox 85"/>
          <p:cNvSpPr/>
          <p:nvPr/>
        </p:nvSpPr>
        <p:spPr>
          <a:xfrm>
            <a:off x="2765880" y="1005840"/>
            <a:ext cx="5440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GENERAL SUMMARY</a:t>
            </a:r>
            <a:endParaRPr b="0" lang="en-US" sz="4800" spc="-1" strike="noStrike">
              <a:solidFill>
                <a:srgbClr val="000000"/>
              </a:solidFill>
              <a:latin typeface="Arial"/>
            </a:endParaRPr>
          </a:p>
        </p:txBody>
      </p:sp>
      <p:sp>
        <p:nvSpPr>
          <p:cNvPr id="1624" name="TextBox 86"/>
          <p:cNvSpPr/>
          <p:nvPr/>
        </p:nvSpPr>
        <p:spPr>
          <a:xfrm>
            <a:off x="1923480" y="1828800"/>
            <a:ext cx="755028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this presentation, the fundamental building blocks of Java were covered.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Topics such as variables, data types, type casting, the Unicode system,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and user input form the foundation of Java programming.</a:t>
            </a:r>
            <a:endParaRPr b="0" lang="en-US" sz="1900" spc="-1" strike="noStrike">
              <a:solidFill>
                <a:srgbClr val="000000"/>
              </a:solidFill>
              <a:latin typeface="Arial"/>
            </a:endParaRPr>
          </a:p>
        </p:txBody>
      </p:sp>
      <p:sp>
        <p:nvSpPr>
          <p:cNvPr id="1625" name="Rounded Rectangle 198"/>
          <p:cNvSpPr/>
          <p:nvPr/>
        </p:nvSpPr>
        <p:spPr>
          <a:xfrm>
            <a:off x="98748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26" name="Rounded Rectangle 199"/>
          <p:cNvSpPr/>
          <p:nvPr/>
        </p:nvSpPr>
        <p:spPr>
          <a:xfrm>
            <a:off x="914400" y="3108960"/>
            <a:ext cx="3290040" cy="3062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Variables → Store data</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Data Types → Primitive &amp; Reference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Type Casting → Implicit &amp; Explicit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 Universal character system</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Scanner → Getting input from user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Wrapper → Primitive → Object conversion</a:t>
            </a:r>
            <a:endParaRPr b="0" lang="en-US" sz="1800" spc="-1" strike="noStrike">
              <a:solidFill>
                <a:srgbClr val="ffffff"/>
              </a:solidFill>
              <a:latin typeface="Arial"/>
            </a:endParaRPr>
          </a:p>
        </p:txBody>
      </p:sp>
      <p:sp>
        <p:nvSpPr>
          <p:cNvPr id="1627" name="Rounded Rectangle 200"/>
          <p:cNvSpPr/>
          <p:nvPr/>
        </p:nvSpPr>
        <p:spPr>
          <a:xfrm>
            <a:off x="450792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28" name="Rounded Rectangle 201"/>
          <p:cNvSpPr/>
          <p:nvPr/>
        </p:nvSpPr>
        <p:spPr>
          <a:xfrm>
            <a:off x="4434840" y="2971800"/>
            <a:ext cx="3290040" cy="3428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Java Learning Flow:</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Variables</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Data Types</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Type Casting</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Unicode</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User Input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1" lang="en-US" sz="1600" spc="-1" strike="noStrike">
                <a:solidFill>
                  <a:schemeClr val="lt1"/>
                </a:solidFill>
                <a:latin typeface="Calibri"/>
                <a:ea typeface="DejaVu Sans"/>
              </a:rPr>
              <a:t>Programming Logic</a:t>
            </a:r>
            <a:endParaRPr b="0" lang="en-US" sz="1600" spc="-1" strike="noStrike">
              <a:solidFill>
                <a:srgbClr val="ffffff"/>
              </a:solidFill>
              <a:latin typeface="Arial"/>
            </a:endParaRPr>
          </a:p>
        </p:txBody>
      </p:sp>
      <p:sp>
        <p:nvSpPr>
          <p:cNvPr id="1629" name="Rounded Rectangle 202"/>
          <p:cNvSpPr/>
          <p:nvPr/>
        </p:nvSpPr>
        <p:spPr>
          <a:xfrm>
            <a:off x="802836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630" name="Rounded Rectangle 203"/>
          <p:cNvSpPr/>
          <p:nvPr/>
        </p:nvSpPr>
        <p:spPr>
          <a:xfrm>
            <a:off x="7955280" y="2971800"/>
            <a:ext cx="3931200" cy="3656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SummaryExample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number = 10;</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result = number; // implicit casting</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text = "Java";</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System.out.println(text);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Java programming is about defining data correctly, choosing the appropriate data type, and processing that data effectively.</a:t>
            </a:r>
            <a:endParaRPr b="0" lang="en-US" sz="1200" spc="-1" strike="noStrike">
              <a:solidFill>
                <a:srgbClr val="ffffff"/>
              </a:solidFill>
              <a:latin typeface="Arial"/>
            </a:endParaRPr>
          </a:p>
        </p:txBody>
      </p:sp>
      <p:sp>
        <p:nvSpPr>
          <p:cNvPr id="1631" name="TextBox 8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375</TotalTime>
  <Application>LibreOffice/7.4.2.3$Windows_X86_64 LibreOffice_project/382eef1f22670f7f4118c8c2dd222ec7ad009daf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2026-04-23T01:03:59Z</dcterms:modified>
  <cp:revision>42</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