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9F46972-C2A7-40F1-8D23-86528F11D23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606CBCF-5E5D-4A56-A4E5-BD112407E0D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AF9B98-8CEC-4514-98A4-6C5DB125DF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89F8C8-07AA-4482-AB64-6AEC9BF6AB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ED3DC6-0E1E-40A8-B6E1-2E0FE761C28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0C1EEE5-D92D-492A-A8C5-4AD796DAF49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E820DCE-7825-4579-B85D-5632CF99A3E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3ADA6B-5D0E-4EB2-848E-07ADEF9A03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DA570CD-DF99-47C9-BC13-8A51B1853E2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35D215-6D7D-4004-AACA-E2810C0D705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4C2D28-A64B-4F51-8B13-3F520412F92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B993EF-A834-4555-8BBA-42FF30A1A9F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90268F1-F205-4178-B55B-3C5BC9BB234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688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608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608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864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4680" cy="319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608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864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4680" cy="319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608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27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328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608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112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292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572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43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3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61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47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57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57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82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536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536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360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43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1000" y="2743200"/>
            <a:ext cx="342720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43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743200"/>
            <a:ext cx="342720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68400" y="914400"/>
            <a:ext cx="5430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1257120" y="1694880"/>
            <a:ext cx="90525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43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652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34680" y="914400"/>
            <a:ext cx="7898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296000" y="1694880"/>
            <a:ext cx="8975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968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720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876240" y="1600200"/>
            <a:ext cx="98154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968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720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597400" y="732600"/>
            <a:ext cx="57726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522720" y="1600200"/>
            <a:ext cx="1052280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968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5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720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2026-05-17T00:38:40Z</dcterms:modified>
  <cp:revision>27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