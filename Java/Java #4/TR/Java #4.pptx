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66BB5B-947B-4C44-A42F-37419981CF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EBD2C1-C537-488F-948A-DC6E4791EA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B334DC-9CAC-42E5-B257-7897B6F85A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417FE7-5CDB-4200-823B-8DACCBBEB8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45E5C5-9B20-4FE4-BE38-BA5A04DFF3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7C64FC-230A-43DF-81EB-AF3EE1AF10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8B1CE7-7651-4048-BD35-937B1B6890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A6FCAC-68D7-4878-AA3B-68D94722FB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5D1415-5A6A-453D-8B9D-5D2928CE49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546B5E-364A-4D1F-B838-EF5D2613C8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C03D27-A1AE-4FAD-AEEA-3AB15D9544F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7097E5-D4C8-421D-A4C2-5682E4FC7A7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BAF7F2-D608-4339-AEBA-5CEC3089A2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03D0EB-E58B-40DA-8B20-9812672BC5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E6CFF7-1251-478E-BF0C-1F78559EAD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2A6727-BE90-454B-9775-50D904C387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D35E0C-1B62-48F3-AD56-8A69CE5BFF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5145FF-F6AB-4EB2-899C-71188C58A8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AAE295-EEF4-457C-AB22-BF36A2032C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583936-1100-492B-8CDB-5AFA07423C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FD2B2A-7D2E-4760-8BAD-8D1B74A106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E6F43E-005B-4503-B895-73B9674B29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09670C-A85A-49E4-9ED8-4D0942D6DB6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091EB0-3B5B-4B01-8C5B-FEEA3D83D04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B5CE54-E6FE-4C21-B9BE-7B94A92CF98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AC5905-C035-48FE-BD5D-CCD77325FC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220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8140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8140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3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860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814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644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860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8140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644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8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14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5004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8140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39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8140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964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964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876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100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22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53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814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53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536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536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2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53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81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472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7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532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36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788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532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82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788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532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82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788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532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82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600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788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5320" cy="251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932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860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968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532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688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80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90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864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72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524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6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9000" cy="286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864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403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2026-06-05T02:04:46Z</dcterms:modified>
  <cp:revision>45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