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A88134-F982-489E-8DBF-37F35D0020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577FBF-3281-43BB-B5C6-5B14241563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3D2F9E-E621-4475-A2B3-7A2ECBCDD3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4B4B1A-849F-4038-B451-9FA7F1668B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9193DF-6D2D-4081-9E8F-0009E1467B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41C6D7-7E01-4299-9264-071045A345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1FA82A-93A1-4C8B-94C7-94287D3DF52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3033C6-8EDA-4FBB-B683-DA2E58CC9A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507DCF-D4EC-47F0-AAD9-83DE1423BC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7881DC-1336-407E-B392-F52AF038D7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F92E3B-1555-43A7-B606-7766A9C649B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09F096-FEEF-4575-81A9-1209E87C15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6360" cy="396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6840" cy="396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C5F9F0-4472-40D2-9A8A-66F751FD0D6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6840" cy="396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5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1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10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5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4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3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0920" cy="3169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3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70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7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4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8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8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5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3124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548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740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1840" cy="547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5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2025-12-28T22:23:53Z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