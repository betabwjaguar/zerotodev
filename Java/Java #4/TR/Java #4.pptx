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slide4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E237EF7-9486-4736-8CB0-9A72AF14BDB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4B1C525-7CAC-40F6-97CC-79391994AA8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DFADF52-EDF6-429F-A6B3-44F94CAE9AD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1A79DE0-8D72-467A-B0A1-B030E62D9A3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43353BA-9DF1-4FF3-BF8A-21C5195619F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653FD4A-1D26-4398-863B-78A6F0E4D26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0B97B89-F195-4800-AD17-3AAE19066FF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290CAF9-7F40-4FB2-9E22-A3303CEAEEE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07957FB-8771-43AE-B991-4FD9C4A72DD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4EB03F6-B2BB-465D-859E-E9588EC25CA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7BAB4E7-F5D1-4AD4-82BD-795197C2DA0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C508BFD-050B-4531-AB0F-BFA3651C4C7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A704B8A-4568-41F5-B777-768E5C1895C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5508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3070440" y="1495080"/>
            <a:ext cx="593784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tarih ve saat işlemleri, Java 8 ile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birlikte gelen java.time paketi kullanılarak yönetilir.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Eski tarih sınıflarının aksine, bu yeni API çok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daha güvenli (thread-safe), anlaşılır ve esnek bir yapı sunar.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8 ile birlikte gelen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paketi, bölgesel zamanı (Timezone) ve tarihleri hassas bir şekilde yönetmemizi sağlar.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ve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sınıfları kullanılarak, bulunduğunuz konumun (örneğin İstanbul, Türkiye) yerel saat dilimine ve güncel tarih verilerine anlık olarak ulaşılıp istenilen formatta yazdırılabilir.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Bölge (ZoneId) Tanımlanır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Güncel Zaman (ZonedDateTime) Alınır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Belirlenir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30840" cy="3656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Konum İstanbul olarak ayarlanır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İstanbul bölgesindeki güncel zaman alınır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İstenen formata göre (Örn: Salı, 28 Nisan 2026 saat 22:26 +03:00)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dd MMMM yyyy 'saat' HH:mm xxx",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System.out.println("Şu anki zaman: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System.out.println("Mevcut konumun İstanbul, Türkiye olduğunu unutmayın.");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3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4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5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6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7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38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39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0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1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2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3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4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5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46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723240" y="914400"/>
            <a:ext cx="9524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Saat Dilimi (Timezone) ve Bölgesel Zaman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1778760" y="1828800"/>
            <a:ext cx="7932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saat dilimi yönetimi, farklı bölgelerin zamanını doğru şekilde hesaplamak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ZoneId ile bölge seçilir, ZonedDateTime ile o bölgenin güncel tarih ve saati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alınır. Bu yapı sayesinde global uygulamalarda her kullanıcıya doğru zaman gösterilir.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Saat dilimini temsil eder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Saat dilimi ile birlikte tarih ve saat bilgisini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bölge için farklı UTC offset otomatik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/ kış saati değişimleri otomatik yönetilir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Seçilir (ZoneId)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 Bölgeye Ait Zaman Alınır (ZonedDateTime)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702600" cy="306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System.out.println("İstanbul Saati: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Saati: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7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8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9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20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21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23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25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26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27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8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29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30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31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942480" y="914400"/>
            <a:ext cx="9085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LocalDate, LocalTime ve LocalDateTime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149480" y="1828800"/>
            <a:ext cx="919044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914400" y="3108960"/>
            <a:ext cx="3290040" cy="306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Sadece tarih bilgisini tutar (yıl, ay, gün)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Sadece saat bilgisini tutar (saat, dakika, saniye)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Tarih ve saat bilgisini birlikte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(timezone) içermezler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Daha basit ve performanslı kullanım sağlar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Uygun Sınıf Seçilir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Güncel Değer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702600" cy="306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System.out.println("Saat: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ve Saat: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796840" y="914400"/>
            <a:ext cx="5376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DateTimeFormatter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149480" y="1828800"/>
            <a:ext cx="919044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914400" y="3108960"/>
            <a:ext cx="3290040" cy="306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Tarih ve saat verilerini formatlar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Özel format desenlerini destekler (dd/MM/yyyy, HH:mm vb.)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LocalDateTime, ZonedDateTime gibi sınıflarla kullanılabilir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Yerel (locale) tabanlı formatlama sağlar (dil desteği)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Tarih-saat çıktısının okunabilirliğini artırır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Uygulama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Tarih/Saat bilgisine ihtiyaç duyulur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 bir format deseni belirlenir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veriyi işler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Okunabilir bir çıktı üretilir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702600" cy="3657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System.out.println("Türkçe Format: " + now.format(formatterTR));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System.out.println("ABD Formatı: " + now.format(formatterUS));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2026-05-02T00:02:44Z</dcterms:modified>
  <cp:revision>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