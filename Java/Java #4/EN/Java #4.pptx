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2CD7935-3A16-4678-956B-DA3E8907E1E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97CCA2F-E283-4071-8F1A-18CDEE3444A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FCB82FD-6926-4716-A259-1BC7482DE2B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AABD296-C21E-4453-AFEC-79D00A44DA4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9C8815C-7ED9-4058-A4DA-35FB35CDC4F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C0B13F9-19F7-4025-832E-1EFB0603D43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229F33F-FF5F-4027-B581-89EE7FB1114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AE986E7-F055-45B3-8F56-059E022F4FD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F7E6E72-F823-41D5-9432-3F9D7E2CB88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49DD0EA-2B33-401F-A7C9-36A3B9B1AD6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7EAD84E-F8E6-4787-A9A2-4A9F123A8D9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293499C-2518-480E-AF62-19AC537E606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B14188A-A0D4-4ED7-8733-444220C84E7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548720" y="1785240"/>
            <a:ext cx="8508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904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17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18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19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20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21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22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23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24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25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26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27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28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9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0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31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2219760" y="914400"/>
            <a:ext cx="653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612000" y="1828800"/>
            <a:ext cx="10263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8240" cy="306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2971800"/>
            <a:ext cx="328824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700800" cy="306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33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34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35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36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37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38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39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40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41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42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43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44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45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46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47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304280" y="1828800"/>
            <a:ext cx="8878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685800" y="2971800"/>
            <a:ext cx="3516840" cy="319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2971800"/>
            <a:ext cx="328824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700800" cy="306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845800" y="914400"/>
            <a:ext cx="5277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DateTimeFormatter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726200" y="1828800"/>
            <a:ext cx="80344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values are not always displayed in a user-friendly format.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DateTimeFormatter is used to format date and time into a readable and customizable structure.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685800" y="2971800"/>
            <a:ext cx="3516840" cy="319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Formats date and 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custom patterns (dd/MM/yyyy, HH:mm, etc.)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Can be used with LocalDateTime, ZonedDateTime, etc.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locale-based formatting (language support)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Improves readability of date-time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2971800"/>
            <a:ext cx="328824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Application runs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Date/Time is required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custom format pattern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processes the 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readable formatted output is produced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930120" cy="388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System.out.println("Turkish Format: " + now.format(formatterTR));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System.out.println("US Format: " + now.format(formatterUS));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592000" y="914400"/>
            <a:ext cx="578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Parsing Date and 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2278800" y="1828800"/>
            <a:ext cx="69292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parsing is the process of converting text-based date values into structured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date-time objects that can be used within the application.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743200"/>
            <a:ext cx="3745440" cy="3884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Dates often arrive as plain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cannot be calculated or compared.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It must be transformed into a real date object.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pattern defines how the text should be read.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follows this pattern strictly.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the format matches, conversion succeeds.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not, an error occurs.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824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Raw text data enters the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 identifies expected date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conversion rule (pattern) is prepared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is interpreted based on the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valid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object becomes usable for operations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7328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System.out.println("Parsed Date: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146240" y="914400"/>
            <a:ext cx="86774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Period and Duration in Java (Calculating Time Differences)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668520" y="1600200"/>
            <a:ext cx="1035288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to measure the time difference between two dates or two times, and to add or subtract specific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durations to/from dates, the Period class is used for date-based measurements, and the Duration class is used for time-based measurements.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5080" cy="4113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date-based differences (years, months, days). It is generally used with LocalDate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time-based differences (hours, minutes, seconds, nanoseconds). It is generally used with LocalTime or LocalDateTime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between() method is used to find the difference between two date/time points.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can be used with plus() and minus() methods to add or subtract time from an existing date.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Using these APIs instead of manual mathematical calculations prevents errors when handling complex situations like Daylight Saving Time (DST).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7880" cy="388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Start and end times (Date/Time objects) are created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appropriate class (Period or Duration) is selected based on the requirement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difference between the two times is calculated by calling the between()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details of the difference are retrieved using relevant methods (e.g., getDays(), toHours())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 is printed to the screen or used in different business logic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286000"/>
            <a:ext cx="3656520" cy="4113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EXAMPLE (Date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e.g., April 28,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Difference: " + period.getYears() + " years,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months,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days");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EXAMPLE (Time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System.out.println("Elapsed Time: " + duration.toHours() + " hours,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minutes");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1466280" y="914400"/>
            <a:ext cx="80366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The Ultimate Java Date &amp; Time Ecosystem (Summary)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767600" y="1694880"/>
            <a:ext cx="79513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java.time package (introduced in Java 8) is a paradigm shift in Java. It offers an immutable,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thread-safe, and domain-driven approach to modeling human time,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machine time, and the complex geographical rules that connect them.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5480" cy="3884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Human Timeline (Ignorant of Geography)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represent time exactly as you see it on a wall clock or a paper calendar. They don't know where in the world they are.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Earth's Grid (Geographical Reality)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and ZonedDateTime anchor the human timeline to a specific coordinate on Earth. They automatically absorb the chaos of Daylight Saving Time (DST) and UTC offsets.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Measurement (Space between moments)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Time is not just points; it's distances. Period measures calendar distances (years, months, days), while Duration measures clock distances (hours, minutes, seconds).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4: 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Translation Layer (The Bridge)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acts as the universal translator between raw string text (Parsing) and human-readable UI outputs (Formatting).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8280" cy="365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What kind of time do you need to model?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Does geography matter? (Global Events, Flights)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YES ─&gt; Bind with ZoneId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Is it just a local daily concept? (Birthdays, Alarms)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Date Only?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Time Only?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Both?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Action Phase: What do you want to do with it?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Calculate a Countdown/Distance?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Calendar-based? ─&gt; Use Period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Clock-based? ─&gt; Use Duration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Send to UI or Database?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Map with DateTimeFormatter (Format / Parse)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6880" cy="4114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TimeMastery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Human Timeline (Local)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localMeeting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Earth's Grid (Zoned)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nyZone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nyMeeting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.of(localMeeting, 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Translation Layer (Formatting)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fmt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.ofPattern("MMM dd,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System.out.println("Meeting: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nyMeeting.format(fmt));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Measurement (Duration/Distance)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(nyMeeting.isAfter(now))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gap = Duration.between(now, nyMeeting);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System.out.println(gap.toDays() + " days left!");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System.out.println("Already passed.");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1737720" y="914400"/>
            <a:ext cx="749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 to Basic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1964160" y="1664640"/>
            <a:ext cx="7573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operators are special symbols used to perform mathematical, logical, or relational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operations on variables and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data items that operators act upon are called "Operands".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2743200"/>
            <a:ext cx="3287880" cy="365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Basic Terminology: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Operator: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symbol performing the action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being manipulated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(e.g., In x + 5, + is the operator, x and 5 are operands.)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Common Operator Types: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Performs math calculations (+, -, *, /, % modulo).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Compares two values, returns true or false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Logical: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Combines multiple boolean conditions (&amp;&amp; AND, || OR, ! NOT).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Assignment: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Assigns the right-side value to the left-side variable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743200"/>
            <a:ext cx="3287880" cy="365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Execution Flow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Data (Operands) defined in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e.g.,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Expression is evaluated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 x + y (Result: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 x &gt; y (Result: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Assignment Operator executes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result is stored in a variable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Result is ready for output/processing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70044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OperatorIntro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Assignment Operator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Arithmetic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    // 19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remain = a % b;  // 3 (Modulus - remainder)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Relational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(a &gt; b); // true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// false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Logical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"Is 'a' &gt; 10 AND 'b' an even number?"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result = (a &gt; 10) &amp;&amp; (b % 2 == 0);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System.out.println("Sum: " + sum);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System.out.println("Remainder: " + remain);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System.out.println("Logical Result: " + result);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699280" y="914400"/>
            <a:ext cx="556992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148480" y="1694880"/>
            <a:ext cx="72723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used to perform basic mathematical operations on numbers.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Standard mathematical precedence (e.g., multiplication is evaluated before addition)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strictly applies in Java just like in algebra.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7520" cy="329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(Addition):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Adds numbers together. (Also concatenates Strings).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(Subtraction):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Subtracts the right operand from the left.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(Multiplication):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Multiplies two values.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(Division):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quotient. (Note: Integer division drops decimals. Ex: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(Modulo):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remainder of a division. Widely used to check odd/even numbers.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3200400"/>
            <a:ext cx="3287520" cy="319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Precedence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Parentheses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first, always.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Increment / Decrement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Multiply, Divide, Modulo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from left to right.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and Subtract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last.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576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Basic Operations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div = a / b; // 3 (Decimals dropped)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mod = a % b; // 1 (Remainder of 10/3)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Precedence Rules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noParen = a + b * 2;  // 16 (Multiply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paren = (a + b) * 2;  // 26 (Brackets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Increment Operator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counter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counter++; // Value is now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mod);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System.out.println("Counter: " + counter);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2026-05-06T22:20:19Z</dcterms:modified>
  <cp:revision>16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