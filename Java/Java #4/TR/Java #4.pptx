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EDBC7E-4FE1-410D-89F1-28ECCE4C79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E001DB-48C0-41BD-9E20-6782D277AE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126215-A069-4D11-8517-D215D20EA0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989402-DB86-4C40-BDD0-95C43014B4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DBBE89-9291-4EC1-AA10-768FD8CEE2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3105E6-DC9E-4B6C-AC48-8453DD846A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C9814A-658B-4EBD-B015-050768D7E6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6DB8D5-5B6E-4A12-A7F2-95F925CDE7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CFF5E2-45D0-46CF-ADE9-406F012D40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4B6A01-8C2A-4DBD-AD0E-8170983878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BA0C78-8D34-437E-9F5A-57C70223CC2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7A74C0-B6CE-43FE-9263-2BAD37073EF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D03B16-E870-417A-9E33-3C3F55916EC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33E387E-E0F2-46B2-8874-67CCC6DF6B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CA5EEC-5ED6-4D97-B2D7-CC87A2D152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82F503-247A-4AAC-85AE-507C4D392A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0D2FB68-2C1C-4625-AF66-D0D57D02855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11E88A2-32BF-4858-AB92-1BD3C4E89C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A07DAFF-00F3-4F27-9DAA-D1123D190F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BA4045D-648F-4450-877F-E21C54CED0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402DDBC-9EA7-4A44-A51B-67B174CD9E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76501B-0370-4F90-BD3A-AD1EF952B7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4C80312-E96D-4205-9896-D2A2F1DDB1C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8BB0D1-C66B-4CFE-9539-4A5F62CEBC2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002A12-A2F7-47C3-90B4-52CDDD73EC7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7C86D3-2C29-4ED2-89E3-F45519EB780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2184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3600" cy="305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8104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3600" cy="305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8104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3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8240" cy="410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8104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608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8240" cy="410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81040" cy="387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608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828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210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49680" cy="410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81040" cy="328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3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81040" cy="328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928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096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928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096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840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096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5184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50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50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50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50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500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500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50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436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75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4960" cy="296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33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752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4960" cy="296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78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752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4960" cy="296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78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752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4960" cy="296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78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56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752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4960" cy="251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896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82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932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496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652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77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86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828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68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1854000" y="457200"/>
            <a:ext cx="72748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 Operatörleri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948240" y="1143000"/>
            <a:ext cx="95763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Karşılaştırma operatörleri, iki değeri kıyaslayarak aralarındaki eşitlik,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eşitsizlik veya büyüklük durumunu test etmek için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işlemler her zaman mantıksal bir karar olan true (doğru) veya false (yanlış) değerini döndürür.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2"/>
          <p:cNvSpPr/>
          <p:nvPr/>
        </p:nvSpPr>
        <p:spPr>
          <a:xfrm>
            <a:off x="457200" y="2971800"/>
            <a:ext cx="3428640" cy="2861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Eşitlik ve Eşitsizlik: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== (eşit mi?) ve != (eşit değil mi?) operatörleri değerleri doğrudan karşılaştırır.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Sınır Kontrolleri: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operatörleri değerlerin büyüklük ve küçüklük durumlarını test eder.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Geri Dönüş Tipi: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Karşılaştırma operatörlerinin ürettiği sonuç her zaman bir boolean değeridir.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String Uyarısı: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Nesne ve metin (String) kıyaslamalarında, bellek adresi yerine içerik kontrolü yapmak için == yerine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4"/>
          <p:cNvSpPr/>
          <p:nvPr/>
        </p:nvSpPr>
        <p:spPr>
          <a:xfrm>
            <a:off x="4343400" y="2971800"/>
            <a:ext cx="342828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ve Mantık Kararı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Eşitlik Kontrolü: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false (Sayılar eşit değil)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Sınır Kontrolü: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(25, 20'den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Karar Verme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Çıkan true/false sonucu, program akışını (if-else) yönlendirir.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96"/>
          <p:cNvSpPr/>
          <p:nvPr/>
        </p:nvSpPr>
        <p:spPr>
          <a:xfrm>
            <a:off x="8263800" y="2514600"/>
            <a:ext cx="363996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Eşitlik ve Eşitsizlik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(x == y); 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(x != y);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Sınır (Büyüklük)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(x &gt; y); 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kucukEsit = (x &lt;= y);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Karar Bloklarında Kullanımı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if (buyukMu)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 Y'den büyüktür.");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System.out.println("Eşit mi: " + esitMi);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System.out.println("Farklı mı: " + farkliMi);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396440" y="457200"/>
            <a:ext cx="818964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Karşılaştırma: Nesneleri Kıyaslama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381960" y="1143000"/>
            <a:ext cx="107089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ilkel sayıları kıyaslamak için &lt; veya &gt; operatörleri yeterlidir.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Ancak özel nesneleri (örn: Öğrenci, Ürün sınıfı nesneleri) büyüklük/küçüklük durumuna göre kıyaslamak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arayüzü (interface) ve compareTo() metodu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9"/>
          <p:cNvSpPr/>
          <p:nvPr/>
        </p:nvSpPr>
        <p:spPr>
          <a:xfrm>
            <a:off x="457200" y="2971800"/>
            <a:ext cx="3428640" cy="2861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Neden İhtiyacımız Var?: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ogrenci1 &gt; ogrenci2 yazmak Java'da derleme hatası verir. Nesnelerin hangi özelliğe (yaş, fiyat vb.) göre kıyaslanacağını belirtmeliyiz.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compareTo()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Metodunun Çalışma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A, B'den büyüktür (Pozitif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A, B'den küçüktür (Negatif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İki nesne kıyaslama kriterine göre eşittir (Sıfır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20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1"/>
          <p:cNvSpPr/>
          <p:nvPr/>
        </p:nvSpPr>
        <p:spPr>
          <a:xfrm>
            <a:off x="4343400" y="2971800"/>
            <a:ext cx="342828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Nesne Kıyaslama (compareTo)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İşlem: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Pozitif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&gt; B (A nesnesi B'den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Negatif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&lt; B (A nesnesi B'den küçüktür)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Sıfır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== B (İki nesne eşittir)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20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203"/>
          <p:cNvSpPr/>
          <p:nvPr/>
        </p:nvSpPr>
        <p:spPr>
          <a:xfrm>
            <a:off x="8263800" y="2514600"/>
            <a:ext cx="363996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NesneKarsilastirma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Sayı Nesnelerini Kıyaslama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sayi1 &gt; sayi2 olduğu için pozitif (1)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sayiSonuc = sayi1.compareTo(sayi2);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Metin Nesnelerini Kıyaslama (Alfabetik)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metin1 = "Ahmet";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metin2 = "Mehmet";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"Ahmet" alfabetik olarak önce geldiği için negatif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metinSonuc = metin1.compareTo(metin2);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 Kıyas: " + sayiSonuc);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 Kıyas: " + metinSonuc); // Negatif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2026-06-06T03:08:19Z</dcterms:modified>
  <cp:revision>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