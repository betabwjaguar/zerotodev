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E6DCBD-8A41-4568-9134-D3AE195010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0B039F-A365-4483-ADB3-6BF3B28BB1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A36296-C4FA-4B3B-A435-87F2634262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4B4D07-E90B-40E5-BFBC-EEA816EAE9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7D7903-5D66-4341-B136-099BCCE18B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EEFC8E-A32A-4353-A879-7B15AA6FA1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4070B0-D520-4D71-9BA9-18CB0A8630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E358D5-16E4-4B10-B011-A8F22BC65E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E688C5-D9D1-4E8F-B90F-D1325D01A6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A628C3-04F1-4B0C-B528-A3F076895B8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FE1A1A-4A48-4272-8AFA-5A69CE60C7E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7D6998-2AD5-40D8-9729-5197B8B1008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000AA7-02A1-4957-AB5A-229E67BCEFB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580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500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500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7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220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50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004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220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500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004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2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50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36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500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7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500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324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3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324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3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236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3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58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89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8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89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1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72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89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1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4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89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5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920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896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5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2026-05-20T01:35:42Z</dcterms:modified>
  <cp:revision>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