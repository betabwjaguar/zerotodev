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8119BF-CB4D-49A7-9C34-7FE7511DBF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2920" y="1766520"/>
            <a:ext cx="907164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ED1DA1-7D34-4CE6-A277-1243761C2D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907164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648247-55ED-423B-BFAF-C0F9FCDC8F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1600" y="176652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577FAE-2FDE-4A0A-A5A9-BA249B7530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F40CFD-3E84-4E67-86AB-9C6727F40D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2920" y="299880"/>
            <a:ext cx="9071640" cy="58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77D469-802A-4B95-98A3-0096130B04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1600" y="176652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2920" y="40564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2933FB-DE23-40E8-8CBE-E972165152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1600" y="176652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1600" y="40564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DAB62D-CBF2-4280-840D-38228D1D53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1600" y="176652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2920" y="4056480"/>
            <a:ext cx="90716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A488B7-67D3-4E1E-9CDB-5FA4E2494B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90716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2920" y="4056480"/>
            <a:ext cx="90716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45980D-A264-4974-B01D-3AE910178C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1600" y="176652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2920" y="40564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1600" y="40564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D6905B-61C3-44A4-AA81-8817AD313CB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2920" y="1766520"/>
            <a:ext cx="292068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0120" y="1766520"/>
            <a:ext cx="292068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6960" y="1766520"/>
            <a:ext cx="292068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2920" y="4056480"/>
            <a:ext cx="292068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0120" y="4056480"/>
            <a:ext cx="292068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6960" y="4056480"/>
            <a:ext cx="292068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536"/>
              </a:spcBef>
              <a:buNone/>
            </a:pP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17220B-35E2-4479-98EB-0CBA4777908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7080" cy="397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7560" cy="397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BADA02-DB12-4FE2-BB06-6BA32ABB86E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7560" cy="397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2920" y="299880"/>
            <a:ext cx="9071640" cy="12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83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8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2920" y="1766520"/>
            <a:ext cx="907164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53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509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509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23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8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308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92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4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64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98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19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19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9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19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9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19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9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19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4376880" y="1107000"/>
            <a:ext cx="333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824120" y="2266200"/>
            <a:ext cx="90964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06560" y="34257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249800" y="1107000"/>
            <a:ext cx="3591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414600" y="2266200"/>
            <a:ext cx="59112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248280" y="1107000"/>
            <a:ext cx="5595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3017520" y="2266200"/>
            <a:ext cx="6705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443480" y="1107000"/>
            <a:ext cx="3201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890720" y="2266200"/>
            <a:ext cx="89640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634120" y="1107000"/>
            <a:ext cx="6824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651840" y="2266200"/>
            <a:ext cx="54388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79680" y="3273840"/>
            <a:ext cx="4031640" cy="3169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886640" y="34257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7674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320" y="1107000"/>
            <a:ext cx="874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784760" y="2266200"/>
            <a:ext cx="3171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1006560" y="342432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8767440" y="34257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941000" y="344988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764720" y="1107360"/>
            <a:ext cx="8576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970080" y="2266200"/>
            <a:ext cx="4800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100656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87674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941000" y="344952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144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9640" y="1107360"/>
            <a:ext cx="11751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797640" y="2266200"/>
            <a:ext cx="514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100656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87674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941000" y="34509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1692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3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3444480" y="1107360"/>
            <a:ext cx="52178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Goes Enterprise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4513680" y="2266200"/>
            <a:ext cx="3715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entered large-scale systems.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4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5"/>
          <p:cNvSpPr/>
          <p:nvPr/>
        </p:nvSpPr>
        <p:spPr>
          <a:xfrm>
            <a:off x="100656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 the late 1990s, the Internet rapidly expanded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Companies needed software that could scale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became a critical requirement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Systems had to run on different operating systems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solved these problems with: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Strong object-oriented design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Built-in security features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became the preferred language for enterprise systems.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6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7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ounded Rectangle 68"/>
          <p:cNvSpPr/>
          <p:nvPr/>
        </p:nvSpPr>
        <p:spPr>
          <a:xfrm>
            <a:off x="87674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enters the enterprise world!");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0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69"/>
          <p:cNvSpPr/>
          <p:nvPr/>
        </p:nvSpPr>
        <p:spPr>
          <a:xfrm>
            <a:off x="4941000" y="34509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adoption path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Databases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Enterprise systems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16920" y="1800"/>
            <a:ext cx="13431960" cy="7555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144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100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201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302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402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503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604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705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806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9069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10077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1085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2093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3101480" y="1800"/>
            <a:ext cx="16200" cy="7555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1440" y="1800"/>
            <a:ext cx="348120" cy="7555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0"/>
          <p:cNvSpPr/>
          <p:nvPr/>
        </p:nvSpPr>
        <p:spPr>
          <a:xfrm>
            <a:off x="10884960" y="401400"/>
            <a:ext cx="2212560" cy="548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2260440" y="1107360"/>
            <a:ext cx="75891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Java Versions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4847040" y="2266200"/>
            <a:ext cx="3047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evolved step by step.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1"/>
          <p:cNvSpPr/>
          <p:nvPr/>
        </p:nvSpPr>
        <p:spPr>
          <a:xfrm>
            <a:off x="108684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2"/>
          <p:cNvSpPr/>
          <p:nvPr/>
        </p:nvSpPr>
        <p:spPr>
          <a:xfrm>
            <a:off x="1006560" y="342432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1994, Java changed direction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language was renamed from Oak to Java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started to be developed for the Web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decided to release Java publicly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this point on, Java versions began to appear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Key idea: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Each version improved Java without breaking the old ones.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3"/>
          <p:cNvSpPr/>
          <p:nvPr/>
        </p:nvSpPr>
        <p:spPr>
          <a:xfrm>
            <a:off x="49683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4"/>
          <p:cNvSpPr/>
          <p:nvPr/>
        </p:nvSpPr>
        <p:spPr>
          <a:xfrm>
            <a:off x="8849160" y="3506040"/>
            <a:ext cx="3624120" cy="3019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ounded Rectangle 75"/>
          <p:cNvSpPr/>
          <p:nvPr/>
        </p:nvSpPr>
        <p:spPr>
          <a:xfrm>
            <a:off x="8767440" y="342504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keeps evolving version by version.");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Box 33"/>
          <p:cNvSpPr/>
          <p:nvPr/>
        </p:nvSpPr>
        <p:spPr>
          <a:xfrm>
            <a:off x="5224320" y="7104600"/>
            <a:ext cx="305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76"/>
          <p:cNvSpPr/>
          <p:nvPr/>
        </p:nvSpPr>
        <p:spPr>
          <a:xfrm>
            <a:off x="4941000" y="3450960"/>
            <a:ext cx="3624480" cy="301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versions are not rewrites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gradual improvements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New features + same core idea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Philosophy: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improve forever.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2025-12-27T01:59:36Z</dcterms:modified>
  <cp:revision>40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