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1166D9-B99E-462A-92E4-201AC9D4F3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CBE913-8B7C-41E3-8F5D-F41BE22AA5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61FE18-2158-45DE-808E-39613DBC8F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EE7188-A78F-466E-9ECE-2EBDEE2BF09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FB3C60-1DDB-4D3A-8ED1-03457443D8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A9FF3F-305B-4532-A2DB-DBF89C22F3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48FDC1-E76B-4042-BFCA-C299244834E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CFB93F-340E-41F0-B073-D3DBCCEF54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0468CA-DF53-4144-8B25-A454CB0F4E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CB7976-DA0A-45C3-9346-B5602A3E3C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C4C34D-052F-4CD0-B7C0-62C4D8772B9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584822-AA18-47C9-AECA-5AC618612A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3C9661-753E-4F12-9DB5-E6AA1A8C80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BCA438-EBAF-4232-A1F5-ADD0B47871C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2C1CC25-4E09-4A4D-93BD-2FD9D1C342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6552746-B916-4F58-910D-6CC10C4218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661F16-85D4-4CD2-9389-DF359EFEE7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D9D63E-E3CF-41A9-9AD8-F1A0CC006B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FC3A84-4A90-4A04-AE9A-BF5EB7F78C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0302B9-9D71-4055-977F-9560D35156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05F549-5982-472E-A74A-FF5D658EB0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992C8C-3736-4055-A2A3-4CA455A35C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1CC7ED-75CC-4C2A-B83E-5699A01B015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4FEEF8-170F-4A44-A441-BCA5CEE7796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AACC9A-2679-43EF-B766-998D7C462C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AAE0A5F-EF20-4F7F-B77C-42BD33FB9C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6029ED-9D9B-4F66-93F3-B38B9CBC0B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CB04A15-A3BF-4C4C-948C-34513162CFC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363B671-54C6-42E5-9F73-7A688DF676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2F427D-EB0F-469D-A15F-F1EB90895F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2466C6C-610A-40AE-9224-CD36900B03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44C04A8-22DD-46E8-83C5-A1C14F4777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30FF80C-A0B2-4B65-BF9C-5B539094D1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E4A7A4-8F57-4043-97D5-23AB5A4C02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DDB77A-E740-47CC-8B57-8286F4C64CC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D1FB93-A76D-449C-90F5-330DABED4E3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6DCDD2D-AD0A-43B2-8551-385ECE26DF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1ABB8DB-99D9-4CC4-BFD5-35A220E003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194B849-E6DF-4478-9522-9B9DA4F468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482B6F9-7D98-44F3-B66B-1412BF6EA4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7F587F6-0E31-4AE2-A955-EBDB7DA9F0A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66AB0C4-B89C-4729-B368-3F12DE5276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B40F515-AC55-45A8-85BE-9DE5FA8150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416CEC6-2D7B-42CF-8A28-9F87BA68C3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63128B1-2C9A-4B66-A1FA-86D2AE5AE7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DE090E7-A8E2-4A8F-AC0B-4DECD8DE05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DE88C37-D74A-46F2-8327-72FCAE96DC4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00DC62-B7BD-4A40-9363-8915AF18625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DAE76D8-1582-4E99-BA50-7B00D98B87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A457C3-3F4F-400B-972B-1B010F6967E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3FD030-8E2A-4419-B0B7-8E60F61AD5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A3D7FFF-81A0-42C4-A7BA-B9149CA125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15F2FF9-8DAC-4AC7-A1FF-BC29AA9B0A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F4441D-1A14-4DF5-9F92-C4A0376F27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C15DA4-791E-49B4-A04F-B2D2951F91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3624CBA-B2F0-443A-BD7E-D7EAEABF75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ADB44D-FEC4-4FEA-86B5-D378B70967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D0C369A-8181-4C8C-AC96-D2B0EA661B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069D622-5846-49EA-9CDC-3CFCD641B63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9C52F2B-4EB9-4BF7-BD7C-C8F3FC0350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2C4A10-667A-4A15-B5FD-4E0D098F68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7208A8F-3402-470E-A26B-ADB04F4A80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5284FC2-035D-43E7-9B91-F03AED8DBA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BE7A308-EA1C-424E-BD73-CF402565B2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9D5F7B3-B7E9-409D-85F4-D49F6EA313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EB97F0F-CC28-4AC9-AE9C-0E57A82421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6D13131-7B31-497F-8265-CB862513AC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EE916D0-47C4-4DED-8F3A-DEDDF70D1B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7BD40F6-CCD3-49AF-A7E6-92A0632FD5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77C5F61-AD3A-4BEE-9882-3997ACB5E9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74EA7D-AF47-4031-AC04-F635BFCAB3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0DC5D5-AB2D-4F5E-A3C4-234932BFAD2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168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21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E01050-5392-4008-AF93-5B43C707CCE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2160" cy="39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2A3E8B-C5BC-44A6-8666-F35FA822380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8E8686-4DAD-4C85-9287-6E5389A1A2D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B5D653-CC97-4166-9365-A7DD42EE6D5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C4D374-D7D8-42CA-9DB9-EDCCB55FC09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528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B678B7-2E70-4948-AF37-BCBD44EEB03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5760" cy="39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2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3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5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8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0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1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2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4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5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6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17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20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21"/>
          <p:cNvSpPr/>
          <p:nvPr/>
        </p:nvSpPr>
        <p:spPr>
          <a:xfrm>
            <a:off x="101952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ounded Rectangle 22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ounded Rectangle 23"/>
          <p:cNvSpPr/>
          <p:nvPr/>
        </p:nvSpPr>
        <p:spPr>
          <a:xfrm>
            <a:off x="488448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Rounded Rectangle 24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ounded Rectangle 25"/>
          <p:cNvSpPr/>
          <p:nvPr/>
        </p:nvSpPr>
        <p:spPr>
          <a:xfrm>
            <a:off x="876384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32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33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34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35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36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37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38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39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40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41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2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43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4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45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46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47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8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9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10"/>
          <p:cNvSpPr/>
          <p:nvPr/>
        </p:nvSpPr>
        <p:spPr>
          <a:xfrm>
            <a:off x="1005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11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ounded Rectangle 12"/>
          <p:cNvSpPr/>
          <p:nvPr/>
        </p:nvSpPr>
        <p:spPr>
          <a:xfrm>
            <a:off x="488448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ounded Rectangle 13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ounded Rectangle 14"/>
          <p:cNvSpPr/>
          <p:nvPr/>
        </p:nvSpPr>
        <p:spPr>
          <a:xfrm>
            <a:off x="876384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17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8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9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20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21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22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23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24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25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26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27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28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29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30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31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48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15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16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100584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Rounded Rectangle 19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ounded Rectangle 26"/>
          <p:cNvSpPr/>
          <p:nvPr/>
        </p:nvSpPr>
        <p:spPr>
          <a:xfrm>
            <a:off x="4884480" y="342540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ounded Rectangle 27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ounded Rectangle 28"/>
          <p:cNvSpPr/>
          <p:nvPr/>
        </p:nvSpPr>
        <p:spPr>
          <a:xfrm>
            <a:off x="8763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49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50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51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52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53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54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55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56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7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58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59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60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61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62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63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64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29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30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31"/>
          <p:cNvSpPr/>
          <p:nvPr/>
        </p:nvSpPr>
        <p:spPr>
          <a:xfrm>
            <a:off x="1005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ounded Rectangle 32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33"/>
          <p:cNvSpPr/>
          <p:nvPr/>
        </p:nvSpPr>
        <p:spPr>
          <a:xfrm>
            <a:off x="488448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ounded Rectangle 34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35"/>
          <p:cNvSpPr/>
          <p:nvPr/>
        </p:nvSpPr>
        <p:spPr>
          <a:xfrm>
            <a:off x="8763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65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6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7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8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69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70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71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72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73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74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75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76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77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78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79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80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36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7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38"/>
          <p:cNvSpPr/>
          <p:nvPr/>
        </p:nvSpPr>
        <p:spPr>
          <a:xfrm>
            <a:off x="679320" y="3274920"/>
            <a:ext cx="4026240" cy="3166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ounded Rectangle 39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40"/>
          <p:cNvSpPr/>
          <p:nvPr/>
        </p:nvSpPr>
        <p:spPr>
          <a:xfrm>
            <a:off x="488448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ounded Rectangle 41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42"/>
          <p:cNvSpPr/>
          <p:nvPr/>
        </p:nvSpPr>
        <p:spPr>
          <a:xfrm>
            <a:off x="8763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angle 81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82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83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84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85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86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87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88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89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90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91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92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93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94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95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96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1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ounded Rectangle 43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44"/>
          <p:cNvSpPr/>
          <p:nvPr/>
        </p:nvSpPr>
        <p:spPr>
          <a:xfrm>
            <a:off x="1005840" y="342540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45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46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47"/>
          <p:cNvSpPr/>
          <p:nvPr/>
        </p:nvSpPr>
        <p:spPr>
          <a:xfrm>
            <a:off x="8763840" y="34268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ounded Rectangle 48"/>
          <p:cNvSpPr/>
          <p:nvPr/>
        </p:nvSpPr>
        <p:spPr>
          <a:xfrm>
            <a:off x="4938840" y="345096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97"/>
          <p:cNvSpPr/>
          <p:nvPr/>
        </p:nvSpPr>
        <p:spPr>
          <a:xfrm>
            <a:off x="1800" y="1800"/>
            <a:ext cx="1342296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8"/>
          <p:cNvSpPr/>
          <p:nvPr/>
        </p:nvSpPr>
        <p:spPr>
          <a:xfrm>
            <a:off x="1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9"/>
          <p:cNvSpPr/>
          <p:nvPr/>
        </p:nvSpPr>
        <p:spPr>
          <a:xfrm>
            <a:off x="10047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00"/>
          <p:cNvSpPr/>
          <p:nvPr/>
        </p:nvSpPr>
        <p:spPr>
          <a:xfrm>
            <a:off x="20124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01"/>
          <p:cNvSpPr/>
          <p:nvPr/>
        </p:nvSpPr>
        <p:spPr>
          <a:xfrm>
            <a:off x="30200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02"/>
          <p:cNvSpPr/>
          <p:nvPr/>
        </p:nvSpPr>
        <p:spPr>
          <a:xfrm>
            <a:off x="40276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03"/>
          <p:cNvSpPr/>
          <p:nvPr/>
        </p:nvSpPr>
        <p:spPr>
          <a:xfrm>
            <a:off x="50353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04"/>
          <p:cNvSpPr/>
          <p:nvPr/>
        </p:nvSpPr>
        <p:spPr>
          <a:xfrm>
            <a:off x="60429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05"/>
          <p:cNvSpPr/>
          <p:nvPr/>
        </p:nvSpPr>
        <p:spPr>
          <a:xfrm>
            <a:off x="70506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06"/>
          <p:cNvSpPr/>
          <p:nvPr/>
        </p:nvSpPr>
        <p:spPr>
          <a:xfrm>
            <a:off x="80582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07"/>
          <p:cNvSpPr/>
          <p:nvPr/>
        </p:nvSpPr>
        <p:spPr>
          <a:xfrm>
            <a:off x="90658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08"/>
          <p:cNvSpPr/>
          <p:nvPr/>
        </p:nvSpPr>
        <p:spPr>
          <a:xfrm>
            <a:off x="100735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09"/>
          <p:cNvSpPr/>
          <p:nvPr/>
        </p:nvSpPr>
        <p:spPr>
          <a:xfrm>
            <a:off x="11080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10"/>
          <p:cNvSpPr/>
          <p:nvPr/>
        </p:nvSpPr>
        <p:spPr>
          <a:xfrm>
            <a:off x="120884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11"/>
          <p:cNvSpPr/>
          <p:nvPr/>
        </p:nvSpPr>
        <p:spPr>
          <a:xfrm>
            <a:off x="130960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12"/>
          <p:cNvSpPr/>
          <p:nvPr/>
        </p:nvSpPr>
        <p:spPr>
          <a:xfrm>
            <a:off x="1800" y="1800"/>
            <a:ext cx="34452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49"/>
          <p:cNvSpPr/>
          <p:nvPr/>
        </p:nvSpPr>
        <p:spPr>
          <a:xfrm>
            <a:off x="10880640" y="401400"/>
            <a:ext cx="220824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50"/>
          <p:cNvSpPr/>
          <p:nvPr/>
        </p:nvSpPr>
        <p:spPr>
          <a:xfrm>
            <a:off x="108612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51"/>
          <p:cNvSpPr/>
          <p:nvPr/>
        </p:nvSpPr>
        <p:spPr>
          <a:xfrm>
            <a:off x="1005840" y="3426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ounded Rectangle 52"/>
          <p:cNvSpPr/>
          <p:nvPr/>
        </p:nvSpPr>
        <p:spPr>
          <a:xfrm>
            <a:off x="496620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53"/>
          <p:cNvSpPr/>
          <p:nvPr/>
        </p:nvSpPr>
        <p:spPr>
          <a:xfrm>
            <a:off x="884556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54"/>
          <p:cNvSpPr/>
          <p:nvPr/>
        </p:nvSpPr>
        <p:spPr>
          <a:xfrm>
            <a:off x="8763840" y="3426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ounded Rectangle 55"/>
          <p:cNvSpPr/>
          <p:nvPr/>
        </p:nvSpPr>
        <p:spPr>
          <a:xfrm>
            <a:off x="4938840" y="345060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Rectangle 113"/>
          <p:cNvSpPr/>
          <p:nvPr/>
        </p:nvSpPr>
        <p:spPr>
          <a:xfrm>
            <a:off x="1800" y="1800"/>
            <a:ext cx="13422960" cy="7554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14"/>
          <p:cNvSpPr/>
          <p:nvPr/>
        </p:nvSpPr>
        <p:spPr>
          <a:xfrm>
            <a:off x="1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15"/>
          <p:cNvSpPr/>
          <p:nvPr/>
        </p:nvSpPr>
        <p:spPr>
          <a:xfrm>
            <a:off x="10047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16"/>
          <p:cNvSpPr/>
          <p:nvPr/>
        </p:nvSpPr>
        <p:spPr>
          <a:xfrm>
            <a:off x="20124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17"/>
          <p:cNvSpPr/>
          <p:nvPr/>
        </p:nvSpPr>
        <p:spPr>
          <a:xfrm>
            <a:off x="30200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18"/>
          <p:cNvSpPr/>
          <p:nvPr/>
        </p:nvSpPr>
        <p:spPr>
          <a:xfrm>
            <a:off x="40276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19"/>
          <p:cNvSpPr/>
          <p:nvPr/>
        </p:nvSpPr>
        <p:spPr>
          <a:xfrm>
            <a:off x="50353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20"/>
          <p:cNvSpPr/>
          <p:nvPr/>
        </p:nvSpPr>
        <p:spPr>
          <a:xfrm>
            <a:off x="604296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21"/>
          <p:cNvSpPr/>
          <p:nvPr/>
        </p:nvSpPr>
        <p:spPr>
          <a:xfrm>
            <a:off x="70506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22"/>
          <p:cNvSpPr/>
          <p:nvPr/>
        </p:nvSpPr>
        <p:spPr>
          <a:xfrm>
            <a:off x="80582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23"/>
          <p:cNvSpPr/>
          <p:nvPr/>
        </p:nvSpPr>
        <p:spPr>
          <a:xfrm>
            <a:off x="90658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24"/>
          <p:cNvSpPr/>
          <p:nvPr/>
        </p:nvSpPr>
        <p:spPr>
          <a:xfrm>
            <a:off x="1007352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25"/>
          <p:cNvSpPr/>
          <p:nvPr/>
        </p:nvSpPr>
        <p:spPr>
          <a:xfrm>
            <a:off x="1108080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26"/>
          <p:cNvSpPr/>
          <p:nvPr/>
        </p:nvSpPr>
        <p:spPr>
          <a:xfrm>
            <a:off x="1208844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27"/>
          <p:cNvSpPr/>
          <p:nvPr/>
        </p:nvSpPr>
        <p:spPr>
          <a:xfrm>
            <a:off x="13096080" y="1800"/>
            <a:ext cx="12600" cy="7554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28"/>
          <p:cNvSpPr/>
          <p:nvPr/>
        </p:nvSpPr>
        <p:spPr>
          <a:xfrm>
            <a:off x="1800" y="1800"/>
            <a:ext cx="344520" cy="7554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56"/>
          <p:cNvSpPr/>
          <p:nvPr/>
        </p:nvSpPr>
        <p:spPr>
          <a:xfrm>
            <a:off x="10880640" y="401400"/>
            <a:ext cx="220824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ounded Rectangle 57"/>
          <p:cNvSpPr/>
          <p:nvPr/>
        </p:nvSpPr>
        <p:spPr>
          <a:xfrm>
            <a:off x="108612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58"/>
          <p:cNvSpPr/>
          <p:nvPr/>
        </p:nvSpPr>
        <p:spPr>
          <a:xfrm>
            <a:off x="1005840" y="3426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ounded Rectangle 59"/>
          <p:cNvSpPr/>
          <p:nvPr/>
        </p:nvSpPr>
        <p:spPr>
          <a:xfrm>
            <a:off x="496620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60"/>
          <p:cNvSpPr/>
          <p:nvPr/>
        </p:nvSpPr>
        <p:spPr>
          <a:xfrm>
            <a:off x="8845560" y="3507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61"/>
          <p:cNvSpPr/>
          <p:nvPr/>
        </p:nvSpPr>
        <p:spPr>
          <a:xfrm>
            <a:off x="8763840" y="342612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Rounded Rectangle 62"/>
          <p:cNvSpPr/>
          <p:nvPr/>
        </p:nvSpPr>
        <p:spPr>
          <a:xfrm>
            <a:off x="4938840" y="3452040"/>
            <a:ext cx="361944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2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3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3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3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3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3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3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3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3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3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4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4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4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4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4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63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ounded Rectangle 64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65"/>
          <p:cNvSpPr/>
          <p:nvPr/>
        </p:nvSpPr>
        <p:spPr>
          <a:xfrm>
            <a:off x="100656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Rounded Rectangle 66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67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68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ounded Rectangle 69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Rectangle 14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4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4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4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4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5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5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5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5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5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5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5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6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70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71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72"/>
          <p:cNvSpPr/>
          <p:nvPr/>
        </p:nvSpPr>
        <p:spPr>
          <a:xfrm>
            <a:off x="10065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Rounded Rectangle 73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74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75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ounded Rectangle 76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61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6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6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6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6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7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7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7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7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7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77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ounded Rectangle 78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79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Rounded Rectangle 80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81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82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Rounded Rectangle 83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77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78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79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80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81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82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83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84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85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86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87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88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89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90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91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92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84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38"/>
          <p:cNvSpPr/>
          <p:nvPr/>
        </p:nvSpPr>
        <p:spPr>
          <a:xfrm>
            <a:off x="4586400" y="2266200"/>
            <a:ext cx="3566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85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86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Rounded Rectangle 87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88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89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Rounded Rectangle 90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Rectangle 193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94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95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96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97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98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99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200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201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202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203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204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205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206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207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208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91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41"/>
          <p:cNvSpPr/>
          <p:nvPr/>
        </p:nvSpPr>
        <p:spPr>
          <a:xfrm>
            <a:off x="5367240" y="2266200"/>
            <a:ext cx="2004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ounded Rectangle 92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93"/>
          <p:cNvSpPr/>
          <p:nvPr/>
        </p:nvSpPr>
        <p:spPr>
          <a:xfrm>
            <a:off x="10065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Rounded Rectangle 94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ounded Rectangle 95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96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ounded Rectangle 97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Rectangle 209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21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21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21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21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21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21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21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21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21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21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22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22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22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22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22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98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44"/>
          <p:cNvSpPr/>
          <p:nvPr/>
        </p:nvSpPr>
        <p:spPr>
          <a:xfrm>
            <a:off x="5367240" y="2266200"/>
            <a:ext cx="2004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Rounded Rectangle 99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100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Rounded Rectangle 101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ounded Rectangle 102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03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ounded Rectangle 104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Rectangle 225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2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2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2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2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23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23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23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23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23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23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23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23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23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23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24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05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46"/>
          <p:cNvSpPr/>
          <p:nvPr/>
        </p:nvSpPr>
        <p:spPr>
          <a:xfrm>
            <a:off x="3957120" y="1107360"/>
            <a:ext cx="4199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Rounded Rectangle 106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107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Rounded Rectangle 108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ounded Rectangle 109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10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ounded Rectangle 111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Rectangle 241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42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43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44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45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246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247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248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249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250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251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52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53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54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55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56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12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49"/>
          <p:cNvSpPr/>
          <p:nvPr/>
        </p:nvSpPr>
        <p:spPr>
          <a:xfrm>
            <a:off x="1362960" y="1107360"/>
            <a:ext cx="93902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50"/>
          <p:cNvSpPr/>
          <p:nvPr/>
        </p:nvSpPr>
        <p:spPr>
          <a:xfrm>
            <a:off x="4168080" y="2266200"/>
            <a:ext cx="440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ounded Rectangle 113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ounded Rectangle 114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Rounded Rectangle 115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ounded Rectangle 116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17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Rounded Rectangle 118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Rectangle 257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58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59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60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61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62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63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264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265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266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267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268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269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270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271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272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19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52"/>
          <p:cNvSpPr/>
          <p:nvPr/>
        </p:nvSpPr>
        <p:spPr>
          <a:xfrm>
            <a:off x="2818440" y="1107360"/>
            <a:ext cx="64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53"/>
          <p:cNvSpPr/>
          <p:nvPr/>
        </p:nvSpPr>
        <p:spPr>
          <a:xfrm>
            <a:off x="2823120" y="2266200"/>
            <a:ext cx="7093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Rounded Rectangle 120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ounded Rectangle 121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Rounded Rectangle 122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ounded Rectangle 123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124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ounded Rectangle 125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Rectangle 273"/>
          <p:cNvSpPr/>
          <p:nvPr/>
        </p:nvSpPr>
        <p:spPr>
          <a:xfrm>
            <a:off x="16920" y="1800"/>
            <a:ext cx="1343016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74"/>
          <p:cNvSpPr/>
          <p:nvPr/>
        </p:nvSpPr>
        <p:spPr>
          <a:xfrm>
            <a:off x="144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75"/>
          <p:cNvSpPr/>
          <p:nvPr/>
        </p:nvSpPr>
        <p:spPr>
          <a:xfrm>
            <a:off x="100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76"/>
          <p:cNvSpPr/>
          <p:nvPr/>
        </p:nvSpPr>
        <p:spPr>
          <a:xfrm>
            <a:off x="201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77"/>
          <p:cNvSpPr/>
          <p:nvPr/>
        </p:nvSpPr>
        <p:spPr>
          <a:xfrm>
            <a:off x="302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78"/>
          <p:cNvSpPr/>
          <p:nvPr/>
        </p:nvSpPr>
        <p:spPr>
          <a:xfrm>
            <a:off x="402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79"/>
          <p:cNvSpPr/>
          <p:nvPr/>
        </p:nvSpPr>
        <p:spPr>
          <a:xfrm>
            <a:off x="503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80"/>
          <p:cNvSpPr/>
          <p:nvPr/>
        </p:nvSpPr>
        <p:spPr>
          <a:xfrm>
            <a:off x="604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81"/>
          <p:cNvSpPr/>
          <p:nvPr/>
        </p:nvSpPr>
        <p:spPr>
          <a:xfrm>
            <a:off x="705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282"/>
          <p:cNvSpPr/>
          <p:nvPr/>
        </p:nvSpPr>
        <p:spPr>
          <a:xfrm>
            <a:off x="806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283"/>
          <p:cNvSpPr/>
          <p:nvPr/>
        </p:nvSpPr>
        <p:spPr>
          <a:xfrm>
            <a:off x="9069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284"/>
          <p:cNvSpPr/>
          <p:nvPr/>
        </p:nvSpPr>
        <p:spPr>
          <a:xfrm>
            <a:off x="10077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285"/>
          <p:cNvSpPr/>
          <p:nvPr/>
        </p:nvSpPr>
        <p:spPr>
          <a:xfrm>
            <a:off x="11085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286"/>
          <p:cNvSpPr/>
          <p:nvPr/>
        </p:nvSpPr>
        <p:spPr>
          <a:xfrm>
            <a:off x="12093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87"/>
          <p:cNvSpPr/>
          <p:nvPr/>
        </p:nvSpPr>
        <p:spPr>
          <a:xfrm>
            <a:off x="13101480" y="1800"/>
            <a:ext cx="1440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88"/>
          <p:cNvSpPr/>
          <p:nvPr/>
        </p:nvSpPr>
        <p:spPr>
          <a:xfrm>
            <a:off x="1440" y="1800"/>
            <a:ext cx="34632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26"/>
          <p:cNvSpPr/>
          <p:nvPr/>
        </p:nvSpPr>
        <p:spPr>
          <a:xfrm>
            <a:off x="10884960" y="401400"/>
            <a:ext cx="2210760" cy="546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TextBox 56"/>
          <p:cNvSpPr/>
          <p:nvPr/>
        </p:nvSpPr>
        <p:spPr>
          <a:xfrm>
            <a:off x="3605040" y="2266200"/>
            <a:ext cx="5530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Rounded Rectangle 127"/>
          <p:cNvSpPr/>
          <p:nvPr/>
        </p:nvSpPr>
        <p:spPr>
          <a:xfrm>
            <a:off x="108684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ounded Rectangle 128"/>
          <p:cNvSpPr/>
          <p:nvPr/>
        </p:nvSpPr>
        <p:spPr>
          <a:xfrm>
            <a:off x="1020960" y="342432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Rounded Rectangle 129"/>
          <p:cNvSpPr/>
          <p:nvPr/>
        </p:nvSpPr>
        <p:spPr>
          <a:xfrm>
            <a:off x="49683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ounded Rectangle 130"/>
          <p:cNvSpPr/>
          <p:nvPr/>
        </p:nvSpPr>
        <p:spPr>
          <a:xfrm>
            <a:off x="8849160" y="3506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ounded Rectangle 131"/>
          <p:cNvSpPr/>
          <p:nvPr/>
        </p:nvSpPr>
        <p:spPr>
          <a:xfrm>
            <a:off x="8767440" y="3425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Rounded Rectangle 132"/>
          <p:cNvSpPr/>
          <p:nvPr/>
        </p:nvSpPr>
        <p:spPr>
          <a:xfrm>
            <a:off x="4941000" y="345096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2026-01-07T23:53:36Z</dcterms:modified>
  <cp:revision>102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