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</p:sld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A26FFE-11A4-40B7-9250-2E972255D74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2435CD-446D-4630-864A-81BDC3F94D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301F77-2EAE-4C31-9DFD-EDC3A32AF6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365884-8F4C-4749-9453-787F665211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3C55D7-E90A-4E94-8178-D2DE016E72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111099-9B6F-4C97-B0B3-30B5003E08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AB3283-0E62-45C3-A15E-EF33653A89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19E595-9FAD-4944-92E6-D80E257B63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E2C1B8-D27F-4AFD-8A86-542D96D86B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6F5422-7F23-48E0-8B30-0BA3EBB1B4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4F34E4-45AA-4B2B-B047-D3DDCA62A46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CAC59A-AB16-4E2A-AD0C-2095BB90518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67A8A3E-7A13-4C00-9EBC-83CECC3B4C2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F6DE1FE-D352-4079-999B-0C8DF32BD1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E6DCCAC-BA0E-4FC6-9580-D15C57BC07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E377A6E-AC93-44F3-A8C7-BAC09C8ADB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85E8F1-9D63-461B-B697-F852EA9F24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04D9453-09B7-4171-A1B9-AD0B979B895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9CBAEA-F496-417B-BDCC-73B1A68EFD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DFCF34-B199-4C6F-81BD-339B687B77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05DC5A-21ED-4F38-95FF-DA474EB9B1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CADD7E-17BE-45F9-A09F-29D3A0583A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A3EE70-814D-4C6B-A98B-8249D92110B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9B25942-AD77-47C2-954B-A95185233D8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7BF0452-B77D-4BA0-84B4-CA571DEA94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3CDACB3-6850-442A-92EC-13BE03F59F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CA4D482-E780-4672-A7B1-AA9AC12F8A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9F9C3B9-E1AB-451B-8964-FD6D54FEF98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C6911D0-7415-4165-99B0-24345BFD36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C44188-6739-4AF0-8C61-FDAC43063C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24FE6D4-F109-4D64-ABC1-20DB7FCFDD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378FF8B-12F3-419B-9D83-A5C651001C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F973CFD-D06E-465F-BDB8-906D0EDEF2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0D9654E-A226-45BD-A2F5-F9165DBB61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4CF0E2-A10E-4738-92EF-656D05902B5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4174122-FF62-4094-A5A8-254512DAAC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38E026E-36AD-4B46-8AB2-6DA7BDB58B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4AA59F-C4F1-4FC0-9D12-5A2A41264C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B845AD8-7F6E-4206-9631-A0AF19E65D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9A9C2F7-6773-4541-9E67-324DFD4645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8541B9C-D21E-4E6E-8703-C10D4F7766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81B3CC2-E372-4787-AA5D-5C9FF695DAD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879E65F-2FF9-43FA-BEAF-F14342500E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05A00DB-E759-4D42-A9EC-70F0FFDBE3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7203B37-2FE8-4B0C-AD71-B53FB943F1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D00F674-D045-437A-99A8-CF2CAB278F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5DDA87E-0F93-4C54-8070-D3A20916E2E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6336024-F804-4741-97E4-70539CEFB4A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634FF5E-E84A-470A-A3C0-F10A149E58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E199C98-340F-46F1-9576-AA855AD71A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0D9DD08-12BE-4D79-9ECB-36E8D07FEC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87C28C9-77CC-4053-8E70-F2F757696B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D659883-D2CF-40A1-B1EC-14FF0AF9B6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2967370-4EEF-40F7-8422-DC0E60CD4C8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429E0E7-CFD5-4640-9BDF-B5288AAEFB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CE8ED70-FFF4-416B-B455-EF505057C8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028C769-3CC3-4AE0-9318-3B49150EB0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71BC97A-0DAD-4734-93BD-69C82B2FF95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C7E7A21-CED1-450B-8051-A8579F9A4B3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DDC1BCD-D739-4C50-9693-CB0A1DCCDDA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172DECE-C711-432F-99B1-DE9762BE1D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4683868-E2B8-490B-A276-D63B8CC92D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878CA7E-8CB4-4934-90E3-99AC3F3D2D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A23CF94-348E-4FE6-B91C-D7B616E366D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5A9AA53-0E7C-4BC2-8844-6E1525E7A5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9C29B96-39DE-440A-AD5D-A680BC9807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257155C-2CAF-47EE-B80A-092A9A0707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D3B656B-3E82-4755-8F92-E6682D7ACD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1C8D2DD-EBA2-4D1C-A795-CB9AFFAE0E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E2F78F0-D677-4182-A6EF-241A5C3233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C0A5085-697A-48F1-A2FA-AA0916B46E8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5274D3-274E-47D2-9908-68ED9046E5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B919074-37B3-48DD-BA69-E205147FC9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A8DB13D-B8D6-44B4-ADB3-EF9D347FA2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2CDEE1C-B808-49A7-9398-5EAB43A446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997316A-09D6-417D-B555-EB5A54C4B3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070B590-75E9-4634-8795-6B67D6161B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64A4DF3-450D-4915-BC50-AF39D57DE9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3EC0EF5-D192-445F-8EE4-F0564CD1E0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2BC84CA-0CD5-4705-989C-C4107FD49A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94FED7D-D0CA-4DE8-8F9C-B7DBA278B7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CFB11B0-9043-41BA-8D95-DC6D03D097A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9B77585-6F0B-46F5-8ADB-90F3A1BE32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C891024-F278-4D8E-8B67-3BE3DDE28E6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EE51C17-4340-4A72-81B1-562E89ACE2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B8A314F-66C1-44CB-9BC7-5A434C6861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8C0A700-B66D-4127-AA00-29548C0D80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62EE4C1-9AA5-4145-9ABC-3084DA6BF2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FC9B550-84FB-4AA1-B868-0E053A3143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2321867-7115-4E35-B5CB-759A3B82C3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61934EE-7B2E-4466-ADF4-4A5C017617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B584FB-51C8-4F7B-BD29-933D863539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880CB50-8E10-4537-A79A-8255D5F863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6114A3C-65C9-48D2-879A-8D579F5BA5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DA88248-7449-4F39-BAE1-7DAF8EE3E03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191473A-3F7B-4640-9FEE-BF5F76FAF5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96AA6DE-EBE7-4060-B23B-47127A1E06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E6FC1A8-B13F-474E-BD53-8B3C4F4ADD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37AFC6D-9F42-462D-9778-3E0AED8FDD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EE483CA-2907-424A-A708-BD148D2AD5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F20D1B2-9FF2-4F03-BB6F-0EBEFA880A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72630B6-133F-4EE1-9C52-EED77A8CE4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BA06004-5E68-45D4-8158-165E0612B5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1AF58A2-5106-497A-B77D-75AE9C4989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A094FC3-1CC0-4753-A0D5-ECD4147FF2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7F1BAB6-E55D-4398-A555-3B9129EAAC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8DDCC4E-C094-42AF-9881-0E0B2E3EC8E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7548701-16C6-4068-A179-F8C26A455B7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D0D5367-99E9-4A2B-8059-CD902F95B5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9EE9338-3847-4AB6-9D8D-042CFAE3CD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B70E46A-0246-4076-9E9D-7B3101DDD6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ED9BFD7-C6AE-491B-A738-A1F20150236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8EA4434-D8F5-4E6B-8DD1-3643CA3FB9E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1CC798C-2DD2-43F2-AD9F-8D4A7C7A37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92F9E48-257F-433D-A67C-FAC903388A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3DC20AF-3F93-4A51-A248-07007AF44E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BA1D257-45F4-4959-BA04-F24E2EAE1B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ED79BBC-DFA3-440F-B9F8-AB1D8BCF99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C339A6F-026A-4316-BCF9-E4551BB6ED3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81BDF6C-8A3F-4795-A0CA-33D630A1798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D155038-FAFB-4AEF-8376-A04FCE6193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08697D2-ED00-4EA1-BA36-5DA03E6549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B1E8BBF-15CA-4D0E-952C-1A30C32939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F69F820-42F7-4128-995B-59D660DDFD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0985B3A-CB93-4856-AF55-E8CA4D8369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E8961FA-98D8-4CCF-84EB-828E25D19CC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B5C2D3D-36C1-4FAE-B17E-37339B277C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2DCD039-F0F3-4AEB-8D50-1E7A3F7999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7D96E20-DE1E-437F-A8FC-5C60B5C737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5B99A92-C281-4D0A-A164-E5F0274BB4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E0B66C8-2DD3-427C-B251-2542C02357D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F585153-7AF0-445B-870D-2F9EBF0A832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5F2D214-275E-419C-8377-91E97A863C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08FD7AD-4187-4AB1-A4F4-2E3E7DA59A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4BBAB83-EBAF-4083-8376-752E0211CF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2AD3AE2-A74B-4443-830F-AB9329AAB6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8F129D2-0BF0-4A5D-BCC9-59B926993A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6618669-30F4-4899-BAFD-D8F635C9E4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B81EABD-A77A-484E-8622-2EB42ACF52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DE3D229-6F32-4900-8045-0231CBC8418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25715F2-DC77-481F-A870-DC9884B853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7743B73-AF6B-431B-9615-CE66FA9E38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5D813BC-B507-47EF-9110-8D05542583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B6F0332-AEB4-4C84-B90C-708307954CC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AE151DF-A40B-4108-A01E-73EEE8CC61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814BD0C-6518-4258-B1EE-8247F87383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22DBF88-35AF-4598-BA6D-33A46AA6EF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E24F40F-2DF3-41A4-9793-CA93E4D075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300AEF7-661B-4123-BFD6-B4139545E6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AD38A1A-B421-4FD7-80A0-020B507114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DD1F904-3527-49D4-BB3F-9F0B6B009F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E16698A-608A-469B-B1D9-872B19328B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EE13075-C662-4459-974D-1A46ED057F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49EF923-6C95-4CE1-975D-7DD705B0CE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5778E18-FE6E-499C-926C-741FDF0211C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E0F417D-B44A-4F45-BCE6-B1C59953A86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9A42484-C32D-4738-972E-E7976C8527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FFCFA14-95B4-4742-A8AC-538F73F38D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39D443C-60A8-4777-8307-C65D0D476A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8F104F9-5383-46E6-866E-166DCD71F7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4551688-A780-4FD5-8113-7EFD0193901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D94E4E8-FAF4-45FA-8BE3-5FE9B68CD93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2E22AC6-0FD6-4888-9F06-041569BBDB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3ACB780-1E61-46BF-A246-88CF6D1E06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26BE16C-0E0F-4964-BCE5-A086518A5A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C34CCA7-01F7-42A1-93CB-CC383D59371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CE20EA5-FB85-404C-92CB-F0944B2878B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B34FEC6-1B03-41AD-9299-A7BC8556A0A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49E115-86AB-446E-954E-DE42C74C7A5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0D2989-D964-4369-921D-4558A34F1BF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1A2E2E-2DDF-47A7-9A26-FE3096820AF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B4E848-ADC9-42C0-AD8A-B245E1ED391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1DE9E4-9E7D-4E07-AFC7-0FE762401F7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734ECF-F9C8-4E76-AB8C-E662F275398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25F90B-D9AC-4617-A84B-DB2F03DD47D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C89E5E-1FAB-41C4-A523-EA92633B206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CEB260-4637-4675-AC55-C716653E26A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171D56-CCE3-449E-A48B-983F2CE902B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12CCEA-C51B-4923-B91A-93E34AF7C23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884E0F-AE3B-476D-96DC-29E0B311D0B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033D0C-514C-40F8-8E67-7C46E2FBCD7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6432D9-4552-4D95-950F-EC3B4172656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Rectangle 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ounded Rectangle 1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Rounded Rectangle 2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21"/>
          <p:cNvSpPr/>
          <p:nvPr/>
        </p:nvSpPr>
        <p:spPr>
          <a:xfrm>
            <a:off x="914400" y="3108960"/>
            <a:ext cx="328536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Rounded Rectangle 2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ounded Rectangle 2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Rounded Rectangle 2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25"/>
          <p:cNvSpPr/>
          <p:nvPr/>
        </p:nvSpPr>
        <p:spPr>
          <a:xfrm>
            <a:off x="7955280" y="3108960"/>
            <a:ext cx="346932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Rectangle 3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4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4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4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4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4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4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4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4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ounded Rectangle 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0"/>
          <p:cNvSpPr/>
          <p:nvPr/>
        </p:nvSpPr>
        <p:spPr>
          <a:xfrm>
            <a:off x="826200" y="2925720"/>
            <a:ext cx="3389040" cy="370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Rounded Rectangle 1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ounded Rectangle 12"/>
          <p:cNvSpPr/>
          <p:nvPr/>
        </p:nvSpPr>
        <p:spPr>
          <a:xfrm>
            <a:off x="4434840" y="3108960"/>
            <a:ext cx="32853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Rounded Rectangle 1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4"/>
          <p:cNvSpPr/>
          <p:nvPr/>
        </p:nvSpPr>
        <p:spPr>
          <a:xfrm>
            <a:off x="7955280" y="3108960"/>
            <a:ext cx="346932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Rectangle 160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61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62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63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64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65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6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67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68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69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70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71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72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73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74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75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ounded Rectangle 7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Rounded Rectangle 7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73"/>
          <p:cNvSpPr/>
          <p:nvPr/>
        </p:nvSpPr>
        <p:spPr>
          <a:xfrm>
            <a:off x="685800" y="2971800"/>
            <a:ext cx="351612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Rounded Rectangle 74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ounded Rectangle 75"/>
          <p:cNvSpPr/>
          <p:nvPr/>
        </p:nvSpPr>
        <p:spPr>
          <a:xfrm>
            <a:off x="443484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Rounded Rectangle 7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77"/>
          <p:cNvSpPr/>
          <p:nvPr/>
        </p:nvSpPr>
        <p:spPr>
          <a:xfrm>
            <a:off x="7955280" y="2971800"/>
            <a:ext cx="370008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Rectangle 144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145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146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47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48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49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50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51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52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53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54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55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56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57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58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59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ounded Rectangle 6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7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ounded Rectangle 6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66"/>
          <p:cNvSpPr/>
          <p:nvPr/>
        </p:nvSpPr>
        <p:spPr>
          <a:xfrm>
            <a:off x="685800" y="3108960"/>
            <a:ext cx="35157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Rounded Rectangle 67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ounded Rectangle 68"/>
          <p:cNvSpPr/>
          <p:nvPr/>
        </p:nvSpPr>
        <p:spPr>
          <a:xfrm>
            <a:off x="4434840" y="3108960"/>
            <a:ext cx="32871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Rounded Rectangle 6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70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Rectangle 48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49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50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51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52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53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54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55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56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57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58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59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60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61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62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63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ounded Rectangle 1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Rounded Rectangle 1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8"/>
          <p:cNvSpPr/>
          <p:nvPr/>
        </p:nvSpPr>
        <p:spPr>
          <a:xfrm>
            <a:off x="685800" y="2743200"/>
            <a:ext cx="35139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Rounded Rectangle 1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ounded Rectangle 26"/>
          <p:cNvSpPr/>
          <p:nvPr/>
        </p:nvSpPr>
        <p:spPr>
          <a:xfrm>
            <a:off x="4343400" y="2743200"/>
            <a:ext cx="3376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Rounded Rectangle 2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28"/>
          <p:cNvSpPr/>
          <p:nvPr/>
        </p:nvSpPr>
        <p:spPr>
          <a:xfrm>
            <a:off x="7955280" y="2971800"/>
            <a:ext cx="369792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Rectangle 80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81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82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83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84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85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86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87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88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89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90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91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92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93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94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95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ounded Rectangle 36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Rounded Rectangle 37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38"/>
          <p:cNvSpPr/>
          <p:nvPr/>
        </p:nvSpPr>
        <p:spPr>
          <a:xfrm>
            <a:off x="685800" y="3108960"/>
            <a:ext cx="351432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Rounded Rectangle 3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ounded Rectangle 40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Rounded Rectangle 41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42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Rectangle 64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65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66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67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68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69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70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71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72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73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74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75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76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77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78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79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ounded Rectangle 2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Rounded Rectangle 3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31"/>
          <p:cNvSpPr/>
          <p:nvPr/>
        </p:nvSpPr>
        <p:spPr>
          <a:xfrm>
            <a:off x="457200" y="2971800"/>
            <a:ext cx="37429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Rounded Rectangle 3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ounded Rectangle 33"/>
          <p:cNvSpPr/>
          <p:nvPr/>
        </p:nvSpPr>
        <p:spPr>
          <a:xfrm>
            <a:off x="4343400" y="2971800"/>
            <a:ext cx="342396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Rounded Rectangle 3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35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Rectangle 96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97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98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99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100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101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102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103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104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105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106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107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08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09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10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111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ounded Rectangle 43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Rounded Rectangle 44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45"/>
          <p:cNvSpPr/>
          <p:nvPr/>
        </p:nvSpPr>
        <p:spPr>
          <a:xfrm>
            <a:off x="475560" y="2514600"/>
            <a:ext cx="372492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Rounded Rectangle 46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ounded Rectangle 47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Rounded Rectangle 48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49"/>
          <p:cNvSpPr/>
          <p:nvPr/>
        </p:nvSpPr>
        <p:spPr>
          <a:xfrm>
            <a:off x="7955280" y="2514600"/>
            <a:ext cx="3698640" cy="3404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Rectangle 11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11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11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11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11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11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11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11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12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12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12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12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12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12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12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12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ounded Rectangle 50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Rounded Rectangle 51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52"/>
          <p:cNvSpPr/>
          <p:nvPr/>
        </p:nvSpPr>
        <p:spPr>
          <a:xfrm>
            <a:off x="685800" y="2971800"/>
            <a:ext cx="351468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Rounded Rectangle 53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ounded Rectangle 54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Rounded Rectangle 55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56"/>
          <p:cNvSpPr/>
          <p:nvPr/>
        </p:nvSpPr>
        <p:spPr>
          <a:xfrm>
            <a:off x="7955280" y="2971800"/>
            <a:ext cx="3470040" cy="296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Rectangle 128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129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130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131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132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133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134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135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136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137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138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139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140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141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142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143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ounded Rectangle 5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ounded Rectangle 58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59"/>
          <p:cNvSpPr/>
          <p:nvPr/>
        </p:nvSpPr>
        <p:spPr>
          <a:xfrm>
            <a:off x="685800" y="3108960"/>
            <a:ext cx="351540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Rounded Rectangle 60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ounded Rectangle 61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Rounded Rectangle 62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63"/>
          <p:cNvSpPr/>
          <p:nvPr/>
        </p:nvSpPr>
        <p:spPr>
          <a:xfrm>
            <a:off x="7955280" y="3108960"/>
            <a:ext cx="347076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Rectangle 176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177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178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179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180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181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182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183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184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185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186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187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88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189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190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191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ounded Rectangle 7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ounded Rectangle 7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ounded Rectangle 80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Rounded Rectangle 8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ounded Rectangle 82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Rounded Rectangle 8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ounded Rectangle 84"/>
          <p:cNvSpPr/>
          <p:nvPr/>
        </p:nvSpPr>
        <p:spPr>
          <a:xfrm>
            <a:off x="7955280" y="2971800"/>
            <a:ext cx="370008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Rectangle 19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19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19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19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19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19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19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19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20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20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20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20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0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0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0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20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ounded Rectangle 8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TextBox 37"/>
          <p:cNvSpPr/>
          <p:nvPr/>
        </p:nvSpPr>
        <p:spPr>
          <a:xfrm>
            <a:off x="1242720" y="900360"/>
            <a:ext cx="8483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Rounded Rectangle 8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ounded Rectangle 87"/>
          <p:cNvSpPr/>
          <p:nvPr/>
        </p:nvSpPr>
        <p:spPr>
          <a:xfrm>
            <a:off x="595440" y="2743200"/>
            <a:ext cx="351648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Rounded Rectangle 88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ounded Rectangle 89"/>
          <p:cNvSpPr/>
          <p:nvPr/>
        </p:nvSpPr>
        <p:spPr>
          <a:xfrm>
            <a:off x="4343400" y="2880360"/>
            <a:ext cx="3654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Rounded Rectangle 90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ounded Rectangle 91"/>
          <p:cNvSpPr/>
          <p:nvPr/>
        </p:nvSpPr>
        <p:spPr>
          <a:xfrm>
            <a:off x="8229600" y="2972880"/>
            <a:ext cx="365472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Rectangle 20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20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21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1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1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21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21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21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21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21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21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21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2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2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2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22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ounded Rectangle 92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TextBox 41"/>
          <p:cNvSpPr/>
          <p:nvPr/>
        </p:nvSpPr>
        <p:spPr>
          <a:xfrm>
            <a:off x="2647440" y="1600200"/>
            <a:ext cx="5809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Rounded Rectangle 93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ounded Rectangle 94"/>
          <p:cNvSpPr/>
          <p:nvPr/>
        </p:nvSpPr>
        <p:spPr>
          <a:xfrm>
            <a:off x="457200" y="2743200"/>
            <a:ext cx="37454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5" name="Rounded Rectangle 95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ounded Rectangle 96"/>
          <p:cNvSpPr/>
          <p:nvPr/>
        </p:nvSpPr>
        <p:spPr>
          <a:xfrm>
            <a:off x="4434840" y="2971800"/>
            <a:ext cx="32882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Rounded Rectangle 9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ounded Rectangle 98"/>
          <p:cNvSpPr/>
          <p:nvPr/>
        </p:nvSpPr>
        <p:spPr>
          <a:xfrm>
            <a:off x="7955280" y="2514600"/>
            <a:ext cx="392940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Rectangle 224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225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226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227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228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229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230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231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232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233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234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235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36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37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38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39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ounded Rectangle 9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44"/>
          <p:cNvSpPr/>
          <p:nvPr/>
        </p:nvSpPr>
        <p:spPr>
          <a:xfrm>
            <a:off x="2094480" y="2057400"/>
            <a:ext cx="678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Rounded Rectangle 10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ounded Rectangle 101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" name="Rounded Rectangle 10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ounded Rectangle 10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Rounded Rectangle 10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ounded Rectangle 105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4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24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24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24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24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24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24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24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24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24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25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25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25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25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25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25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ounded Rectangle 10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3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TextBox 47"/>
          <p:cNvSpPr/>
          <p:nvPr/>
        </p:nvSpPr>
        <p:spPr>
          <a:xfrm>
            <a:off x="2286000" y="1826640"/>
            <a:ext cx="64310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Rounded Rectangle 10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ounded Rectangle 108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Rounded Rectangle 10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ounded Rectangle 110"/>
          <p:cNvSpPr/>
          <p:nvPr/>
        </p:nvSpPr>
        <p:spPr>
          <a:xfrm>
            <a:off x="4343400" y="3108960"/>
            <a:ext cx="338040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Rounded Rectangle 11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ounded Rectangle 112"/>
          <p:cNvSpPr/>
          <p:nvPr/>
        </p:nvSpPr>
        <p:spPr>
          <a:xfrm>
            <a:off x="7955280" y="2971800"/>
            <a:ext cx="393012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Rectangle 256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25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25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25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26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26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26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26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26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26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26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26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26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26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27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27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ounded Rectangle 11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9" name="TextBox 49"/>
          <p:cNvSpPr/>
          <p:nvPr/>
        </p:nvSpPr>
        <p:spPr>
          <a:xfrm>
            <a:off x="1458000" y="1005840"/>
            <a:ext cx="8055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TYPE CASTING IN EXPRESSIONS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Rounded Rectangle 11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ounded Rectangle 115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promotes smaller types in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Operations follow the largest data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 (in most cases)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converted to int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Rounded Rectangle 11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ounded Rectangle 117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= largest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Rounded Rectangle 11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ounded Rectangle 119"/>
          <p:cNvSpPr/>
          <p:nvPr/>
        </p:nvSpPr>
        <p:spPr>
          <a:xfrm>
            <a:off x="7955280" y="2971800"/>
            <a:ext cx="3702240" cy="287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Rectangle 27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27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27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27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27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27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27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27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28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28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ectangle 28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ectangle 28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28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28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28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28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ounded Rectangle 120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TextBox 52"/>
          <p:cNvSpPr/>
          <p:nvPr/>
        </p:nvSpPr>
        <p:spPr>
          <a:xfrm>
            <a:off x="1514160" y="1005840"/>
            <a:ext cx="7943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TextBox 53"/>
          <p:cNvSpPr/>
          <p:nvPr/>
        </p:nvSpPr>
        <p:spPr>
          <a:xfrm>
            <a:off x="1787760" y="2074680"/>
            <a:ext cx="7584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is a universal character encoding standard that allows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represent text from multiple languages consistently across platforms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Rounded Rectangle 121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ounded Rectangle 122"/>
          <p:cNvSpPr/>
          <p:nvPr/>
        </p:nvSpPr>
        <p:spPr>
          <a:xfrm>
            <a:off x="91440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a global character set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has a unique code point (e.g.,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Replaced older encodings like ASCII and ISO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almost all world languages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uses Unicode internally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Rounded Rectangle 123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ounded Rectangle 124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(UTF-16) → Stored in Java →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Rounded Rectangle 125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ounded Rectangle 126"/>
          <p:cNvSpPr/>
          <p:nvPr/>
        </p:nvSpPr>
        <p:spPr>
          <a:xfrm>
            <a:off x="7955280" y="3108960"/>
            <a:ext cx="370296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Unicode for 'A'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TextBox 54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4" name="" descr=""/>
          <p:cNvPicPr/>
          <p:nvPr/>
        </p:nvPicPr>
        <p:blipFill>
          <a:blip r:embed="rId1"/>
          <a:stretch/>
        </p:blipFill>
        <p:spPr>
          <a:xfrm>
            <a:off x="4589280" y="5029200"/>
            <a:ext cx="2651400" cy="50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Rectangle 28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28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29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29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29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29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29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29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29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ectangle 29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ectangle 29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29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30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30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30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30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ounded Rectangle 12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TextBox 55"/>
          <p:cNvSpPr/>
          <p:nvPr/>
        </p:nvSpPr>
        <p:spPr>
          <a:xfrm>
            <a:off x="2830320" y="1005840"/>
            <a:ext cx="531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How Unicode Works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Box 56"/>
          <p:cNvSpPr/>
          <p:nvPr/>
        </p:nvSpPr>
        <p:spPr>
          <a:xfrm>
            <a:off x="2163600" y="1846080"/>
            <a:ext cx="6644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assigns a unique number (code point) to every character,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regardless of platform, language, or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Rounded Rectangle 128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ounded Rectangle 129"/>
          <p:cNvSpPr/>
          <p:nvPr/>
        </p:nvSpPr>
        <p:spPr>
          <a:xfrm>
            <a:off x="685800" y="3108960"/>
            <a:ext cx="35193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→ Code Point (U+XXXX format)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universal → same meaning everywhere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systems (UTF-8, UTF-16, UTF-32) define how these are stored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6" name="Rounded Rectangle 130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ounded Rectangle 131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→ Binary → Display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Screen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Rounded Rectangle 132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ounded Rectangle 133"/>
          <p:cNvSpPr/>
          <p:nvPr/>
        </p:nvSpPr>
        <p:spPr>
          <a:xfrm>
            <a:off x="7955280" y="2514600"/>
            <a:ext cx="393192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System.out.println("Character: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Code Point: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usage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Box 57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2026-03-31T23:53:46Z</dcterms:modified>
  <cp:revision>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