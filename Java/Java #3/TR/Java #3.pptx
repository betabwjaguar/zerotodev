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24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  <p:sldMasterId id="2147483895" r:id="rId21"/>
  </p:sld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05D285-B926-4327-A644-E2C79879B5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653A9F-6E3D-4382-AEDF-0B36D7CFF8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ABC8D5-2E0B-45C3-8B68-44F5E6A571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85C956-7D6F-4F0A-AC2F-541D6179C2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F64E04-767B-4186-9525-2F28F89F0D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586A16-6016-4343-990D-3346A940A8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D5033D-FF40-4E9D-B5AC-2861F1A1D2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1BCDA5-89F6-4E40-83ED-9FC40D9DAA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289279-E202-4751-A9CD-66B23FBFA5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6CCA5C-EB8E-4893-92B7-22E903FC73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19D2B8-ABF8-4402-B902-5676AD13B8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57C2CB-96C0-4EAF-AEA1-326B0573A2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39FD975-A3B2-4046-8D3A-D40CF9984C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AD29DE-AB6D-4EBF-941C-FC6FD3A72B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5BC81C2-C531-4CF4-B91C-B9C784633D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55F85B-970A-4FCA-8329-3A677F8A32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00C13A-D850-4E11-8AAB-197101372A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FFDEDB-4F6F-4EFF-BC80-7FC73FFB03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D3C393-243A-4D8D-B7A8-B6051AB92F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DF98C4-C313-497A-8E03-F792ECAC42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B94DBA-FE82-4118-B160-35B687415B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E3698E-DBD9-4E60-9E36-B834E7894E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19F5960-EFD3-4A7B-B924-B19B740929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761C01-C22F-433A-BA1C-EDC0DC580F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2C37EA-A45F-4CD6-A1CE-A623EEAA73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B6D37F-7830-4AC7-BC03-3460C3330C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6AA979E-5D42-476F-9F4D-AADEBB050C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040B683-188C-43C2-B370-09CAC21C90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F68273-9465-4463-9781-64A98FA616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F7322AC-55A5-4AAF-9ECF-6F048FA506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87281AD-2859-4B0F-890B-30A0DCD3FE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3F5D1C9-F4EB-434A-8BFB-373A3F30B8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68770E-570D-4EB5-9D80-1E4A0CCC99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D6B6572-84EC-4779-BD48-E06CDEA10B1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D78F1C-CE45-4BFB-8AAB-5FE9E10F532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F740C67-65D7-4B49-A158-3F4C135A782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228CD3E-B023-4507-B89C-11D10B5BDC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8DAF64-C8B7-4D72-94F7-334468D8F9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8275D3-FD74-48F6-AF84-809C99FA7E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C42C4C3-74F1-4417-87C0-96EE6FB92F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92D781-DC07-4200-8C26-9F716DCE6C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092EF8-7D2A-488E-AC74-A87BBC1B13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C472F7-7B47-4B06-BA04-61209C619D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AA8047F-1DF7-4739-BBA0-E9BED1ED6B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6081B3-83D2-4A6B-B9F7-12A2E8B048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3E3500-A89C-494F-AF36-923D3C84C5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90805BC-31D0-4206-9D63-C72B76BBBE2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502419-36A7-49B1-AD1F-A2830DBE1DD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1DB418E-987B-4ABE-9BB9-2703C1FD7E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3247AE-A961-4012-9D0D-2B905C3180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B9603E5-D067-4263-86C7-94337691FF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AE55685-60B5-40E1-99DE-7B9BBEDBE5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D47F53C-2147-4B09-A07D-02592B3E2F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283671E-B6A0-440A-91AE-BF9CA9034A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5D0C32-62E7-4CAE-A64A-FE68E650EF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B2479A5-0213-442F-BA05-3B6744BE83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766419-4EB6-4991-8DB0-9BFFCA89CA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58124E8-4AC4-47AA-A8F5-C6CC1586F3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56EF65B-65D8-4D15-BCBE-A18A40A6B6F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1486B77-9A11-4278-B402-A7032CA2C3C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BCE3A01-FB66-4995-B025-9D4665BD7D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3AA06C6-EF98-4E61-92F8-3FE568F698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03DD0DD-F6E6-42BB-B411-D2B4A5AC54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F77E08-7C85-4663-B668-90A4818A62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6DA3375-A0C9-4A88-9E0E-D3C3B0CE7A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831A0B-EC06-40B7-AE1E-C5954860D6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689D318-AE78-470C-8758-E6D2D410B9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9090916-F7DB-4801-A9D6-3B6A545265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71846E-2746-4DDA-BD63-11054A2AE0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488050-9906-487E-8135-6E28CD41C1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774010A-CFE0-41FF-954D-6BC4313360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B3A9046-DDDA-4689-90F3-E21FB2B41C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6BA8D48-69C3-49C7-AE9D-4991F192D4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B7B3A19-C121-44E8-B08A-FE20F49DEF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0FA0340-9C2F-402F-BC86-91AF1CC069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483EEFD-9836-49CB-B4F4-13E134E6A1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3E0BAB1-F857-4E39-9C92-F6CBB13BE3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D0D7983-4134-4B61-92BC-240B272F62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500D13C-ADCE-4F79-B2A9-01FA41B493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8388B3C-3DED-47D7-901D-1586AE72F2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D9CEE14-EB8B-4C35-B1F4-9425DD9D0B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EF70EBA-F932-42A6-BEF8-F503A5E6E5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262E89-BB22-4E31-BA0C-CD098983B73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E851F34-2ED8-4351-B67E-2629B85EC8B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CE4B00A-42AB-4165-A776-3DA120172C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F270150-8AA9-4D6C-80DC-99AA071111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3E4A9E2-BCC4-496E-A521-BD0A078EE8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5654CF-65F1-4E35-B03B-4E29E30CD2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AD1CFE5-5F7D-4C91-AB62-961E173C52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0F62CCD-49EF-4A3E-9F67-DB3FBDE91E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5FF51BC-3045-461A-9F89-08C38E2FD3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DDA85B9-8B0B-4BA2-8367-60410DBBCF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DB86A2B-E515-4566-9ABB-64334CD689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B7ECDAD-1CA8-459A-82C9-0AF16CA06E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7CEE8E3-A549-4B57-9A44-6E3ACD9922D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8D2BE17-5804-40AC-9547-A8781FB4DB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5ED1270-0C7F-4911-B939-3617202B38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B2416C6-9A0F-404A-AB44-98F629DC3E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85E28D3-2578-4F4C-A0FF-4829C67861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23967BE-2C5E-4B4C-B7E1-1C7A83A2BE6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C20262-3EF1-4FA8-9615-4261BBD233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EE2F857-7971-4B9B-B8B8-D45E69CBF9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64C16C9-D28E-49AC-A1D0-5477D1CF71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2B3E4E4-94F3-4593-A8A2-1664E4C826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2175EBB-3FCE-4ABD-90BB-6A297AA36C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411361F-DB0B-4753-B1DF-504802723A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C39767A-1619-47D9-9013-1B2640418BE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9AD8BD8-F0AC-4641-A8A4-6E7A6847F9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A713650-ECB3-484E-9ED6-B6933A12DA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18F401C-2AC5-4A31-AE9B-039F15732F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77DEB54-B35C-44E8-9437-05E6F1C49F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BF989DE-2BB0-4DC2-A2CA-E78CD3B3EF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6CD981-AAA4-4021-B753-D2EE61CCC5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D3DFE24-FE6B-4AC5-8497-85EB945328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8CF045E-755F-4EE9-A8DC-4287A30A4F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EAD7A13-4B7D-40EC-8AB8-0971C0A5C7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6F60C5C-244C-4E85-97F4-5C0F090602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4BB26B7-1C06-42C7-BB43-90BD9F0553C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313E0D9-55FB-41CC-81A5-FB712211980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3FD257A-2809-49D2-B82D-C02DAA35AE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21C89E8-21F1-4068-BF32-DD71D524C6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2E71695-2B67-4666-A1E3-3E71AA58F4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AEA71B8-F250-49E1-8C9C-274C7F71E8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E2AA152-68D9-436B-9493-EE484CB4CE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63F9D12-980B-4A45-AC7F-A55F8EDB7E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2740A7C-4563-4C1D-9CDB-EFF43D7665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6CB1DBA-67A7-40A6-84F7-12B82C2B56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149AE9E-E449-4FB2-BD7C-92F315AE44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043BFB7-0AA6-4970-800B-9DF08F3659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991EA3A-ADE9-45F6-9ED6-3C69BB877C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59B81AD-2CA5-446F-AFFF-3D2F62F7AE7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245C080-4E33-4DC3-A7F5-B03307C4D34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7A17A5F-4658-4CD1-BF69-66C216DF3D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CC32FED-56B9-42F5-AFFE-B01F82768B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63B8147-49A9-4247-853F-0BDB7830AD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33245CD-2EC8-4699-BC88-9D3D7D4AE3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4341B7A-93A0-4829-9595-AA40B4D65F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9CBC1DE-0197-4C30-88E3-E9E5E73AD7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00EA86C-E213-4543-AF99-39E6ABDD41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DE4FB10-A8D8-42DF-93AA-57ED474F65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0CA1A7F-ACBC-4A75-A15E-6E2F31BCA9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E92D440-E094-42FA-B508-07CDFF056A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982D6DC-0455-456E-B553-FE4193AAE9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DEE80A0-F255-4044-B522-B2392CC25E4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0E03437-6328-4522-BEB3-7C1112891A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559C4A5-A15F-43EB-8FDF-86F43847B1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20B4B10-234C-4C8F-B46E-BA63EDC7A0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E0A7E7D-880A-474C-86E1-E6C341BD35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CCD8EBB-02C4-4D2F-B3B7-7D5C72399A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025638B-FC73-4765-8729-1B866FB86D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60A8483-2A6E-45F6-91FB-861C21C7C3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442E27F-830E-476B-BEB3-8744688DE2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8ADBE67-4E05-48A7-B1A2-CBD8A119D9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70C55AA-2951-4AAB-B7C4-3072C58F9A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D89A56B2-FE35-4B86-A54F-18C14A3A63D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64DCF7E-8FE8-47D0-8F42-AAD59712EB3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0A36297-5AB4-490A-8C7A-AA07E037CF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5D409B3-1F66-48EF-AB3E-0652FB3800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F3360FA-4089-455F-A0E0-5EF5472C0B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062871B-D61F-473C-80F7-48906AEE8A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96DF4DF-C1A1-4C10-B332-38446E05E5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8ABC3FC-C27D-43D8-81D4-0DA5DD8EB5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CD7A57B-9059-4757-A2D8-4F5556C300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6A94E5E-6C91-4429-BDDA-5E09D66BC9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28537A9-F0B6-4C8C-8DC8-7A1B4686C7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027595D-537F-4588-971C-7369F5A944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F15F6E9-7181-47C3-B938-F2B5FA3981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6DD0C25-4926-47DD-B061-879FDE5E5D7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6B7D6E2-F6A2-4E7C-89CD-31A3E9E1FD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2A35F0B-E4D5-4944-969E-8334E2D7A5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80B16D1-13C6-498E-B3FF-C3515FD1B8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FE06A33-BA1C-4CF8-9260-D4077FD93D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7860E16-1FB1-40B2-A8B4-C4FECB0CCB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B4C00C9-E2D0-4FE2-B912-EB22B34406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CCC348DF-493C-45EA-8306-B0445A0567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F0BA18F-4D45-4A04-AC22-48C67995B0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8A8E206-FF3A-49AB-B83E-3A208AC60D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415A2C4-184A-4B68-BF5B-1B55F6FA9B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F03344D-D393-42F5-A066-47E823E1D4F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02C82F0-313A-4858-98A6-EE5FFAF3680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BBF9E25-823E-4EB9-9360-B05EA1713F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8A0DDEE-A124-4979-B664-642B1BF6B7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F43BEAA-7427-4644-96F5-A0DE985DD4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A9342A7-C8F8-49B3-9FC5-01D5E5509B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03CE63C-1AFA-4B3E-9E53-062A1DC663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5C4D164-38CB-4829-995C-6702E2BA24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9EB01B3C-20CF-45AE-832E-4FCF47F4B9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BA40C5B-EEE9-4572-BCFF-0E3E865191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6E00CE2-BE35-435B-909A-4A8878AB46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BFAC46C-F3BE-4DA1-A263-6521CEF240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DCC466D-A4D2-4969-9AAC-4578F055338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B79C5B-B8A7-4E90-93E6-D59A0F1223B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0D3B587-F9B3-4CC5-93CB-8474212B0F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E3DC1F6-CB2F-48CE-9493-F58F74F467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B1451406-03AB-4475-B332-5808D08A4D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CF2C27D4-13F1-472A-A9A0-B1E000DB2D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E4DEDF8-BF51-4FC4-944C-5F705326FF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A2336C8-969F-4EFF-9AFA-3CAD284F66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160A9FA-46D9-4777-8477-66024BC6E4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208660C-EE4D-4016-96FD-E3493E9DD0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F84613F-9F6C-45FA-974A-38AE61C10D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F41CD6B8-BEB5-4A6C-A961-DB2F35ED9F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BE8DD195-558D-46B0-A476-FE64C84AFEA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70C7452-712D-4DDE-8594-5993699DB8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0901D9E-44AD-4D63-BF72-625FCCD960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8E4114F-6B22-41CF-8C43-8A7CDF1E19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C7A6616-3E88-436E-B335-0E3986A7EC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3522C7C-F625-4125-A730-5FEB15D76C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C645A70-8767-4899-8B84-85B78B5FF98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C2072E8-86FF-40D6-BA0F-CE28CCAAC4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8BE8A95-4ADC-4C00-B88D-25AD68CEE7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160B987-477E-4115-B2C1-565CBF2635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BD5C72C-5466-477B-9F30-C9761D36E5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2DFC459-7A2C-4659-9036-029F5025E9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3D31AC1-4149-4CA2-B3BF-56D91C3B0BB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C485E75-DDD4-4568-9A70-706CA8E7EE5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D28BDBFD-AA99-4671-A92A-86C304D293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D8A4A1B-F0CF-4EB7-8A1F-259BE09BDB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C513E49-8517-411F-885A-C53611CF7B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271024C-1885-4F2A-A1F8-7F5EAD7EE5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AEA7343-5B3E-4EC0-9A33-164DD9FBF8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7C9FC98-5082-42C8-8FCC-CF62FC732C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25A6A851-193B-41AE-A907-C95F4972FF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E4FAD39-5979-40D1-B1D4-91E24560DE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410CEA2-7795-4401-A489-2B6160F278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78C4E6CB-9BAC-49A1-9C03-653C4C697C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936EC37-FC26-4928-9107-F22155BC65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D00A5614-97E1-4D99-B09B-315230FBABF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29.xml"/><Relationship Id="rId3" Type="http://schemas.openxmlformats.org/officeDocument/2006/relationships/slideLayout" Target="../slideLayouts/slideLayout230.xml"/><Relationship Id="rId4" Type="http://schemas.openxmlformats.org/officeDocument/2006/relationships/slideLayout" Target="../slideLayouts/slideLayout231.xml"/><Relationship Id="rId5" Type="http://schemas.openxmlformats.org/officeDocument/2006/relationships/slideLayout" Target="../slideLayouts/slideLayout232.xml"/><Relationship Id="rId6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4.xml"/><Relationship Id="rId8" Type="http://schemas.openxmlformats.org/officeDocument/2006/relationships/slideLayout" Target="../slideLayouts/slideLayout235.xml"/><Relationship Id="rId9" Type="http://schemas.openxmlformats.org/officeDocument/2006/relationships/slideLayout" Target="../slideLayouts/slideLayout236.xml"/><Relationship Id="rId10" Type="http://schemas.openxmlformats.org/officeDocument/2006/relationships/slideLayout" Target="../slideLayouts/slideLayout237.xml"/><Relationship Id="rId11" Type="http://schemas.openxmlformats.org/officeDocument/2006/relationships/slideLayout" Target="../slideLayouts/slideLayout238.xml"/><Relationship Id="rId12" Type="http://schemas.openxmlformats.org/officeDocument/2006/relationships/slideLayout" Target="../slideLayouts/slideLayout239.xml"/><Relationship Id="rId13" Type="http://schemas.openxmlformats.org/officeDocument/2006/relationships/slideLayout" Target="../slideLayouts/slideLayout24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9DEDE0-5F6F-4777-9382-BC613DCBF8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05E0F3-213F-4AD7-BE2A-E90D3EF077B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230247-9414-4335-A35B-E0603F81AD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8BEB7B-177C-4A18-81DD-234D6D54359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831925-EA87-49D8-B786-6F55A32670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E09102-D450-4C44-9B14-7407359F359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24C59D-8EF7-4717-89F0-F59DF568428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CD8A98-9F11-4004-AC6F-216A1AB6ABC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76D918-6129-4A83-BF69-A5F9CE10E0B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307BAB-4A96-4364-B067-D09D53E408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11A68D-18D4-4C9D-A3C0-6323145283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0B7256-6E3A-4AC4-BD83-14BD44E5AD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6DFAF9-AEA4-4093-BB56-4D7DA06B49F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ED2610-6470-41C4-8BE0-96AE5C57D7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AE042E-8E59-4C90-AAA5-C7E954CF2CE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74B29A-D9AB-417E-A00F-C8D84EBB3B5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9E4799-3CA6-4199-A8EB-BE7597B00A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1549BD-2E64-4B4F-A24C-E714E052CAB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ftr" idx="5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ldNum" idx="5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BF1F93-70A5-4813-B747-0A8321FA10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dt" idx="5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ectangle 32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33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34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35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36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37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38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39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0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41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42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43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44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45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46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47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0"/>
          <p:cNvSpPr/>
          <p:nvPr/>
        </p:nvSpPr>
        <p:spPr>
          <a:xfrm>
            <a:off x="914400" y="3108960"/>
            <a:ext cx="328176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Rounded Rectangle 1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ounded Rectangle 12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Rounded Rectangle 1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ounded Rectangle 14"/>
          <p:cNvSpPr/>
          <p:nvPr/>
        </p:nvSpPr>
        <p:spPr>
          <a:xfrm>
            <a:off x="7955280" y="3108960"/>
            <a:ext cx="346572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Rectangle 16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17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18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19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0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21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22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23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24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25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6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7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8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9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30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31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1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Rounded Rectangle 1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ounded Rectangle 17"/>
          <p:cNvSpPr/>
          <p:nvPr/>
        </p:nvSpPr>
        <p:spPr>
          <a:xfrm>
            <a:off x="931680" y="2925720"/>
            <a:ext cx="3174480" cy="369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Rounded Rectangle 18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ounded Rectangle 19"/>
          <p:cNvSpPr/>
          <p:nvPr/>
        </p:nvSpPr>
        <p:spPr>
          <a:xfrm>
            <a:off x="4434840" y="3108960"/>
            <a:ext cx="328176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Rounded Rectangle 20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ounded Rectangle 21"/>
          <p:cNvSpPr/>
          <p:nvPr/>
        </p:nvSpPr>
        <p:spPr>
          <a:xfrm>
            <a:off x="7955280" y="2971800"/>
            <a:ext cx="369468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Rectangle 160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161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162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163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164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165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166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67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168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69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70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171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172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173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74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75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71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72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ounded Rectangle 73"/>
          <p:cNvSpPr/>
          <p:nvPr/>
        </p:nvSpPr>
        <p:spPr>
          <a:xfrm>
            <a:off x="685800" y="3108960"/>
            <a:ext cx="351324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Rounded Rectangle 74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ounded Rectangle 75"/>
          <p:cNvSpPr/>
          <p:nvPr/>
        </p:nvSpPr>
        <p:spPr>
          <a:xfrm>
            <a:off x="4434840" y="3108960"/>
            <a:ext cx="328464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Rounded Rectangle 76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ounded Rectangle 77"/>
          <p:cNvSpPr/>
          <p:nvPr/>
        </p:nvSpPr>
        <p:spPr>
          <a:xfrm>
            <a:off x="7955280" y="2971800"/>
            <a:ext cx="369720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Rectangle 144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145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146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147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148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149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50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51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52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53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54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155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156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157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158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159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64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65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66"/>
          <p:cNvSpPr/>
          <p:nvPr/>
        </p:nvSpPr>
        <p:spPr>
          <a:xfrm>
            <a:off x="685800" y="3108960"/>
            <a:ext cx="351252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Rounded Rectangle 67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ounded Rectangle 68"/>
          <p:cNvSpPr/>
          <p:nvPr/>
        </p:nvSpPr>
        <p:spPr>
          <a:xfrm>
            <a:off x="4434840" y="3108960"/>
            <a:ext cx="328392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Rounded Rectangle 69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ounded Rectangle 70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Rectangle 48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49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50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51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52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53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54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55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56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57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58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59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60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61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62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63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ounded Rectangle 22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23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24"/>
          <p:cNvSpPr/>
          <p:nvPr/>
        </p:nvSpPr>
        <p:spPr>
          <a:xfrm>
            <a:off x="685800" y="2743200"/>
            <a:ext cx="351036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Rounded Rectangle 25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ounded Rectangle 26"/>
          <p:cNvSpPr/>
          <p:nvPr/>
        </p:nvSpPr>
        <p:spPr>
          <a:xfrm>
            <a:off x="4343400" y="2743200"/>
            <a:ext cx="3373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Rounded Rectangle 2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ounded Rectangle 28"/>
          <p:cNvSpPr/>
          <p:nvPr/>
        </p:nvSpPr>
        <p:spPr>
          <a:xfrm>
            <a:off x="7955280" y="2971800"/>
            <a:ext cx="3694320" cy="319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Rectangle 80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6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6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6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6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6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6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7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7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7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7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7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7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7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7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7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ounded Rectangle 2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Rounded Rectangle 3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31"/>
          <p:cNvSpPr/>
          <p:nvPr/>
        </p:nvSpPr>
        <p:spPr>
          <a:xfrm>
            <a:off x="685800" y="2971800"/>
            <a:ext cx="351108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ounded Rectangle 3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ounded Rectangle 33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ounded Rectangle 3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ounded Rectangle 35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Rectangle 7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81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82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83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84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85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86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87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88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89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90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91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92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93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94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95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ounded Rectangle 36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Rounded Rectangle 37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38"/>
          <p:cNvSpPr/>
          <p:nvPr/>
        </p:nvSpPr>
        <p:spPr>
          <a:xfrm>
            <a:off x="457200" y="2971800"/>
            <a:ext cx="37396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Rounded Rectangle 3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ounded Rectangle 40"/>
          <p:cNvSpPr/>
          <p:nvPr/>
        </p:nvSpPr>
        <p:spPr>
          <a:xfrm>
            <a:off x="4343400" y="2971800"/>
            <a:ext cx="342072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Rounded Rectangle 41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ounded Rectangle 42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Rectangle 96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ectangle 97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ectangle 98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99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100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101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102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103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104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105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106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107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108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109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110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111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ounded Rectangle 43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Rounded Rectangle 44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45"/>
          <p:cNvSpPr/>
          <p:nvPr/>
        </p:nvSpPr>
        <p:spPr>
          <a:xfrm>
            <a:off x="475560" y="2514600"/>
            <a:ext cx="372132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Rounded Rectangle 46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ounded Rectangle 47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Rounded Rectangle 48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ounded Rectangle 49"/>
          <p:cNvSpPr/>
          <p:nvPr/>
        </p:nvSpPr>
        <p:spPr>
          <a:xfrm>
            <a:off x="7955280" y="2304000"/>
            <a:ext cx="3924000" cy="361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12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ectangle 113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ectangle 114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115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116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117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118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119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120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121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122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123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124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125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126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127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ounded Rectangle 50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Rounded Rectangle 51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52"/>
          <p:cNvSpPr/>
          <p:nvPr/>
        </p:nvSpPr>
        <p:spPr>
          <a:xfrm>
            <a:off x="685800" y="2971800"/>
            <a:ext cx="35110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Rounded Rectangle 53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ounded Rectangle 54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Rounded Rectangle 55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ounded Rectangle 56"/>
          <p:cNvSpPr/>
          <p:nvPr/>
        </p:nvSpPr>
        <p:spPr>
          <a:xfrm>
            <a:off x="7955280" y="2971800"/>
            <a:ext cx="3466440" cy="296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Rectangle 128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ectangle 129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ectangle 130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131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132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133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134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135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136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137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138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139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140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141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142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143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ounded Rectangle 5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Rounded Rectangle 58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59"/>
          <p:cNvSpPr/>
          <p:nvPr/>
        </p:nvSpPr>
        <p:spPr>
          <a:xfrm>
            <a:off x="685800" y="3108960"/>
            <a:ext cx="3512160" cy="328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Rounded Rectangle 60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ounded Rectangle 61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Rounded Rectangle 62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ounded Rectangle 63"/>
          <p:cNvSpPr/>
          <p:nvPr/>
        </p:nvSpPr>
        <p:spPr>
          <a:xfrm>
            <a:off x="7955280" y="2743200"/>
            <a:ext cx="346752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Rectangle 176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ectangle 177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ectangle 178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179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180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181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182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183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184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185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186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187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188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189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190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191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ounded Rectangle 7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Rounded Rectangle 7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80"/>
          <p:cNvSpPr/>
          <p:nvPr/>
        </p:nvSpPr>
        <p:spPr>
          <a:xfrm>
            <a:off x="685800" y="2971800"/>
            <a:ext cx="351324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Rounded Rectangle 8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ounded Rectangle 82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Rounded Rectangle 8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ounded Rectangle 84"/>
          <p:cNvSpPr/>
          <p:nvPr/>
        </p:nvSpPr>
        <p:spPr>
          <a:xfrm>
            <a:off x="7955280" y="2971800"/>
            <a:ext cx="369720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Rectangle 19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ectangle 19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ectangle 19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19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19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19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19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19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20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20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20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20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20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20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20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20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ounded Rectangle 8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Rounded Rectangle 8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87"/>
          <p:cNvSpPr/>
          <p:nvPr/>
        </p:nvSpPr>
        <p:spPr>
          <a:xfrm>
            <a:off x="595440" y="2743200"/>
            <a:ext cx="351396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Rounded Rectangle 88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ounded Rectangle 89"/>
          <p:cNvSpPr/>
          <p:nvPr/>
        </p:nvSpPr>
        <p:spPr>
          <a:xfrm>
            <a:off x="4343400" y="2880360"/>
            <a:ext cx="3652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Rounded Rectangle 90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ounded Rectangle 91"/>
          <p:cNvSpPr/>
          <p:nvPr/>
        </p:nvSpPr>
        <p:spPr>
          <a:xfrm>
            <a:off x="8229600" y="2972880"/>
            <a:ext cx="365220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Rectangle 208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ectangle 209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ectangle 210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211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212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213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214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215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216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217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218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219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220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221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222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223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ounded Rectangle 92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Rounded Rectangle 93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94"/>
          <p:cNvSpPr/>
          <p:nvPr/>
        </p:nvSpPr>
        <p:spPr>
          <a:xfrm>
            <a:off x="457200" y="2743200"/>
            <a:ext cx="37429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Rounded Rectangle 95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ounded Rectangle 96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Rounded Rectangle 9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ounded Rectangle 98"/>
          <p:cNvSpPr/>
          <p:nvPr/>
        </p:nvSpPr>
        <p:spPr>
          <a:xfrm>
            <a:off x="7955280" y="2514600"/>
            <a:ext cx="392688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Rectangle 224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6" name="Rectangle 225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ectangle 226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227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228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229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230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231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232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233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234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235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236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237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238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239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ounded Rectangle 9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Rounded Rectangle 10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ounded Rectangle 101"/>
          <p:cNvSpPr/>
          <p:nvPr/>
        </p:nvSpPr>
        <p:spPr>
          <a:xfrm>
            <a:off x="91440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Rounded Rectangle 10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ounded Rectangle 10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Rounded Rectangle 10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ounded Rectangle 105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Rectangle 24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2" name="Rectangle 24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ectangle 24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24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24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24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24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24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24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24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25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25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25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25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5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5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ounded Rectangle 10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Rounded Rectangle 10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ounded Rectangle 108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Rounded Rectangle 10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ounded Rectangle 110"/>
          <p:cNvSpPr/>
          <p:nvPr/>
        </p:nvSpPr>
        <p:spPr>
          <a:xfrm>
            <a:off x="4343400" y="3108960"/>
            <a:ext cx="337788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Rounded Rectangle 11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ounded Rectangle 112"/>
          <p:cNvSpPr/>
          <p:nvPr/>
        </p:nvSpPr>
        <p:spPr>
          <a:xfrm>
            <a:off x="7955280" y="2971800"/>
            <a:ext cx="392760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Rectangle 256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8" name="Rectangle 25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9" name="Rectangle 25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ectangle 25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1" name="Rectangle 26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ectangle 26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3" name="Rectangle 26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ectangle 26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5" name="Rectangle 26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ectangle 26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7" name="Rectangle 26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26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26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26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7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7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ounded Rectangle 11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50"/>
          <p:cNvSpPr/>
          <p:nvPr/>
        </p:nvSpPr>
        <p:spPr>
          <a:xfrm>
            <a:off x="3744720" y="2194560"/>
            <a:ext cx="34819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otomatik tür dönüştürme.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Rounded Rectangle 11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ounded Rectangle 115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Rounded Rectangle 11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ounded Rectangle 117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Rounded Rectangle 11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ounded Rectangle 119"/>
          <p:cNvSpPr/>
          <p:nvPr/>
        </p:nvSpPr>
        <p:spPr>
          <a:xfrm>
            <a:off x="7955280" y="2971800"/>
            <a:ext cx="392796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Rectangle 27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4" name="Rectangle 27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5" name="Rectangle 27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6" name="Rectangle 27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7" name="Rectangle 27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8" name="Rectangle 27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9" name="Rectangle 27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0" name="Rectangle 27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ectangle 28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ectangle 28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3" name="Rectangle 28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28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28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28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28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28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ounded Rectangle 12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Rounded Rectangle 12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ounded Rectangle 122"/>
          <p:cNvSpPr/>
          <p:nvPr/>
        </p:nvSpPr>
        <p:spPr>
          <a:xfrm>
            <a:off x="914400" y="3108960"/>
            <a:ext cx="32871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Rounded Rectangle 12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ounded Rectangle 124"/>
          <p:cNvSpPr/>
          <p:nvPr/>
        </p:nvSpPr>
        <p:spPr>
          <a:xfrm>
            <a:off x="4343400" y="3108960"/>
            <a:ext cx="3425400" cy="283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Rounded Rectangle 12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ounded Rectangle 126"/>
          <p:cNvSpPr/>
          <p:nvPr/>
        </p:nvSpPr>
        <p:spPr>
          <a:xfrm>
            <a:off x="7955280" y="3108960"/>
            <a:ext cx="369972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9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1960" cy="68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Rectangle 28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1" name="Rectangle 28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2" name="Rectangle 29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3" name="Rectangle 29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4" name="Rectangle 29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5" name="Rectangle 29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6" name="Rectangle 29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7" name="Rectangle 29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8" name="Rectangle 29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9" name="Rectangle 29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0" name="Rectangle 29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1" name="Rectangle 29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2" name="Rectangle 30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30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30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30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ounded Rectangle 12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Rounded Rectangle 12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0" name="Rounded Rectangle 129"/>
          <p:cNvSpPr/>
          <p:nvPr/>
        </p:nvSpPr>
        <p:spPr>
          <a:xfrm>
            <a:off x="685800" y="3108960"/>
            <a:ext cx="35161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Rounded Rectangle 13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2" name="Rounded Rectangle 131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Rounded Rectangle 13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4" name="Rounded Rectangle 133"/>
          <p:cNvSpPr/>
          <p:nvPr/>
        </p:nvSpPr>
        <p:spPr>
          <a:xfrm>
            <a:off x="7955280" y="2514600"/>
            <a:ext cx="39286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Rectangle 30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7" name="Rectangle 30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8" name="Rectangle 30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9" name="Rectangle 30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0" name="Rectangle 30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1" name="Rectangle 30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ectangle 31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3" name="Rectangle 31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ectangle 31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5" name="Rectangle 31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6" name="Rectangle 31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7" name="Rectangle 31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8" name="Rectangle 31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9" name="Rectangle 31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31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31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ounded Rectangle 13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Rounded Rectangle 13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6" name="Rounded Rectangle 136"/>
          <p:cNvSpPr/>
          <p:nvPr/>
        </p:nvSpPr>
        <p:spPr>
          <a:xfrm>
            <a:off x="685800" y="3108960"/>
            <a:ext cx="35161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07" name="Rounded Rectangle 13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8" name="Rounded Rectangle 138"/>
          <p:cNvSpPr/>
          <p:nvPr/>
        </p:nvSpPr>
        <p:spPr>
          <a:xfrm>
            <a:off x="4343400" y="2836080"/>
            <a:ext cx="3378960" cy="310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Rounded Rectangle 13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0" name="Rounded Rectangle 140"/>
          <p:cNvSpPr/>
          <p:nvPr/>
        </p:nvSpPr>
        <p:spPr>
          <a:xfrm>
            <a:off x="7955280" y="2514600"/>
            <a:ext cx="39286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2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4480" cy="235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4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5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6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7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8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9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0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1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2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4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5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32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ounded Rectangle 14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Rounded Rectangle 14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3" name="Rounded Rectangle 143"/>
          <p:cNvSpPr/>
          <p:nvPr/>
        </p:nvSpPr>
        <p:spPr>
          <a:xfrm>
            <a:off x="685800" y="2971800"/>
            <a:ext cx="35168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Rounded Rectangle 14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ounded Rectangle 145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Rounded Rectangle 14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ounded Rectangle 147"/>
          <p:cNvSpPr/>
          <p:nvPr/>
        </p:nvSpPr>
        <p:spPr>
          <a:xfrm>
            <a:off x="7955280" y="3108960"/>
            <a:ext cx="3472200" cy="283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Rectangle 32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0" name="Rectangle 32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1" name="Rectangle 32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2" name="Rectangle 32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3" name="Rectangle 32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4" name="Rectangle 32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5" name="Rectangle 32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6" name="Rectangle 32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7" name="Rectangle 32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8" name="Rectangle 33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ectangle 33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0" name="Rectangle 33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1" name="Rectangle 33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2" name="Rectangle 33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33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3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ounded Rectangle 14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6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Rounded Rectangle 14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9" name="Rounded Rectangle 150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" name="Rounded Rectangle 15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1" name="Rounded Rectangle 152"/>
          <p:cNvSpPr/>
          <p:nvPr/>
        </p:nvSpPr>
        <p:spPr>
          <a:xfrm>
            <a:off x="4434840" y="2971800"/>
            <a:ext cx="32886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" name="Rounded Rectangle 15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3" name="Rounded Rectangle 154"/>
          <p:cNvSpPr/>
          <p:nvPr/>
        </p:nvSpPr>
        <p:spPr>
          <a:xfrm>
            <a:off x="7955280" y="2743200"/>
            <a:ext cx="370116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Rectangle 33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6" name="Rectangle 33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7" name="Rectangle 33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8" name="Rectangle 34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9" name="Rectangle 34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0" name="Rectangle 34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1" name="Rectangle 34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ectangle 34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3" name="Rectangle 34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4" name="Rectangle 34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5" name="Rectangle 34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ectangle 34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7" name="Rectangle 34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8" name="Rectangle 35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5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5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ounded Rectangle 15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2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Box 68"/>
          <p:cNvSpPr/>
          <p:nvPr/>
        </p:nvSpPr>
        <p:spPr>
          <a:xfrm>
            <a:off x="1433160" y="2057400"/>
            <a:ext cx="8104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Rounded Rectangle 15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5" name="Rounded Rectangle 157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6" name="Rounded Rectangle 15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7" name="Rounded Rectangle 159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" name="Rounded Rectangle 16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9" name="Rounded Rectangle 161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Rectangle 35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2" name="Rectangle 35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3" name="Rectangle 35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4" name="Rectangle 35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5" name="Rectangle 35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6" name="Rectangle 35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7" name="Rectangle 35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ectangle 36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9" name="Rectangle 36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0" name="Rectangle 36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1" name="Rectangle 36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ectangle 36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3" name="Rectangle 36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4" name="Rectangle 36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36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36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ounded Rectangle 162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8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TextBox 71"/>
          <p:cNvSpPr/>
          <p:nvPr/>
        </p:nvSpPr>
        <p:spPr>
          <a:xfrm>
            <a:off x="1554840" y="2057400"/>
            <a:ext cx="78609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Rounded Rectangle 163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1" name="Rounded Rectangle 164"/>
          <p:cNvSpPr/>
          <p:nvPr/>
        </p:nvSpPr>
        <p:spPr>
          <a:xfrm>
            <a:off x="685800" y="3108960"/>
            <a:ext cx="35182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Rounded Rectangle 165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3" name="Rounded Rectangle 166"/>
          <p:cNvSpPr/>
          <p:nvPr/>
        </p:nvSpPr>
        <p:spPr>
          <a:xfrm>
            <a:off x="4434840" y="2971800"/>
            <a:ext cx="33364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4" name="Rounded Rectangle 16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ounded Rectangle 168"/>
          <p:cNvSpPr/>
          <p:nvPr/>
        </p:nvSpPr>
        <p:spPr>
          <a:xfrm>
            <a:off x="7955280" y="3108960"/>
            <a:ext cx="37022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Rectangle 36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8" name="Rectangle 37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9" name="Rectangle 37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0" name="Rectangle 37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1" name="Rectangle 37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2" name="Rectangle 37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3" name="Rectangle 37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ectangle 37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5" name="Rectangle 37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6" name="Rectangle 37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7" name="Rectangle 37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8" name="Rectangle 38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9" name="Rectangle 38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0" name="Rectangle 38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1" name="Rectangle 38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2" name="Rectangle 38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3" name="Rounded Rectangle 16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74"/>
          <p:cNvSpPr/>
          <p:nvPr/>
        </p:nvSpPr>
        <p:spPr>
          <a:xfrm>
            <a:off x="1576080" y="1932480"/>
            <a:ext cx="79041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ounded Rectangle 17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7" name="Rounded Rectangle 17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reads an integer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reads a floating-point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reads an entire line of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These methods help Java programs accept user data in the correct format.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Rounded Rectangle 17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9" name="Rounded Rectangle 173"/>
          <p:cNvSpPr/>
          <p:nvPr/>
        </p:nvSpPr>
        <p:spPr>
          <a:xfrm>
            <a:off x="4434840" y="3108960"/>
            <a:ext cx="32900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" name="Rounded Rectangle 17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1" name="Rounded Rectangle 175"/>
          <p:cNvSpPr/>
          <p:nvPr/>
        </p:nvSpPr>
        <p:spPr>
          <a:xfrm>
            <a:off x="7955280" y="2971800"/>
            <a:ext cx="37026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Rectangle 38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4" name="Rectangle 38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5" name="Rectangle 38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6" name="Rectangle 38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7" name="Rectangle 38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8" name="Rectangle 39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9" name="Rectangle 39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0" name="Rectangle 39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1" name="Rectangle 39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2" name="Rectangle 39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3" name="Rectangle 39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4" name="Rectangle 39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5" name="Rectangle 39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6" name="Rectangle 39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7" name="Rectangle 39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8" name="Rectangle 40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9" name="Rounded Rectangle 17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Box 76"/>
          <p:cNvSpPr/>
          <p:nvPr/>
        </p:nvSpPr>
        <p:spPr>
          <a:xfrm>
            <a:off x="1631520" y="914400"/>
            <a:ext cx="754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Box 77"/>
          <p:cNvSpPr/>
          <p:nvPr/>
        </p:nvSpPr>
        <p:spPr>
          <a:xfrm>
            <a:off x="2122560" y="1735200"/>
            <a:ext cx="70869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Rounded Rectangle 17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3" name="Rounded Rectangle 17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4" name="Rounded Rectangle 17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5" name="Rounded Rectangle 180"/>
          <p:cNvSpPr/>
          <p:nvPr/>
        </p:nvSpPr>
        <p:spPr>
          <a:xfrm>
            <a:off x="4434840" y="2971800"/>
            <a:ext cx="3290040" cy="347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Rounded Rectangle 18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7" name="Rounded Rectangle 182"/>
          <p:cNvSpPr/>
          <p:nvPr/>
        </p:nvSpPr>
        <p:spPr>
          <a:xfrm>
            <a:off x="7955280" y="2786760"/>
            <a:ext cx="3702600" cy="361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Rectangle 40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0" name="Rectangle 40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1" name="Rectangle 40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2" name="Rectangle 40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3" name="Rectangle 40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4" name="Rectangle 40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5" name="Rectangle 40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6" name="Rectangle 40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7" name="Rectangle 40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8" name="Rectangle 4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9" name="Rectangle 4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0" name="Rectangle 4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1" name="Rectangle 4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2" name="Rectangle 4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3" name="Rectangle 4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4" name="Rectangle 4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5" name="Rounded Rectangle 18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6" name="TextBox 79"/>
          <p:cNvSpPr/>
          <p:nvPr/>
        </p:nvSpPr>
        <p:spPr>
          <a:xfrm>
            <a:off x="2133000" y="1005840"/>
            <a:ext cx="670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Scanner’da Yaygın Hatalar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80"/>
          <p:cNvSpPr/>
          <p:nvPr/>
        </p:nvSpPr>
        <p:spPr>
          <a:xfrm>
            <a:off x="2514240" y="2033640"/>
            <a:ext cx="59428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Scanner kullanırken özellikle nextInt() ve nextLine()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kullanıldığında beklenmeyen hatalar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Rounded Rectangle 18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9" name="Rounded Rectangle 185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sadece sayıyı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Enter (newline) karakteri buffer’da kalır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Sonraki nextLine() bu boşluğu direkt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alınmadan boş string dönebilir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durum çok sık yapılan bir hatadır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nextLine() öncesinde buffer temizlenmelidir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Rounded Rectangle 18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1" name="Rounded Rectangle 187"/>
          <p:cNvSpPr/>
          <p:nvPr/>
        </p:nvSpPr>
        <p:spPr>
          <a:xfrm>
            <a:off x="4434840" y="3108960"/>
            <a:ext cx="32904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sayı alınır (nextInt())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Enter karakteri buffer’da kalır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Boş veri okunur (hata oluşur)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Buffer temizlenirse problem çözülür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doğru şekilde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Rounded Rectangle 18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3" name="Rounded Rectangle 189"/>
          <p:cNvSpPr/>
          <p:nvPr/>
        </p:nvSpPr>
        <p:spPr>
          <a:xfrm>
            <a:off x="8001000" y="2971800"/>
            <a:ext cx="36572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ScannerHataOrnegi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sc.nextInt();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ad = sc.nextLine();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ad + ", yaşınız: " + 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TextBox 81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2026-04-18T01:05:09Z</dcterms:modified>
  <cp:revision>45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