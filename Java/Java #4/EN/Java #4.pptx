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7E043F-CF01-4ABE-B182-870B1C29707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464179-1187-47EB-B594-58C290DAC97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ED7113-D56F-45C0-8442-F269AA9E65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911B96B-011B-4811-B707-793E2B3191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6B8A92-1776-4345-99C4-69F3270A8AE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D7366B-19C7-4DF4-958B-83826BA6E51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2D6E98-6281-4876-8283-F4279E4135C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50BCC9-0959-4C2D-8C64-2B4B08C934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7B90DA-91B1-4C51-8883-AEBFB0A2F4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4A6B5DD-3E37-40FB-A80C-A5A018C8932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888D2E-B2E0-45D9-A93F-EB90243564A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4D6033-28D8-485B-84B1-30784AF6B6D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EB8FE7-3330-4DD1-8365-EFA388CBAF7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436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356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356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612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216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356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6120" cy="305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216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356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544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076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356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860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0400" cy="4108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320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184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0600" cy="6849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0080" cy="6849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1760" cy="6849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3400" cy="4946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080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36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3560" cy="27349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22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3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3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5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284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284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1080" cy="342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18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468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18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468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18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400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71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71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71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32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71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3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743200"/>
            <a:ext cx="31971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3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71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3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361880" y="732600"/>
            <a:ext cx="8241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068120" y="1466280"/>
            <a:ext cx="9442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514600"/>
            <a:ext cx="31971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485960" y="2976120"/>
            <a:ext cx="2828160" cy="296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514600"/>
            <a:ext cx="3424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553480" y="732600"/>
            <a:ext cx="5858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229120" y="1466280"/>
            <a:ext cx="7120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8320" y="2743920"/>
            <a:ext cx="3197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485960" y="2976120"/>
            <a:ext cx="282816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514600"/>
            <a:ext cx="38854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430360" y="1371600"/>
            <a:ext cx="67233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8680" y="2820240"/>
            <a:ext cx="3197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343400" y="2976120"/>
            <a:ext cx="282816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671960" y="2286360"/>
            <a:ext cx="35290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5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3484440" y="732600"/>
            <a:ext cx="3997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1586160" y="1371600"/>
            <a:ext cx="84121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6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7"/>
          <p:cNvSpPr/>
          <p:nvPr/>
        </p:nvSpPr>
        <p:spPr>
          <a:xfrm>
            <a:off x="688680" y="2820240"/>
            <a:ext cx="31971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8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9"/>
          <p:cNvSpPr/>
          <p:nvPr/>
        </p:nvSpPr>
        <p:spPr>
          <a:xfrm>
            <a:off x="4343400" y="2976120"/>
            <a:ext cx="282816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160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61"/>
          <p:cNvSpPr/>
          <p:nvPr/>
        </p:nvSpPr>
        <p:spPr>
          <a:xfrm>
            <a:off x="7671960" y="2286000"/>
            <a:ext cx="35294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2026-05-27T22:56:37Z</dcterms:modified>
  <cp:revision>40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