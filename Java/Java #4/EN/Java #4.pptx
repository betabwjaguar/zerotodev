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6F7108-6294-4180-8C9D-6B11BF0FF3C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F568D4-2035-420B-9A2C-9CAD494E81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088647-2018-45BE-82C6-617B56794C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5A2949-EAC2-4A55-8B2D-2402C800C3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D9FE6C1-E1D0-403F-AF85-C6946D07AA5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31966E-DFC5-48D1-95F1-E9CA896815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1055276-1187-428D-A551-119921929C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9A5B6B-4E9D-4CB7-8DE6-D0FD08621D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B693F8-BBA8-4372-86FC-33A3ADE733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8FE690-DF57-486B-841F-8923D9B294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ADACA6-FEC7-4846-920B-245565DEEA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C3E169-7FFB-41FC-8C67-F2A7553A3B9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F05F21-1922-473A-8ED2-A3D0B352A3C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012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93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90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792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93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8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5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792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93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31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30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652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93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4360" cy="274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39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616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896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76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2026-05-04T01:14:04Z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