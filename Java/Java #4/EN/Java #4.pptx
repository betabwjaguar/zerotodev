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E70256-ED47-4FE6-815B-8EDD1A001B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FA3982-C6D3-41E5-BA6E-F49BD71592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AD5A26-B1B2-47DF-959B-A9D80369F0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54359F-CA34-4643-9D2F-756615137A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FD04AB-BD9D-448C-BD79-7139C3776C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C8AB4B-CE98-41EE-8355-262BBB9028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270B2D-AFE0-4BCB-AB73-3941C0E9E8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9A5FF6-47D2-4A9F-96C4-35DB656DB5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41E268-A85B-4E6D-9808-1BA1583099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E207A7-1AFC-44F7-9B76-4A76A126BC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82BCE27-2F59-4C73-92DC-B2251B65DEA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C83C8A-E728-4C16-864A-491FE3FA08C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FBC365-BBA2-49FF-A7B4-9A083ACEE66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048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4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96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9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828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96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8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55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828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96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315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307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688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96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4720" cy="274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2026-05-02T16:45:37Z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