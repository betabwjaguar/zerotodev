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7E1216E-9EC6-4711-BF17-459DAD53E8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5D23194-E0F9-4118-96E6-FF6DE879559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4BF4A5-4874-44F8-952F-C61382306F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FFE0F3F-28A2-47D6-846A-C3F735A0A56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AF6641-6004-4090-A3A0-051CFC0B562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19FF111-F97F-4B12-8A85-3A48D9B86D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C917CCC-907F-4813-AD71-8EE9B7A333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687DD0-B283-4EA9-8F4A-378EE3FA1B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9CAAD45-F7D1-4C79-A0DC-34E79CC521F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0A1E6CB-0011-4705-B482-6922F6CD96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BDE0B0-28F7-492F-A703-80B5A899F3C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2A0224A-2697-4843-9C97-B875391FC6E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73CD991-7A75-448A-A962-823C0E51B94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817800" y="1005840"/>
            <a:ext cx="3335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233720" y="2057400"/>
            <a:ext cx="90950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Java programming language and the topics covered in this presentation.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Introduce the Java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Explain core concepts and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Build a strong foundation for Java development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Introduction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is Java?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What Will You Learn?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78ffc8"/>
                </a:solidFill>
                <a:latin typeface="Consolas"/>
                <a:ea typeface="DejaVu Sans"/>
              </a:rPr>
              <a:t>Introduction for Java</a:t>
            </a:r>
            <a:endParaRPr b="0" lang="en-US" sz="2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3690720" y="1005840"/>
            <a:ext cx="35902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is Java?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2825640" y="2057400"/>
            <a:ext cx="59104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is a high-level, object-oriented programming language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designed to be platform-independent and reliable.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High-level programming language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(OOP) approach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Platform-independent using JVM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Secure and robust by design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Widely used in enterprise and web applications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Virtual Machine (JVM)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Operating System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Once, Run Anywhere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Java!");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2688840" y="1005840"/>
            <a:ext cx="5594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What Will You Learn?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2429280" y="2057400"/>
            <a:ext cx="6703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overview of the key topics and skills covered in this Java course.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Understand Java fundamentals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Learn object-oriented programming concepts 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Write and run Java programs  • Build a strong programming foundation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Syntax &amp; Basics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 &amp; Data Types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 (if / loops)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Methods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Object-Oriented Programming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if (number &gt; 0)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System.out.println("Positive");}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3; i++)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2025-12-22T23:46:34Z</dcterms:modified>
  <cp:revision>15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