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</p:sld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C2F97B-1F07-4402-87AE-D33F280D76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7C2F56-D6F4-4CD4-94FA-A71AF501D7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F5CE8A-C0FC-4212-94F7-41DCCE6955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D978F6-E6E1-4A27-8FD3-163AAEE44A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4136E7-928B-4EA6-9D8C-EFA50526D0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0EA801-760F-45E1-9FAD-ADEB53AF8D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D0A013-A811-4F60-AF5F-52256DBEBF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40BCCD-AB0C-43DC-9311-60071D6518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460132-E766-4856-B111-84E8D79B54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D549C2-8DCB-4EA9-B29D-1516D10BC5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8FD83D-8481-46D2-8F0A-0579FF01DAD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CA76AF-0DFF-47D8-8648-F99BA4A21B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6CFD852-82DF-42C6-8258-65D54D6299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A052010-E52C-4562-BE90-B30079840C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FA8BAC-4134-427A-88A8-A0FAAB790F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ACDFDBE-FEA9-4A99-8945-3C1E64017B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CABC82-B86D-4D89-B39D-226115D262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2D16B8-A45C-409D-8D56-748BA0E45F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F11B14-9C6B-4750-B5BC-C48D559C5D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931020-4356-4BB1-97BC-AAE0AB13D4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10493F3-F025-4126-9E58-1883BF930F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CF242F-E396-46CC-89E9-499DF8B59A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0EC749-3D0B-4252-81BB-712C0FC438B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9899028-A69A-4621-8A70-DF05B48561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3ACC78F-9438-4FB0-8B48-4B2CA540DC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118AE1-7992-49C2-B43F-795F4E35F5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7ED4144-ED44-47C4-8F8D-06C1A96CCF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1835DCE-EEE7-4B19-BAF8-782185C180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C760CF-B146-4671-B15D-D65F50FACA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FA96117-CAA3-41EE-8958-EF77A24E56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AE6535-448D-4026-AEF3-B3EC10C7D7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3CB5ED0-F29E-4BD8-A2CD-616FB59E2F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559A82-0552-40BD-9CA6-C31BA49E78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9947BE-4023-4DDD-A77F-3CA4F11C52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9D6784B-A26E-4E61-96A7-FB29FA1CDE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0BB8794-C7D4-4190-8441-52813562D1B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714834C-C44D-4705-93CB-7D8768D0F0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56EB09-30D9-4A99-98BB-B2C819EF74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1FCA02-DB41-4A53-9E35-5FB2DC74EC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7899DE5-ABCC-494C-AF24-8CAE286052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0E4C17-86AC-4774-8A0E-0EC2F79605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D51A03B-27B1-462E-9F0D-073FA90422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F2EC52-E99A-4337-9835-443E19EED7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BCC301-C243-47E8-A2B7-A65ED62F25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E979B93-661E-47A3-9C3C-C94BD463A2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FB5BD6-6210-4B2C-BBEA-E60A41562A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13D4A22-69E8-4A54-800F-821BEEE890F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6F845A-B1EC-4206-8837-01C682D3A75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D65894C-E801-4CED-ABCA-2D686B6F24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058E802-14B5-44A0-ADC6-CC2AD9510E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6F9940C-8296-413F-90F6-6F3ACA4B9E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96EEE82-B18B-429D-B3F3-0B32CCC741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18FC20F-D10B-4F67-AE77-74F9BB1947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F1A6DB-15AD-423F-A0E6-84FF358150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0A57B54-59DE-4A3E-9851-6AAE65BE3B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F120E2B-39E3-4F1E-A4C1-8808B5A108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5BD3AFD-0A25-4C5F-A52C-FA299CA965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520718D-29E9-497A-9DA9-7671BE4880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FF91477-6E48-4E17-9834-70F7FDE0A3E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DBFC01-F0F4-4749-B49B-3187732661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56E4D5-16DC-4399-A52A-410FF2E5D3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9034EAD-4B96-4C01-A266-9BDAD15496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898C3D-F8EE-4B07-8275-DBF306B622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4859B70-AE4E-4EEE-9A3F-4459F2908D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28D94AA-7407-4D00-821F-E4E9E3A1CC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B31EBB-D325-4EAF-8CB0-51A24E47B1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C3792BC-332F-408F-9C4A-9AB50D62DE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8313EC8-9750-4E16-BAD2-D4067E0078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1898156-1521-4F44-BAB9-32BD2C0B76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C2F98DD-7828-46EF-A910-5D0132610B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315E493-F519-48BC-8004-73D4869BF4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56F0203-A825-4AF5-AE84-24BCDCD466B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552A008-2C6B-494A-82BF-F4A8916732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2DC92FC-5C27-4020-9EE8-3F418AC2AD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C335F73-6B4D-48F1-8F42-9D52544713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F5B5036-0489-4037-AE05-58CA284D09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81779C1-B83B-4465-81E1-61569D68A9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AF9EAE5-DC6E-4EDD-9AB3-8026F27178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AB5C998-AFE1-4636-BD55-1998303B9E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7367ECC-DBD2-4812-A131-FCC294BA18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C0F3070-5F77-4115-8C6E-170731900C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E13E694-928F-4A61-B3D3-72C874FBAB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B0DDD9A-830E-4328-A6E6-8D5C0E513CC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4B39A58-E5EA-4730-9C27-82B7FADDEB7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1E642C1-4442-4C9D-B669-8195FFAB75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996EB97-6169-41F2-ACBA-E9C93048D6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D96CE11-A025-42E6-AAD1-C385002240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F6C62C-EE76-47C6-8192-E7338D5F2E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8013AD-833B-422E-B4C9-3358D2ADE0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E9AE7C-FD61-43EC-9575-47542FA8B8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3895512-BFE7-49D2-8037-E1AB8E07A1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D2AC287-0FA1-4FEE-982C-AFA381405C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68720A4-9821-4D1E-B574-3B933BA86C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DFE38A2-55B9-48F4-906B-BDA5BD1B69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2293C4-DD94-46C5-95C8-F6F5A01392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506665D-3883-42F1-887A-3FDD0B8721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1F9902C-4588-43CE-B40C-AC08CDA942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6173F91-3849-475B-A053-28607FC9B2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7128C2C-0490-4390-99CB-7047D01F88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7E772E2-7E28-4624-ADFC-F151316402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71C4199-8212-48FC-ABAE-B117477E6D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2E7DAC5-2C6D-4DD1-9029-82DD3FC682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973B0A7-FF87-4601-955E-4A86050B01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10FD79E-2174-4005-B60B-3E6F254A88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D391654-B9F8-4B22-8AC5-D89BAD8E17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C73B230-47A9-49FB-82DC-3079F9EF7D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176AC4F-16D6-4D5A-9A82-E925B855124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F29F38B-C233-4917-8DE6-929BB53CB7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692010-32C2-426B-9059-1F22F6FD7C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7903E3C-51AC-43D7-B129-0BDFC43E99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CF5233-633E-4F02-B37E-D5B81DEB45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F27723B-6872-45BA-A1EF-1AD7065058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454753B-A677-4946-BFC2-2C23E612C0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C74DD62-FA90-431E-9871-D48CE768CD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BD42C36-50D6-4715-8E90-2154AD0CE6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E2B71EF-834B-4DD8-B114-02E3E4C40F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8FE42E6-0C94-4920-861B-98B809E696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DE49397-6C57-4B56-A400-3A23981892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29D76CA-0E12-47A8-871B-1935764619A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44491D0-8CE3-4790-A543-C54C121F70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D2B3003-6828-4803-8D0F-4E064AC6D5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4BFDC7-884C-482B-94B5-6BA4FB28C4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48076E7-0D4D-48ED-A7FA-24B5C878E2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BEC4784-78BB-44D4-AD53-E398E05BCF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3816B0F-2D15-4A0F-BF2B-42D5809A8D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D190A5E-D909-4E43-AF1F-4A1927BDC4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4AE0609-EFA2-4EA5-ADF1-EC112E5AA2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80710E4-40E9-4774-8EB2-93A6F8EFF3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7644E72-4C5C-4A92-AC6D-5AED66D78E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1742C2B-072C-4866-BFBB-1231B31690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7DA831B-0D7B-496B-B746-D03FCEAD54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391BF1A-7467-4F1A-AA7F-F924040A97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F6479ED-88A7-42F8-8C22-D15FD42879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7A63737-85D5-41FA-A8C2-7A7456E49D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E307153-0315-4E45-98EE-67E5FD43BC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61B1E0F-58E4-4F2D-86AA-2CDF29B4C4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39DE5A3-2EEF-4B79-9F76-92804068E7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46B43BF-C7DB-45E4-A3AD-3A72675EA9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2281BB3-83E2-4016-BCCB-DD5D7916BE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80A35B0-6E09-47F2-96A0-F8ED1B1FB3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F1D1875-75A9-491E-926C-6AC2F502AE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62E0B2C-4B54-43E5-9ECE-5D385868D5D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5203921-9F65-4944-9F73-15CD68955C2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EB457EB-9C47-406A-BC3D-07039FEC5E6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44A310-FCE5-48A8-92B1-F6BC0469D68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51A8C3-CF1B-493B-890A-C6EF2A03793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503C40-7C3C-4ADE-A852-CA15BA86017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0B6993-E00E-4FA3-B5B2-2F7B9147356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FC6838-6C39-41F1-B60E-0118A777BCB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06AEDD-1FFA-47C8-9185-39FC9D46878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381595-2624-457A-A141-A0749C9222B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683828-D801-4446-A813-CC6BA84A5F1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E39134-17BE-449E-B324-B337C6BB4F2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0E5789-864D-4664-A724-5DE3CB5D147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9E97D5-4B73-4233-B1BF-D29AEA94F99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CBADE6-C2A6-4B17-B181-03C7ACBF6BB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3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3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3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3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3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3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3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4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4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4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4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4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4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4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4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0"/>
          <p:cNvSpPr/>
          <p:nvPr/>
        </p:nvSpPr>
        <p:spPr>
          <a:xfrm>
            <a:off x="914400" y="3108960"/>
            <a:ext cx="328536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ounded Rectangle 12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14"/>
          <p:cNvSpPr/>
          <p:nvPr/>
        </p:nvSpPr>
        <p:spPr>
          <a:xfrm>
            <a:off x="7955280" y="3108960"/>
            <a:ext cx="346932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6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2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2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2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2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2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2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2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Rounded Rectangle 1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7"/>
          <p:cNvSpPr/>
          <p:nvPr/>
        </p:nvSpPr>
        <p:spPr>
          <a:xfrm>
            <a:off x="931680" y="2925720"/>
            <a:ext cx="3178080" cy="369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Rounded Rectangle 18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ounded Rectangle 19"/>
          <p:cNvSpPr/>
          <p:nvPr/>
        </p:nvSpPr>
        <p:spPr>
          <a:xfrm>
            <a:off x="443484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Rounded Rectangle 20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21"/>
          <p:cNvSpPr/>
          <p:nvPr/>
        </p:nvSpPr>
        <p:spPr>
          <a:xfrm>
            <a:off x="7955280" y="2971800"/>
            <a:ext cx="369828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Rectangle 16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6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6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6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6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6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6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6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6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7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7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7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7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7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7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7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7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73"/>
          <p:cNvSpPr/>
          <p:nvPr/>
        </p:nvSpPr>
        <p:spPr>
          <a:xfrm>
            <a:off x="685800" y="3108960"/>
            <a:ext cx="35168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Rounded Rectangle 7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ounded Rectangle 75"/>
          <p:cNvSpPr/>
          <p:nvPr/>
        </p:nvSpPr>
        <p:spPr>
          <a:xfrm>
            <a:off x="443484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Rounded Rectangle 7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7"/>
          <p:cNvSpPr/>
          <p:nvPr/>
        </p:nvSpPr>
        <p:spPr>
          <a:xfrm>
            <a:off x="7955280" y="2971800"/>
            <a:ext cx="370080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Rectangle 14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4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4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4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4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4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5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5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5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5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5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5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5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5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5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5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66"/>
          <p:cNvSpPr/>
          <p:nvPr/>
        </p:nvSpPr>
        <p:spPr>
          <a:xfrm>
            <a:off x="685800" y="3108960"/>
            <a:ext cx="35161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ounded Rectangle 68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70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Rectangle 48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49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50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51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52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53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54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55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56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57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58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59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60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61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62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63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22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ounded Rectangle 23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24"/>
          <p:cNvSpPr/>
          <p:nvPr/>
        </p:nvSpPr>
        <p:spPr>
          <a:xfrm>
            <a:off x="685800" y="2743200"/>
            <a:ext cx="35139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Rounded Rectangle 25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ounded Rectangle 26"/>
          <p:cNvSpPr/>
          <p:nvPr/>
        </p:nvSpPr>
        <p:spPr>
          <a:xfrm>
            <a:off x="4343400" y="2743200"/>
            <a:ext cx="3376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Rounded Rectangle 2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28"/>
          <p:cNvSpPr/>
          <p:nvPr/>
        </p:nvSpPr>
        <p:spPr>
          <a:xfrm>
            <a:off x="7955280" y="2971800"/>
            <a:ext cx="369792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Rectangle 80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6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6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6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6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6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6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7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7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7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7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7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7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7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7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7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2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ounded Rectangle 3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31"/>
          <p:cNvSpPr/>
          <p:nvPr/>
        </p:nvSpPr>
        <p:spPr>
          <a:xfrm>
            <a:off x="685800" y="2971800"/>
            <a:ext cx="351468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Rounded Rectangle 3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ounded Rectangle 3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Rounded Rectangle 3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35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Rectangle 7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81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82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83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84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85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86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87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88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89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90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91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92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93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94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95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3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Rounded Rectangle 3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38"/>
          <p:cNvSpPr/>
          <p:nvPr/>
        </p:nvSpPr>
        <p:spPr>
          <a:xfrm>
            <a:off x="457200" y="2971800"/>
            <a:ext cx="37432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Rounded Rectangle 3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ounded Rectangle 40"/>
          <p:cNvSpPr/>
          <p:nvPr/>
        </p:nvSpPr>
        <p:spPr>
          <a:xfrm>
            <a:off x="4343400" y="2971800"/>
            <a:ext cx="342432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Rounded Rectangle 4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42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Rectangle 96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9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9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9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0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0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0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0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0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0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0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0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0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0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1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1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4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Rounded Rectangle 4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45"/>
          <p:cNvSpPr/>
          <p:nvPr/>
        </p:nvSpPr>
        <p:spPr>
          <a:xfrm>
            <a:off x="475560" y="2514600"/>
            <a:ext cx="372492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Rounded Rectangle 4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ounded Rectangle 47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Rounded Rectangle 4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49"/>
          <p:cNvSpPr/>
          <p:nvPr/>
        </p:nvSpPr>
        <p:spPr>
          <a:xfrm>
            <a:off x="7955280" y="2304000"/>
            <a:ext cx="3927600" cy="361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Rectangle 11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11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1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1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1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1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1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1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2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2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2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2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2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2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2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2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5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Rounded Rectangle 5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52"/>
          <p:cNvSpPr/>
          <p:nvPr/>
        </p:nvSpPr>
        <p:spPr>
          <a:xfrm>
            <a:off x="685800" y="2971800"/>
            <a:ext cx="35146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Rounded Rectangle 5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ounded Rectangle 54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Rounded Rectangle 5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56"/>
          <p:cNvSpPr/>
          <p:nvPr/>
        </p:nvSpPr>
        <p:spPr>
          <a:xfrm>
            <a:off x="7955280" y="2971800"/>
            <a:ext cx="3470040" cy="296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Rectangle 12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2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3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3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3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3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3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3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13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13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13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13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14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14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14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14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5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Rounded Rectangle 5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59"/>
          <p:cNvSpPr/>
          <p:nvPr/>
        </p:nvSpPr>
        <p:spPr>
          <a:xfrm>
            <a:off x="685800" y="3108960"/>
            <a:ext cx="35157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Rounded Rectangle 6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ounded Rectangle 61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Rounded Rectangle 6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63"/>
          <p:cNvSpPr/>
          <p:nvPr/>
        </p:nvSpPr>
        <p:spPr>
          <a:xfrm>
            <a:off x="7955280" y="2743200"/>
            <a:ext cx="34711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7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17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17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17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8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18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18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18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18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18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18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18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18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18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19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19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7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Rounded Rectangle 7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80"/>
          <p:cNvSpPr/>
          <p:nvPr/>
        </p:nvSpPr>
        <p:spPr>
          <a:xfrm>
            <a:off x="685800" y="2971800"/>
            <a:ext cx="35168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Rounded Rectangle 8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ounded Rectangle 8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Rounded Rectangle 8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84"/>
          <p:cNvSpPr/>
          <p:nvPr/>
        </p:nvSpPr>
        <p:spPr>
          <a:xfrm>
            <a:off x="7955280" y="2971800"/>
            <a:ext cx="37008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9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19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19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19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9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19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19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19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0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0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0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0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0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0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0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0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8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Rounded Rectangle 8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87"/>
          <p:cNvSpPr/>
          <p:nvPr/>
        </p:nvSpPr>
        <p:spPr>
          <a:xfrm>
            <a:off x="595440" y="2743200"/>
            <a:ext cx="35175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Rounded Rectangle 88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ounded Rectangle 89"/>
          <p:cNvSpPr/>
          <p:nvPr/>
        </p:nvSpPr>
        <p:spPr>
          <a:xfrm>
            <a:off x="4343400" y="2880360"/>
            <a:ext cx="3655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Rounded Rectangle 90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91"/>
          <p:cNvSpPr/>
          <p:nvPr/>
        </p:nvSpPr>
        <p:spPr>
          <a:xfrm>
            <a:off x="8229600" y="2972880"/>
            <a:ext cx="365580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Rectangle 20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0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1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1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1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1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1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1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1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1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1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1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2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2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2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2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ounded Rectangle 92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Rounded Rectangle 93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ounded Rectangle 94"/>
          <p:cNvSpPr/>
          <p:nvPr/>
        </p:nvSpPr>
        <p:spPr>
          <a:xfrm>
            <a:off x="457200" y="2743200"/>
            <a:ext cx="37465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Rounded Rectangle 95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ounded Rectangle 96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Rounded Rectangle 9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98"/>
          <p:cNvSpPr/>
          <p:nvPr/>
        </p:nvSpPr>
        <p:spPr>
          <a:xfrm>
            <a:off x="7955280" y="2514600"/>
            <a:ext cx="393048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Rectangle 22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2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2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2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2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2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3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3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3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3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23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23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3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3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3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3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ounded Rectangle 9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TextBox 43"/>
          <p:cNvSpPr/>
          <p:nvPr/>
        </p:nvSpPr>
        <p:spPr>
          <a:xfrm>
            <a:off x="915480" y="1005840"/>
            <a:ext cx="9139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TextBox 44"/>
          <p:cNvSpPr/>
          <p:nvPr/>
        </p:nvSpPr>
        <p:spPr>
          <a:xfrm>
            <a:off x="2181960" y="2057400"/>
            <a:ext cx="66067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Rounded Rectangle 10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ounded Rectangle 101"/>
          <p:cNvSpPr/>
          <p:nvPr/>
        </p:nvSpPr>
        <p:spPr>
          <a:xfrm>
            <a:off x="91440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Rounded Rectangle 10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ounded Rectangle 10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Rounded Rectangle 10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105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ectangle 24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4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4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4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4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4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4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4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4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4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25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25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25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25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5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5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ounded Rectangle 10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Rounded Rectangle 10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ounded Rectangle 10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Rounded Rectangle 10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ounded Rectangle 110"/>
          <p:cNvSpPr/>
          <p:nvPr/>
        </p:nvSpPr>
        <p:spPr>
          <a:xfrm>
            <a:off x="4343400" y="3108960"/>
            <a:ext cx="338148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Rounded Rectangle 11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ounded Rectangle 112"/>
          <p:cNvSpPr/>
          <p:nvPr/>
        </p:nvSpPr>
        <p:spPr>
          <a:xfrm>
            <a:off x="7955280" y="2971800"/>
            <a:ext cx="39312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Rectangle 25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25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5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5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6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6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6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6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6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6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6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6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6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6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7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7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ounded Rectangle 11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TextBox 49"/>
          <p:cNvSpPr/>
          <p:nvPr/>
        </p:nvSpPr>
        <p:spPr>
          <a:xfrm>
            <a:off x="1611720" y="1005840"/>
            <a:ext cx="7747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Rounded Rectangle 11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ounded Rectangle 11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Rounded Rectangle 11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ounded Rectangle 11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Rounded Rectangle 11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ounded Rectangle 119"/>
          <p:cNvSpPr/>
          <p:nvPr/>
        </p:nvSpPr>
        <p:spPr>
          <a:xfrm>
            <a:off x="7955280" y="2971800"/>
            <a:ext cx="39315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Rectangle 27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27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27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7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7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7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7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7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8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8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8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28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28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28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28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28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ounded Rectangle 120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TextBox 52"/>
          <p:cNvSpPr/>
          <p:nvPr/>
        </p:nvSpPr>
        <p:spPr>
          <a:xfrm>
            <a:off x="2517120" y="1005840"/>
            <a:ext cx="5937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TextBox 53"/>
          <p:cNvSpPr/>
          <p:nvPr/>
        </p:nvSpPr>
        <p:spPr>
          <a:xfrm>
            <a:off x="848160" y="2074680"/>
            <a:ext cx="9463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Rounded Rectangle 121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ounded Rectangle 122"/>
          <p:cNvSpPr/>
          <p:nvPr/>
        </p:nvSpPr>
        <p:spPr>
          <a:xfrm>
            <a:off x="914400" y="3108960"/>
            <a:ext cx="32907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Rounded Rectangle 123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ounded Rectangle 124"/>
          <p:cNvSpPr/>
          <p:nvPr/>
        </p:nvSpPr>
        <p:spPr>
          <a:xfrm>
            <a:off x="4343400" y="3108960"/>
            <a:ext cx="342900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Rounded Rectangle 125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ounded Rectangle 126"/>
          <p:cNvSpPr/>
          <p:nvPr/>
        </p:nvSpPr>
        <p:spPr>
          <a:xfrm>
            <a:off x="7955280" y="3108960"/>
            <a:ext cx="370332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Box 54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0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5560" cy="68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2026-03-28T22:12:28Z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