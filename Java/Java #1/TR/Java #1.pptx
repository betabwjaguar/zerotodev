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0166F8-AE2C-4026-A6B7-0F1BC42E59A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2062BF5-7312-4554-B438-36E528DFBE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B3376F-46EE-4D12-B77C-FF4C064540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0533F1-634A-4DD6-9B95-7AD09B859B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4267A8-5342-43D7-B96F-AD6B627F28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1219A8-8FD3-4607-A06E-1586ECB7E3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69E24C-E30F-4C4F-ACFC-36DC2FD204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8815AB-3021-436B-B2A5-0CAA7F2EA3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87B6B6-D660-4BD6-AC68-6C6BA7753A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F28943-A7D9-4FD9-85F3-8B319885DF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02E79E-139C-4E09-B10F-30A7C416DCC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384CC7-BD89-4D53-B2A1-B4CC1E81225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0D2954-B816-4DCD-A382-71B22531277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AD1923-AF99-4439-9B97-CCCEAEC481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FEA7FF2-8CE9-4AD7-B624-2FBDABC8C2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6DF2E2-46E0-41C6-BF2B-2EC857F5FA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18A7090-4164-4EE8-8699-7A4D18B756B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3640" y="301680"/>
            <a:ext cx="9069120" cy="585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5E26CB1-FA59-4823-84F8-7E0E67FDA6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D2BDA3-274E-49DA-8A6B-B825C71CA1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619955-7460-4B00-AAFE-85107E263D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0F59D4B-EA1D-4F15-9E97-5461F15789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3640" y="4060440"/>
            <a:ext cx="906912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3D237B-36A2-4025-ABAD-0A44CFF778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0880" y="176940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364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0880" y="4060440"/>
            <a:ext cx="442548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9563A74-2A17-4708-8504-5241DF48624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36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012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6240" y="176940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36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012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6240" y="4060440"/>
            <a:ext cx="2919960" cy="209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E549AE4-0212-47FD-BD0C-0591E0A02B8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312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36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C4703C-F7B5-4663-BFD9-916A7EFD49E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36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528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322CA3-5238-4B2F-8058-04EDDE21373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1800" y="1800"/>
            <a:ext cx="1342368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1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10047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20124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30200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40276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50353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60429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70506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80582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90658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100735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1080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20884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30960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1800" y="1800"/>
            <a:ext cx="34524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10880640" y="401400"/>
            <a:ext cx="220896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108612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1019520" y="342684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96620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884480" y="342684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84556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8763840" y="342684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1800" y="1800"/>
            <a:ext cx="1342368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1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10047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20124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30200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40276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50353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60429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70506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80582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90658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100735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1080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20884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30960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1800" y="1800"/>
            <a:ext cx="34524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10880640" y="401400"/>
            <a:ext cx="220896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108612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1005840" y="3426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96620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884480" y="3426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84556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8763840" y="342684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1800" y="1800"/>
            <a:ext cx="1342368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1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10047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20124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30200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40276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50353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60429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70506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80582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90658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100735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1080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20884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30960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1800" y="1800"/>
            <a:ext cx="34524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10880640" y="401400"/>
            <a:ext cx="220896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108612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1005840" y="342684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96620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884480" y="342540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84556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8763840" y="3426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1800" y="1800"/>
            <a:ext cx="1342368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1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10047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20124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30200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40276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50353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604296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70506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80582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90658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1007352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108080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208844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3096080" y="1800"/>
            <a:ext cx="1332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1800" y="1800"/>
            <a:ext cx="34524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10880640" y="401400"/>
            <a:ext cx="220896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108612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1005840" y="3426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96620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884480" y="3426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845560" y="3507120"/>
            <a:ext cx="361980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8763840" y="3426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1800" y="1800"/>
            <a:ext cx="1342404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18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100476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20124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30200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40276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503532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604296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70506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80582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90658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1007352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10808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20884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30960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1800" y="1800"/>
            <a:ext cx="34560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10880640" y="401400"/>
            <a:ext cx="220932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108612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679320" y="3274920"/>
            <a:ext cx="4027680" cy="3168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96620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884480" y="342684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84556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763840" y="3426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1800" y="1800"/>
            <a:ext cx="1342404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18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100476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20124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30200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40276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503532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604296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70506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80582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90658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1007352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108080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208844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3096080" y="1800"/>
            <a:ext cx="1368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1800" y="1800"/>
            <a:ext cx="34560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1"/>
          <p:cNvSpPr/>
          <p:nvPr/>
        </p:nvSpPr>
        <p:spPr>
          <a:xfrm>
            <a:off x="10880640" y="401400"/>
            <a:ext cx="220932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3"/>
          <p:cNvSpPr/>
          <p:nvPr/>
        </p:nvSpPr>
        <p:spPr>
          <a:xfrm>
            <a:off x="108612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4"/>
          <p:cNvSpPr/>
          <p:nvPr/>
        </p:nvSpPr>
        <p:spPr>
          <a:xfrm>
            <a:off x="1005840" y="342540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5"/>
          <p:cNvSpPr/>
          <p:nvPr/>
        </p:nvSpPr>
        <p:spPr>
          <a:xfrm>
            <a:off x="496620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6"/>
          <p:cNvSpPr/>
          <p:nvPr/>
        </p:nvSpPr>
        <p:spPr>
          <a:xfrm>
            <a:off x="8845560" y="350712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ounded Rectangle 47"/>
          <p:cNvSpPr/>
          <p:nvPr/>
        </p:nvSpPr>
        <p:spPr>
          <a:xfrm>
            <a:off x="8763840" y="342684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ounded Rectangle 48"/>
          <p:cNvSpPr/>
          <p:nvPr/>
        </p:nvSpPr>
        <p:spPr>
          <a:xfrm>
            <a:off x="4938840" y="345096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1800" y="1800"/>
            <a:ext cx="13424400" cy="7555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1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10047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20124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30200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40276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50353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60429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70506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80582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90658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100735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1080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20884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30960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1800" y="1800"/>
            <a:ext cx="345960" cy="7555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49"/>
          <p:cNvSpPr/>
          <p:nvPr/>
        </p:nvSpPr>
        <p:spPr>
          <a:xfrm>
            <a:off x="10880640" y="401400"/>
            <a:ext cx="220968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0"/>
          <p:cNvSpPr/>
          <p:nvPr/>
        </p:nvSpPr>
        <p:spPr>
          <a:xfrm>
            <a:off x="108612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1"/>
          <p:cNvSpPr/>
          <p:nvPr/>
        </p:nvSpPr>
        <p:spPr>
          <a:xfrm>
            <a:off x="100584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2"/>
          <p:cNvSpPr/>
          <p:nvPr/>
        </p:nvSpPr>
        <p:spPr>
          <a:xfrm>
            <a:off x="496620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3"/>
          <p:cNvSpPr/>
          <p:nvPr/>
        </p:nvSpPr>
        <p:spPr>
          <a:xfrm>
            <a:off x="884556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ounded Rectangle 54"/>
          <p:cNvSpPr/>
          <p:nvPr/>
        </p:nvSpPr>
        <p:spPr>
          <a:xfrm>
            <a:off x="876384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ounded Rectangle 55"/>
          <p:cNvSpPr/>
          <p:nvPr/>
        </p:nvSpPr>
        <p:spPr>
          <a:xfrm>
            <a:off x="4938840" y="345060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1800" y="1800"/>
            <a:ext cx="13424400" cy="7555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1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10047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20124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30200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40276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50353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60429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70506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80582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90658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100735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1080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20884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30960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1800" y="1800"/>
            <a:ext cx="345960" cy="7555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6"/>
          <p:cNvSpPr/>
          <p:nvPr/>
        </p:nvSpPr>
        <p:spPr>
          <a:xfrm>
            <a:off x="10880640" y="401400"/>
            <a:ext cx="220968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7"/>
          <p:cNvSpPr/>
          <p:nvPr/>
        </p:nvSpPr>
        <p:spPr>
          <a:xfrm>
            <a:off x="108612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8"/>
          <p:cNvSpPr/>
          <p:nvPr/>
        </p:nvSpPr>
        <p:spPr>
          <a:xfrm>
            <a:off x="100584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59"/>
          <p:cNvSpPr/>
          <p:nvPr/>
        </p:nvSpPr>
        <p:spPr>
          <a:xfrm>
            <a:off x="496620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0"/>
          <p:cNvSpPr/>
          <p:nvPr/>
        </p:nvSpPr>
        <p:spPr>
          <a:xfrm>
            <a:off x="884556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ounded Rectangle 61"/>
          <p:cNvSpPr/>
          <p:nvPr/>
        </p:nvSpPr>
        <p:spPr>
          <a:xfrm>
            <a:off x="876384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ounded Rectangle 62"/>
          <p:cNvSpPr/>
          <p:nvPr/>
        </p:nvSpPr>
        <p:spPr>
          <a:xfrm>
            <a:off x="4938840" y="345204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3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4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5"/>
          <p:cNvSpPr/>
          <p:nvPr/>
        </p:nvSpPr>
        <p:spPr>
          <a:xfrm>
            <a:off x="100656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6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7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ounded Rectangle 68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Rounded Rectangle 69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0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2953800" y="1107360"/>
            <a:ext cx="6200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1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2"/>
          <p:cNvSpPr/>
          <p:nvPr/>
        </p:nvSpPr>
        <p:spPr>
          <a:xfrm>
            <a:off x="10065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3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4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ounded Rectangle 75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Rounded Rectangle 76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2026-01-03T01:16:09Z</dcterms:modified>
  <cp:revision>84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