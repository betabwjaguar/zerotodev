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</p:sld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C183B36-E35A-4268-A6F1-2CF132DBF09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78FAD1-C6D5-4D3B-BF8A-C9D39266D2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D6629A-97A2-466C-BE89-877A46F5AD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75B0C9-33F1-4D41-8CD5-F7CCDE644C2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CF86C5-6691-4357-8FF1-77BD4753202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4CEC79-D4EB-4714-B654-A19A63118F3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C71381-7BC2-4496-B3EA-57471DA92DB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67ED127-5D59-4BFF-BF79-CE03A171D1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893C08-CB15-4866-B674-98C5E633F5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7B4043-FA58-4292-91D7-09079230337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966C5F-B0B3-4A8E-9D0E-B390B720884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08E0B3-90C0-4CF7-B9CB-BC10B4BDAA7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359A0EB-8752-4220-AD9E-6B7BA4B396B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28B7293-13C6-4EA0-A04C-0BA1983AD3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929FF41-7434-4819-9159-DBF5FB20140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5C727B1-CD37-4238-8D43-45C2639725E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A2A03A1-CFFF-48CE-9204-31B17C2F1E9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E599806-9099-48FE-BBC6-8A95BCE959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918C5F0-2D91-4D06-AF68-156C66251D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99245AC-04DA-4E66-81F9-540236ECAEF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8FC48B6-1076-4908-AE2B-8ADC83458E5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ABB6537-4469-44F1-A040-59A604E58D5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CC5DBB5-8801-496D-8BA5-7567A189109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71AA311-9C8E-49CB-B7C4-5118729EAAC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D8C3A3B-31B4-4221-9E28-79A129B1B4E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F37A606-1ED1-4154-9620-BA57E44D543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901EBA4-9333-42CE-AFF3-A9EFF8F010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73A2C83-2E8B-4C4A-AE87-A7AA6E64EEB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3E89C76-B33F-404A-8D6E-2EA208F1548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496B131-EE07-4035-ACD7-718565D7A0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E86C3D7-CA4E-462F-915D-4E432CC5DA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C1D6124-78DB-4000-8EAB-B36EF9D95E2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F5FE2F2-35DA-4183-81EC-CF962B38768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1B9C46C-F875-4131-A7F2-8CDE220C68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0D51D1D-0929-4283-B9CF-8E0B89AE976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4A7A05E-A46B-4D1E-933C-45138CC9939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95DADC7-B08F-4845-9AAD-F1610D94A38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B3DF11E-E6CA-4ED0-8D44-CEE460E7BD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FA4824F-0AA1-4703-A700-CE8F19BC363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A0A0434-7C42-4F81-A72D-B58C13950C8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B212C4F-9BE9-4364-8625-F5550A73C30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B7A4552-1658-42F9-86B0-9789016CB4D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9AAF2EA-A56C-4F86-91A4-2DCAA3FA03A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0DB94F9-760C-4986-9962-905BF2E670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8F8E1F-EEF6-4BF8-B646-9B7D30ABB7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1D70E26-13A9-4A6F-A4FC-FAAC6CA1B0D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1B87BA6-F1A7-403C-A96A-2B5642F6E6C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B2C24C0-9FF9-4249-A47A-AF678D39369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4791BC6-6CE0-4179-812B-E1FC382DB01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ACB7C2B-11C3-4154-A8B5-8085B9B21A5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C414EA1-E3B9-4F4E-BF3A-AAA3ED4DFC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5DFD70E-88D0-4FFF-B717-E8ED423F4A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1AD9956-C3B7-42BB-B2F8-F6126A6B7B7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A34C684-57A9-49E9-8B0B-0C20F01209B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946DBAD-C7B2-4A87-8DA5-406D6510D93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88141BA-C941-4884-A521-06D0B37206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AB33C60-A0D9-469E-921B-5DB9A04034F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18C97BE-A5B1-4977-9513-D1FD2E9FA8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77B18FE-A5A1-4F6C-BF56-830202FD1A0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9F770F6-078C-40A9-8950-B5B43629A0F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DF1F275-F182-4882-8036-D0E3E6A6CF6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164D8F7-44F7-44F5-9C6D-5845C31E2C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1010CA6-0256-4ED0-9855-505EEB1783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331EDE4-E951-4D93-B920-0B083DB4E51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2622491-C3CD-413B-B606-A0D9E8C4CC0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51BF8A3-C249-4F2B-AA4F-3517401BF65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B3AEEDC-E649-40B1-A4D5-A436EBA2786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83B5121-7F6F-4396-9998-4E4D07A775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EA2E06E-E0D2-462B-A1BB-C97B266D91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E4CBEF8-E35E-4DC3-9BB3-3BD841962C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20B748E-041C-4C5C-A841-055B5A2F078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1CF98BF-6E9B-407E-A739-C08C3CCA780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4F8A140-2673-4EAE-A378-DB2B5D28225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8D52293-60A4-4D6E-891F-10DDE8FC7CC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0C581CB-11B1-4EA0-A173-EC8F4698E1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7E6304A-3646-4999-A3BA-6F10F63AE05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56B11B3-F1FF-4B98-969A-6A9619D5D4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8788661-693D-4E02-84E2-B4C1F5E5494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EDBD79DD-E04D-4496-93F7-308223921F6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2C361DF-3DDF-4416-8DF7-668038820A1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DC108B3-0CDB-4F38-AD4E-9AF1853FB4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68882D1-0658-4C66-A42D-4BE873F2CBA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3F3962D-EC18-421B-8482-4A5ACA5531E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6EFDB3E-E217-42F7-895A-9882706050B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0FA1ABC-F751-450B-B3A3-9DFCC1ED47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9B14576-8810-4162-9CAC-79C35AB34B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8467F34-F3C4-4E83-8AD7-833B691EFE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78DEF11-0256-4BE1-B77B-A48EA68C98A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2758549-C5FE-4699-A8FD-C992B3DBA3A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A216797-C3AC-437C-83D3-E2D2ADE92F0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418BD24-E7FF-485D-9EB1-A0675CE0595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EECE010-67D9-4332-992A-C5E21D5DDC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8D48440-EBF9-4AD2-8BC1-1237479A491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0C8AD04-9B77-4BB2-B14D-E226FFC7B75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1C3A5BD-E892-480F-8A7C-ECCD66AC9D0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F72067A-FE90-4DE2-9743-990A62360B2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5A86033-FECD-40F5-BEDF-09E64B5B0E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7CCADFB-B773-4897-AA1B-97295A1015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9ADD264-08E3-4BF1-A5DF-E6DF8D908F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8B2ECAD-ABFD-45B9-B8CE-23ED2860DF1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0D6C083-C0B0-47CD-BB9C-EFC4BB2B497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A508E09-E747-4501-9D5E-5A6A0B88D5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1EF7CD1-FCDF-47D0-98C3-878183BBBD3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938990F-8A54-4BFB-B477-135551FFAC2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58D37DB-3E6F-480E-A1A8-C53FBD124B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A341D0F-EE53-45D5-9426-1B88559B72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3519D7A-1F47-42B1-A330-2D8FC2FBD35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E676657-EA9F-421F-8EED-2B8C4791551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2733B9F-BA57-4BD4-91FC-0B7852B2539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305CB34-91CF-46EC-B6EC-B464A6FD19F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20C1B0B-E764-4C23-9A78-296EE05562E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1E2D20F-2E71-407D-8754-85EE311CD2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845A68D-9450-4A83-862A-2E34B736B67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754579C-F141-4DCA-B5E2-A6620E7DDE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B5005C5-D5BF-48BA-B204-F351CB06EB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0B01E23-3393-41F0-A1C0-5CA7FE51FC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FA97FE0-EC92-4C6A-94CA-8042B6651FA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37771EB-A80F-476E-B4DC-41F9CDC809E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2B377F1-1F71-4223-AC74-7B6663125B5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FFC950FA-C20F-4B86-9683-0AE8AB4B0F2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E5A257-543E-4439-8AB5-022D4F8C802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87A7C8-6518-4514-807D-30902B829F9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DC2163-8C91-4451-A6E8-FC8CFA955E3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D5449CD-24F6-4B67-8146-22ED6BA2681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085AF5-9C54-4213-AC6A-1DF56432FC5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F1239C9-354E-4484-A13E-DB4A8278984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1F1883-3AF4-4B74-8344-6256499A8BE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FE91AF-8DE1-4289-B123-5CBCCABFFF6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E898C2F-5F08-405A-A40E-E144DFE84A4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813611-EB64-47C0-8C54-E74A356CC0A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Rectangle 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1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1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1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1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16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ounded Rectangle 1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Rounded Rectangle 20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ounded Rectangle 21"/>
          <p:cNvSpPr/>
          <p:nvPr/>
        </p:nvSpPr>
        <p:spPr>
          <a:xfrm>
            <a:off x="914400" y="3108960"/>
            <a:ext cx="328752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9" name="Rounded Rectangle 22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ounded Rectangle 23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1" name="Rounded Rectangle 24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ounded Rectangle 25"/>
          <p:cNvSpPr/>
          <p:nvPr/>
        </p:nvSpPr>
        <p:spPr>
          <a:xfrm>
            <a:off x="7955280" y="3108960"/>
            <a:ext cx="347148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 32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33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34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35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36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37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38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39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40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41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42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43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44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45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46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47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ounded Rectangle 8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Rounded Rectangle 9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ounded Rectangle 10"/>
          <p:cNvSpPr/>
          <p:nvPr/>
        </p:nvSpPr>
        <p:spPr>
          <a:xfrm>
            <a:off x="826200" y="2925720"/>
            <a:ext cx="3391200" cy="370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Rounded Rectangle 11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ounded Rectangle 12"/>
          <p:cNvSpPr/>
          <p:nvPr/>
        </p:nvSpPr>
        <p:spPr>
          <a:xfrm>
            <a:off x="4434840" y="3108960"/>
            <a:ext cx="328752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7" name="Rounded Rectangle 13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ounded Rectangle 14"/>
          <p:cNvSpPr/>
          <p:nvPr/>
        </p:nvSpPr>
        <p:spPr>
          <a:xfrm>
            <a:off x="7955280" y="3108960"/>
            <a:ext cx="3471480" cy="328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9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Rectangle 160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161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162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163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164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165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166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167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168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169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170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171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172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173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174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175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ounded Rectangle 71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32"/>
          <p:cNvSpPr/>
          <p:nvPr/>
        </p:nvSpPr>
        <p:spPr>
          <a:xfrm>
            <a:off x="2312280" y="1679400"/>
            <a:ext cx="637344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Rounded Rectangle 72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ounded Rectangle 73"/>
          <p:cNvSpPr/>
          <p:nvPr/>
        </p:nvSpPr>
        <p:spPr>
          <a:xfrm>
            <a:off x="685800" y="2971800"/>
            <a:ext cx="351828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Rounded Rectangle 74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ounded Rectangle 75"/>
          <p:cNvSpPr/>
          <p:nvPr/>
        </p:nvSpPr>
        <p:spPr>
          <a:xfrm>
            <a:off x="4434840" y="3108960"/>
            <a:ext cx="328968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Rounded Rectangle 76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ounded Rectangle 77"/>
          <p:cNvSpPr/>
          <p:nvPr/>
        </p:nvSpPr>
        <p:spPr>
          <a:xfrm>
            <a:off x="7955280" y="2971800"/>
            <a:ext cx="370224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Rectangle 144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145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146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147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148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149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150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151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152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153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154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155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156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157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58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59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ounded Rectangle 64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TextBox 29"/>
          <p:cNvSpPr/>
          <p:nvPr/>
        </p:nvSpPr>
        <p:spPr>
          <a:xfrm>
            <a:off x="2229120" y="2194560"/>
            <a:ext cx="6512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Rounded Rectangle 65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ounded Rectangle 66"/>
          <p:cNvSpPr/>
          <p:nvPr/>
        </p:nvSpPr>
        <p:spPr>
          <a:xfrm>
            <a:off x="685800" y="3108960"/>
            <a:ext cx="351792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Rounded Rectangle 67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ounded Rectangle 68"/>
          <p:cNvSpPr/>
          <p:nvPr/>
        </p:nvSpPr>
        <p:spPr>
          <a:xfrm>
            <a:off x="4434840" y="3108960"/>
            <a:ext cx="32893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Rounded Rectangle 69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ounded Rectangle 70"/>
          <p:cNvSpPr/>
          <p:nvPr/>
        </p:nvSpPr>
        <p:spPr>
          <a:xfrm>
            <a:off x="7955280" y="3108960"/>
            <a:ext cx="370188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Rectangle 48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49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50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51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52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53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54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55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56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57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58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59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60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61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62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63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ounded Rectangle 15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Rounded Rectangle 16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ounded Rectangle 18"/>
          <p:cNvSpPr/>
          <p:nvPr/>
        </p:nvSpPr>
        <p:spPr>
          <a:xfrm>
            <a:off x="685800" y="2743200"/>
            <a:ext cx="351612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Rounded Rectangle 19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ounded Rectangle 26"/>
          <p:cNvSpPr/>
          <p:nvPr/>
        </p:nvSpPr>
        <p:spPr>
          <a:xfrm>
            <a:off x="4343400" y="2743200"/>
            <a:ext cx="33789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5" name="Rounded Rectangle 27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ounded Rectangle 28"/>
          <p:cNvSpPr/>
          <p:nvPr/>
        </p:nvSpPr>
        <p:spPr>
          <a:xfrm>
            <a:off x="7955280" y="2971800"/>
            <a:ext cx="3700080" cy="319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Rectangle 80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81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82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83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84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85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86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87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88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89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90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91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92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93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94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95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ounded Rectangle 36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5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Rounded Rectangle 37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ounded Rectangle 38"/>
          <p:cNvSpPr/>
          <p:nvPr/>
        </p:nvSpPr>
        <p:spPr>
          <a:xfrm>
            <a:off x="685800" y="3108960"/>
            <a:ext cx="351648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9" name="Rounded Rectangle 3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ounded Rectangle 40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1" name="Rounded Rectangle 41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ounded Rectangle 42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3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Rectangle 64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65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66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67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68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69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70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71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72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73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74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75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76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77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78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79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ounded Rectangle 29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Rounded Rectangle 3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ounded Rectangle 31"/>
          <p:cNvSpPr/>
          <p:nvPr/>
        </p:nvSpPr>
        <p:spPr>
          <a:xfrm>
            <a:off x="457200" y="2971800"/>
            <a:ext cx="374508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Rounded Rectangle 3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ounded Rectangle 33"/>
          <p:cNvSpPr/>
          <p:nvPr/>
        </p:nvSpPr>
        <p:spPr>
          <a:xfrm>
            <a:off x="4343400" y="2971800"/>
            <a:ext cx="342612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7" name="Rounded Rectangle 3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ounded Rectangle 35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9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Rectangle 96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97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98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99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00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01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02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03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04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05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06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107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08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09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10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11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ounded Rectangle 43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Box 17"/>
          <p:cNvSpPr/>
          <p:nvPr/>
        </p:nvSpPr>
        <p:spPr>
          <a:xfrm>
            <a:off x="2305080" y="1826640"/>
            <a:ext cx="65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Rounded Rectangle 44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ounded Rectangle 45"/>
          <p:cNvSpPr/>
          <p:nvPr/>
        </p:nvSpPr>
        <p:spPr>
          <a:xfrm>
            <a:off x="475560" y="2514600"/>
            <a:ext cx="372708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1" name="Rounded Rectangle 46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ounded Rectangle 47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Rounded Rectangle 48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ounded Rectangle 49"/>
          <p:cNvSpPr/>
          <p:nvPr/>
        </p:nvSpPr>
        <p:spPr>
          <a:xfrm>
            <a:off x="7955280" y="2514600"/>
            <a:ext cx="3700800" cy="3407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5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Rectangle 112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13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14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115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116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117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118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119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120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121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122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123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24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25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26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127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ounded Rectangle 50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Rounded Rectangle 51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52"/>
          <p:cNvSpPr/>
          <p:nvPr/>
        </p:nvSpPr>
        <p:spPr>
          <a:xfrm>
            <a:off x="685800" y="2971800"/>
            <a:ext cx="3516840" cy="319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Rounded Rectangle 53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ounded Rectangle 54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9" name="Rounded Rectangle 55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ounded Rectangle 56"/>
          <p:cNvSpPr/>
          <p:nvPr/>
        </p:nvSpPr>
        <p:spPr>
          <a:xfrm>
            <a:off x="7955280" y="2971800"/>
            <a:ext cx="3472200" cy="296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Rectangle 128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29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30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131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132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133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134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135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136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137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138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139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140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141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42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43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ounded Rectangle 5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9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Rounded Rectangle 58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59"/>
          <p:cNvSpPr/>
          <p:nvPr/>
        </p:nvSpPr>
        <p:spPr>
          <a:xfrm>
            <a:off x="685800" y="3108960"/>
            <a:ext cx="351756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Rounded Rectangle 60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ounded Rectangle 61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5" name="Rounded Rectangle 62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ounded Rectangle 63"/>
          <p:cNvSpPr/>
          <p:nvPr/>
        </p:nvSpPr>
        <p:spPr>
          <a:xfrm>
            <a:off x="7955280" y="3108960"/>
            <a:ext cx="347292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7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Rectangle 176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77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78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179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180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181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182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183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184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185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186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187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188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189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190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191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ounded Rectangle 78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35"/>
          <p:cNvSpPr/>
          <p:nvPr/>
        </p:nvSpPr>
        <p:spPr>
          <a:xfrm>
            <a:off x="2356200" y="2057400"/>
            <a:ext cx="63295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Rounded Rectangle 79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ounded Rectangle 80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Rounded Rectangle 81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ounded Rectangle 82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Rounded Rectangle 83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ounded Rectangle 84"/>
          <p:cNvSpPr/>
          <p:nvPr/>
        </p:nvSpPr>
        <p:spPr>
          <a:xfrm>
            <a:off x="7955280" y="2971800"/>
            <a:ext cx="370224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Rectangle 19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193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194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195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196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197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198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199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200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201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202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203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204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205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206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207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ounded Rectangle 85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1" name="TextBox 37"/>
          <p:cNvSpPr/>
          <p:nvPr/>
        </p:nvSpPr>
        <p:spPr>
          <a:xfrm>
            <a:off x="1242720" y="900360"/>
            <a:ext cx="8484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(Automatic Conversion)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TextBox 38"/>
          <p:cNvSpPr/>
          <p:nvPr/>
        </p:nvSpPr>
        <p:spPr>
          <a:xfrm>
            <a:off x="3011040" y="1600200"/>
            <a:ext cx="49957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 occurs when Java automatically converts a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smaller data type into a larger data type.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conversion is safe because the larger data type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can store all values of the smaller data type without data loss.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Rounded Rectangle 86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ounded Rectangle 87"/>
          <p:cNvSpPr/>
          <p:nvPr/>
        </p:nvSpPr>
        <p:spPr>
          <a:xfrm>
            <a:off x="595440" y="2743200"/>
            <a:ext cx="351864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is the automatic conversion of a smaller data type to a larger data type in Java.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performs this conversion automatically when there is no risk of data loss.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Widening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 by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Rounded Rectangle 88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ounded Rectangle 89"/>
          <p:cNvSpPr/>
          <p:nvPr/>
        </p:nvSpPr>
        <p:spPr>
          <a:xfrm>
            <a:off x="4343400" y="2880360"/>
            <a:ext cx="365688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 (Widening Conversion)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represents a data type that can store the previous type safely.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Rounded Rectangle 90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ounded Rectangle 91"/>
          <p:cNvSpPr/>
          <p:nvPr/>
        </p:nvSpPr>
        <p:spPr>
          <a:xfrm>
            <a:off x="8229600" y="2972880"/>
            <a:ext cx="3656880" cy="319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Automatic conversion from int to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System.out.println("Number: " + 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9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Rectangle 208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209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10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211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212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213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214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215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216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217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218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219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220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221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222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223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ounded Rectangle 92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TextBox 40"/>
          <p:cNvSpPr/>
          <p:nvPr/>
        </p:nvSpPr>
        <p:spPr>
          <a:xfrm>
            <a:off x="2514600" y="685800"/>
            <a:ext cx="6071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TextBox 41"/>
          <p:cNvSpPr/>
          <p:nvPr/>
        </p:nvSpPr>
        <p:spPr>
          <a:xfrm>
            <a:off x="2647440" y="1600200"/>
            <a:ext cx="58104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 is the manual conversion of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larger data type to a smaller data type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required when there is a risk of data or precision loss.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Rounded Rectangle 93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ounded Rectangle 94"/>
          <p:cNvSpPr/>
          <p:nvPr/>
        </p:nvSpPr>
        <p:spPr>
          <a:xfrm>
            <a:off x="457200" y="2743200"/>
            <a:ext cx="374760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is the manual conversion of a larger data type to a smaller data type.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perform this conversion automatically because the smaller type may not store all values.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Narrowing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numeric types to smaller ones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Rounded Rectangle 95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ounded Rectangle 96"/>
          <p:cNvSpPr/>
          <p:nvPr/>
        </p:nvSpPr>
        <p:spPr>
          <a:xfrm>
            <a:off x="4434840" y="2971800"/>
            <a:ext cx="32904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 (Narrowing)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converts the value to a smaller storage type, which may remove decimal values or overflow.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3" name="Rounded Rectangle 97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ounded Rectangle 98"/>
          <p:cNvSpPr/>
          <p:nvPr/>
        </p:nvSpPr>
        <p:spPr>
          <a:xfrm>
            <a:off x="7955280" y="2514600"/>
            <a:ext cx="3931560" cy="4114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 from double to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 value: " + 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newPrice);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5" name="TextBox 42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Rectangle 224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25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26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227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228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229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230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231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232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233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234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235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236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237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238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239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ounded Rectangle 99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3" name="TextBox 43"/>
          <p:cNvSpPr/>
          <p:nvPr/>
        </p:nvSpPr>
        <p:spPr>
          <a:xfrm>
            <a:off x="2148480" y="1005840"/>
            <a:ext cx="667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vs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TextBox 44"/>
          <p:cNvSpPr/>
          <p:nvPr/>
        </p:nvSpPr>
        <p:spPr>
          <a:xfrm>
            <a:off x="2094480" y="2057400"/>
            <a:ext cx="6783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the difference between implicit and explicit casting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helps prevent data loss and ensures correct type conversion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Rounded Rectangle 100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ounded Rectangle 101"/>
          <p:cNvSpPr/>
          <p:nvPr/>
        </p:nvSpPr>
        <p:spPr>
          <a:xfrm>
            <a:off x="91440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Smaller → Larger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 syntax required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Larger → Smaller data type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Done manually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loss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(type) syntax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Rounded Rectangle 102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ounded Rectangle 103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9" name="Rounded Rectangle 104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ounded Rectangle 105"/>
          <p:cNvSpPr/>
          <p:nvPr/>
        </p:nvSpPr>
        <p:spPr>
          <a:xfrm>
            <a:off x="7955280" y="3108960"/>
            <a:ext cx="370332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1" name="TextBox 45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2026-03-17T16:54:28Z</dcterms:modified>
  <cp:revision>18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