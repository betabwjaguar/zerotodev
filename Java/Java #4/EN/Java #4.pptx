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slides/_rels/slide29.xml.rels" ContentType="application/vnd.openxmlformats-package.relationships+xml"/>
  <Override PartName="/ppt/slides/_rels/slide30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05E22F8-EC56-4328-8C72-6F29EEE84F4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A3EA106-35D1-4D4A-946F-30018B92A66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727AEA-C7FA-4ED0-A4FB-0E881502015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4531E2B-0916-4CCA-A9E0-5044F6B16E7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F9D20B-0AF7-42EF-9495-68A024A92DE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1E275A6-2B42-46F0-B124-45BD3CAE0A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36F54B1-D99F-4D29-A256-6A27343BA5E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2796C7-97E3-426A-ACE8-8DDEE7A79FF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4207192-690E-452F-82FF-C8D99FEF9A5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9B23B23-F495-4372-A95D-3B54894AA7F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29B560-05D1-4490-A8F4-02F7843D00A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4A0E53D-C4C4-4218-B7E2-EA1AAC37C68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2160" cy="35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C1E6C01-72A1-45A3-9986-DE92651CD40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0400" cy="351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1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1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ounded Rectangle 17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Rounded Rectangle 20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ounded Rectangle 21"/>
          <p:cNvSpPr/>
          <p:nvPr/>
        </p:nvSpPr>
        <p:spPr>
          <a:xfrm>
            <a:off x="914400" y="310896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ounded Rectangle 23"/>
          <p:cNvSpPr/>
          <p:nvPr/>
        </p:nvSpPr>
        <p:spPr>
          <a:xfrm>
            <a:off x="4434840" y="310896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Rounded Rectangle 24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ounded Rectangle 25"/>
          <p:cNvSpPr/>
          <p:nvPr/>
        </p:nvSpPr>
        <p:spPr>
          <a:xfrm>
            <a:off x="7955280" y="2971800"/>
            <a:ext cx="3919680" cy="364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32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17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18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19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20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21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22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23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24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25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26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27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28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29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30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31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ounded Rectangle 8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Rounded Rectangle 9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ounded Rectangle 10"/>
          <p:cNvSpPr/>
          <p:nvPr/>
        </p:nvSpPr>
        <p:spPr>
          <a:xfrm>
            <a:off x="914400" y="3108960"/>
            <a:ext cx="3278880" cy="3051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" name="Rounded Rectangle 11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ounded Rectangle 12"/>
          <p:cNvSpPr/>
          <p:nvPr/>
        </p:nvSpPr>
        <p:spPr>
          <a:xfrm>
            <a:off x="4434840" y="2971800"/>
            <a:ext cx="3278880" cy="341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13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ounded Rectangle 14"/>
          <p:cNvSpPr/>
          <p:nvPr/>
        </p:nvSpPr>
        <p:spPr>
          <a:xfrm>
            <a:off x="7955280" y="3108960"/>
            <a:ext cx="3691440" cy="3051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33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34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35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36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37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38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39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40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41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42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43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44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45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46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47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48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ounded Rectangle 15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ounded Rectangle 16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ounded Rectangle 18"/>
          <p:cNvSpPr/>
          <p:nvPr/>
        </p:nvSpPr>
        <p:spPr>
          <a:xfrm>
            <a:off x="685800" y="2971800"/>
            <a:ext cx="3507480" cy="318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Rounded Rectangle 19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ounded Rectangle 26"/>
          <p:cNvSpPr/>
          <p:nvPr/>
        </p:nvSpPr>
        <p:spPr>
          <a:xfrm>
            <a:off x="4434840" y="2971800"/>
            <a:ext cx="3278880" cy="341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Rounded Rectangle 27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ounded Rectangle 28"/>
          <p:cNvSpPr/>
          <p:nvPr/>
        </p:nvSpPr>
        <p:spPr>
          <a:xfrm>
            <a:off x="7955280" y="3108960"/>
            <a:ext cx="3691440" cy="3051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49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50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51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52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3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4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5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6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7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8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9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60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61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62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3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4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ounded Rectangle 29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Rounded Rectangle 30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ounded Rectangle 31"/>
          <p:cNvSpPr/>
          <p:nvPr/>
        </p:nvSpPr>
        <p:spPr>
          <a:xfrm>
            <a:off x="685800" y="2971800"/>
            <a:ext cx="3507480" cy="318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Rounded Rectangle 32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ounded Rectangle 33"/>
          <p:cNvSpPr/>
          <p:nvPr/>
        </p:nvSpPr>
        <p:spPr>
          <a:xfrm>
            <a:off x="4434840" y="2971800"/>
            <a:ext cx="3278880" cy="341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Rounded Rectangle 34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ounded Rectangle 35"/>
          <p:cNvSpPr/>
          <p:nvPr/>
        </p:nvSpPr>
        <p:spPr>
          <a:xfrm>
            <a:off x="7955280" y="2743200"/>
            <a:ext cx="3920760" cy="3875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Rectangle 65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66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67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68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9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70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71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72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3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4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5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6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7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8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9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80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ounded Rectangle 36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0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Rounded Rectangle 37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ounded Rectangle 38"/>
          <p:cNvSpPr/>
          <p:nvPr/>
        </p:nvSpPr>
        <p:spPr>
          <a:xfrm>
            <a:off x="457200" y="2743200"/>
            <a:ext cx="3736080" cy="387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Rounded Rectangle 39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ounded Rectangle 40"/>
          <p:cNvSpPr/>
          <p:nvPr/>
        </p:nvSpPr>
        <p:spPr>
          <a:xfrm>
            <a:off x="4434840" y="2971800"/>
            <a:ext cx="3278880" cy="341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Rounded Rectangle 41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ounded Rectangle 42"/>
          <p:cNvSpPr/>
          <p:nvPr/>
        </p:nvSpPr>
        <p:spPr>
          <a:xfrm>
            <a:off x="8001000" y="3200400"/>
            <a:ext cx="346392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8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8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8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8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9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9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9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ounded Rectangle 43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Rounded Rectangle 44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ounded Rectangle 45"/>
          <p:cNvSpPr/>
          <p:nvPr/>
        </p:nvSpPr>
        <p:spPr>
          <a:xfrm>
            <a:off x="457200" y="2514600"/>
            <a:ext cx="3735720" cy="410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Rounded Rectangle 46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ounded Rectangle 47"/>
          <p:cNvSpPr/>
          <p:nvPr/>
        </p:nvSpPr>
        <p:spPr>
          <a:xfrm>
            <a:off x="4434840" y="2514600"/>
            <a:ext cx="3278520" cy="387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Rounded Rectangle 48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ounded Rectangle 49"/>
          <p:cNvSpPr/>
          <p:nvPr/>
        </p:nvSpPr>
        <p:spPr>
          <a:xfrm>
            <a:off x="8001000" y="2286000"/>
            <a:ext cx="3647160" cy="410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97"/>
          <p:cNvSpPr/>
          <p:nvPr/>
        </p:nvSpPr>
        <p:spPr>
          <a:xfrm>
            <a:off x="0" y="0"/>
            <a:ext cx="12175920" cy="6845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98"/>
          <p:cNvSpPr/>
          <p:nvPr/>
        </p:nvSpPr>
        <p:spPr>
          <a:xfrm>
            <a:off x="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99"/>
          <p:cNvSpPr/>
          <p:nvPr/>
        </p:nvSpPr>
        <p:spPr>
          <a:xfrm>
            <a:off x="914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00"/>
          <p:cNvSpPr/>
          <p:nvPr/>
        </p:nvSpPr>
        <p:spPr>
          <a:xfrm>
            <a:off x="1828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101"/>
          <p:cNvSpPr/>
          <p:nvPr/>
        </p:nvSpPr>
        <p:spPr>
          <a:xfrm>
            <a:off x="2743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102"/>
          <p:cNvSpPr/>
          <p:nvPr/>
        </p:nvSpPr>
        <p:spPr>
          <a:xfrm>
            <a:off x="3657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3"/>
          <p:cNvSpPr/>
          <p:nvPr/>
        </p:nvSpPr>
        <p:spPr>
          <a:xfrm>
            <a:off x="4572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4"/>
          <p:cNvSpPr/>
          <p:nvPr/>
        </p:nvSpPr>
        <p:spPr>
          <a:xfrm>
            <a:off x="5486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5"/>
          <p:cNvSpPr/>
          <p:nvPr/>
        </p:nvSpPr>
        <p:spPr>
          <a:xfrm>
            <a:off x="6400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6"/>
          <p:cNvSpPr/>
          <p:nvPr/>
        </p:nvSpPr>
        <p:spPr>
          <a:xfrm>
            <a:off x="7315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7"/>
          <p:cNvSpPr/>
          <p:nvPr/>
        </p:nvSpPr>
        <p:spPr>
          <a:xfrm>
            <a:off x="82296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8"/>
          <p:cNvSpPr/>
          <p:nvPr/>
        </p:nvSpPr>
        <p:spPr>
          <a:xfrm>
            <a:off x="91440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9"/>
          <p:cNvSpPr/>
          <p:nvPr/>
        </p:nvSpPr>
        <p:spPr>
          <a:xfrm>
            <a:off x="100584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10"/>
          <p:cNvSpPr/>
          <p:nvPr/>
        </p:nvSpPr>
        <p:spPr>
          <a:xfrm>
            <a:off x="109728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11"/>
          <p:cNvSpPr/>
          <p:nvPr/>
        </p:nvSpPr>
        <p:spPr>
          <a:xfrm>
            <a:off x="11887200" y="0"/>
            <a:ext cx="5400" cy="6845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12"/>
          <p:cNvSpPr/>
          <p:nvPr/>
        </p:nvSpPr>
        <p:spPr>
          <a:xfrm>
            <a:off x="0" y="0"/>
            <a:ext cx="307080" cy="6845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ounded Rectangle 50"/>
          <p:cNvSpPr/>
          <p:nvPr/>
        </p:nvSpPr>
        <p:spPr>
          <a:xfrm>
            <a:off x="9875520" y="365760"/>
            <a:ext cx="1998720" cy="489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Rounded Rectangle 51"/>
          <p:cNvSpPr/>
          <p:nvPr/>
        </p:nvSpPr>
        <p:spPr>
          <a:xfrm>
            <a:off x="98748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ounded Rectangle 52"/>
          <p:cNvSpPr/>
          <p:nvPr/>
        </p:nvSpPr>
        <p:spPr>
          <a:xfrm>
            <a:off x="457200" y="2743200"/>
            <a:ext cx="3876120" cy="387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Rounded Rectangle 53"/>
          <p:cNvSpPr/>
          <p:nvPr/>
        </p:nvSpPr>
        <p:spPr>
          <a:xfrm>
            <a:off x="450792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ounded Rectangle 54"/>
          <p:cNvSpPr/>
          <p:nvPr/>
        </p:nvSpPr>
        <p:spPr>
          <a:xfrm>
            <a:off x="4572000" y="2743200"/>
            <a:ext cx="34189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Rounded Rectangle 55"/>
          <p:cNvSpPr/>
          <p:nvPr/>
        </p:nvSpPr>
        <p:spPr>
          <a:xfrm>
            <a:off x="8028360" y="3182040"/>
            <a:ext cx="3278880" cy="2730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ounded Rectangle 56"/>
          <p:cNvSpPr/>
          <p:nvPr/>
        </p:nvSpPr>
        <p:spPr>
          <a:xfrm>
            <a:off x="8229600" y="2514600"/>
            <a:ext cx="3647520" cy="410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Rectangle 113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14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15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16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7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8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9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20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21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22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3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4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5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6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7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ounded Rectangle 57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Rounded Rectangle 58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ounded Rectangle 59"/>
          <p:cNvSpPr/>
          <p:nvPr/>
        </p:nvSpPr>
        <p:spPr>
          <a:xfrm>
            <a:off x="91440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Rounded Rectangle 60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ounded Rectangle 61"/>
          <p:cNvSpPr/>
          <p:nvPr/>
        </p:nvSpPr>
        <p:spPr>
          <a:xfrm>
            <a:off x="443484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Rounded Rectangle 62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ounded Rectangle 63"/>
          <p:cNvSpPr/>
          <p:nvPr/>
        </p:nvSpPr>
        <p:spPr>
          <a:xfrm>
            <a:off x="7955280" y="2743200"/>
            <a:ext cx="3691080" cy="36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29"/>
          <p:cNvSpPr/>
          <p:nvPr/>
        </p:nvSpPr>
        <p:spPr>
          <a:xfrm>
            <a:off x="0" y="0"/>
            <a:ext cx="12175200" cy="6844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30"/>
          <p:cNvSpPr/>
          <p:nvPr/>
        </p:nvSpPr>
        <p:spPr>
          <a:xfrm>
            <a:off x="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31"/>
          <p:cNvSpPr/>
          <p:nvPr/>
        </p:nvSpPr>
        <p:spPr>
          <a:xfrm>
            <a:off x="914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32"/>
          <p:cNvSpPr/>
          <p:nvPr/>
        </p:nvSpPr>
        <p:spPr>
          <a:xfrm>
            <a:off x="1828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3"/>
          <p:cNvSpPr/>
          <p:nvPr/>
        </p:nvSpPr>
        <p:spPr>
          <a:xfrm>
            <a:off x="2743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4"/>
          <p:cNvSpPr/>
          <p:nvPr/>
        </p:nvSpPr>
        <p:spPr>
          <a:xfrm>
            <a:off x="3657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5"/>
          <p:cNvSpPr/>
          <p:nvPr/>
        </p:nvSpPr>
        <p:spPr>
          <a:xfrm>
            <a:off x="4572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6"/>
          <p:cNvSpPr/>
          <p:nvPr/>
        </p:nvSpPr>
        <p:spPr>
          <a:xfrm>
            <a:off x="5486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7"/>
          <p:cNvSpPr/>
          <p:nvPr/>
        </p:nvSpPr>
        <p:spPr>
          <a:xfrm>
            <a:off x="6400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8"/>
          <p:cNvSpPr/>
          <p:nvPr/>
        </p:nvSpPr>
        <p:spPr>
          <a:xfrm>
            <a:off x="7315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9"/>
          <p:cNvSpPr/>
          <p:nvPr/>
        </p:nvSpPr>
        <p:spPr>
          <a:xfrm>
            <a:off x="82296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40"/>
          <p:cNvSpPr/>
          <p:nvPr/>
        </p:nvSpPr>
        <p:spPr>
          <a:xfrm>
            <a:off x="91440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41"/>
          <p:cNvSpPr/>
          <p:nvPr/>
        </p:nvSpPr>
        <p:spPr>
          <a:xfrm>
            <a:off x="100584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42"/>
          <p:cNvSpPr/>
          <p:nvPr/>
        </p:nvSpPr>
        <p:spPr>
          <a:xfrm>
            <a:off x="109728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3"/>
          <p:cNvSpPr/>
          <p:nvPr/>
        </p:nvSpPr>
        <p:spPr>
          <a:xfrm>
            <a:off x="11887200" y="0"/>
            <a:ext cx="4680" cy="6844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4"/>
          <p:cNvSpPr/>
          <p:nvPr/>
        </p:nvSpPr>
        <p:spPr>
          <a:xfrm>
            <a:off x="0" y="0"/>
            <a:ext cx="306360" cy="6844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ounded Rectangle 64"/>
          <p:cNvSpPr/>
          <p:nvPr/>
        </p:nvSpPr>
        <p:spPr>
          <a:xfrm>
            <a:off x="9875520" y="365760"/>
            <a:ext cx="1998000" cy="489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4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Rounded Rectangle 65"/>
          <p:cNvSpPr/>
          <p:nvPr/>
        </p:nvSpPr>
        <p:spPr>
          <a:xfrm>
            <a:off x="98748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ounded Rectangle 66"/>
          <p:cNvSpPr/>
          <p:nvPr/>
        </p:nvSpPr>
        <p:spPr>
          <a:xfrm>
            <a:off x="914400" y="3108960"/>
            <a:ext cx="3278160" cy="328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Rounded Rectangle 67"/>
          <p:cNvSpPr/>
          <p:nvPr/>
        </p:nvSpPr>
        <p:spPr>
          <a:xfrm>
            <a:off x="450792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ounded Rectangle 68"/>
          <p:cNvSpPr/>
          <p:nvPr/>
        </p:nvSpPr>
        <p:spPr>
          <a:xfrm>
            <a:off x="4434840" y="3200400"/>
            <a:ext cx="3278160" cy="318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Rounded Rectangle 69"/>
          <p:cNvSpPr/>
          <p:nvPr/>
        </p:nvSpPr>
        <p:spPr>
          <a:xfrm>
            <a:off x="8028360" y="3182040"/>
            <a:ext cx="3278160" cy="2729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ounded Rectangle 70"/>
          <p:cNvSpPr/>
          <p:nvPr/>
        </p:nvSpPr>
        <p:spPr>
          <a:xfrm>
            <a:off x="8003880" y="2971800"/>
            <a:ext cx="3416400" cy="3417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Rectangle 14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4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4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4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5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5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5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6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ounded Rectangle 71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0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Rounded Rectangle 72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ounded Rectangle 73"/>
          <p:cNvSpPr/>
          <p:nvPr/>
        </p:nvSpPr>
        <p:spPr>
          <a:xfrm>
            <a:off x="685800" y="2743200"/>
            <a:ext cx="35071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4" name="Rounded Rectangle 74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ounded Rectangle 75"/>
          <p:cNvSpPr/>
          <p:nvPr/>
        </p:nvSpPr>
        <p:spPr>
          <a:xfrm>
            <a:off x="443484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6" name="Rounded Rectangle 76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ounded Rectangle 77"/>
          <p:cNvSpPr/>
          <p:nvPr/>
        </p:nvSpPr>
        <p:spPr>
          <a:xfrm>
            <a:off x="8001000" y="2743200"/>
            <a:ext cx="3420000" cy="36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6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6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6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6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7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7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7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ounded Rectangle 78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Rounded Rectangle 79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ounded Rectangle 80"/>
          <p:cNvSpPr/>
          <p:nvPr/>
        </p:nvSpPr>
        <p:spPr>
          <a:xfrm>
            <a:off x="685800" y="2743200"/>
            <a:ext cx="35071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Rounded Rectangle 81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ounded Rectangle 82"/>
          <p:cNvSpPr/>
          <p:nvPr/>
        </p:nvSpPr>
        <p:spPr>
          <a:xfrm>
            <a:off x="443484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2" name="Rounded Rectangle 83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ounded Rectangle 84"/>
          <p:cNvSpPr/>
          <p:nvPr/>
        </p:nvSpPr>
        <p:spPr>
          <a:xfrm>
            <a:off x="8001000" y="2743200"/>
            <a:ext cx="3420000" cy="364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Rectangle 177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178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179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180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81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82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3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4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5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6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7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8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9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90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91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92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ounded Rectangle 85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Rounded Rectangle 86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87"/>
          <p:cNvSpPr/>
          <p:nvPr/>
        </p:nvSpPr>
        <p:spPr>
          <a:xfrm>
            <a:off x="685800" y="2743200"/>
            <a:ext cx="35071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Rounded Rectangle 88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ounded Rectangle 89"/>
          <p:cNvSpPr/>
          <p:nvPr/>
        </p:nvSpPr>
        <p:spPr>
          <a:xfrm>
            <a:off x="443484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Rounded Rectangle 90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91"/>
          <p:cNvSpPr/>
          <p:nvPr/>
        </p:nvSpPr>
        <p:spPr>
          <a:xfrm>
            <a:off x="8001000" y="2514600"/>
            <a:ext cx="364932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Rectangle 193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194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195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196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7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8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9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200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201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202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3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4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5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6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7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ounded Rectangle 92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8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Rounded Rectangle 93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94"/>
          <p:cNvSpPr/>
          <p:nvPr/>
        </p:nvSpPr>
        <p:spPr>
          <a:xfrm>
            <a:off x="685800" y="2971800"/>
            <a:ext cx="31924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Rounded Rectangle 95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ounded Rectangle 96"/>
          <p:cNvSpPr/>
          <p:nvPr/>
        </p:nvSpPr>
        <p:spPr>
          <a:xfrm>
            <a:off x="425736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4" name="Rounded Rectangle 97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98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Rectangle 20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1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1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1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2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2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2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ounded Rectangle 99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4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Rounded Rectangle 100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01"/>
          <p:cNvSpPr/>
          <p:nvPr/>
        </p:nvSpPr>
        <p:spPr>
          <a:xfrm>
            <a:off x="685800" y="2971800"/>
            <a:ext cx="31924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Rounded Rectangle 102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ounded Rectangle 103"/>
          <p:cNvSpPr/>
          <p:nvPr/>
        </p:nvSpPr>
        <p:spPr>
          <a:xfrm>
            <a:off x="425736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0" name="Rounded Rectangle 104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05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Rectangle 22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2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2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2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3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3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3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4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ounded Rectangle 106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0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Rounded Rectangle 107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108"/>
          <p:cNvSpPr/>
          <p:nvPr/>
        </p:nvSpPr>
        <p:spPr>
          <a:xfrm>
            <a:off x="685800" y="2971800"/>
            <a:ext cx="31924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Rounded Rectangle 109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ounded Rectangle 110"/>
          <p:cNvSpPr/>
          <p:nvPr/>
        </p:nvSpPr>
        <p:spPr>
          <a:xfrm>
            <a:off x="4257360" y="2971800"/>
            <a:ext cx="327852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Rounded Rectangle 111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112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Rectangle 24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4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4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4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5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5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5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ounded Rectangle 113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Rounded Rectangle 114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115"/>
          <p:cNvSpPr/>
          <p:nvPr/>
        </p:nvSpPr>
        <p:spPr>
          <a:xfrm>
            <a:off x="685800" y="2743200"/>
            <a:ext cx="31924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Rounded Rectangle 116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ounded Rectangle 117"/>
          <p:cNvSpPr/>
          <p:nvPr/>
        </p:nvSpPr>
        <p:spPr>
          <a:xfrm>
            <a:off x="425736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Rounded Rectangle 118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119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Rectangle 257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58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59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60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61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62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3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4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5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6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7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8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9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70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1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72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ounded Rectangle 120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Rounded Rectangle 121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122"/>
          <p:cNvSpPr/>
          <p:nvPr/>
        </p:nvSpPr>
        <p:spPr>
          <a:xfrm>
            <a:off x="685800" y="2743200"/>
            <a:ext cx="31924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Rounded Rectangle 123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ounded Rectangle 124"/>
          <p:cNvSpPr/>
          <p:nvPr/>
        </p:nvSpPr>
        <p:spPr>
          <a:xfrm>
            <a:off x="425736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Rounded Rectangle 125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126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Rectangle 273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274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275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276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7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8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9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80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81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82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3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4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5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6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7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ounded Rectangle 127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8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Rounded Rectangle 128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129"/>
          <p:cNvSpPr/>
          <p:nvPr/>
        </p:nvSpPr>
        <p:spPr>
          <a:xfrm>
            <a:off x="685800" y="2514600"/>
            <a:ext cx="319248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Rounded Rectangle 130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ounded Rectangle 131"/>
          <p:cNvSpPr/>
          <p:nvPr/>
        </p:nvSpPr>
        <p:spPr>
          <a:xfrm>
            <a:off x="4257360" y="2743200"/>
            <a:ext cx="3278520" cy="36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4" name="Rounded Rectangle 132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133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Rectangle 28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29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29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29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30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30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30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ounded Rectangle 134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4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Rounded Rectangle 135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136"/>
          <p:cNvSpPr/>
          <p:nvPr/>
        </p:nvSpPr>
        <p:spPr>
          <a:xfrm>
            <a:off x="685800" y="2514600"/>
            <a:ext cx="3192480" cy="4108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Rounded Rectangle 137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ounded Rectangle 138"/>
          <p:cNvSpPr/>
          <p:nvPr/>
        </p:nvSpPr>
        <p:spPr>
          <a:xfrm>
            <a:off x="4485960" y="2976120"/>
            <a:ext cx="2823480" cy="2961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Rounded Rectangle 139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140"/>
          <p:cNvSpPr/>
          <p:nvPr/>
        </p:nvSpPr>
        <p:spPr>
          <a:xfrm>
            <a:off x="8001000" y="2514600"/>
            <a:ext cx="3420000" cy="387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Rectangle 30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0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0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0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1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1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1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2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ounded Rectangle 141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0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Rounded Rectangle 142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143"/>
          <p:cNvSpPr/>
          <p:nvPr/>
        </p:nvSpPr>
        <p:spPr>
          <a:xfrm>
            <a:off x="688320" y="2743920"/>
            <a:ext cx="319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Rounded Rectangle 144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ounded Rectangle 145"/>
          <p:cNvSpPr/>
          <p:nvPr/>
        </p:nvSpPr>
        <p:spPr>
          <a:xfrm>
            <a:off x="4485960" y="2976120"/>
            <a:ext cx="2823480" cy="319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Rounded Rectangle 146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147"/>
          <p:cNvSpPr/>
          <p:nvPr/>
        </p:nvSpPr>
        <p:spPr>
          <a:xfrm>
            <a:off x="7772400" y="2514600"/>
            <a:ext cx="38808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Rectangle 321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22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23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24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5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6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7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8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9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30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31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32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3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4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5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6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ounded Rectangle 148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6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Rounded Rectangle 149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150"/>
          <p:cNvSpPr/>
          <p:nvPr/>
        </p:nvSpPr>
        <p:spPr>
          <a:xfrm>
            <a:off x="688680" y="2820240"/>
            <a:ext cx="319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Rounded Rectangle 151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ounded Rectangle 152"/>
          <p:cNvSpPr/>
          <p:nvPr/>
        </p:nvSpPr>
        <p:spPr>
          <a:xfrm>
            <a:off x="4343400" y="2976120"/>
            <a:ext cx="2823480" cy="319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2" name="Rounded Rectangle 153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154"/>
          <p:cNvSpPr/>
          <p:nvPr/>
        </p:nvSpPr>
        <p:spPr>
          <a:xfrm>
            <a:off x="7671960" y="2286360"/>
            <a:ext cx="3524400" cy="4109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Rectangle 337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38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39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40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41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42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3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4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5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6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7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8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9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50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51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52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ounded Rectangle 155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2" name="TextBox 67"/>
          <p:cNvSpPr/>
          <p:nvPr/>
        </p:nvSpPr>
        <p:spPr>
          <a:xfrm>
            <a:off x="3484440" y="732600"/>
            <a:ext cx="3995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Box 68"/>
          <p:cNvSpPr/>
          <p:nvPr/>
        </p:nvSpPr>
        <p:spPr>
          <a:xfrm>
            <a:off x="1586160" y="1371600"/>
            <a:ext cx="8410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Rounded Rectangle 156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157"/>
          <p:cNvSpPr/>
          <p:nvPr/>
        </p:nvSpPr>
        <p:spPr>
          <a:xfrm>
            <a:off x="688680" y="2820240"/>
            <a:ext cx="3192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Rounded Rectangle 158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ounded Rectangle 159"/>
          <p:cNvSpPr/>
          <p:nvPr/>
        </p:nvSpPr>
        <p:spPr>
          <a:xfrm>
            <a:off x="4343400" y="2976120"/>
            <a:ext cx="2823480" cy="319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8" name="Rounded Rectangle 160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161"/>
          <p:cNvSpPr/>
          <p:nvPr/>
        </p:nvSpPr>
        <p:spPr>
          <a:xfrm>
            <a:off x="7671960" y="2286000"/>
            <a:ext cx="35247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353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54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55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56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7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8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9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60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61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62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3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4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5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6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7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8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ounded Rectangle 162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8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TextBox 71"/>
          <p:cNvSpPr/>
          <p:nvPr/>
        </p:nvSpPr>
        <p:spPr>
          <a:xfrm>
            <a:off x="1828800" y="1222920"/>
            <a:ext cx="81594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Rounded Rectangle 163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164"/>
          <p:cNvSpPr/>
          <p:nvPr/>
        </p:nvSpPr>
        <p:spPr>
          <a:xfrm>
            <a:off x="688680" y="2514600"/>
            <a:ext cx="34218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Rounded Rectangle 165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ounded Rectangle 166"/>
          <p:cNvSpPr/>
          <p:nvPr/>
        </p:nvSpPr>
        <p:spPr>
          <a:xfrm>
            <a:off x="4441680" y="2967120"/>
            <a:ext cx="2823480" cy="319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4" name="Rounded Rectangle 167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168"/>
          <p:cNvSpPr/>
          <p:nvPr/>
        </p:nvSpPr>
        <p:spPr>
          <a:xfrm>
            <a:off x="7671960" y="2286000"/>
            <a:ext cx="3524760" cy="4109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Rectangle 369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70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71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372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3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4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5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6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7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8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9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80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81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82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3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4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ounded Rectangle 169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4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TextBox 74"/>
          <p:cNvSpPr/>
          <p:nvPr/>
        </p:nvSpPr>
        <p:spPr>
          <a:xfrm>
            <a:off x="991800" y="1222920"/>
            <a:ext cx="9832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Rounded Rectangle 170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171"/>
          <p:cNvSpPr/>
          <p:nvPr/>
        </p:nvSpPr>
        <p:spPr>
          <a:xfrm>
            <a:off x="688680" y="2514600"/>
            <a:ext cx="34218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Rounded Rectangle 172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ounded Rectangle 173"/>
          <p:cNvSpPr/>
          <p:nvPr/>
        </p:nvSpPr>
        <p:spPr>
          <a:xfrm>
            <a:off x="4581000" y="2967120"/>
            <a:ext cx="2823480" cy="274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Rounded Rectangle 174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175"/>
          <p:cNvSpPr/>
          <p:nvPr/>
        </p:nvSpPr>
        <p:spPr>
          <a:xfrm>
            <a:off x="7900560" y="2286000"/>
            <a:ext cx="2839680" cy="3882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Rectangle 385"/>
          <p:cNvSpPr/>
          <p:nvPr/>
        </p:nvSpPr>
        <p:spPr>
          <a:xfrm>
            <a:off x="0" y="0"/>
            <a:ext cx="12175560" cy="6844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386"/>
          <p:cNvSpPr/>
          <p:nvPr/>
        </p:nvSpPr>
        <p:spPr>
          <a:xfrm>
            <a:off x="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387"/>
          <p:cNvSpPr/>
          <p:nvPr/>
        </p:nvSpPr>
        <p:spPr>
          <a:xfrm>
            <a:off x="914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ectangle 388"/>
          <p:cNvSpPr/>
          <p:nvPr/>
        </p:nvSpPr>
        <p:spPr>
          <a:xfrm>
            <a:off x="1828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9"/>
          <p:cNvSpPr/>
          <p:nvPr/>
        </p:nvSpPr>
        <p:spPr>
          <a:xfrm>
            <a:off x="2743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90"/>
          <p:cNvSpPr/>
          <p:nvPr/>
        </p:nvSpPr>
        <p:spPr>
          <a:xfrm>
            <a:off x="3657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91"/>
          <p:cNvSpPr/>
          <p:nvPr/>
        </p:nvSpPr>
        <p:spPr>
          <a:xfrm>
            <a:off x="4572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92"/>
          <p:cNvSpPr/>
          <p:nvPr/>
        </p:nvSpPr>
        <p:spPr>
          <a:xfrm>
            <a:off x="5486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3"/>
          <p:cNvSpPr/>
          <p:nvPr/>
        </p:nvSpPr>
        <p:spPr>
          <a:xfrm>
            <a:off x="6400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4"/>
          <p:cNvSpPr/>
          <p:nvPr/>
        </p:nvSpPr>
        <p:spPr>
          <a:xfrm>
            <a:off x="7315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5"/>
          <p:cNvSpPr/>
          <p:nvPr/>
        </p:nvSpPr>
        <p:spPr>
          <a:xfrm>
            <a:off x="82296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6"/>
          <p:cNvSpPr/>
          <p:nvPr/>
        </p:nvSpPr>
        <p:spPr>
          <a:xfrm>
            <a:off x="91440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7"/>
          <p:cNvSpPr/>
          <p:nvPr/>
        </p:nvSpPr>
        <p:spPr>
          <a:xfrm>
            <a:off x="100584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8"/>
          <p:cNvSpPr/>
          <p:nvPr/>
        </p:nvSpPr>
        <p:spPr>
          <a:xfrm>
            <a:off x="109728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9"/>
          <p:cNvSpPr/>
          <p:nvPr/>
        </p:nvSpPr>
        <p:spPr>
          <a:xfrm>
            <a:off x="11887200" y="0"/>
            <a:ext cx="5040" cy="6844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400"/>
          <p:cNvSpPr/>
          <p:nvPr/>
        </p:nvSpPr>
        <p:spPr>
          <a:xfrm>
            <a:off x="0" y="0"/>
            <a:ext cx="306720" cy="6844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ounded Rectangle 176"/>
          <p:cNvSpPr/>
          <p:nvPr/>
        </p:nvSpPr>
        <p:spPr>
          <a:xfrm>
            <a:off x="9875520" y="365760"/>
            <a:ext cx="1998360" cy="489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0" name="TextBox 76"/>
          <p:cNvSpPr/>
          <p:nvPr/>
        </p:nvSpPr>
        <p:spPr>
          <a:xfrm>
            <a:off x="2580840" y="656640"/>
            <a:ext cx="5820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TextBox 77"/>
          <p:cNvSpPr/>
          <p:nvPr/>
        </p:nvSpPr>
        <p:spPr>
          <a:xfrm>
            <a:off x="2959560" y="1222920"/>
            <a:ext cx="5896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Rounded Rectangle 177"/>
          <p:cNvSpPr/>
          <p:nvPr/>
        </p:nvSpPr>
        <p:spPr>
          <a:xfrm>
            <a:off x="98748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78"/>
          <p:cNvSpPr/>
          <p:nvPr/>
        </p:nvSpPr>
        <p:spPr>
          <a:xfrm>
            <a:off x="685800" y="2743200"/>
            <a:ext cx="342252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Rounded Rectangle 179"/>
          <p:cNvSpPr/>
          <p:nvPr/>
        </p:nvSpPr>
        <p:spPr>
          <a:xfrm>
            <a:off x="450792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ounded Rectangle 180"/>
          <p:cNvSpPr/>
          <p:nvPr/>
        </p:nvSpPr>
        <p:spPr>
          <a:xfrm>
            <a:off x="4580640" y="2743200"/>
            <a:ext cx="273960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6" name="Rounded Rectangle 181"/>
          <p:cNvSpPr/>
          <p:nvPr/>
        </p:nvSpPr>
        <p:spPr>
          <a:xfrm>
            <a:off x="8028360" y="3182040"/>
            <a:ext cx="3278520" cy="2729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82"/>
          <p:cNvSpPr/>
          <p:nvPr/>
        </p:nvSpPr>
        <p:spPr>
          <a:xfrm>
            <a:off x="7790040" y="2514600"/>
            <a:ext cx="363636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Rectangle 401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402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403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ectangle 404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5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6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7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8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9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10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11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12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3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4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5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6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ounded Rectangle 183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6" name="TextBox 79"/>
          <p:cNvSpPr/>
          <p:nvPr/>
        </p:nvSpPr>
        <p:spPr>
          <a:xfrm>
            <a:off x="1536840" y="457200"/>
            <a:ext cx="790920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Operators: Final Summary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TextBox 80"/>
          <p:cNvSpPr/>
          <p:nvPr/>
        </p:nvSpPr>
        <p:spPr>
          <a:xfrm>
            <a:off x="1600200" y="1438920"/>
            <a:ext cx="80128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manage decision-making and flow control in programming.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they compare raw values for primitive types,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we must watch out for Java's internal memory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 when comparing objects, Strings, and floating-point numbers.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Rounded Rectangle 184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185"/>
          <p:cNvSpPr/>
          <p:nvPr/>
        </p:nvSpPr>
        <p:spPr>
          <a:xfrm>
            <a:off x="685800" y="2853360"/>
            <a:ext cx="351576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While == compares raw values for primitives, it compares memory addresses for objects (Strings, Integers). Always use .equals() for structural content checks.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Precision Boundary: 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numbers (double/float) should never be compared with ==. Instead, check if the absolute difference between them is smaller than a tiny tolerance value (epsilon).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Type Validation: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instanceof operator is used at runtime to safely check whether an object belongs to a specific class, subclass, or interface.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Comparing Integer objects with == is only reliable between -128 and 127. Outside this boundary, it falls back to reference checking and fails.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Rounded Rectangle 186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ounded Rectangle 187"/>
          <p:cNvSpPr/>
          <p:nvPr/>
        </p:nvSpPr>
        <p:spPr>
          <a:xfrm>
            <a:off x="4572000" y="3108960"/>
            <a:ext cx="342540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Quick Comparison Map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primitive numbers?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or a &lt; b (Fast and 100% safe)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two String objects (text)?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s1.equals(s2)!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Compare double/float decimals?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(Delta threshold)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Validate an object's class type?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ClassName (Safe runtime check)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2" name="Rounded Rectangle 188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89"/>
          <p:cNvSpPr/>
          <p:nvPr/>
        </p:nvSpPr>
        <p:spPr>
          <a:xfrm>
            <a:off x="8246880" y="2286000"/>
            <a:ext cx="36540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RelationalSummary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 (Primitive)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(x &lt; 20);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 &amp; OBJECT COMPARISON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CORRECT METHOD!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WRONG / RISKY!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TYPE CHECKING (instanceof)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Object obj = "Test";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 = obj instanceof String;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4. FLOATING-POINT PRECISION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properComp = Math.abs(d1 - d2) &lt; 1e-5;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System.out.println("Matches: " + properComp);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Rectangle 417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418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419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ectangle 420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21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22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3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4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5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6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7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8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9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30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31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32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ounded Rectangle 190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2" name="TextBox 82"/>
          <p:cNvSpPr/>
          <p:nvPr/>
        </p:nvSpPr>
        <p:spPr>
          <a:xfrm>
            <a:off x="2265120" y="457200"/>
            <a:ext cx="64508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Operators in Java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Box 83"/>
          <p:cNvSpPr/>
          <p:nvPr/>
        </p:nvSpPr>
        <p:spPr>
          <a:xfrm>
            <a:off x="1600200" y="1328040"/>
            <a:ext cx="81273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Comparison operators are used to evaluate the relationship between two values.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test for equality, inequality, or size differences, always returning 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logical boolean decision (true or false) to guide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Rounded Rectangle 191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92"/>
          <p:cNvSpPr/>
          <p:nvPr/>
        </p:nvSpPr>
        <p:spPr>
          <a:xfrm>
            <a:off x="685800" y="3061800"/>
            <a:ext cx="3197520" cy="2858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Equality &amp; Inequality: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== (equal to) and != (not equal to) directly compare raw values.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Boundary Checks: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test for size relationships (greater than, less than, or equal bounds).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Return Type: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The output of any comparison operation is always a primitive boolean value.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String Warning:</a:t>
            </a:r>
            <a:r>
              <a:rPr b="0" lang="en-US" sz="1230" spc="-1" strike="noStrike">
                <a:solidFill>
                  <a:schemeClr val="lt1"/>
                </a:solidFill>
                <a:latin typeface="Calibri"/>
                <a:ea typeface="DejaVu Sans"/>
              </a:rPr>
              <a:t> For object and text comparison, always use .equals() instead of == to verify the actual content rather than memory addresses.</a:t>
            </a:r>
            <a:endParaRPr b="0" lang="en-US" sz="123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Rounded Rectangle 193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ounded Rectangle 194"/>
          <p:cNvSpPr/>
          <p:nvPr/>
        </p:nvSpPr>
        <p:spPr>
          <a:xfrm>
            <a:off x="4344120" y="2971800"/>
            <a:ext cx="342540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&amp; Logical Decision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Inputs: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Equality Check: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false (Numbers are not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Boundary Check: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(25 is greater than 20)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Decision Making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resulting true/false directs conditional blocks (if-else).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8" name="Rounded Rectangle 195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96"/>
          <p:cNvSpPr/>
          <p:nvPr/>
        </p:nvSpPr>
        <p:spPr>
          <a:xfrm>
            <a:off x="8246880" y="2286000"/>
            <a:ext cx="365400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ComparisonIntro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1. Equality &amp; Inequality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(x == y);  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isDifferent = (x != y);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2. Boundary (Size) Checks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(x &gt; y);   // true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isLessOrEqual = (x &lt;= y); // false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// 3. Use in Conditional Blocks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if (isGreater) {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 greater than Y.");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equal: " + isEqual);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 different: " + isDifferent);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Rectangle 433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43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43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ectangle 43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4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4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4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ounded Rectangle 197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TextBox 85"/>
          <p:cNvSpPr/>
          <p:nvPr/>
        </p:nvSpPr>
        <p:spPr>
          <a:xfrm>
            <a:off x="1569240" y="457200"/>
            <a:ext cx="7842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 in Java (Comparable)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TextBox 86"/>
          <p:cNvSpPr/>
          <p:nvPr/>
        </p:nvSpPr>
        <p:spPr>
          <a:xfrm>
            <a:off x="691200" y="1143000"/>
            <a:ext cx="100886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While primitive numbers can be easily compared using &lt; or &gt;,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comparing custom objects (such as Students or Products) for size or order requires implementing the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interface and using the compareTo() method.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Rounded Rectangle 198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99"/>
          <p:cNvSpPr/>
          <p:nvPr/>
        </p:nvSpPr>
        <p:spPr>
          <a:xfrm>
            <a:off x="457200" y="2971800"/>
            <a:ext cx="3426120" cy="2858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Why We Need It: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Writing student1 &gt; student2 causes a compile-time error in Java. We must explicitly define which attribute (e.g., age, price) is used for the comparison.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How compareTo() Works: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 is greater than B (Returns a positive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 is less than B (Returns a negative value).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Both objects are equal based on the comparison criteria (Returns zero).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Rounded Rectangle 200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ounded Rectangle 201"/>
          <p:cNvSpPr/>
          <p:nvPr/>
        </p:nvSpPr>
        <p:spPr>
          <a:xfrm>
            <a:off x="4343400" y="2883600"/>
            <a:ext cx="3425760" cy="306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Object Comparison Logic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Operation: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Positive Return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&gt; B (Object A is greater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Negative Return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&lt; B (Object A is less than 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Return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Result: A == B (Both objects are equal)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Rounded Rectangle 202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203"/>
          <p:cNvSpPr/>
          <p:nvPr/>
        </p:nvSpPr>
        <p:spPr>
          <a:xfrm>
            <a:off x="8263800" y="2514600"/>
            <a:ext cx="36208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ObjectComparison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Comparing Number Objects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num2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positive (1) because num1 &gt; num2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numResult = num1.compareTo(num2);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Comparing String Objects (Alphabetically)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text1 = "Alice";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text2 = "Bob";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Returns negative because "Alice" comes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textResult = text1.compareTo(text2);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System.out.println("Number Comp: " + numResult);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 Comp: " + textResult); // Negative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Rectangle 449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450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451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ectangle 452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1" name="Rectangle 453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454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455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456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457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458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459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460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461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462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463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464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ounded Rectangle 204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Box 88"/>
          <p:cNvSpPr/>
          <p:nvPr/>
        </p:nvSpPr>
        <p:spPr>
          <a:xfrm>
            <a:off x="1083960" y="457200"/>
            <a:ext cx="8124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Comparing Objects: The Engine of Flexibility (Comparator)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TextBox 89"/>
          <p:cNvSpPr/>
          <p:nvPr/>
        </p:nvSpPr>
        <p:spPr>
          <a:xfrm>
            <a:off x="770760" y="1143000"/>
            <a:ext cx="9928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Comparable defines a class's "natural" ordering,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Comparator allows us to create multiple, flexible sorting rules (e.g., by age, price, name) through external intervention.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is the most powerful tool for changing sorting logic without touching the original class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Rounded Rectangle 205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206"/>
          <p:cNvSpPr/>
          <p:nvPr/>
        </p:nvSpPr>
        <p:spPr>
          <a:xfrm>
            <a:off x="458640" y="2514600"/>
            <a:ext cx="34257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vs. Comparator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 (Internal):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Embedded within the class. Provides a single "natural" order (e.g., sorted by Student ID).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Comparator (External):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Acts as an externally assigned "referee". Allows you to define different rules for the same object (e.g., by age, by name).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Rounded Rectangle 207"/>
          <p:cNvSpPr/>
          <p:nvPr/>
        </p:nvSpPr>
        <p:spPr>
          <a:xfrm>
            <a:off x="448164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ounded Rectangle 208"/>
          <p:cNvSpPr/>
          <p:nvPr/>
        </p:nvSpPr>
        <p:spPr>
          <a:xfrm>
            <a:off x="4343400" y="2514600"/>
            <a:ext cx="342540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The Engine of Flexibility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Goal: Sort the list differently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price? ➔ PriceComp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 name? ➔ NameComp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Workflow: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Write the Comparator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Pass the rule into sort().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Java sorts according to your rule.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Rounded Rectangle 209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210"/>
          <p:cNvSpPr/>
          <p:nvPr/>
        </p:nvSpPr>
        <p:spPr>
          <a:xfrm>
            <a:off x="8263800" y="2057400"/>
            <a:ext cx="33930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java.util.*;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FlexibleSorting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List&lt;String&gt; list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Arrays.asList("Zebra", "Apple");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FLEXIBLE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Comparator&lt;String&gt; lenComp =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(s1, s2) -&gt;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Integer.compare(s1.length(),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s2.length());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lenComp);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TextBox 9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Rectangle 465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466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467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ectangle 468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7" name="Rectangle 469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470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471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472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473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474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475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476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477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478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479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480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ounded Rectangle 211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0" name="TextBox 91"/>
          <p:cNvSpPr/>
          <p:nvPr/>
        </p:nvSpPr>
        <p:spPr>
          <a:xfrm>
            <a:off x="2413440" y="457200"/>
            <a:ext cx="54651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Comparison Strategies: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TextBox 92"/>
          <p:cNvSpPr/>
          <p:nvPr/>
        </p:nvSpPr>
        <p:spPr>
          <a:xfrm>
            <a:off x="1095120" y="1143000"/>
            <a:ext cx="92797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Mastering object comparison in Java means knowing the right tool for the job.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Whether it's simple primitive checks, natural sorting, or dynamic custom sorting, choosing the correct strategy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determines the robustness and flexibility of your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Rounded Rectangle 212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213"/>
          <p:cNvSpPr/>
          <p:nvPr/>
        </p:nvSpPr>
        <p:spPr>
          <a:xfrm>
            <a:off x="458640" y="2514600"/>
            <a:ext cx="342648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CHEAT SHEET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Directly apply &lt;, &gt;, ==. These built-in operators are highly optimized and inherently safe.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Strings: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Strictly avoid ==. Rely on .equals() to verify exact content, and compareTo() for sequential sorting.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Comparable: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Enables dynamic "Custom Orders" externally, allowing multiple sorting strategies on the fly (e.g., sorting by price or name).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Rounded Rectangle 214"/>
          <p:cNvSpPr/>
          <p:nvPr/>
        </p:nvSpPr>
        <p:spPr>
          <a:xfrm>
            <a:off x="448164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ounded Rectangle 215"/>
          <p:cNvSpPr/>
          <p:nvPr/>
        </p:nvSpPr>
        <p:spPr>
          <a:xfrm>
            <a:off x="4343400" y="2514600"/>
            <a:ext cx="342540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Comparison Decision Map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a quick logical test?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Operators (==, !=, &lt;, &gt;)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to sort a list naturally?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Implement Comparable interface.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Need multiple/dynamic sort orders?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 a Comparator strategy.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Comparing textual content?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.equals().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6" name="Rounded Rectangle 216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217"/>
          <p:cNvSpPr/>
          <p:nvPr/>
        </p:nvSpPr>
        <p:spPr>
          <a:xfrm>
            <a:off x="8263800" y="1828800"/>
            <a:ext cx="3393000" cy="4570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FINAL OVERVIEW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FinalSummary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Primitive: Fast &amp; Safe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5, y = 10;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(x &lt; y) { /* Logic */ 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String: Content Check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"Hi";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if (s1.equals("Hi")) { /* Safe */ 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3. Sorting Strategy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List&lt;Integer&gt; list = Arrays.asList(3, 1, 2);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Natural (Comparable)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Collections.sort(list);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Custom (Comparator)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Collections.sort(list, 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(a, b) -&gt; b.compareTo(a)); // Reverse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TextBox 9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328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2026-07-10T01:21:44Z</dcterms:modified>
  <cp:revision>57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