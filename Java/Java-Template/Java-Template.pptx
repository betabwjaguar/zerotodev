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D1F843-4756-40D1-836B-470CC8D67A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F6503B-BEF7-46C9-976D-099ADA853F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63C6B9-F435-4A10-929F-631D110D8A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58CB9E-489E-4F1D-9B60-B279E40A9C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A477FA-4A09-4902-BFDA-2B11296359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3A21B9-49F2-403C-857A-076B4FDBA9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E56867-B886-4D3D-8617-83E4D44F84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1D23EA-5F0C-4E17-AA8B-EB004F2E98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2BF493-DCE7-4E01-9E5B-1914B16E8B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EADB26-6364-4BD3-B6D8-8459F51A7D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C7B67D-67A6-4425-993F-7F278940113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FEBC48-4096-4B0E-B574-A99B112CF8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EDB8EB-39EE-4A4D-8132-98B400C1B6C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0" name="Rectangle 2"/>
          <p:cNvSpPr/>
          <p:nvPr/>
        </p:nvSpPr>
        <p:spPr>
          <a:xfrm>
            <a:off x="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" name="Rectangle 3"/>
          <p:cNvSpPr/>
          <p:nvPr/>
        </p:nvSpPr>
        <p:spPr>
          <a:xfrm>
            <a:off x="9144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2" name="Rectangle 4"/>
          <p:cNvSpPr/>
          <p:nvPr/>
        </p:nvSpPr>
        <p:spPr>
          <a:xfrm>
            <a:off x="18288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" name="Rectangle 5"/>
          <p:cNvSpPr/>
          <p:nvPr/>
        </p:nvSpPr>
        <p:spPr>
          <a:xfrm>
            <a:off x="27432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4" name="Rectangle 6"/>
          <p:cNvSpPr/>
          <p:nvPr/>
        </p:nvSpPr>
        <p:spPr>
          <a:xfrm>
            <a:off x="36576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45720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" name="Rectangle 8"/>
          <p:cNvSpPr/>
          <p:nvPr/>
        </p:nvSpPr>
        <p:spPr>
          <a:xfrm>
            <a:off x="54864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7" name="Rectangle 9"/>
          <p:cNvSpPr/>
          <p:nvPr/>
        </p:nvSpPr>
        <p:spPr>
          <a:xfrm>
            <a:off x="64008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" name="Rectangle 10"/>
          <p:cNvSpPr/>
          <p:nvPr/>
        </p:nvSpPr>
        <p:spPr>
          <a:xfrm>
            <a:off x="73152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9" name="Rectangle 11"/>
          <p:cNvSpPr/>
          <p:nvPr/>
        </p:nvSpPr>
        <p:spPr>
          <a:xfrm>
            <a:off x="82296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0" name="Rectangle 12"/>
          <p:cNvSpPr/>
          <p:nvPr/>
        </p:nvSpPr>
        <p:spPr>
          <a:xfrm>
            <a:off x="91440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1" name="Rectangle 13"/>
          <p:cNvSpPr/>
          <p:nvPr/>
        </p:nvSpPr>
        <p:spPr>
          <a:xfrm>
            <a:off x="100584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" name="Rectangle 14"/>
          <p:cNvSpPr/>
          <p:nvPr/>
        </p:nvSpPr>
        <p:spPr>
          <a:xfrm>
            <a:off x="109728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3" name="Rectangle 15"/>
          <p:cNvSpPr/>
          <p:nvPr/>
        </p:nvSpPr>
        <p:spPr>
          <a:xfrm>
            <a:off x="11887200" y="0"/>
            <a:ext cx="17640" cy="685728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" name="Rectangle 16"/>
          <p:cNvSpPr/>
          <p:nvPr/>
        </p:nvSpPr>
        <p:spPr>
          <a:xfrm>
            <a:off x="0" y="0"/>
            <a:ext cx="319320" cy="685728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5" name="Rounded Rectangle 17"/>
          <p:cNvSpPr/>
          <p:nvPr/>
        </p:nvSpPr>
        <p:spPr>
          <a:xfrm>
            <a:off x="9875520" y="365760"/>
            <a:ext cx="2010960" cy="50220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CORE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Box 18"/>
          <p:cNvSpPr/>
          <p:nvPr/>
        </p:nvSpPr>
        <p:spPr>
          <a:xfrm>
            <a:off x="4054320" y="1005840"/>
            <a:ext cx="286308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TITLE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9"/>
          <p:cNvSpPr/>
          <p:nvPr/>
        </p:nvSpPr>
        <p:spPr>
          <a:xfrm>
            <a:off x="4318200" y="2194560"/>
            <a:ext cx="23356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Concept / explanation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Rounded Rectangle 20"/>
          <p:cNvSpPr/>
          <p:nvPr/>
        </p:nvSpPr>
        <p:spPr>
          <a:xfrm>
            <a:off x="987480" y="3182040"/>
            <a:ext cx="3291120" cy="27424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9" name="Rounded Rectangle 21"/>
          <p:cNvSpPr/>
          <p:nvPr/>
        </p:nvSpPr>
        <p:spPr>
          <a:xfrm>
            <a:off x="914400" y="3108960"/>
            <a:ext cx="3291120" cy="2742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THEORY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ounded Rectangle 22"/>
          <p:cNvSpPr/>
          <p:nvPr/>
        </p:nvSpPr>
        <p:spPr>
          <a:xfrm>
            <a:off x="4507920" y="3182040"/>
            <a:ext cx="3291120" cy="27424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" name="Rounded Rectangle 23"/>
          <p:cNvSpPr/>
          <p:nvPr/>
        </p:nvSpPr>
        <p:spPr>
          <a:xfrm>
            <a:off x="4434840" y="3108960"/>
            <a:ext cx="3291120" cy="2742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FLOW / DIAGRAM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Rounded Rectangle 24"/>
          <p:cNvSpPr/>
          <p:nvPr/>
        </p:nvSpPr>
        <p:spPr>
          <a:xfrm>
            <a:off x="8028360" y="3182040"/>
            <a:ext cx="3291120" cy="274248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3" name="Rounded Rectangle 25"/>
          <p:cNvSpPr/>
          <p:nvPr/>
        </p:nvSpPr>
        <p:spPr>
          <a:xfrm>
            <a:off x="7955280" y="3108960"/>
            <a:ext cx="3291120" cy="27424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CODE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Box 26"/>
          <p:cNvSpPr/>
          <p:nvPr/>
        </p:nvSpPr>
        <p:spPr>
          <a:xfrm>
            <a:off x="4600080" y="6446520"/>
            <a:ext cx="3052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