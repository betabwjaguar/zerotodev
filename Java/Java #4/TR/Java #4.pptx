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A4F1A9-6680-4A7A-8DAA-A3229BFE61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B5FB84C-E1BB-467B-8E54-806869CE122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2D285B4-BB54-4B0F-A57A-AC6CE4FD471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2542BC-3140-4864-A53D-94545D79EB7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3A55C6-EFBD-403C-B196-3D9CBFC6ABB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7EE482-835E-4FB9-B244-5339A37A183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377F3F-1D39-498C-9136-30148ABF5D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1D8123-92D7-4DF8-8676-C15ED8F660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9C71E0-4E19-4D21-BA1C-5CDFF6F4E9E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69EF85-4C7E-4FD5-A296-5A513A53A5C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6C31CDE-D0A6-4450-B0B5-D5C2E62EDF7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86C56A-E079-4397-95F8-A5609B4CD2D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E87841-B79F-4071-9FA7-EFEA7C78C69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868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044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788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044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788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7004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508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788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292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508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788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7292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612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3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5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792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65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90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788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78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7004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70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5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788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78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612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2026-05-06T22:14:46Z</dcterms:modified>
  <cp:revision>15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