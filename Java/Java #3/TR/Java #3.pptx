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C1B3AB-5E4C-4479-BDEE-9C061452D9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0D797C-77DE-421C-AAE8-8D97345086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33BEDB-9A05-41FD-B459-1A5AA05F9A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74172B-13EF-464D-9B31-363DC3EEEB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B4B9E9-2323-4DEA-AEC4-90DF5AE7E8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6A72AF-8F95-4263-8AD1-5F33142A4A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EDE671-51CA-4435-8A9F-1290B60EAB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DD0DE8-3AAB-445B-A0C6-FC2525DABC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E41079-1DF8-4954-8B99-78773B497B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FA7254-12F0-4FB4-8A2E-F3285E1EF6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007050-FF7D-43AC-A779-B5213E5F94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F4005D-C8B4-4BB8-99E5-A1A628B004E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CE90374-B822-43D5-83FC-0BAB77C650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289532-25B0-4D72-9BEA-C99E557F5E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179FB3-D02B-41B5-BA68-A3BF7F87DB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78B826-5232-4C4E-946A-D6CF381296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7076192-60A4-4DF8-98E9-3388C170F0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D18204B-D4CD-423F-8D67-4165B58B65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E51B9E-DCCA-4ABD-B27E-1EC15D718F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FB3BD5-AC59-42A0-BD30-4D6AF6DFA9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C63138-3827-4F8B-BF2E-A6C9A484D4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A6D951-4944-4AFD-BA39-EDA315E6FB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74C3899-8F8B-4E68-9518-88407765BE9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D18E156-7BCC-445E-9DDD-2486C221C65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E6F7E59-45C7-46BD-8DA3-B83F23DE89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33C98F0-5336-4AF6-8470-70AC1613D8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D00D715-8054-4B6F-9CBB-E99AE9AD60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A7BE107-506F-4D5D-90C9-28FA67386F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A45CF7-744E-4114-9BC1-BB26918820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5FA267-01A7-428E-BD8B-0A840C464F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A1B2541-7638-4C4E-82E8-454C3A591C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7BEC306-103B-45C0-AE0F-BD8B00773A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C21010C-A2A8-40DE-9740-C06E048174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5C91D3A-6EFE-45AB-A4A7-D7D6FA0803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C35D59B-C74C-4038-8D1E-F2DBD9017C4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58ED08C-49DF-45CD-996D-E070C882256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CD93256-35A4-483E-8FDB-AE5B7B345D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914E84E-2257-4C3D-9152-1C2EF2E044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D13FC0F-107E-446B-81E6-4510213C6D4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166955F-62D7-4F26-8B46-75C427B3A8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BE00C9-733D-4C18-AFF5-1A362D09C5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83A2EAA-3F3A-4597-B17E-59520A712E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B699BD-EE8D-48D6-A0DB-E4A9B3E9D7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773CA4-BD65-4436-9189-EAAE24716A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4E985CC-06AE-432B-B03F-E884A00DED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FDBD9A2-512A-4C3E-8808-9D4A554A8AD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E11B82D-3A04-4120-8E45-28D9185909F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C42976-6692-44B3-926F-06098F5B445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0E94F90-4149-474B-B7B4-571E432721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77FE66-1222-465B-B26F-C1FAEB0486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41AA732-2FCC-4CD5-9A25-A20432F1FF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05848C2-0859-4686-960D-89F50902FF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56D5952-2CF2-411C-945B-CBF8555107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BB4BDE3-CB27-49B7-8192-3427604ECE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F8164B7-8268-44B3-9C88-5090B0FC3F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D52EE9F-19D0-4D1E-A3CF-B0554C21D5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C162FEB-8938-4FCF-9777-E5E841F9DDC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B4B15C6-8DA5-4469-BB88-C785620A95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CBB99A7-35DC-44FE-8B53-11580B3114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A598BD0-3C5A-4554-B274-4E6439DB457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A17BEAE-3646-4F6F-B3BD-A2B08224E0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B6FB25F-3EF5-4725-B186-F9677CFD9AC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80E1D2B-386A-49A5-B16F-0B9A035B67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CEFF983-0480-4B0A-A188-BA03B49956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772E7C6-0487-4C58-A902-F14745B190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2BE30CF-E395-4889-9215-E73BD1530F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4A03E99-1EEB-4142-A4A5-615E11B749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BFD00F6-B1E9-4076-A075-E3C0BE1E84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C78F57C-78A0-48A8-9893-350F88D06F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6580CAB-7BA0-4B17-892F-6C91FA9909C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87FF1DD-29ED-414C-80CF-19CBB68D39A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A8B6E2C-0074-4CBB-B544-C78B68679F0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A2EE85-FD36-4B12-90E5-FE207FB87A9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3C490A-C87B-4445-AFE3-AC90FA038F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450C4F-EE03-49A7-8C7B-F5C9D3BAA6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A7A974-B8F2-4CEF-A18C-C8CC5FEFF02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4DE231-02DD-4629-99EF-A4FBD74F4B0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A719DE-6FF4-4102-988F-700E09E2B5A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 3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3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3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3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3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3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3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4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4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4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4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4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4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4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4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ounded Rectangle 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ounded Rectangle 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ounded Rectangle 10"/>
          <p:cNvSpPr/>
          <p:nvPr/>
        </p:nvSpPr>
        <p:spPr>
          <a:xfrm>
            <a:off x="914400" y="3108960"/>
            <a:ext cx="32875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Rounded Rectangle 1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12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Rounded Rectangle 1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ounded Rectangle 14"/>
          <p:cNvSpPr/>
          <p:nvPr/>
        </p:nvSpPr>
        <p:spPr>
          <a:xfrm>
            <a:off x="7955280" y="3108960"/>
            <a:ext cx="347148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Rectangle 16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8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9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20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21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22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23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24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25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26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27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28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29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30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31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ounded Rectangle 1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ounded Rectangle 1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ounded Rectangle 17"/>
          <p:cNvSpPr/>
          <p:nvPr/>
        </p:nvSpPr>
        <p:spPr>
          <a:xfrm>
            <a:off x="931680" y="2925720"/>
            <a:ext cx="3180240" cy="370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Rounded Rectangle 18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19"/>
          <p:cNvSpPr/>
          <p:nvPr/>
        </p:nvSpPr>
        <p:spPr>
          <a:xfrm>
            <a:off x="443484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Rounded Rectangle 20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ounded Rectangle 21"/>
          <p:cNvSpPr/>
          <p:nvPr/>
        </p:nvSpPr>
        <p:spPr>
          <a:xfrm>
            <a:off x="7955280" y="2971800"/>
            <a:ext cx="370044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ctangle 160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61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62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63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4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5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6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7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8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9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70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71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2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3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4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5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71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ounded Rectangle 72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ounded Rectangle 73"/>
          <p:cNvSpPr/>
          <p:nvPr/>
        </p:nvSpPr>
        <p:spPr>
          <a:xfrm>
            <a:off x="685800" y="3108960"/>
            <a:ext cx="35190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Rounded Rectangle 74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5"/>
          <p:cNvSpPr/>
          <p:nvPr/>
        </p:nvSpPr>
        <p:spPr>
          <a:xfrm>
            <a:off x="443484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Rounded Rectangle 76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ounded Rectangle 77"/>
          <p:cNvSpPr/>
          <p:nvPr/>
        </p:nvSpPr>
        <p:spPr>
          <a:xfrm>
            <a:off x="7955280" y="2971800"/>
            <a:ext cx="370296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Box 33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Rectangle 144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145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46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47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48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49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50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51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52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53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54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55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56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57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58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59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64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Rounded Rectangle 65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ounded Rectangle 66"/>
          <p:cNvSpPr/>
          <p:nvPr/>
        </p:nvSpPr>
        <p:spPr>
          <a:xfrm>
            <a:off x="685800" y="3108960"/>
            <a:ext cx="35182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Rounded Rectangle 67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68"/>
          <p:cNvSpPr/>
          <p:nvPr/>
        </p:nvSpPr>
        <p:spPr>
          <a:xfrm>
            <a:off x="443484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Rounded Rectangle 69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ounded Rectangle 70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Rectangle 4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4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5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5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5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5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5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5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5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5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5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5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6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6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6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6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22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Rounded Rectangle 23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ounded Rectangle 24"/>
          <p:cNvSpPr/>
          <p:nvPr/>
        </p:nvSpPr>
        <p:spPr>
          <a:xfrm>
            <a:off x="685800" y="2743200"/>
            <a:ext cx="35161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Rounded Rectangle 25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26"/>
          <p:cNvSpPr/>
          <p:nvPr/>
        </p:nvSpPr>
        <p:spPr>
          <a:xfrm>
            <a:off x="4343400" y="2743200"/>
            <a:ext cx="3378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Rounded Rectangle 2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ounded Rectangle 28"/>
          <p:cNvSpPr/>
          <p:nvPr/>
        </p:nvSpPr>
        <p:spPr>
          <a:xfrm>
            <a:off x="7955280" y="2971800"/>
            <a:ext cx="370008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8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6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6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6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6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6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6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7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7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7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7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7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7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7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7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7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2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Rounded Rectangle 3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ounded Rectangle 31"/>
          <p:cNvSpPr/>
          <p:nvPr/>
        </p:nvSpPr>
        <p:spPr>
          <a:xfrm>
            <a:off x="685800" y="2971800"/>
            <a:ext cx="351684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Rounded Rectangle 3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3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Rounded Rectangle 3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ounded Rectangle 35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Rectangle 7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81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82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83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84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85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86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87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88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89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90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91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92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93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94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95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3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Rounded Rectangle 3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ounded Rectangle 38"/>
          <p:cNvSpPr/>
          <p:nvPr/>
        </p:nvSpPr>
        <p:spPr>
          <a:xfrm>
            <a:off x="457200" y="2971800"/>
            <a:ext cx="37454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Rounded Rectangle 3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40"/>
          <p:cNvSpPr/>
          <p:nvPr/>
        </p:nvSpPr>
        <p:spPr>
          <a:xfrm>
            <a:off x="4343400" y="2971800"/>
            <a:ext cx="342648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Rounded Rectangle 4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ounded Rectangle 42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Rectangle 96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9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9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9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0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0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0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0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0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0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0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0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0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0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1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1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4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Rounded Rectangle 4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ounded Rectangle 45"/>
          <p:cNvSpPr/>
          <p:nvPr/>
        </p:nvSpPr>
        <p:spPr>
          <a:xfrm>
            <a:off x="475560" y="2514600"/>
            <a:ext cx="372708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Rounded Rectangle 4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47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Rounded Rectangle 4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ounded Rectangle 49"/>
          <p:cNvSpPr/>
          <p:nvPr/>
        </p:nvSpPr>
        <p:spPr>
          <a:xfrm>
            <a:off x="7955280" y="2304000"/>
            <a:ext cx="3929760" cy="3617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Rectangle 11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1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1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1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1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1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1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2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2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2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2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2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2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2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2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5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Rounded Rectangle 5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ounded Rectangle 52"/>
          <p:cNvSpPr/>
          <p:nvPr/>
        </p:nvSpPr>
        <p:spPr>
          <a:xfrm>
            <a:off x="685800" y="2971800"/>
            <a:ext cx="35168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Rounded Rectangle 5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54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Rounded Rectangle 5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ounded Rectangle 56"/>
          <p:cNvSpPr/>
          <p:nvPr/>
        </p:nvSpPr>
        <p:spPr>
          <a:xfrm>
            <a:off x="7955280" y="2971800"/>
            <a:ext cx="3472200" cy="296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Rectangle 12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2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3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3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3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3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3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3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3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3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3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3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4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4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4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4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5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Rounded Rectangle 5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ounded Rectangle 59"/>
          <p:cNvSpPr/>
          <p:nvPr/>
        </p:nvSpPr>
        <p:spPr>
          <a:xfrm>
            <a:off x="685800" y="3108960"/>
            <a:ext cx="35179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Rounded Rectangle 6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61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Rounded Rectangle 6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ounded Rectangle 63"/>
          <p:cNvSpPr/>
          <p:nvPr/>
        </p:nvSpPr>
        <p:spPr>
          <a:xfrm>
            <a:off x="7955280" y="2743200"/>
            <a:ext cx="347328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Rectangle 176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7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7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7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8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8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8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8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8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8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8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8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8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8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9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9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7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34"/>
          <p:cNvSpPr/>
          <p:nvPr/>
        </p:nvSpPr>
        <p:spPr>
          <a:xfrm>
            <a:off x="1285920" y="1005840"/>
            <a:ext cx="83995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Rounded Rectangle 7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ounded Rectangle 80"/>
          <p:cNvSpPr/>
          <p:nvPr/>
        </p:nvSpPr>
        <p:spPr>
          <a:xfrm>
            <a:off x="685800" y="2971800"/>
            <a:ext cx="35190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Rounded Rectangle 8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82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Rounded Rectangle 8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ounded Rectangle 84"/>
          <p:cNvSpPr/>
          <p:nvPr/>
        </p:nvSpPr>
        <p:spPr>
          <a:xfrm>
            <a:off x="7955280" y="2971800"/>
            <a:ext cx="370296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Box 3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2026-03-14T16:10:15Z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